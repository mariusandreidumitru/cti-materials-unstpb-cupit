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80" r:id="rId2"/>
    <p:sldId id="559" r:id="rId3"/>
    <p:sldId id="334" r:id="rId4"/>
    <p:sldId id="423" r:id="rId5"/>
    <p:sldId id="424" r:id="rId6"/>
    <p:sldId id="557" r:id="rId7"/>
    <p:sldId id="425" r:id="rId8"/>
    <p:sldId id="564" r:id="rId9"/>
    <p:sldId id="426" r:id="rId10"/>
    <p:sldId id="329" r:id="rId11"/>
    <p:sldId id="565" r:id="rId12"/>
    <p:sldId id="319" r:id="rId13"/>
    <p:sldId id="427" r:id="rId14"/>
    <p:sldId id="330" r:id="rId15"/>
    <p:sldId id="331" r:id="rId16"/>
    <p:sldId id="428" r:id="rId17"/>
    <p:sldId id="429" r:id="rId18"/>
    <p:sldId id="332" r:id="rId19"/>
    <p:sldId id="558" r:id="rId20"/>
    <p:sldId id="563" r:id="rId21"/>
    <p:sldId id="340" r:id="rId22"/>
    <p:sldId id="343" r:id="rId23"/>
    <p:sldId id="345" r:id="rId24"/>
    <p:sldId id="561" r:id="rId25"/>
    <p:sldId id="360" r:id="rId26"/>
    <p:sldId id="361" r:id="rId27"/>
    <p:sldId id="352" r:id="rId28"/>
    <p:sldId id="362" r:id="rId29"/>
    <p:sldId id="363" r:id="rId30"/>
    <p:sldId id="353" r:id="rId31"/>
    <p:sldId id="354" r:id="rId32"/>
    <p:sldId id="355" r:id="rId33"/>
    <p:sldId id="356" r:id="rId34"/>
    <p:sldId id="364" r:id="rId35"/>
    <p:sldId id="357" r:id="rId36"/>
    <p:sldId id="358" r:id="rId37"/>
    <p:sldId id="359" r:id="rId38"/>
    <p:sldId id="351" r:id="rId39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9" autoAdjust="0"/>
    <p:restoredTop sz="94665" autoAdjust="0"/>
  </p:normalViewPr>
  <p:slideViewPr>
    <p:cSldViewPr>
      <p:cViewPr varScale="1">
        <p:scale>
          <a:sx n="99" d="100"/>
          <a:sy n="99" d="100"/>
        </p:scale>
        <p:origin x="174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28:15.8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343 686,'-3'-13,"1"-1,-2 0,0 1,0 0,-1 0,-1 0,0 0,-1 1,-1 0,-1-1,6 8,-1 0,1 1,-1-1,-1 1,1 0,-1 0,1 0,-1 1,0-1,0 1,-1 0,1 1,-1-1,1 1,-1 0,0 1,0-1,0 1,1 1,-1-1,0 1,0 0,0 0,-5 1,6 0,-1 1,0 0,1 0,-1 0,1 1,0 0,0 0,0 0,0 0,0 1,1 0,0 0,-1 0,1 1,1-1,-1 1,1 0,0 0,-2 3,-38 108,39-103,0 1,2 0,-1-1,2 1,0 0,1 0,0 0,1 0,0 0,1 0,1 0,0 0,1-1,1 0,0 0,0 0,2 0,-1-1,2 0,-1 0,2-1,-1 0,2 0,-1-1,6 4,-4-5,2 0,-1-1,1 0,0-1,0 0,1-1,0-1,0 0,1-1,-1 0,1-1,0-1,0 0,0-1,0-1,0 0,0-1,-1-1,1 0,0-1,-1-1,1 0,-1-1,0 0,0-1,-1-1,0 0,0-1,10-8,-11 4,-1-1,-1 1,0-2,0 0,-2 0,0 0,6-14,-14 28,0 1,0-1,0 0,0 0,1 0,-1 0,0 1,0-1,0 0,1 0,-1 0,0 0,0 0,0 0,1 0,-1 0,0 1,0-1,0 0,1 0,-1 0,0 0,0 0,1 0,-1 0,0 0,0 0,1 0,-1-1,0 1,0 0,0 0,1 0,-1 0,0 0,0 0,1 0,-5 34,3-28,0 0,0-1,0 1,1 0,0 0,0-1,1 1,-1 0,1-1,0 1,1 0,-1-1,1 0,0 1,1-1,-1 0,1 0,0 0,0 0,1-1,-1 1,1-1,0 0,0 0,1 0,-1-1,1 1,-1-1,1 0,0-1,1 1,-1-1,0 0,1 0,-1 0,1-1,2 1,-4-2,0 0,0 1,0-1,0 0,0-1,0 1,0-1,0 0,-1 0,1 0,0 0,-1-1,1 1,0-1,-1 0,0 0,1 0,-1-1,0 1,0-1,-1 0,1 0,0 0,-1 0,0 0,0 0,0-1,0 1,0-1,-1 1,1-1,-1 0,0 0,0-1,2-4,-1-1,0 0,-1 0,0 0,-1 0,0-1,0 1,-1 0,0 0,-1 0,0 0,-1 1,0-1,1 4,1 0,-1 1,-1-1,1 1,-1 0,0-1,0 1,0 0,-1 1,1-1,-1 1,-1-1,1 1,0 1,-1-1,0 0,0 1,0 0,0 0,-1 1,1-1,-1 1,1 1,-1-1,0 1,0-1,0 2,-2-1,8 1,1 0,-1 0,0 0,1 0,-1 0,1 0,-1 0,0 0,1 0,-1 1,0-1,1 0,-1 0,0 0,1 0,-1 1,0-1,0 0,1 0,-1 1,0-1,0 0,1 1,-1-1,0 0,0 1,0-1,0 0,1 1,-1-1,0 0,0 1,0-1,0 0,0 1,0-1,0 1,0-1,0 0,0 1,0-1,0 0,0 1,0-1,0 0,-1 1,1-1,0 0,0 1,0-1,-1 0,1 1,0-1,0 0,-1 1,1-1,24 5,0 0,0-2,1-1,-1-1,21-2,-10 1,-23 0,10 0,0 0,-1 2,1 0,-1 2,10 2,-25-4,-1-1,0 1,0 0,0 1,0-1,0 1,0 0,-1 0,1 1,-1-1,0 1,0 0,0 0,-1 0,1 1,-1-1,0 1,-1 0,1 0,-1 0,0 0,0 0,1 4,15 101,-17-109,-1-1,0 1,1 0,-1 0,1 0,-1-1,1 1,-1 0,1-1,0 1,-1 0,1-1,0 1,0-1,0 1,-1-1,1 0,0 1,0-1,0 0,0 1,-1-1,1 0,0 0,0 0,0 0,0 0,0 0,0 0,0 0,0 0,0 0,-1 0,1-1,0 1,0 0,0-1,0 1,-1-1,1 1,0-1,0 1,-1-1,1 1,0-1,33-30,-34 31,18-22,0-1,-2 0,-1-1,-1-1,-1 0,1-4,-10 49,-3-5,0-1,2 1,-1-1,2 1,0-1,5 13,-7-22,0-1,0 1,0-1,0 1,1-1,0 0,0 0,0 0,0 0,1 0,-1-1,1 1,0-1,0 0,1 0,-1-1,0 1,1-1,0 0,-1 0,5 1,-5-3,0 0,0 0,0 0,0 0,0-1,0 1,0-1,0 0,0-1,-1 1,1 0,0-1,-1 0,1 0,-1 0,0 0,1-1,-1 1,0-1,0 0,-1 0,1 0,-1 0,3-3,45-87,-14 4,-35 109,-3-15,2 1,-1-1,0 0,1 1,0-1,1 0,-1 0,1 1,0-1,0 0,0 0,1 0,0 0,0 0,0 0,0 0,1-1,0 1,0-1,0 0,1 0,-1 0,1 0,0 0,0-1,0 0,1 0,2 2,5 0,-1 0,1-1,0 0,1 0,-1-2,0 1,1-2,0 0,-1 0,1-1,0 0,-1-2,1 1,-1-1,1-1,-1 0,0-1,0 0,0-1,-1-1,1 1,-1-2,1-1,-8 5,1 0,-1 0,0-1,-1 1,1-1,-1 0,0 0,0 0,0-1,0 1,-1-1,1 0,-1 1,0-1,-1 0,1 0,-1 0,0-1,0 1,-1 0,0 0,0 0,0-1,0 1,-1 0,0 0,0 0,0 0,-1 0,1 0,-1 0,0 0,-1 1,1-1,-1 1,0-1,0 1,-1 0,1 0,-1 0,-1 0,4 3,-1 0,1 0,-1 0,0 0,1 1,-1-1,0 1,1-1,-1 1,0-1,0 1,1 0,-1 0,0 0,0 0,0 0,1 1,-1-1,0 0,0 1,1-1,-1 1,0 0,1-1,-1 1,1 0,-1 0,1 0,-1 0,1 1,-1-1,1 0,0 0,0 1,0-1,0 1,0-1,0 1,0-1,0 1,1 0,-1-1,0 2,-18 78,20-73,0 0,0-1,1 1,0-1,0 1,1-1,-1 0,2 0,-1 0,1-1,0 1,0-1,1 0,0 0,0 0,0-1,1 1,0-1,0-1,0 1,1-1,-1 0,1-1,0 1,0-1,0-1,1 1,-1-1,0-1,1 1,0-1,-1 0,1-1,0 0,-1 0,6-2,18 0</inkml:trace>
  <inkml:trace contextRef="#ctx0" brushRef="#br0" timeOffset="421.881">2323 796,'-4'4,"1"0,-1 0,1 1,0-1,1 1,-1 0,1 0,0 0,0 0,0 0,1 0,0 0,0 1,0-1,1 1,0-1,0 0,0 1,1-1,-1 1,1-1,1 0,-1 0,1 0,-1 1,2-1,-1-1,0 1,1 0,0-1,0 1,1-1,-1 0,1 0,0 0,0 0,2 1,-2-2,1-1,-1 1,1-1,-1 0,1 0,0 0,-1-1,1 1,0-1,0 0,0-1,0 1,0-1,1 0,-1 0,0-1,0 0,0 1,0-2,0 1,-1 0,1-1,0 0,-1 0,1-1,-1 1,1-1,-1 0,0 0,0 0,-1-1,1 1,-1-1,0 0,2-3,2-5,-1-1,0 0,-1 0,-1-1,0 1,-1-1,1-7,6 120,-9-94,0 1,0-1,1 1,0-1,0 0,0 0,1 0,0 0,0 0,0 0,1-1,-1 0,1 0,0 0,0 0,0 0,1-1,-1 1,1-1,0-1,0 1,0-1,0 1,1-2,-1 1,0 0,1-1,3 0,14 1</inkml:trace>
  <inkml:trace contextRef="#ctx0" brushRef="#br0" timeOffset="1041.268">2855 713,'6'-1,"0"0,-1 1,1 0,0 0,0 0,0 1,-1-1,1 1,0 1,-1-1,1 1,-1 0,1 0,-1 1,0-1,0 1,0 0,0 1,-1-1,1 1,-1 0,0 0,0 0,0 1,-1-1,1 3,4 3,-1 1,-1 0,0 1,0-1,-1 1,-1 0,0 0,-1 1,0-1,-1 1,0 0,-1-1,0 1,-1 1,-18 179,18-192,-6 36,-1 0,2-1,2 1,1 36,2-67,1-1,0 1,0 0,0-1,1 1,0-1,0 0,0 1,1-1,-1 0,1 0,0-1,1 1,-1-1,1 1,0-1,0 0,1 0,-1-1,1 0,-1 1,1-1,0-1,0 1,0-1,1 0,-1 0,1 0,-1-1,1 0,-1 0,1 0,4-1,-6 1,0-1,0 1,0-1,0 0,0-1,0 1,0-1,0 1,0-1,0-1,0 1,0 0,0-1,-1 0,1 0,-1 0,1 0,-1-1,0 1,0-1,0 0,0 0,0 0,-1 0,1 0,-1-1,0 1,0-1,0 1,0-1,-1 0,0 0,1 0,-1-1,1-13,-1-1,-1 0,-1 0,0 0,-1 0,-1 0,-1 1,-1 0,0-1,-1 2,-1-1,-1 1,-1 0,0 0,-11-13,3 3,-1 1,-1 2,-2-1,0 2,-11-8,31 31,0 0,0-1,0 1,0 0,0-1,0 1,0-1,0 1,0-1,1 1,-1-1,0 0,0 1,1-1,-1 0,0 0,1 0,-1 1,1-1,-1 0,1 0,-1 0,1 0,0 0,-1 0,1 0,0 0,0 0,0 0,0 0,0 0,0 0,0 0,0 0,0 0,0 0,1 0,-1 0,0 0,1 0,-1 0,1 0,-1 0,1 0,-1 1,1-1,-1 0,1 0,0 1,0-1,-1 0,1 1,0-1,0 0,0 1,0-1,0 1,126-23,-80 18,175-20,-220 26,0-1,0 1,0 0,0 0,0 0,-1 0,1 0,0 0,0 1,-1-1,1 0,-1 1,1-1,-1 1,0 0,0-1,1 1,-1 0,0 0,0 0,-1 0,1 0,0 0,-1 0,1 0,-1 0,0 0,1 0,-1 0,0 0,0 1,-1-1,1 0,0 0,-1 1,4 23,-2-19,1 0,0-1,0 1,1-1,-1 1,1-1,1 0,-1 0,1 0,0 0,0-1,1 1,0-1,0-1,1 2,9 3</inkml:trace>
  <inkml:trace contextRef="#ctx0" brushRef="#br0" timeOffset="1291.149">3592 495,'-16'-11,"-3"-5,6 6,15 9,7 5</inkml:trace>
  <inkml:trace contextRef="#ctx0" brushRef="#br0" timeOffset="1495.598">4467 686,'7'17,"4"11,1 9,-2 5,-2-1,-3-1,-3-7,-3-7,-2-10</inkml:trace>
  <inkml:trace contextRef="#ctx0" brushRef="#br0" timeOffset="2421.424">4357 427,'23'3,"-1"1,1 1,-1 1,0 1,-1 0,0 2,0 1,-1 0,0 2,0 0,-2 1,1 1,-2 0,0 2,-1 0,0 1,-1 0,-1 1,-1 1,-1 0,0 1,6 17,27 66,-44-101,0-1,1 0,0 1,-1-1,1 0,0 0,-1 0,1 0,0 0,0-1,0 1,0 0,0-1,0 1,0-1,0 0,0 0,0 0,0 0,0 0,0 0,0 0,0-1,-1 1,1-1,0 1,0-1,0 0,0 0,0 0,1-1,56-38,-53 36,96-97,-102 101,0-1,0 0,0 0,0 1,1-1,-1 0,0 0,1 0,-1 1,0-1,1 0,-1 1,1-1,-1 0,1 1,-1-1,1 1,0-1,-1 1,1-1,0 1,-1-1,1 1,0 0,-1-1,1 1,0 0,0 0,0-1,-1 1,1 0,0 0,0 0,0 0,-1 0,1 0,0 0,0 0,0 1,-1-1,1 0,0 0,0 1,-1-1,1 0,0 1,-1-1,1 1,0-1,-1 1,1-1,0 1,-1-1,1 1,-1 0,1-1,-1 1,0 0,1-1,-1 1,0 0,1 0,-1-1,0 1,0 0,0 0,1-1,-1 1,0 0,0 0,1 6,0 0,1 0,0 0,0 0,0 0,1-1,0 1,1-1,-1 0,1 0,1 0,-1 0,1-1,0 1,0-1,0-1,1 1,-1-1,1 0,0 0,5 2,-1-3,0-1,-1 0,1 0,0-1,0-1,0 1,0-2,0 1,0-1,0-1,-1 0,1 0,0-1,-1 0,0-1,0 0,0 0,0-1,0 0,-1-1,0 0,0 0,-1-1,0 1,0-2,0 1,-1-1,0 0,-1 0,1-1,-1-1,11-23,-2 1,-2-2,-1 0,-1 0,-2-1,-2 0,-1 0,-2 0,-1-1,-2 1,-1-6,2 8,-2 0,-1-1,-1 1,-2 0,-1 1,-7-20,13 50,0 0,0 0,-1 1,1-1,-1 0,1 0,-1 0,1 0,-1 1,0-1,0 0,0 1,0-1,0 1,0-1,-1 1,1-1,-1 1,1 0,0 0,-1-1,0 1,1 0,-1 1,0-1,1 0,-1 0,0 1,0-1,0 1,0-1,0 1,1 0,-1 0,0 0,-3 4,1 0,0 1,0 0,0-1,0 2,1-1,0 0,0 1,0-1,1 1,0 0,0 0,0 0,1 0,0 0,0 3,1-9,-9 45,3 1,2 0,2 1,2-1,2 0,2 0,1 0,3 0,2-1,14 37,31 47,-52-123,2 1,-1-1,1 1,0-1,0-1,1 1,-1-1,1 0,0 0,1 0,-1-1,1 0,0-1,0 1,0-1,5 1,-7-3,1 0,-1 0,0-1,1 1,-1-1,0-1,1 1,-1-1,0 0,0 0,0 0,1-1,-1 0,0 0,-1 0,1 0,0-1,-1 0,1 0,-1 0,0 0,0-1,0 0,-1 0,1 0,1-3,3-3,-1 0,-1-1,0 0,0 0,-1-1,0 1,-1-1,-1 0,0-1,1-9,-3-61,-1 83,-1-1,1 1,-1 0,0-1,1 1,-1-1,1 1,-1 0,0 0,1-1,-1 1,0 0,0 0,1 0,-1 0,0 0,1 0,-1 0,0 0,0 0,1 0,-1 0,0 1,1-1,-1 0,0 0,1 1,-1-1,1 0,-1 1,0-1,1 1,-1-1,1 1,-1-1,1 1,-1-1,1 1,-1-1,1 1,0-1,-1 1,1 0,0-1,0 1,-1 0,1-1,0 1,0 0,0 0,0-1,0 1,0 0,0-1,0 1,0 0,0 0,-4 6,1 0,-1 1,1-1,1 1,-1 0,1 0,1 0,-1 0,1 0,1 0,0 1,0-1,0 0,1 0,0 0,1 0,0 0,0 0,1 0,0 0,0-1,1 0,0 1,0-1,0 0,1-1,0 1,1-1,-1 0,1-1,0 1,1-1,4 3,-4-5,-1 0,1-1,-1 0,1 0,0 0,0-1,0 0,0 0,0-1,0 0,0 0,5-2,12-3</inkml:trace>
  <inkml:trace contextRef="#ctx0" brushRef="#br0" timeOffset="2686.714">5477 358,'-14'-7,"-9"-4,2-1,13 2,20 3,26 2,28 2,21 5,15 3,3 5,-16 2</inkml:trace>
  <inkml:trace contextRef="#ctx0" brushRef="#br0" timeOffset="3089.255">6078 905,'12'-27,"-1"0,-1-1,-1-1,-2 1,0-1,-3 0,0-1,-2 1,-1-1,0 27,-1 0,0 1,0-1,0 0,0 1,-1-1,1 0,-1 1,1-1,-1 1,0-1,0 1,0-1,-1 1,1 0,0-1,-1 1,0 0,1 0,-1 0,0 0,0 0,0 1,-1-1,139 25,-69-15,-62-8,10 2,-1 0,0 0,0 1,0 1,0 0,-1 1,1 1,11 7,-21-9,-1 0,0 0,0 1,0-1,-1 1,1 0,-1-1,0 1,-1 0,1 1,-1-1,0 0,0 0,0 0,-1 1,0-1,0 0,-1 1,1-1,-1 0,0 0,0 1,-1-1,0 0,-1 2,-2 22,5-28,-2 3,1 0,0 0,0-1,0 1,0 0,0 0,1 0,0 0,0 0,0 0,0 1,1-1,0-1,0 1,0 0,0 0,0 0,1 0,-1-1,1 1,0-1,1 1,-1-1,0 0,1 0,0 0,-1 0,1 0,1 0,-1-1,3 2,1-1,0-1,0 0,0-1,1 0,-1 0,0 0,1-1,-1 0,1 0,-1-1,0 0,1-1,-1 1,3-2,17-6</inkml:trace>
  <inkml:trace contextRef="#ctx0" brushRef="#br0" timeOffset="3756.943">6775 590,'11'23,"10"58,18 39,-39-118,1 0,0 0,0 0,1 0,-1 0,0 0,1 0,-1-1,1 1,-1 0,1-1,0 0,0 1,0-1,0 0,0 0,0 0,0 0,0 0,0 0,0-1,0 1,1-1,-1 1,0-1,0 0,1 0,-1 0,0 0,1 0,-1-1,0 1,0-1,0 1,1-1,-1 0,0 0,0 0,0 0,0 0,0-1,0 0,7-5,0-1,-1 0,0-1,-1 1,0-2,0 1,-1-1,0 0,0 0,-2-1,3-4,23-43,-29 58,0 1,0-1,0 1,0-1,0 0,-1 1,1-1,0 1,0 0,-1-1,1 1,0 0,-1-1,1 1,0 0,-1 0,1-1,-1 1,1 0,-1 0,0 0,1 0,-1 0,0 0,0 0,0 0,1 0,-1 0,0 0,0-1,0 1,-1 0,1 0,0 0,0 0,0 0,-1 0,1 0,1 3,-1 2,0 0,1 1,0-1,1 0,0 0,-1 1,2-1,-1-1,1 1,0 0,0-1,1 1,-1-1,1 0,0 0,1 0,-1-1,1 0,0 1,0-2,0 1,1-1,-1 1,1-1,0-1,0 1,0-1,0 0,2 0,3 0,1-1,0 0,-1 0,1-2,0 1,-1-1,1-1,-1 0,1 0,-1-2,0 1,0-1,0-1,-1 0,1 0,-1-1,0 0,-1-1,1 0,-2-1,1 0,-1 0,0-1,0 0,-1 0,-1-1,1 0,-2 0,1 0,0-4,-1-1,-1 0,0-1,-1 1,0-1,-2 1,1-1,-2 0,-1-2,2 17,-1 0,1 0,-1 0,0 0,0 0,0 0,0 0,1-1,-1 1,-1 0,1 0,0 0,0 0,0 0,0 0,-1 0,1 0,-1 0,1 0,-1 0,1 0,-1 0,1 0,-1 0,0 1,1-1,-1 0,0 0,0 1,0-1,0 0,1 1,-1-1,0 1,0-1,0 1,0-1,0 1,0 0,0 0,-1-1,1 1,0 0,0 0,0 0,0 0,0 0,0 0,0 1,0-1,0 0,-1 1,-2 5,-1 2,1-1,0 0,0 1,1 0,0 0,1 0,0 0,0 0,0 1,1-1,0 7,1-13,-2 9,0-1,1 1,0-1,1 1,0-1,1 1,0-1,0 0,1 1,1-1,0 0,0 0,1 0,0 0,1-1,0 0,0 0,1 0,0 0,0-1,1 0,1-1,-1 1,1-1,5 2,1 0,0-1,0-1,1 0,-1-1,2 0,-1-2,12 3,16 2</inkml:trace>
  <inkml:trace contextRef="#ctx0" brushRef="#br0" timeOffset="4434.641">1203 2202,'9'4,"10"3,14-1,15-4,13-4,10-4,5-4,-2 1,-3-2,-15 3</inkml:trace>
  <inkml:trace contextRef="#ctx0" brushRef="#br0" timeOffset="4795.449">2049 1971,'6'22,"1"-1,1 1,1-1,1-1,1 0,1 0,0-1,2 0,0-1,1-1,1 0,0-1,1-1,1-1,0 0,4 1,-19-13,0 0,0 0,0 0,0 0,0-1,0 0,0 1,1-1,-1 0,0-1,1 1,-1 0,1-1,-1 0,1 0,-1 0,1 0,-1-1,0 1,1-1,-1 0,0 0,1 0,-1 0,0-1,0 1,0-1,0 0,0 0,0 0,-1 0,1-1,-1 1,1-1,-1 1,0-1,1-1,2-10,-1 0,-1 1,0-1,-1 0,0-1,-1 1,-1 0,0 0,-2-8,2-19,0 25,-1 2,1 0,1 0,0 0,1 0,0 0,1 1,4-12,-5 23,-1 0,1 0,-1 1,1-1,0 1,0-1,0 1,0 0,0-1,0 1,1 0,-1 0,0 1,0-1,1 0,-1 1,0 0,1-1,-1 1,1 0,-1 0,0 0,1 0,-1 1,1-1,-1 1,0-1,0 1,1 0,-1 0,0 0,0 0,0 0,0 1,0-1,0 1,0-1,0 1,-1 0,1-1,0 2,20 12</inkml:trace>
  <inkml:trace contextRef="#ctx0" brushRef="#br0" timeOffset="5632.161">2937 2093,'-11'-5,"0"0,0 1,0 0,0 1,0 0,-1 0,0 1,1 1,-1 0,0 1,0 0,0 1,1 0,-1 0,0 2,1-1,0 2,-1-1,1 2,0-1,1 1,-1 1,1 0,0 0,1 1,-5 5,12-11,0 1,1 0,-1-1,1 1,-1 0,1 0,0 0,0 1,0-1,0 0,0 0,0 0,1 1,-1-1,1 0,-1 1,1-1,0 1,0-1,0 0,0 1,1-1,-1 0,1 1,-1-1,1 0,0 1,0-1,0 0,0 0,0 0,0 0,0 0,1 0,-1 0,1 0,0-1,-1 1,3 1,4 1,1 0,-1 0,1-1,0 0,1-1,-1 0,0-1,1 1,-1-2,0 1,1-1,-1-1,1 0,-1 0,0-1,1 0,-1 0,0-1,0 0,-1-1,1 0,-1-1,1 1,-2-1,1-1,0 0,-1 0,2-2,-9 8,0 1,0 0,0-1,0 1,0-1,0 1,1 0,-1-1,0 1,0-1,1 1,-1-1,0 1,1-1,-1 1,0-1,1 1,-1-1,1 0,-1 1,1-1,-1 1,1-1,-1 0,1 0,-1 1,1-1,-1 0,1 0,0 0,-1 1,1-1,-1 0,1 0,0 0,-1 0,1 0,-1 0,1 0,0-1,-1 1,1 0,-1 0,1 0,-1-1,1 1,-1 0,1 0,0-1,-1 1,0 0,1-1,-1 1,1-1,-1 1,1-1,-1 1,0-1,1 1,-1-1,0 1,0-1,1 1,-1-1,0 1,0-1,2 5,0 1,0 0,0-1,0 1,1-1,-1 0,1 0,0 0,1 0,-1-1,1 1,0-1,-1 0,1 0,1 0,-1 0,0-1,1 0,-1 0,1 0,-1 0,1-1,0 0,0 0,0 0,0 0,0-1,0 0,0 0,0 0,0-1,0 0,0 0,-1 0,2 0,17-5,0 0,0-2,-1 0,0-2,-1 0,0-2,0 0,-1-1,-1-1,0-1,-1-1,-1 0,0-1,-1-1,-1-1,-1 0,-1-1,0 0,-1-1,-2 0,0-1,-1 0,-1-1,-2 0,0 0,-1 0,-1-1,-1 0,-2 14,0 1,0 0,-1-1,0 1,0 0,-1-1,-1 1,1 0,-1 0,-1 0,0 0,0 0,-1 1,0-1,0 1,-1 0,0 0,0 0,-2 0,5 6,0 1,0-1,0 1,0 0,0-1,0 1,0 0,-1 0,1 1,0-1,-1 0,1 1,0-1,-1 1,1 0,-1 0,1 0,-1 0,1 0,0 1,-1-1,1 1,0-1,-1 1,1 0,0 0,0 0,-1 0,1 0,0 1,0-1,0 1,1-1,-1 1,0 0,0 0,-49 77,42-54,2 1,0 0,1 1,2 0,1-1,1 1,1 0,1 0,2 0,0 0,2 0,1 0,5 12,-7-25,1-1,1 0,0 0,0 0,1 0,1-1,0 0,1-1,0 0,1 0,0 0,1-1,0-1,0 0,1 0,0-1,1 0,0-1,0 0,1-1,-8-4,1-1,-1-1,1 1,-1-1,1 1,-1-2,1 1,-1-1,0 1,1-1,-1-1,0 1,0-1,1 0,-1 0,-1-1,1 1,0-1,-1 0,1 0,-1-1,0 1,0-1,0 0,0 0,-1-1,2-1,7-11,0-1,-1 0,-1 0,0-1,-2-1,4-10,2-13,-13 67,-3-13,-3 94,5-100,0 0,1 0,0-1,0 1,0 0,1-1,0 1,-1-1,2 1,-1-1,0 0,1 0,0 0,0 0,0 0,0-1,1 1,-1-1,1 0,1 0,14 8</inkml:trace>
  <inkml:trace contextRef="#ctx0" brushRef="#br0" timeOffset="5880.372">3825 1738,'-5'19,"3"12,10 7,2-4</inkml:trace>
  <inkml:trace contextRef="#ctx0" brushRef="#br0" timeOffset="7215.079">4207 2039,'-5'-5,"-1"0,0 1,0-1,0 2,-1-1,1 1,-1 0,0 0,0 0,0 1,0 1,0-1,0 1,-1 0,1 0,-1 1,1 0,0 1,-1 0,1 0,0 0,0 1,-1 0,1 0,0 1,1 0,-1 0,1 0,-3 2,3 1,0-1,1 1,0 0,0 0,0 1,1-1,0 1,0 0,1 0,-1 0,2 1,-1-1,1 1,0-1,0 6,1-9,1 0,-1 1,1-1,0 0,0 1,0-1,1 0,0 1,0-1,0 0,0 0,1 0,-1 0,1 0,0 0,0 0,1 0,-1-1,1 1,-1-1,1 0,0 0,1 0,-1 0,0 0,1-1,0 0,3 2,-2-1,1-1,0 0,0 0,0 0,0-1,0 0,0 0,0 0,0-1,0 0,0 0,0-1,1 0,-1 0,0 0,0-1,-1 1,1-2,0 1,0 0,-1-1,0 0,1-1,1-1,3-3,0 0,0-1,0 0,-1 0,-1-1,0 0,0-1,-1 0,0 0,-1 0,1-4,10-34,-1 0,-4-2,-1 1,-2-1,-3 0,-2-11,-3 53,0-2,9-77,-5-1,-4-32,-1 121,0 0,-1 0,1 0,0 0,0 1,-1-1,1 0,0 0,0 0,-1 0,1 0,0 0,0 0,-1 0,1 0,0-1,0 1,0 0,-1 0,1 0,0 0,0 0,-1 0,1 0,0 0,0-1,0 1,-1 0,1 0,0 0,0 0,0-1,0 1,0 0,-1 0,1-1,0 1,0 0,0 0,0 0,0-1,0 1,-9 26,-4 28,2 0,4 1,1 0,3 0,3 35,0-58,1 0,1-1,2 1,2-1,0 0,8 17,-11-37,1 0,1-1,-1 1,2-1,0 0,0-1,0 1,1-1,1 0,-1-1,2 0,-1 0,1-1,0 0,0 0,1-1,0 0,0-1,7 3,-7-4,0-1,0 1,0-2,1 1,-1-2,1 1,0-1,-1-1,1 0,0 0,-1-1,1-1,0 0,-1 0,0-1,1 0,-1-1,0 0,-1 0,1-1,-1-1,0 1,0-1,-1-1,0 0,0 0,0-1,-1 0,0 0,-1 0,1-1,-2 0,1 0,-1-1,-1 0,0 0,0-1,-3 7,1 0,-2 0,1 0,-1 0,1 0,-1-1,0 1,0 0,-1 0,1 0,-1 0,0 0,0 0,-1 0,1 0,-1 1,1-1,-1 0,0 1,-1-1,1 1,-1 0,1 0,-1 0,0 0,0 0,0 1,-1-1,1 1,0 0,-1 0,0 0,1 0,-1 1,0-1,0 1,0 0,0 0,0 1,0-1,0 1,0 0,-3 0,-1 1,1 1,0-1,0 2,-1-1,2 1,-1 0,0 0,0 1,1 0,0 0,0 0,0 1,0 0,1 0,0 1,0-1,0 1,1 0,0 0,0 1,0-1,1 1,0 0,0 0,1 0,0 0,0 1,1-1,-1 0,1 8,1-11,0 1,1-1,-1 0,1 0,0 1,0-1,1 0,-1 0,1 0,0 0,0-1,0 1,0 0,1-1,-1 1,1-1,0 0,0 0,0 0,1 0,-1-1,1 1,-1-1,1 0,0 0,0 0,0-1,0 1,0-1,0 0,0 0,1 0,-1-1,0 0,0 1,1-2,-1 1,0 0,1-1,-1 0,0 0,0 0,0 0,0-1,0 1,0-1,5-3,0 1,0-1,-1-1,0 0,0 0,0 0,-1-1,0 0,0 0,-1-1,0 0,0 0,-1-1,0 1,-1-1,1-2,0 40,-6-25,0 1,1-1,0 1,0 0,1-1,-1 1,1-1,0 1,0-1,1 1,-1-1,1 0,0 0,0 0,0 0,1 0,-1 0,1 0,0-1,0 1,0-1,1 0,-1 0,1 0,0-1,0 1,0-1,0 0,0 0,0 0,0 0,1-1,-1 0,1 0,1 0,1-1,-1 0,1-1,0 0,0 0,-1 0,1-1,-1 0,1-1,-1 1,0-1,0 0,0-1,0 0,-1 1,1-2,-1 1,0-1,-1 0,1 0,-1 0,0 0,0-1,0 0,-1 0,1-1,5-11,-1 1,-1-1,-1-1,0 1,-1-1,-1 0,-1-1,0-5,-2 11,0 7,0 0,0 0,0 0,-1 0,0 0,-1 1,1-1,-1 0,-1 0,1 0,-1 0,-3-5,5 11,0 1,-1-1,1 1,-1-1,1 1,0-1,-1 1,1 0,-1-1,1 1,-1 0,0-1,1 1,-1 0,1 0,-1 0,1 0,-1-1,0 1,1 0,-1 0,1 0,-1 0,0 0,1 0,-1 0,0 1,1-1,-1 0,1 0,-1 0,1 1,-1-1,0 0,1 0,-1 1,1-1,-1 1,1-1,0 0,-1 1,1-1,-1 1,1-1,0 1,-1-1,1 1,0-1,0 1,-1-1,1 1,0 0,0-1,0 1,0-1,0 1,0 0,0-1,0 1,0 0,0-1,0 1,0-1,0 1,0 0,3 2,-1 1,1-1,0 0,-1 0,1-1,1 1,-1-1,0 1,1-1,-1 0,1 0,-1 0,1-1,0 0,0 1,0-1,0 0,0-1,0 1,3-1,70 8,-61-7,0 0,0 0,0 2,0 0,-1 1,1 0,-1 2,1 0,-13-3,1 0,-1 0,0 1,0-1,0 1,0 0,-1 0,1 0,-1 0,0 0,0 1,-1-1,1 0,-1 1,0 0,0-1,-1 1,1 0,-1-1,0 1,0 0,-1-1,1 1,-1 0,0-1,0 1,-1-1,1 1,-1-1,0 0,-1 2,-4 28,5-30,0 0,1 1,0-1,0 0,0 1,0-1,1 1,0-1,0 1,0 0,0-1,1 1,0-1,-1 0,2 1,-1-1,1 0,-1 1,1-1,0 0,0 0,1 0,-1-1,1 1,0-1,0 1,0-1,1 0,-1 0,1 0,-1-1,1 1,0-1,6 0,0-1,0-1,1 1,-1-2,0 1,0-1,0-1,0 0,0 0,-1-1,1-1,-1 1,1-1,-1-1,0 0,-1 0,1-1,-1 0,0 0,-1-1,1 0,-1 0,-1-1,4-5,-5 9,0-1,-1-1,0 1,0 0,-1-1,1 0,-1 0,-1 0,1 0,-1-1,0 1,0-1,-1 1,0-1,0 0,0 1,-1-1,0 0,-1 0,1 1,-1-1,-2-5,1 9,-1 1,1 0,-1 0,1 0,-1 0,0 1,0-1,0 1,0-1,0 1,0 0,0 0,-1 1,1-1,0 1,0-1,-1 1,1 0,0 0,-1 1,1-1,0 1,0-1,-1 1,1 0,0 0,0 1,0-1,0 1,0-1,1 1,-1 0,0 0,1 0,-1 0,1 1,0-1,0 0,0 1,0 0,0 0,0-1,0 4,-1-2,0 0,1 1,0-1,0 0,0 1,1-1,-1 1,1-1,0 1,0 0,1 0,0-1,-1 1,2 0,-1 0,0 0,1-1,0 1,0 0,0-1,1 1,0-1,0 1,0-1,0 0,1 0,-1 0,1 0,0 0,0 0,0-1,3 2,80 46,-38-34</inkml:trace>
  <inkml:trace contextRef="#ctx0" brushRef="#br0" timeOffset="7855.363">6542 1519,'14'376,"-14"-343,-2-6,2 0,1 0,1-1,1 1,1 0,1-1,2 1,0-2,2 1,1-1,1 0,-5-17,1 0,-1 0,1-1,0 0,1 0,0-1,0 0,0 0,1-1,-1 0,1 0,0-1,1 0,-1-1,1 0,0-1,0 0,0 0,0-1,0 0,0-1,0 0,0 0,0-1,0-1,0 0,0 0,-1-1,1 0,-1-1,0 0,1 0,-2-1,1 0,-1 0,1-1,-1 0,-1-1,1 0,-1 0,-1-1,5-5,3-11</inkml:trace>
  <inkml:trace contextRef="#ctx0" brushRef="#br0" timeOffset="8198.447">6993 2011,'0'14,"-3"11,0 9,0 6,1 2,0 1,1-1,3-4,3-6,6-6,3-8,4-6,1-6,-3-3</inkml:trace>
  <inkml:trace contextRef="#ctx0" brushRef="#br0" timeOffset="8447.781">7007 1820,'-12'2,"-6"1,0 0</inkml:trace>
  <inkml:trace contextRef="#ctx0" brushRef="#br0" timeOffset="8617.187">6420 1642,'21'0,"20"0,20 0,21 0,14 0,10 0,-13 0</inkml:trace>
  <inkml:trace contextRef="#ctx0" brushRef="#br0" timeOffset="9819.608">7334 1901,'-4'27,"1"0,1 1,1-1,2 0,1 0,1 0,1 0,1 0,1 0,4 6,25 43,-34-76,1 0,-1 0,1 1,-1-1,1 0,-1-1,1 1,-1 0,1 0,-1-1,1 1,-1-1,0 1,1-1,-1 1,0-1,1 0,-1 0,0 0,0 0,1 0,-1 0,0 0,0 0,0 0,-1 0,1-1,0 1,0 0,-1-1,1 1,0 0,-1-1,1 1,-1-1,0 1,0-1,1 1,-1-1,0 0,2-4,16-32,-3-1,-1 0,-1-1,4-35,-16 92,0 1,2-1,0 0,0 0,2 0,0-1,0 1,2-1,0 0,-5-14,-1 1,1 0,-1-1,1 1,0-1,0 0,0 1,0-1,1 0,-1 0,1-1,-1 1,1 0,-1-1,1 1,0-1,0 0,0 0,0 0,0-1,0 1,0 0,0-1,0 0,0 0,0 0,0 0,0 0,0-1,0 0,0 1,0-1,0 0,0 0,-1 0,1-1,0 1,-1-1,1 0,1 0,11-11,0-1,-1 0,0-1,-1-1,-1 0,0 0,-2-1,0-1,0 0,-2 0,2-6,9-23,-34 109,12-54,1 0,1 0,-1 0,1 0,1 0,0 0,0 0,0 0,1 0,0 0,1 0,0 0,0 0,0 0,1 0,0-1,1 0,0 1,0-2,0 1,1 0,0-1,1 0,-1 0,1 0,0-1,5 4,-3-4,1 0,0-1,0 0,1-1,-1 0,1 0,0-1,-1 0,1-1,0 0,0 0,0-1,0-1,0 1,0-2,0 1,0-1,-1-1,1 0,-1 0,0-1,0 0,0-1,0 0,-1 0,1-1,-1 0,-1 0,1-1,-1 0,0 0,-1-1,0 0,0 0,-1 0,0-1,0 0,0-1,-2 1,0-1,-1 0,0 0,-1 0,0 0,0 0,-1 0,0 0,-1 0,-1-9,2 19,0-1,0 0,0 0,0 0,0 0,-1 0,1 1,0-1,0 0,0 0,-1 0,1 1,-1-1,1 0,0 0,-1 1,1-1,-1 0,1 1,-1-1,0 1,1-1,-1 0,0 1,1-1,-1 1,0 0,0-1,1 1,-1 0,0-1,0 1,0 0,0 0,1 0,-1 0,0 0,0-1,0 2,0-1,1 0,-1 0,0 0,0 0,0 0,0 1,1-1,-1 0,0 1,0-1,1 1,-2-1,-25 38,23-30,2 0,-1 0,1 0,0 0,0 1,1-1,0 1,1-1,0 1,0-1,1 1,0-1,0 0,1 1,0-1,1 0,-1 0,2 0,-1 0,1-1,0 1,1-1,0 0,0 0,0-1,1 1,0-1,0-1,1 1,-1-1,5 3,-4-5,1 0,-1-1,1 1,-1-1,1-1,0 1,0-2,-1 1,1-1,0 0,0 0,0-1,0 0,-1-1,1 0,0 0,-1 0,0-1,1 0,-1 0,0-1,-1 0,1-1,-1 1,1-1,-1 0,-1-1,1 1,-1-1,0 0,0 0,-1-1,3-4,-2 2,0-1,-1 1,0-1,-1 0,0 0,0 0,-1 0,0-1,-1 1,0-1,-1 1,0-1,0 1,-1-1,-1 1,0 0,0 0,-1-1,0 1,-1 1,0-1,-1 0,-2-2,8 12,-1 0,0 0,1 0,-1 0,0 0,1 0,-1 0,0 0,1 0,-1 0,0 0,0 0,1 0,-1 0,0-1,1 1,-1 0,0 0,0 0,1 0,-1-1,0 1,0 0,1 0,-1 0,0-1,0 1,0 0,1 0,-1-1,0 1,0 0,0-1,0 1,0 0,0 0,0-1,0 1,0 0,1-1,-1 1,0 0,0-1,-1 1,1 0,0-1,0 1,0 0,0 0,0-1,0 1,0 0,0-1,-1 1,1 0,0 0,0-1,0 1,-1 0,1 0,0-1,0 1,0 0,-1 0,1 0,0 0,-1-1,1 1,30 9,-21-5,8 1,-7-4,-1 2,1-1,-1 1,0 0,0 1,0 0,-1 1,1 0,-1 0,0 0,-1 1,1 1,-1-1,0 1,-1 0,4 5,-8-6,-1 0,0 0,0 1,0-1,-1 0,0 0,0 1,0-1,-1 0,0 0,-1 1,1-1,-1 0,0 0,0 0,-1-1,0 1,-9 34,10-36,0 0,0 1,1-1,0 1,0-1,0 1,0 0,1 0,0-1,0 1,0 0,0 0,1-1,0 1,0 0,0-1,1 1,-1-1,1 0,0 1,0-1,1 0,-1 0,1 0,0 0,0-1,0 1,1-1,-1 0,1 0,1 1,4 0,0-1,1 0,0 0,-1-1,1 0,0-1,0 0,0 0,0-1,0-1,0 1,0-2,0 1,0-2,0 1,-1-1,7-3,-1-4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28:26.4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1,'18'7,"14"2,8 0,6-2,7-2,7-5,4-1,-2-4,-11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28:30.2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1 710,'15'15,"-1"0,0 1,-1 1,-1 0,-1 1,0 0,-1 1,-1 0,6 18,-15-38,0 1,0-1,0 1,0-1,1 0,-1 1,0-1,0 1,1-1,-1 1,0-1,1 1,-1-1,0 1,1-1,-1 1,1-1,-1 1,1-1,-1 1,1 0,-1-1,1 1,-1 0,1 0,0-1,-1 1,1 0,-1 0,1 0,0 0,-1 0,1 0,0 0,-1 0,1 0,-1 0,1 0,0 0,-1 0,1 0,0 1,-1-1,1 0,-1 0,1 1,-1-1,1 0,-1 1,1-1,-1 1,1-1,-1 1,1-1,-1 1,0-1,1 1,-1-1,0 1,0-1,1 1,62-176,-63 174,0 1,0 0,0-1,0 1,0-1,0 1,0-1,0 1,0-1,0 1,0-1,0 1,0-1,0 1,0 0,0-1,0 1,0-1,1 1,-1-1,0 1,0 0,1-1,-1 1,0-1,0 1,1 0,-1-1,0 1,1 0,-1 0,1-1,-1 1,0 0,1 0,-1-1,1 1,-1 0,1 0,-1 0,1 0,-1 0,0 0,1 0,-1 0,1 0,-1 0,1 0,-1 0,1 0,-1 0,1 0,-1 0,0 1,1-1,-1 0,1 0,-1 0,1 1,-1-1,0 0,4 23,-4-17,0 0,0 1,1-1,0 0,0 0,0 0,1 0,0 0,0 0,0-1,1 1,0-1,0 1,0-1,0 0,1 0,0 0,0-1,1 1,-1-1,1 0,0-1,0 1,0-1,1 0,-1 0,1 0,2 0,-1-2,1-1,-1 0,0-1,0 0,0 0,0 0,1-1,-2 0,1-1,0 1,0-1,-1-1,0 1,1-1,-1 0,-1 0,1-1,-1 0,0 0,0 0,0-1,0 1,-1-1,0 0,0-1,-1 1,0 0,0-1,-1 0,1 0,-1 0,0-2,-4-9,-4 28,4-4,1 1,-1 0,1-1,1 1,-1 0,1 0,1 0,-1-1,1 1,0 0,0 0,1-1,0 1,0-1,1 0,0 1,0-1,0 0,1-1,0 1,0-1,0 1,1-1,0 0,-1-1,2 1,-1-1,1 0,-1 0,1-1,0 0,0 0,1 0,-1-1,0 0,1 0,2 0,-4-2,0 0,0-1,-1 1,1-1,0 0,0 0,-1-1,1 0,0 1,-1-2,0 1,1 0,-1-1,0 0,0 0,-1 0,1 0,0-1,-1 1,0-1,0 0,0 0,-1 0,1-1,4-7,0 0,-1 0,-1-1,0 0,-1 0,0 0,-1 0,0-2,2-51,-15 98,11 63,0-91,0-1,0 1,0-1,0 1,1-1,0 0,0 0,0 1,0-1,0 0,0-1,1 1,0 0,-1-1,1 1,0-1,0 0,0 0,1 0,-1 0,0-1,1 1,-1-1,2 0,1 2,0-1,0 0,0-1,0 1,0-1,0-1,0 1,0-1,0 0,0 0,1-1,-1 0,0 0,0 0,0-1,0 0,-1 0,1 0,0-1,-1 0,0 0,1 0,-1-1,-1 0,1 0,0 0,-1 0,0-1,0 0,0 1,-1-1,1-1,-1 1,-1-1,2-1,-1-3,-1-1,0 1,0-1,-1 1,0-1,-1 1,-1-1,1 1,-3-9,-7 42,8-17,0 0,1 0,0 0,0 1,1-1,0 0,0 0,0 0,1 0,-1 1,2-1,-1 0,1 0,-1-1,2 1,-1 0,1 0,0-1,0 0,0 1,1-1,-1-1,1 1,1 0,-1-1,1 0,-1 0,1 0,0-1,1 1,-1-1,1 0,4 1,26 4,-1-4</inkml:trace>
  <inkml:trace contextRef="#ctx0" brushRef="#br0" timeOffset="666.146">1340 682,'-3'5,"0"0,1 0,0 0,0 0,0 0,1 0,-1 0,1 1,1-1,-1 1,1-1,0 0,0 1,0-1,1 1,0-1,0 0,0 1,1-1,0 0,0 0,0 0,0 0,1-1,0 1,0-1,0 1,1-1,-1 0,1 0,0 0,0-1,1 0,-1 1,1-1,2 0,0 1,0-1,0-1,0 1,1-1,-1 0,1-1,-1 0,1 0,-1-1,1 0,0 0,-1-1,1 0,0 0,-1-1,1 1,-1-2,0 1,0-1,0 0,0-1,0 0,-1 0,1 0,-1-1,0 0,-1 0,1 0,-1-1,0 0,0 0,-1 0,0 0,0-1,0 0,0-2,-3-1,-8 26,6-13,0 0,0 0,0 0,1 0,-1 0,1 0,0 0,0 0,0 0,0 0,0 0,1 0,-1 0,1 0,0 0,0 0,0 0,0-1,1 1,-1 0,1-1,-1 1,1-1,0 1,0-1,0 0,0 0,1 0,-1 0,0 0,1 0,-1-1,1 1,0-1,0 0,-1 0,1 0,0 0,3 1,6-1,0 0,0 0,0-1,0 0,0-1,0 0,0-1,-1-1,1 0,0 0,-1-1,0 0,0-1,0-1,-1 0,1 0,-2-1,1 0,-1 0,0-1,7-9,-12 81,2-56,0-2,1 1,-1-1,1 0,1 0,-1 0,1-1,0-1,0 1,1-1,-1-1,1 1,0-2,0 1,0-1,0 0,0-1,0 0,0-1,1 1,-1-2,2 0,59-17,-68 17,0 1,-1-1,1 0,-1 0,1 0,-1 0,0 0,1-1,-1 1,0 0,0-1,1 1,-1-1,-1 1,1-1,0 0,0 1,0-1,-1 0,1 1,-1-1,1 0,-1 0,0 1,0-1,0 0,0 0,0 0,0 0,0 1,-1-1,1 0,-1 0,1 1,-1-1,0 0,0-1,-4-3,0 0,0 1,-1 0,0-1,0 2,0-1,-1 1,1 0,-1 0,0 1,0-1,0 2,-1-1,1 1,-1 0,1 1,-1-1,0 2,-4-1,7 0,-1 1,1-1,-1 1,1 0,-1 1,1-1,-1 1,1 0,0 0,-1 1,1 0,0 0,0 0,0 0,0 1,0 0,1 0,-1 0,1 1,0-1,0 1,0 0,1 0,-3 3,-1 9</inkml:trace>
  <inkml:trace contextRef="#ctx0" brushRef="#br0" timeOffset="912.05">2077 355,'0'2,"2"6,6 8,3 11,0 1</inkml:trace>
  <inkml:trace contextRef="#ctx0" brushRef="#br0" timeOffset="1441.847">2186 642,'50'208,"-26"-148,-23-58,0-1,0 1,0-1,0 1,0-1,1 0,-1 1,0-1,1 0,-1 0,1 0,-1 0,1 0,-1 0,1 0,0-1,-1 1,1-1,0 1,-1-1,1 1,0-1,0 0,0 0,-1 0,1 0,0 0,0 0,0-1,-1 1,1-1,0 1,0-1,-1 1,5-3,0-1,-1 1,0-1,0 0,0 0,-1-1,1 1,-1-1,0 0,0 0,0 0,-1-1,0 1,0-1,-1 0,1 0,-1-1,26-106,-20 32,-7 84,1 0,0 0,0 0,1 0,-1-1,0 1,1-1,0 1,-1-1,1 0,0 0,0 0,1 0,-1-1,0 1,4 0,-3 0,-1-1,1 1,0 0,-1 0,1 0,-1 0,0 1,0-1,0 1,0 0,0 0,0 0,-1 0,1 2,10 70,-14-70,0-1,1 0,-1 1,1-1,0 0,1 1,-1-1,1 0,-1 1,2-1,-1 0,0 0,1 0,-1 0,1 0,1 0,-1 0,0 0,1-1,0 0,-1 1,1-1,1 0,-1 0,0 0,1-1,-1 1,1-1,2 1,-2-2,-1-1,1 0,-1 0,1 0,-1 0,1 0,-1-1,0 1,1-1,-1 0,0 0,1 0,-1-1,0 1,0-1,0 0,0 0,0 0,-1 0,1 0,-1-1,1 1,-1-1,0 1,0-1,0 0,0 0,0 0,-1 0,1 0,-1 0,0-1,0 1,0 0,0-1,-1 1,1-1,-1 1,0-1,0 1,0-1,0 3,0 1,0 0,1-1,-1 1,0 0,0-1,1 1,-1 0,0-1,0 1,0-1,0 1,1 0,-1-1,0 1,0-1,0 1,0-1,0 1,0 0,0-1,0 1,0-1,-1 1,1 0,0-1,0 1,0-1,0 1,-1 0,1-1,0 1,0 0,-1-1,1 1,0 0,0-1,-1 1,1 0,0-1,-1 1,1 0,0 0,-1 0,1-1,-1 1,1 0,0 0,-1 0,1 0,-1 0,1 0,-1 0,1 0,0 0,-1 0,1 0,-1 0,1 0,0 0,-1 0,1 0,-1 0,1 1,0-1,-1 0,1 0,-1 1,1-1,-19 25,18-22,-1 0,1 1,0-1,0 1,0-1,0 1,1-1,-1 1,1 0,0-1,0 1,1-1,-1 1,1 0,-1-1,1 1,1 0,3 5</inkml:trace>
  <inkml:trace contextRef="#ctx0" brushRef="#br0" timeOffset="2625.385">2664 259,'1'9,"1"1,0-1,1 0,0 0,0 0,1 0,0-1,0 1,1-1,0 0,1 0,1 0,8 16,4 8,-1 1,-2 1,-2 1,-1 0,-2 1,-1 0,-1 1,-3 0,0 2,-4-14,14 49,-14-73,-1 0,1 0,0-1,-1 1,1 0,0-1,0 1,0-1,-1 1,1-1,0 0,0 0,0 0,0 0,0 0,-1 0,1-1,0 1,0-1,0 1,-1-1,1 0,0 1,-1-1,1 0,0 0,-1 0,1 0,-1-1,0 1,1 0,-1-1,0 1,0-1,0 1,0-1,0 1,0-1,13-17,0 0,-2 0,-1-1,0-1,-1 0,-2 0,0-1,-1 0,-1-1,1-9,15-75,-4 0,-5-1,-5 0,-4-19,-4 92,0 35,0 0,-1 0,1 0,0 1,0-1,-1 0,1 0,0 0,-1 0,1 1,0-1,-1 0,1 0,0 0,-1 0,1 0,0 0,-1 0,1 0,0 0,-1 0,1 0,0 0,0 0,-1 0,1 0,0 0,-1 0,1-1,0 1,-1 0,1 0,0 0,0 0,-1-1,1 1,0 0,-1-1,-17 48,2-1,2 2,2 0,2 0,0 19,4-36,1 1,1 0,2 0,1 0,1 0,2 0,1 0,2 0,1-1,2 0,0 0,2-1,2 0,1 0,1-1,2 1,22 13,-37-43,0 0,-1 1,1-1,0 0,0 0,-1 0,1 1,0-1,0 0,-1 0,1 0,0 0,0 0,-1 0,1 0,0-1,0 1,-1 0,1 0,0 0,-1-1,1 1,0 0,-1-1,1 1,0-1,-1 1,1-1,-1 1,1-1,-1 1,1-1,-1 0,1 1,-1-1,0 0,1 1,-1-1,0 0,1 1,-1-1,0 0,0 1,0-1,0 0,0 0,0 0,0 1,0-1,0 0,0 0,0 1,1-45,-5 23,-1 1,-1 0,-1 0,0 1,-2 0,0 0,-2 1,0 1,-1-1,-1 2,0 0,-10-10,-43-27,74 64,112 40,-101-45,0 1,-1 1,0 1,-1 0,0 1,0 1,9 8,-21-13,0 1,0 0,-1 0,0 0,0 1,0-1,-1 1,0 0,0 0,-1 0,0 1,0-1,-1 1,0-1,0 1,0-1,-1 1,-1-1,1 1,-1-1,-2 8,2 38,1-51,0 1,1 0,-1-1,1 1,-1 0,1-1,0 1,0-1,0 0,0 1,0-1,1 0,-1 1,1-1,0 0,-1 0,1 0,0 0,0-1,0 1,0 0,1-1,-1 0,0 1,1-1,-1 0,1 0,-1 0,1-1,-1 1,1-1,-1 1,1-1,0 0,-1 0,1 0,0 0,-1 0,1-1,0 1,-1-1,1 0,-1 1,1-1,-1-1,0 1,1 0,-1 0,0-1,0 1,0-1,0 0,0 0,0 0,0 0,0 0,-1 0,1 0,-1 0,1-2,3-9,-1-1,0 1,-1-1,-1 0,0 1,-1-1,0 0,-1 0,-1 0,0 0,-1 0,-2-11,3 21,-6-80,7 83,1 0,-1 0,1 0,-1 1,1-1,-1 0,1 0,-1 1,1-1,0 0,-1 1,1-1,0 0,-1 1,1-1,0 1,0 0,0-1,-1 1,1 0,0-1,0 1,0 0,0 0,0 0,0-1,0 1,-1 0,1 0,0 1,0-1,0 0,0 0,0 0,0 0,0 1,0-1,-1 1,1-1,0 0,0 1,0 0,38 20,-39-21,124 72,-122-70,0 0,0 1,0-1,0 0,-1 1,1 0,-1-1,0 1,0 0,0-1,0 1,0 0,0 0,-1 0,1 0,-1 0,0 0,0 0,0 0,0 0,-1 0,1 0,-1 0,0 0,0 0,0 0,-42 74,21-43,21-33,0 0,1 0,-1 0,0 0,1 0,-1 0,1 0,-1 0,1 0,-1 1,1-1,0 0,-1 0,1 0,0 0,0 1,0-1,0 0,0 0,0 1,0-1,0 0,1 0,-1 0,0 0,1 1,-1-1,1 0,-1 0,1 0,0 0,-1 0,1 0,0 0,0 0,0-1,0 1,0 0,-1 0,1-1,1 1,-1 0,0-1,0 1,0-1,0 1,0-1,0 0,1 0,-1 1,0-1,0 0,0 0,1 0,-1 0,1 0,20-1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28:27.6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10 882,'-1'-1,"0"1,1-1,-1 1,0-1,1 1,-1-1,1 1,-1-1,1 1,-1-1,1 0,0 1,-1-1,1 0,0 1,-1-1,1 0,0 1,0-1,0 0,0 0,0 1,0-1,0 0,0 0,0 1,0-1,0 0,0 0,0 1,0-1,1 0,-1 0,0 1,1-1,-1 0,47-194,-47 195,4-19,0 0,-2 0,0 0,-1-1,-1 1,-1 0,0-1,-2 1,0 0,-2-6,5 25,0-1,0 0,0 0,0 0,0 0,0 0,0 0,0 0,-1 1,1-1,0 0,0 0,-1 0,1 0,0 1,-1-1,1 0,-1 0,1 1,-1-1,1 0,-1 1,0-1,1 0,-1 1,0-1,0 1,1-1,-1 1,0-1,0 1,0 0,1 0,-1-1,0 1,0 0,0 0,0 0,0 0,0 0,0 0,1 0,-1 0,0 0,0 0,0 0,0 1,0-1,0 0,1 1,-1-1,0 0,0 1,1-1,-1 1,0 0,0-1,0 1,1 1,-1 1,1-1,-1 1,1-1,0 1,0-1,0 0,0 1,0-1,0 1,1-1,-1 1,1-1,0 0,0 1,0-1,0 0,0 0,0 0,0 0,1 0,-1 0,1 0,0 0,-1 0,1-1,0 1,0-1,0 1,2 0,69 36,-39-25,-27-11,1-1,0 2,0-1,-1 1,0 1,1-1,-1 1,0 0,-1 1,1-1,-1 1,0 1,0-1,-1 1,1 0,-1 1,-1-1,1 1,2 4,4 66,-11-67,0-1,1 0,0 1,0-1,1 0,1 1,-1-1,2 0,-1-1,4 6,-5-11,0-1,0 1,0-1,0 0,1 0,-1 0,1 0,-1 0,1 0,0-1,0 1,0-1,0 0,0 0,0 0,0 0,0-1,0 1,0-1,1 0,-1 0,0 0,0 0,0 0,1-1,1 0,80-30,-73 25,0 0,-1-1,0-1,0 0,0 0,-1-1,0 0,-1-1,0 0,0-1,-1 1,-1-2,0 1,0-1,-1 0,-1 0,0-1,-1 0,0 0,-1 0,0 0,-1 0,0-9,-1 20,-1 0,0 0,0 0,1 0,-1 0,0 0,-1 0,1-1,0 1,-1 0,1 0,-1 0,1 0,-1 0,0 1,0-1,0 0,0 0,0 0,-1 1,1-1,0 0,-1 1,1 0,-1-1,0 1,1 0,-1 0,0-1,0 1,0 1,0-1,1 0,-1 0,0 1,-1-1,1 1,0 0,0-1,0 1,0 0,0 0,0 1,0-1,0 0,0 1,0-1,0 1,0-1,0 1,-1 0,-3 8,1-1,0 1,0-1,1 1,0 1,0-1,1 0,0 1,1 0,0 0,1-1,0 1,0 0,1 0,0 0,1 4,-1-5,-1 0,1 0,1 0,0 0,0 0,1 0,0-1,0 1,1 0,0-1,1 0,0 0,0 0,1 0,0 0,0-1,0 0,1 0,0-1,1 1,0-1,0-1,0 1,0-1,1-1,0 1,0-1,0 0,7 1,86 10,-54-15</inkml:trace>
  <inkml:trace contextRef="#ctx0" brushRef="#br0" timeOffset="1054.975">1279 527,'-12'-3,"0"0,-1 2,1 0,-1 0,0 1,1 0,-1 1,1 1,-1 0,1 1,0 0,0 0,0 2,0-1,1 2,0-1,0 2,0-1,-1 3,11-8,0 0,0 0,-1 1,1-1,0 1,1-1,-1 1,0-1,0 1,1 0,-1-1,1 1,-1 0,1-1,0 1,0 0,-1 0,1-1,1 1,-1 0,0 0,0-1,1 1,-1 0,0 0,1-1,0 1,-1-1,1 1,0 0,0-1,0 0,0 1,0-1,0 1,1-1,0 1,56 40,37 5,-64-33,0 1,-1 1,-1 2,5 5,-33-23,1 1,-1-1,1 1,-1 0,1-1,-1 1,0 0,1 0,-1 0,0 0,0 0,0 1,1-1,-1 0,-1 0,1 1,0-1,0 1,0-1,-1 0,1 1,-1 0,1-1,-1 1,1-1,-1 1,0-1,0 1,0 0,0-1,0 1,0 0,-1-1,1 1,0-1,-1 1,1-1,-1 1,0-1,1 1,-1-1,0 1,0-1,0 1,-8 1,0 0,0 0,0 0,0-1,-1-1,1 0,-1 0,1 0,-1-1,1-1,-1 0,5 1,-1 0,0 0,0 0,0 0,0-1,0 0,1 0,-1-1,0 1,1-1,-1-1,1 1,-3-2,7 3,1 0,-1 0,1 0,-1 0,1 0,0-1,0 1,0 0,-1 0,1 0,0 0,0 0,1 0,-1 0,0-1,0 1,0 0,1 0,-1 0,1 0,-1 0,1 0,-1 0,1 0,-1 0,1 0,0 1,-1-1,1 0,0 0,0 0,0 1,0-1,0 1,0-1,0 0,0 1,0 0,0-1,0 1,0 0,0-1,0 1,0 0,0 0,0 0,1 0,262-90,-252 86,2 0,0 0,0-1,0-1,-1 0,0-1,0 0,0-1,-1 0,0-1,-1 0,0-1,0-1,-1 1,-1-2,1 1,2-6,-12 15,1 1,0 0,-1-1,1 1,-1 0,1-1,-1 1,1-1,-1 1,0 0,0-1,0 1,0-1,0 1,0-1,0 1,-1-1,1 1,0 0,-1-1,1 1,-1 0,0-1,1 1,-1 0,0-1,0 1,1 0,-1 0,0 0,0 0,-1 0,1 0,0 0,0 0,0 1,-1-1,1 0,0 1,-1-1,1 1,0-1,-1 1,1-1,-1 1,1 0,0 0,-1 0,1 0,-1 0,1 0,-1 0,0 1,-1 1,-1 0,1 1,-1-1,1 1,0 0,0 0,0 0,1 0,-1 1,1-1,0 1,0-1,0 1,0 0,0 0,1 0,0 0,0 0,0 0,0 0,1 1,-1-1,1 0,0 0,0 0,1 1,0-1,0 1,0 3,0 1,1-1,0 0,0 0,1 0,0 0,1 0,0-1,0 1,0-1,1 0,0 0,1-1,-1 0,1 1,0-2,1 1,0-1,0 0,0 0,0-1,0 0,1-1,0 1,0-1,8 1,-3 1,0-2,0 0,0 0,1-1,-1-1,1 0,0-1,-1-1,1 0,-1-1,1 0,-1-1,0 0,0-1,0-1,8-3,-10 1,0-1,0 0,0 0,-1-1,0 0,-1-1,0 0,0-1,-1 1,-1-2,0 1,0-1,-1 0,-1 0,3-9,8-26,-3 0,-1-2,2-28,-13 67,57-356,-55 331,-3 35,-1 0,1 1,0-1,0 0,-1 0,1 0,0 1,-1-1,1 0,0 0,0 0,-1 0,1 1,0-1,-1 0,1 0,0 0,-1 0,1 0,0 0,-1 0,1 0,0 0,-1 0,1 0,0 0,-1 0,1-1,0 1,-1 0,1 0,0 0,-1 0,1 0,0-1,0 1,-1 0,1 0,0-1,0 1,-1 0,-14 35,1 0,2 1,1 0,2 1,1 1,3-1,-1 18,4-37,0 1,1 0,1 0,1-1,0 1,2 0,0-1,1 1,1-1,1 0,0-1,1 1,1-1,1-1,0 1,1-1,1-1,1 0,0-1,0 0,2-1,0 0,0-1,1 0,0-1,-3-4,1 0,-1 0,1-1,0-1,1 0,-1 0,1-2,0 0,0 0,0-1,14 0,-26-2,1-1,-1 1,0 0,0 0,0-1,0 0,0 1,0-1,0 0,0 0,0 0,0 0,0 0,-1 0,1-1,0 1,-1-1,1 1,-1-1,1 1,-1-1,0 0,0 0,0 0,0 0,0 1,0-1,0-1,-1 1,1 0,-1 0,1 0,1-21</inkml:trace>
  <inkml:trace contextRef="#ctx0" brushRef="#br0" timeOffset="1306.825">2003 336,'-16'-3,"-6"-2,4-2,11 4,19 2,24 1,24 1,22 0,24 0,19 2,-12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32:00.8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1 278,'29'-147,"-3"17,-25 181,-42 312,44-333,2-10</inkml:trace>
  <inkml:trace contextRef="#ctx0" brushRef="#br0" timeOffset="367.657">247 251,'-1'37,"-1"-24,2 1,0-1,1 1,0-1,0 0,2 0,2 10,-4-20,0-1,0 1,0-1,1 1,-1-1,1 0,-1 0,1 0,0 0,-1 0,1 0,0 0,0-1,1 1,-1-1,0 1,0-1,1 0,-1 0,1 0,-1 0,1 0,-1-1,1 1,-1-1,1 1,0-1,-1 0,1 0,0 0,-1-1,1 1,0-1,3 0,-1 0,1-1,-1 0,0 0,0 0,0-1,0 1,0-1,0-1,-1 1,0 0,1-1,-1 0,0 0,0-2,3-3,0 0,-1 0,0-1,0 0,-1 0,-1-1,0 1,0-1,-1 0,0 0,-1 0,0-1,-1 1,-1 0,1-5,-2 13,0 1,1-1,-1 1,0 0,0 0,-1-1,1 1,0 0,-1 0,1 0,-1 0,1 0,-1 1,0-1,0 0,0 1,0-1,0 1,0 0,-1 0,1 0,0 0,0 0,-1 0,1 1,-1-1,1 1,-1-1,1 1,-1 0,1 0,-1 0,1 1,-1-1,1 0,0 1,-1 0,1-1,-1 1,1 0,0 0,0 0,0 1,-1-1,1 0,1 1,-1 0,0-1,0 1,-1 1,-1 1,-1-1,0 1,1 0,-1 1,1-1,1 1,-1 0,0 0,1 0,0 1,1-1,-1 1,1-1,0 1,0 0,1 0,-1 0,1 0,1 0,-1 0,1 0,0 0,0 0,1 0,0 0,0 2,8 8</inkml:trace>
  <inkml:trace contextRef="#ctx0" brushRef="#br0" timeOffset="692.787">602 388,'63'-241,"-52"201,-10 40,-1 0,0 0,1 0,-1 1,1-1,-1 0,1 0,-1 0,1 0,-1 1,1-1,-1 0,0 1,1-1,-1 0,1 1,-1-1,0 0,1 1,-1-1,0 0,0 1,1-1,-1 1,0-1,0 1,0-1,1 1,-1-1,0 1,0-1,0 1,0-1,0 1,0-1,0 1,0-1,0 1,0-1,0 1,-1-1,1 0,0 1,0-1,0 1,-1-1,1 1,0-1,-1 1,1 271,-2-220,-2-33</inkml:trace>
  <inkml:trace contextRef="#ctx0" brushRef="#br0" timeOffset="960.073">602 388,'4'16,"5"5,2 0,2-5,4-2,3-3,3-4,2-3,2-2,2-2,0 0,-3-1,-7 1</inkml:trace>
  <inkml:trace contextRef="#ctx0" brushRef="#br0" timeOffset="2392.875">492 579,'-2'-5,"1"-1,4 0,5 2,9 0,6 2,6-1,2-1,2-1,-1-1,-6 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32:11.87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155 1819,'-5'2,"1"0,-1 0,1 0,-1 0,1 1,0 0,0-1,0 2,1-1,-1 0,1 1,-1 0,1-1,0 1,0 0,1 1,0-1,-1 0,1 1,1 0,-1-1,1 1,-2 0,-7 18,0 0,1 1,2 0,0 1,2 0,1 0,0 0,2 0,1 0,1 0,2 1,0-1,1 0,2 0,6 22,76 104,-80-139,67 95,-67-100,-1-1,1 0,0-1,1 0,-1 0,1 0,0-1,0 0,1 0,4 0,229 85,-181-70,0-3,1-3,1-3,34 1,68 19,-5-1,-21-12,33 3,1035-21,-1167 1,24 1,1-3,-1-3,8-4,87-5,58-13,21 14,-34 0,4 24,98-8,89-3,-172-14,829 15,-1032-1,-1 0,0 0,1-2,-1-1,0 0,0-1,0-1,-1-1,0-1,0 0,0-1,-1-1,0-1,11-8,-24 14,1 0,-1-1,0 1,0-1,0 0,-1 0,0-1,0 1,0-1,0 1,-1-1,0 0,0 0,-1 0,0 0,0 0,0 0,-1 0,1-1,-1 1,-1 0,0 0,1 0,-2 0,1 0,-3-6,-1-3,-1 0,0 1,-1-1,-1 1,-1 1,0-1,0 1,-1 1,-11-11,-28-19,-1 2,-3 2,-1 2,-1 2,-2 3,-42-15,96 44,-194-81,127 57,-2 3,-70-13,-51 3,-110 2,179 22,26 3,74 5,0 0,0-1,0-1,0-1,1-1,-3-2,-25-13,33 13,0 0,-1 0,0 2,0 0,-16-1,-190-3,-11-16,16-6,-28 13,163 9,0 2,0 5,-30 4,-2 0,-167-2,115 15,-134-25,-93-34,232 27,-19 4,-713 14,861-1,-1 3,0 0,1 3,0 1,0 1,1 2,-31 13,-70 60,86-52</inkml:trace>
  <inkml:trace contextRef="#ctx0" brushRef="#br0" timeOffset="3878.113">4621 2338,'14'-1,"1"0,-1-1,0-1,1 0,-1 0,0-2,0 0,-1 0,6-4,71-37,-2-5,81-60,-50 30,661-392,-435 268,1230-789,-1300 828,-250 151,-17 7,-11 4</inkml:trace>
  <inkml:trace contextRef="#ctx0" brushRef="#br0" timeOffset="4716.865">6287 1150,'0'-1,"0"1,1-1,-1 0,1 0,-1 0,1 0,-1 0,1 0,0 1,-1-1,1 0,0 1,0-1,-1 0,1 1,0-1,0 1,0-1,0 1,0 0,0-1,0 1,0 0,0 0,0-1,0 1,0 0,0 0,0 0,0 0,0 0,0 1,0-1,0 0,0 0,4 0,316-87,-225 57,-89 28,48-9,-53 11,-1 0,0 1,0-1,0 0,0 0,1 1,-1-1,0 0,0 1,0-1,0 1,0 0,0-1,0 1,0 0,0 0,-1-1,1 1,0 0,0 0,-1 0,1 0,0 0,-1 0,1 0,-1 0,1 0,-1 1,0-1,1 0,-1 0,0 0,0 0,0 1,0-1,0 0,0 0,0 0,0 0,-1 1,1-1,0 0,-1 1,-41 122,-9 5,-55 160,106-289,0 0,0 0,0 0,0 0,0 0,-1 0,1-1,0 1,0 0,0 0,0 0,0 0,-1 0,1 0,0 0,0 0,0 0,0 0,0 0,-1 0,1 1,0-1,0 0,0 0,0 0,0 0,0 0,-1 0,1 0,0 0,0 0,-1-3,-1-8</inkml:trace>
  <inkml:trace contextRef="#ctx0" brushRef="#br0" timeOffset="5491.956">6355 1273,'-5'-7,"5"6,9 13,27 27,2-2,1-1,2-3,2-1,1-2,21 10,8 7,-64-44,-21-17,6 8,-231-311,234 312,0 1,0 1,-1-1,0 0,0 1,0 0,0-1,-1 2,1-1,-1 0,1 1,-1 0,0 0,0 1,0-1,0 1,-3-1,7 3,0-1,0 1,0-1,0 1,0-1,0 1,0 0,1-1,-1 1,0 0,0 0,1-1,-1 1,0 0,1 0,-1 0,1 0,-1 0,1 0,-1 0,1 0,0 0,0 0,-1 0,1 0,0 0,0 1,0-1,0 0,0 0,0 0,1 0,-1 0,0 0,0 0,1 0,-1 0,1 0,-1 0,1 0,-1 0,1 0,0 0,-1-1,1 1,0 0,0 0,-1-1,1 1,0 0,0-1,0 1,0-1,7 3,0 0,-1-1,1 0,0-1,0 0,1 0,-1-1,0 0,0 0,0 0,0-1,0-1,0 0,0 0,7-2,83-25,-99 30,1 0,-1-1,1 1,-1 0,1 0,0-1,-1 1,1 0,0 0,-1 0,1 0,0-1,0 1,0 0,0 0,0 0,0 0,0 0,0-1,0 1,0 0,1 0,-1 0,0 0,0-1,1 1,-1 0,1 0,-1-1,1 1,-1 0,1 0,-1-1,1 1,-1-1,1 1,0-1,-1 1,1-1,0 1,0-1,-1 1,1-1,0 0,0 1,0-1,0 0,-1 0,1 0,0 0,0 0,0 0,0 0,0 0,-1 0,1 0,0 0,0 0,0-1,0 1,-1 0,1-1,0 1,0 0,-1-1,1 1,0-1,0 1,-15 17</inkml:trace>
  <inkml:trace contextRef="#ctx0" brushRef="#br0" timeOffset="11437.504">3527 2475,'265'-12,"-172"10,0 5,-1 4,41 10,171 37,-261-54,-43-1,0 0,-1 1,1-1,0 0,0 0,-1 0,1 1,-1-1,1 0,-1 0,1 1,-1-1,1 0,-1 1,1-1,-1 0,0 1,1-1,-1 1,0-1,0 1,0 0,1-1,-1 1,0 0,0-1,0 1,0 0,1 0,-1 0,0 0,0 0,0 0,0 0,0 0,0 0,-39-6,-1 3,0 0,-29 4,29-1,-532 1,480 5,94-6,-1 1,0-1,0 0,0 0,0 0,0 1,0-1,1 0,-1 0,0 0,0 1,0-1,0 0,0 0,0 1,0-1,0 0,0 0,0 1,0-1,0 0,0 0,0 0,0 1,0-1,0 0,-1 0,1 1,0-1,0 0,0 0,0 0,0 1,0-1,-1 0,1 0,0 0,0 0,0 1,-1-1,1 0,0 0,0 0,0 0,-1 0,1 0,0 0,0 0,-1 0,1 0,0 0,0 0,0 0,-1 0,1 0,0 0,22 6,58 0,1-3,-1-4,36-7,-64 5,600-16,-594 17,-67-6,-31 2,1 1,-1 1,1 3,-6 1,7 0,-348 13,444-23,66-69,-88 52,251-172,83-31,924-495,-1068 614,-217 107,-8 4,-12 7,-50 40,2 2,-49 54,72-67,-620 553,234-237,371-315,51-37,0 0,0 0,0-1,0 1,0 0,0 0,0-1,0 1,0 0,0-1,0 1,0 0,0 0,0-1,0 1,0 0,0-1,0 1,0 0,-1 0,1-1,0 1,0 0,0 0,0-1,-1 1,1 0,0 0,0 0,0-1,-1 1,1 0,0 0,0 0,-1 0,1 0,0 0,0-1,-1 1,1 0,0 0,-1 0,1 0,0 0,0 0,-1 0,1 0,0 0,25-36,2 0,1 1,2 2,13-10,-39 39,107-100,4 5,4 5,86-49,-99 75,2 4,70-26,-118 68,-58 30,-58 51,-60 31,-3-5,-56 25,137-86,-713 445,528-347,214-118,-40 9,48-25,58-55,94-81,7 6,6 8,5 7,6 7,26-4,-147 93,1 2,1 2,15-2,-38 22,-31 22,-80 64,61-64,-184 142,-77 37,229-160,-753 479,628-423,137-80,33-25,70-65,-50 65,101-97,6 6,4 5,5 5,71-35,-54 51,-146 78,1 0,-1 0,1 0,0 1,-1-1,1 1,0 0,0 0,0 0,0 1,0-1,0 1,0 0,0 0,1 0,-1 1,2 0,-3 17,-63 61,56-74,-80 74,-3-3,-3-3,-44 22,-4-6,97-69,24-24,27-19,14-10,1 2,2 1,1 1,28-23,-36 33,104-88,5 4,3 7,5 5,41-15,38-13,-71 43,-3-6,-3-6,-5-5,86-81,-195 148,-24 23,-16 15,-215 181,0 0,-174 109,265-220,135-84,72-60,853-651,-802 628,4 6,81-36,-164 96,-23 15,-21 16,-152 112,-354 241,472-342,24-19,26-19,145-126,5 6,64-33,68-35,-234 173,-59 40,-55 47,-53 37,-94 61,194-151,21-17,158-130,124-76,-228 177,-61 46,-18 12,-32 29,-3-2,-1-2,-27 16,48-36,-213 160,-49 16,268-189,47-34,636-482,-379 312,-266 188,-14 12,-49 46,-52 36,-3-5,-87 53,130-94,-52 35,91-65,26-19,264-198,-194 152,-58 40,109-79,4 6,56-23,-171 102,-52 16,29-5,-1 0,0 1,0-2,-1 1,1-1,0 0,-1 0,1 0,-1-1,1 0,-7-1,14 1,-1 0,1 0,-1 0,1 0,-1 0,1-1,-1 1,1 0,-1 0,0 0,1 0,-1-1,1 1,-1 0,0-1,1 1,-1 0,0-1,1 1,-1 0,0-1,0 1,1 0,-1-1,0 1,0-1,0 1,1-1,-1 1,0 0,0-1,0 1,0-1,0 1,0-1,0 1,0-1,0 1,0-1,0 1,0-1,0 1,-1 0,1-1,0 1,0-1,0 1,-1-1,1 1,0 0,0-1,-1 1,1 0,0-1,-1 1,1 0,0-1,-1 1,1 0,-1 0,1 0,0-1,-1 1,1 0,-1 0,1 0,-1 0,1 0,-1 0,1 0,35-18,9 6,1 2,0 2,0 1,0 3,1 2,39 3,-60-1,632 2,-545 6,-138-1,-104 1,0-6,1-6,-1-6,-40-11,-25-11,185 24,26 5,168 19,-131-8,229 28,284 0,-548-37,-47-1,10 1,-789-26,987 17,301-5,-457 14,-60-11,-137-17,-1 7,-2 8,-45 7,264 14,218 11,136-13,-777 0,-190 25,541-27,22-2,22 0,971-15,-918 11,-65 0,-16 0,-336-19,-380 13,679 16,55 0,90 11,-75-17,69 2,1-4,45-8,143 0,-235 13,-12 1</inkml:trace>
  <inkml:trace contextRef="#ctx0" brushRef="#br0" timeOffset="18428.755">3719 2243,'0'0,"-1"1,1-1,-1 1,1-1,-1 1,1 0,-1-1,1 1,0 0,-1-1,1 1,0 0,-1 0,1-1,0 1,0 0,0 0,0-1,0 1,0 0,0 0,0-1,0 1,0 0,0 0,0 0,1-1,-1 1,0 0,0-1,1 1,-1 0,1-1,-1 1,1 0,-1-1,1 1,-1-1,1 1,-1 0,1-1,0 0,-1 1,1-1,0 1,-1-1,1 0,0 1,0-1,-1 0,1 0,0 0,0 0,-1 0,1 0,0 0,0 0,-1 0,1 0,0 0,0 0,28 5,-1-1,1-1,0-2,28-2,2 1,155 11,-214-12,0 1,1 0,-1-1,1 1,-1 0,1 0,-1 0,1 0,-1-1,1 1,-1 0,1 0,-1 0,1 0,0 0,-1 0,1 0,-1 0,1 1,-1-1,1 0,-1 0,1 0,-1 0,1 1,-1-1,1 0,-1 1,0-1,1 0,-1 1,1-1,-1 0,0 1,1-1,-1 1,0-1,0 0,1 1,-1-1,0 1,0-1,1 1,-1-1,0 1,0 0,0-1,0 1,-101-3,77-1,-296-28,276 32,55 8,21-3,1-1,0-1,0-2,30-2,-27 1,304-2,-417-7,0 2,-1 4,1 3,-1 4,1 3,-23 7,91-13,2-1,1 0,-1 0,0 1,1 0,0 0,-1 1,1 0,0 0,0 0,0 1,1 0,-1 0,0 1,6-4,0 0,0 1,0-1,1 0,-1 0,0 1,0-1,1 0,-1 0,0 1,1-1,0 0,-1 0,1 0,0 0,-1 0,1 0,0 0,0 0,0 0,0 0,0 0,0 0,0-1,0 1,0 0,0-1,0 1,0-1,1 1,-1-1,0 0,0 1,1-1,-1 0,0 0,1 0,-1 0,0 0,0 0,2-1,40 8,0-2,0-2,0-2,17-3,-3 1,386-1,-550 1,44-2,0 2,1 4,-1 2,0 2,1 4,-23 8,23 12,61-31,-1 1,1 0,0 0,0 0,0 0,-1 0,1 0,0 0,0 0,0 0,1 0,-1 1,0-1,0 0,1 1,-1-1,0 1,1-1,0 1,-1-1,1 1,0-1,0 1,0-1,0 1,0-1,0 1,0-1,0 1,1-1,-1 1,0-1,1 1,-1-1,1 0,0 1,0-1,-1 0,1 1,0-1,1 1,8 4,-1 1,1-2,0 1,1-2,0 1,-1-1,1-1,0 0,1-1,-1 0,0 0,1-1,-1-1,12 0,-22 0,78-1,-1-3,-1-4,1-3,64-18,-76 16,-135 16,-277 21,229-12,116-12,1 0,-1 0,1 0,-1 0,1 0,0 0,-1 0,1 0,-1 0,1 0,-1 1,1-1,0 0,-1 0,1 0,-1 0,1 1,0-1,-1 0,1 0,0 1,-1-1,1 0,0 0,0 1,-1-1,1 0,0 1,0-1,-1 1,1-1,0 0,0 1,0-1,0 1,0-1,-1 0,1 1,0-1,0 1,0-1,0 1,0-1,0 0,0 1,1-1,-1 1,0-1,0 0,0 1,0-1,0 1,1-1,-1 0,21 14,6-7,0 0,-1-2,2-1,-1-2,0 0,20-2,-44 0,80-1,-1-4,1-4,66-16,-164 21,17-11,-6 11</inkml:trace>
  <inkml:trace contextRef="#ctx0" brushRef="#br0" timeOffset="21032.095">4430 2434,'-8'17,"18"-16,24-20,19-20,80-47,-133 86,0-1,1 1,-1-1,1 1,-1-1,0 1,1-1,-1 1,1-1,-1 1,1 0,0-1,-1 1,1 0,-1 0,1-1,0 1,-1 0,1 0,-1 0,1-1,0 1,-1 0,1 0,0 0,-1 0,1 0,0 1,-1-1,1 0,-1 0,1 0,0 0,-1 1,1-1,-1 0,1 1,0-1,-1 0,1 1,-1-1,1 1,-1-1,0 1,1-1,-1 1,1-1,-1 1,0-1,1 1,-1-1,0 1,0 0,0-1,1 1,-1 0,0-1,0 1,0-1,0 1,0 0,0-1,0 1,0 0,0-1,0 1,-1 0,-5 11,-1 1,0-1,-1 0,0-1,-1 0,0 0,-1-1,-8 7,7-6,-120 103,111-103,21-12,-1 1,0 0,0 0,0 0,1-1,-1 1,0 0,0 0,0-1,0 1,0 0,1 0,-1-1,0 1,0 0,0 0,0-1,0 1,0 0,0 0,0-1,0 1,0 0,0-1,0 1,0 0,0 0,0-1,0 1,0 0,-1 0,1-1,0 1,0 0,0 0,0-1,-1 1,1 0,0 0,0 0,0-1,-1 1,1 0,0 0,0 0,0 0,-1 0,1-1,0 1,-1 0,1 0,0 0,0 0,-1 0,1 0,0 0,0 0,-1 0,1 0,0 0,-1 0,12-12,0-1,1 2,1 0,0 0,0 1,1 1,0 0,0 1,1 0,8-2,-14 5,1 0,-1 0,1 1,1 1,-1-1,1 2,-1-1,1 2,0-1,2 1,-12 1,-1 0,0 0,1 0,-1 0,1 0,-1 0,1 0,-1 0,0 0,1 0,-1 0,1 0,-1 0,0 1,1-1,-1 0,1 0,-1 0,0 1,1-1,-1 0,0 0,1 1,-1-1,0 0,0 1,1-1,-1 0,0 1,0-1,1 1,-1-1,0 0,0 1,0-1,0 1,0-1,0 0,0 1,1-1,-1 1,0-1,-1 1,1-1,0 0,0 1,0-1,0 1,0-1,0 0,0 1,-1-1,1 1,0-1,0 0,-1 1,1-1,0 0,0 1,-1-1,1 0,-20 20,15-15,-1 0,0-1,0 0,0 0,-1-1,1 0,-1 0,0 0,0-1,0 0,0 0,0-1,0 0,-3 0,10-1,0 0,-1 1,1-1,-1 0,1 0,-1 0,1 0,0 0,-1 0,1 0,-1 0,1 0,-1 0,1 0,-1 0,1 0,0 0,-1 0,1 0,-1 0,1 0,-1-1,1 1,0 0,-1 0,1 0,-1-1,1 1,0 0,-1-1,1 1,0 0,0-1,-1 1,1 0,0-1,0 1,-1-1,1 1,0 0,0-1,0 1,0-1,0 1,0-1,0 1,0-1,0 1,0 0,0-1,0 1,0-1,0 1,0-1,0 1,0-1,0 1,1 0,-1-1,0 1,0-1,0 1,1 0,-1-1,0 1,23-19,-39 19,2 3</inkml:trace>
  <inkml:trace contextRef="#ctx0" brushRef="#br0" timeOffset="21887.331">7269 1219,'-16'9,"-5"3</inkml:trace>
  <inkml:trace contextRef="#ctx0" brushRef="#br0" timeOffset="22770.354">6300 1587,'106'-96,"-5"-5,-3-4,-39 40,347-389,-355 406,-48 52,-45 56,-98 106,-8-6,-45 28,103-102,-98 70,124-119,60-44,55-57,123-98,6 8,6 8,8 8,-157 110,85-56,-88 65,-34 20,0-1,0 0,0 0,0 1,0-1,0 0,0 0,0 0,0 1,0-1,0 0,0 0,0 1,0-1,0 0,0 0,0 0,0 1,1-1,-1 0,0 0,0 0,0 0,0 1,0-1,1 0,-1 0,0 0,0 0,0 0,1 1,-1-1,0 0,0 0,0 0,1 0,-1 0,0 0,0 0,1 0,-1 0,0 0,0 0,0 0,1 0,-1 0,0 0,0 0,1 0,-1 0,0 0,0-1,0 1,1 0,-1 0,0 0,0 0,0 0,0-1,-14 21,-64 61,-3-3,-65 45,-12 6,-100 58,202-154,40-28,16-12,21-21,56-48,3 3,29-17,-77 65,185-148,7 10,222-120,-357 233</inkml:trace>
  <inkml:trace contextRef="#ctx0" brushRef="#br0" timeOffset="24723.498">6368 1000,'-17'-3,"8"0,1 1,-1 0,0 0,1 1,-1 0,0 1,0 0,0 0,1 1,-1 0,0 0,0 1,1 0,0 1,-1 0,1 0,0 1,0 0,-3 2,-21 31,59-30,275-54,-190 27,121-16,-553 70,51 3,232-26,37-10,0 0,1-1,-1 1,1 0,-1 0,1 0,-1-1,1 1,0 0,-1-1,1 1,0 0,-1-1,1 1,0-1,0 1,0-1,-1 0,1 1,0-1,0 0,0 1,0-1,0 0,0 0,0 0,0 0,0 0,0 0,-1 0,1 0,0 0,0 0,0-1,0 1,41 0,-1-1,0-2,0-3,0 0,0-3,-1-1,0-3,40-8,193-31,-270 52,21 0,-27 15,-9 1,2 1,-1 0,2 1,0 0,2 0,0 1,0 0,2 0,0 0,0 9,-1 0,1-9,-37 152,7 2,7 11,29-174,4-26,-4 13,28-108,-5-2,1-41,13-67,-15 133,-87 334,43-162,10-50</inkml:trace>
  <inkml:trace contextRef="#ctx0" brushRef="#br0" timeOffset="28311.365">8007 221,'1'0,"-1"0,0 0,0 0,0 0,0 0,1 0,-1 0,0 0,0 0,0 0,0 0,0 0,1 0,-1 0,0-1,0 1,0 0,0 0,0 0,0 0,1 0,-1 0,0-1,0 1,0 0,0 0,0 0,0 0,0-1,0 1,0 0,0 0,0 0,0 0,0-1,0 1,0 0,0 0,0 0,0 0,0-1,0 1,0 0,0 0,22 1,107 6,1-5,68-10,207-39,-396 47,35 5,-44-4,0 0,0 0,0 0,0 0,-1 0,1 0,0 0,0 0,-1 0,1 0,-1 0,1 0,-1 0,1-1,-1 1,1 0,-1 0,0 0,0-1,1 1,-1 0,0-1,0 1,0-1,0 1,0-1,1 1,-1-1,0 0,-1 1,-18 9,-1-1,-1-1,1-1,-1 0,-1-2,1-1,-1 0,-12-1,-76 5,1-6,-9-4,11 0,82 2,26 0,0 0,0 1,0-1,0 0,0 0,0 0,0 1,0-1,0 0,0 0,0 0,0 1,0-1,0 0,0 0,0 0,0 1,0-1,0 0,0 0,0 0,0 0,-1 1,1-1,0 0,0 0,0 0,0 0,0 1,0-1,-1 0,1 0,0 0,0 0,0 0,0 0,24 7,44 0,1-2,0-4,0-3,55-8,65-3,-151 19,-38-6,0 1,1-1,-1 1,0 0,0-1,0 1,0-1,0 1,0 0,0-1,0 1,0 0,0-1,0 1,0 0,-1-1,1 1,0-1,0 1,-1-1,1 1,0 0,-1-1,1 1,-1-1,1 1,0-1,-1 0,1 1,-1-1,1 1,-1-1,0 0,1 0,-1 1,1-1,-1 0,1 0,-1 1,0-1,1 0,-1 0,0 0,1 0,-1 0,0 0,1 0,-1 0,-20 5,0-1,0-1,0-1,0-1,0 0,-11-2,-3 0,-502 0,548 1,0-1,0 0,0 0,0-1,0-1,-1 0,1 0,-1-1,0 0,0-1,0 0,-1 0,0-1,0-1,0 1,-1-2,0 1,0-1,-1 0,6-7,-12 13,-1 1,1-1,0 1,0 0,-1-1,1 0,-1 1,1-1,-1 1,0-1,1 0,-1 1,0-1,0 0,0 1,0-1,-1 1,1-1,0 0,-1 1,1-1,-1 1,0-1,1 1,-1-1,0 1,0-1,0 1,0 0,0-1,0 1,0 0,0 0,-1 0,1 0,0 0,-1 0,1 0,-1 1,1-1,-1 0,1 1,-1-1,1 1,-1-1,1 1,-1 0,0 0,1 0,-1 0,0 0,0 0,-15 1,1 0,0 1,1 1,-1 1,0 0,1 1,0 0,0 1,0 1,1 0,0 2,0-1,-2 4,-85 59,4 4,2 5,-14 21,102-94,-81 76,374-383,-245 268,-41 32,-1 0,1 1,0-1,0 0,0 0,-1 1,1-1,0 0,0 0,0 1,0-1,0 0,-1 0,1 1,0-1,0 0,0 1,0-1,0 0,0 1,0-1,0 0,0 0,0 1,0-1,0 0,0 1,1-1,-1 0,0 0,0 1,0-1,0 0,0 0,1 1,-1-1,0 0,0 0,0 1,1-1,-1 0,0 0,0 0,1 0,-1 1,0-1,0 0,1 0,-1 0,0 0,1 0,-1 0,0 0,0 0,1 0,-1 0,0 0,1 0,-1 0,0 0,1 0,-1 0,0 0,0 0,-76 98,49-67,-1-1,-2-1,-1-1,-1-1,-5 0,27-26,26-20,224-209,-80 90,-159 137,-1 0,1 0,0 0,0 0,0 1,-1-1,1 0,0 0,0 1,0-1,0 0,0 1,0-1,1 1,-1 0,0-1,0 1,0 0,0-1,0 1,1 0,-1 0,0 0,0 0,0 0,1 0,-1 1,0-1,0 0,0 1,0-1,0 0,0 1,1-1,-1 1,0 0,0-1,-1 1,2 0,11 6,1-1,1 0,-1-1,1-1,0 0,0-1,0-1,0 0,0-1,1-1,-1 0,0-1,0-1,5-1,480-73,-249 63,-344-5,54 16,0 1,1 2,-1 2,0 2,1 1,0 2,-35 12,34-2,64-6,6-11,0-2,1-1,-1-1,0-2,10-3,-28 6,187-42,-189 45,-13 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32:49.7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1 670,'44'14,"1"-3,0-1,1-3,36 2,16-4,-96-6,0 0,0 0,0 0,0-1,0 1,-1 0,1-1,0 1,-1-1,1 0,-1 0,0 1,0-1,1 0,-1 0,0 0,-1 0,1 0,0 0,-1-1,1 1,-1 0,1 0,-1 0,0-1,0 1,0 0,0 0,-1-1,1 1,-1 0,1 0,-2-2,2-7,-1-58,-3 0,-3 0,-4 0,-2 1,-3 1,-11-26,-7-6,34 99,0-1,-1 0,1 0,0 0,0 0,0 0,0 0,0 0,0 0,0 1,0-1,1 0,-1 0,0 0,0 0,1 0,-1 0,1 1,-1-1,0 0,1 0,0 1,-1-1,1 0,-1 1,1-1,0 0,0 1,-1-1,1 1,0-1,0 1,-1 0,1-1,0 1,0 0,0-1,0 1,0 0,0 0,0 0,0 0,46 0,-34 1,226-14,-233 13,-3-2,0 1,1 0,-1 0,0 0,1 1,-1-1,0 1,1 0,-1 0,1 0,-1 0,0 1,1-1,-1 1,0 0,1 0,-1 0,0 1,0-1,0 1,0-1,0 1,0 0,-1 0,1 0,0 1,-1-1,0 1,0-1,1 1,-2 0,1 0,1 1,-5 127,0-104,-2 12,-19 347,22-372,1-12,-1 0,0 0,1 0,-1 0,1 0,0 0,0 0,0 0,0 0,0 0,0 0,0 0,0 0,1 0,-1 0,1 0,0 0,0-1,-1 1,1 0,0 0,1-1,-1 1,0 0,0-1,1 1,-1-1,1 1,-1-1,1 0,-1 0,1 0,0 0,0 0,0 0,-1 0,2 0,130-18,-36 2,-39 13,-44 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32:54.3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120 102,'4'11,"3"12,-2 8,0 8,-2 5,-1 1,-1 1,-2-1,-5-4,0-3,-2-7,1-6,1-7</inkml:trace>
  <inkml:trace contextRef="#ctx0" brushRef="#br0" timeOffset="360.825">11 75,'-2'-1,"1"-1,0 0,0 1,0-1,0 0,0 0,1 1,-1-1,1 0,-1 0,1 0,-1 0,1 0,0 0,0 0,0 0,0 0,0 0,1 0,-1 0,1 1,-1-1,1 0,-1 0,1 0,0 0,0 1,0-1,0 0,0 1,1-1,-1 1,0-1,1 1,-1 0,1 0,-1-1,1 1,-1 0,1 0,0 1,0-1,0 0,-1 0,1 1,0-1,0 1,0 0,1-1,8 0,0 1,1 0,-1 1,0 0,0 0,0 1,0 1,0-1,0 2,0 0,-1 0,0 1,0 0,0 1,0 0,-1 0,0 1,0 1,-1-1,3 5,-8-10,0 1,0 0,0 0,0 0,0 0,-1 0,0 1,1-1,-1 1,0 0,-1-1,1 1,-1 0,0 0,0 0,0 0,0 0,-1 0,1 0,-1 1,0-1,-1 0,1 0,-1 0,1 0,-1 0,0 0,-1 0,1 0,-1 0,0-1,0 1,0 0,0-1,0 0,-1 1,0-1,0 0,-111 47,108-38,13-9</inkml:trace>
  <inkml:trace contextRef="#ctx0" brushRef="#br0" timeOffset="1240.97">516 211,'0'0</inkml:trace>
  <inkml:trace contextRef="#ctx0" brushRef="#br0" timeOffset="1694.271">516 211,'-2'0,"-4"0,0-2,3-1,4 0,5 1,6 0,5-1,6-3,5-3,5-2,2-4,2-1,-5 1,-7 4</inkml:trace>
  <inkml:trace contextRef="#ctx0" brushRef="#br0" timeOffset="2218.869">407 238,'-37'113,"37"-112,-1 0,1 1,0-1,0 0,-1 0,1 0,0 0,0 0,0 0,0 0,0 0,1 1,-1-1,0 0,0 0,1 0,-1 0,1 0,-1 0,1 0,-1 0,1 0,0 0,-1-1,1 1,0 0,0 0,-1 0,1-1,0 1,0-1,0 1,0 0,0-1,0 1,0-1,0 0,0 1,0-1,0 0,0 0,1 0,-1 0,0 0,0 0,0 0,0 0,0 0,0 0,0 0,0-1,0 1,0-1,1 1,50-14,-39 9,1 1,-1 1,1 0,0 0,0 2,0-1,0 2,0 0,0 1,10 1,-20-1,0 0,-1 1,1-1,-1 1,0 0,1 0,-1 0,0 0,0 0,0 1,0-1,-1 1,1 0,-1 0,0 0,0 0,0 0,0 0,0 1,0-1,-1 0,0 1,0 0,0-1,0 1,0 0,-1-1,0 1,1 0,-1 2,0 1,0-1,-1 0,1 1,-2-1,1 0,0 0,-1 0,0 0,-1 0,1 0,-1-1,0 1,-1-1,1 0,-1 0,-1 1,-4 3,-1-1,-1 0,1 0,-1-1,0-1,-1 0,0-1,0 0,0 0,0-1,-1-1,1 0,-1-1,0 0,-4-1,10-8,11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33:09.2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31:56.3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3104 1093,'-71'-19,"0"2,-1 4,0 3,-1 3,0 3,0 3,0 3,-37 8,34-3,1 2,0 4,1 3,0 4,2 2,0 4,2 3,-5 6,50-21,0 1,2 1,0 1,0 1,-7 9,22-19,0 0,1 0,0 0,0 1,1 0,0 1,1-1,0 1,0 0,1 1,0-1,1 1,0-1,1 1,0 4,1-9,1 0,1 1,-1-1,1 0,0 0,1 0,0-1,-1 1,2 0,-1-1,1 1,0-1,0 0,0 1,1-1,-1-1,1 1,1-1,-1 1,1-1,-1-1,1 1,0 0,0-1,1 0,2 1,12 6,1-1,1-1,-1-1,1-1,0-1,13 1,85 8,1-6,0-6,1-5,-1-4,9-8,130-14,193-49,-415 71,1-1,-2-3,1-1,-2-2,0-1,0-2,8-7,-36 18,0 0,-1-1,0 0,0 0,-1-1,0 0,0 0,-1 0,0-1,0 1,-1-1,0-1,-1 1,0 0,-1-1,1 0,-2 1,1-1,-2 0,1 0,-1 0,-1 0,1 1,-2-1,1 0,-2 0,1 1,-1-1,-1 1,1 0,-3-2,-3-10,-2 0,0 0,-1 1,-1 1,-1 0,-1 1,-1 0,0 2,-1-1,-1 2,0 1,-7-4,-8-4,-1 2,-1 2,0 1,-1 1,-1 2,-37-9,35 14,-1 1,0 2,0 2,0 2,0 1,0 2,0 2,0 1,0 3,1 1,0 1,0 3,1 1,1 2,0 1,-29 18,0 7,1 2,2 3,-1 6,-41 39</inkml:trace>
  <inkml:trace contextRef="#ctx0" brushRef="#br0" timeOffset="1242.512">577 888,'23'-204,"-18"36,-8 271,4 0,4-1,8 20,-7-89,1-9</inkml:trace>
  <inkml:trace contextRef="#ctx0" brushRef="#br0" timeOffset="1872.822">891 670,'-8'11,"1"-1,-1 1,2 1,0-1,0 1,1 1,0-1,1 0,0 1,1 0,1 0,0 0,1 0,0 0,1 1,1-1,0 0,0 0,3 6,-3-15,1 0,-1-1,1 1,1-1,-1 1,0-1,1 0,-1 0,1 0,0 0,0-1,0 1,1-1,-1 0,0 0,1 0,0 0,-1 0,1-1,0 0,0 1,0-2,0 1,0 0,0-1,0 0,0 1,0-2,1 1,2-1,-1 1,1-2,-1 1,1-1,-1 0,0 0,0 0,0-1,0 0,0 0,-1-1,1 0,-1 0,0 0,0 0,0-1,2-3,0-1,-1 0,-1 0,0-1,0 1,0-1,-2 0,1 0,-1-1,-1 1,1-1,-2 1,0-1,0 0,-1 1,0-1,-1 0,0 1,0-1,-1 0,-1 1,0 0,0 0,-1 0,-1 0,-3-7,6 14,0 0,1 0,-1 1,0-1,-1 1,1 0,0-1,-1 1,1 0,-1 0,0 1,1-1,-1 1,0-1,0 1,0 0,0 0,-1 0,1 0,0 1,0-1,0 1,-1 0,1 0,0 0,0 0,0 0,-1 1,1 0,0-1,0 1,0 0,0 1,0-1,0 1,0-1,1 1,-1 0,0 0,-1 2,-2 1,0 1,1 1,0-1,0 1,1 0,0 0,0 0,1 1,-1-1,2 1,-1 0,1 0,0 0,1 0,0 0,0 0,1 0,0 0,0 6,5 13</inkml:trace>
  <inkml:trace contextRef="#ctx0" brushRef="#br0" timeOffset="2381.842">1328 670,'1'-28,"0"-1,2 1,1 0,2 0,0 0,3-4,-8 32,-1 0,0 1,0-1,0 0,1 0,-1 1,0-1,0 0,1 0,-1 0,0 1,0-1,1 0,-1 0,0 0,1 0,-1 0,0 0,1 0,-1 0,0 0,0 0,1 0,-1 0,0 0,1 0,-1 0,0 0,1 0,-1 0,0 0,1 0,-1 0,0 0,0-1,1 1,-1 0,0 0,0 0,1-1,-1 1,0 0,0 0,1 0,-1-1,0 1,0 0,0-1,0 1,0 0,1 0,-1-1,0 1,0 0,0-1,6 32,-1 214,-20-133,-6-91,49-19,0-7,-1-2,1 0,-2-1,1-2,14-8,-13 6</inkml:trace>
  <inkml:trace contextRef="#ctx0" brushRef="#br0" timeOffset="2632.253">1819 738,'-13'0,"-6"0</inkml:trace>
  <inkml:trace contextRef="#ctx0" brushRef="#br0" timeOffset="3131.473">550 1120,'-5'3,"1"0,6 0,7-3,12-1,8-4,5-2,-2 0,-5 0</inkml:trace>
  <inkml:trace contextRef="#ctx0" brushRef="#br0" timeOffset="30110.882">386 780,'8'-18,"40"-44,-10 14,-3-1,-1-2,22-47,-51 146,4 307,14-153,-22-200,0 0,-1 0,1-1,0 1,-1 0,0 0,0 0,1 0,-1 0,0 0,-1 0,1 0,0 0,-1 0,1 0,-1 0,1 0,-1 0,0 0,0-1,0 1,0 0,0 0,0-1,0 1,0-1,-1 1,1-1,-1 0,1 1,-1-1,0 0,1 0,-1 0,0 0,0-1,0 1,1 0,-1-1,0 1,0-1,0 1,-54-3,57 2,-1 0,0-1,0 1,0 0,1 0,-1 0,0 0,0-1,0 1,0 0,0 0,0 0,1 0,-1-1,0 1,0 0,0 0,0 0,0-1,0 1,0 0,0 0,0-1,0 1,0 0,0 0,0 0,0-1,0 1,0 0,0 0,0-1,0 1,0 0,0 0,-1 0,1 0,0-1,0 1,0 0,0 0,0 0,-1 0,1-1,0 1,0 0,0 0,0 0,-1 0,1 0,0 0,0 0,0-1,-1 1,1 0,0 0,0 0,-1 0,1 0,0 0,0 0,0 0,-1 0,1 0,0 0,18-9,-16 8,17-8,1 0,1 2,-1 0,1 2,0 0,1 1,-1 1,17 0,3-6,-30 1</inkml:trace>
  <inkml:trace contextRef="#ctx0" brushRef="#br0" timeOffset="30678.365">973 547,'-11'15,"0"-1,1 1,0 1,2 0,-1 0,2 1,0 0,2 0,-1 0,2 1,1 0,0 0,1 0,0 8,2-20,-1 0,1 0,0 0,1 0,-1 0,1 0,1 0,-1-1,1 1,0 0,0-1,0 1,1-1,0 0,0 0,0 0,1 0,-1 0,1-1,0 0,1 1,-1-2,1 1,0 0,0-1,0 0,0 0,0-1,1 1,-1-1,1 0,0 0,0-1,-1 0,7 1,-6-3,0 1,-1-1,1 0,0 0,-1-1,1 1,-1-1,1 0,-1-1,0 0,0 1,0-2,0 1,-1 0,1-1,-1 0,0 0,0 0,0-1,-1 1,0-1,1 0,-1 0,-1 0,2-3,2-5,-1 0,0 0,0-1,-1 0,-1 0,-1 0,0 0,0 0,-2-13,0 19,-1 0,0 0,0 0,-1 0,0 1,-1-1,0 1,0-1,0 1,-1 0,0 0,0 0,-2-1,4 6,0-1,0 1,0 0,0 0,0 0,0 0,-1 0,1 1,-1-1,1 1,-1 0,1-1,-1 1,0 0,0 1,0-1,1 0,-1 1,0-1,0 1,0 0,0 0,0 0,0 1,0-1,1 1,-1-1,0 1,0 0,0 0,1 0,-1 1,1-1,-1 0,1 1,-1 0,1 0,-4 2,0 2,0-1,1 0,-1 1,1 0,1 0,-1 1,1-1,0 1,1 0,0 0,0 1,0-1,0 3,-3 15</inkml:trace>
  <inkml:trace contextRef="#ctx0" brushRef="#br0" timeOffset="31495.798">1315 520,'-7'13,"12"-24,89-143,-73 136,-10 38,-12 206,0 27,-4-223,2-42,6 7,0 1,1-1,0 1,0 0,0 0,0 1,1-1,-1 1,1 0,0 0,0 0,0 0,0 1,1 0,-1 0,0 1,2-1,7-3,148-45,-161 46,-18 3,15 1,-22 0</inkml:trace>
  <inkml:trace contextRef="#ctx0" brushRef="#br0" timeOffset="72584.098">3036 574,'13'-21,"13"-23,8-22,7-22,7-13,-6 9</inkml:trace>
  <inkml:trace contextRef="#ctx0" brushRef="#br0" timeOffset="80018.939">1793 96,'-10'-7,"-1"0,0 1,0 0,0 1,0 0,-1 1,0 0,0 0,0 2,0-1,0 2,-1-1,1 2,-1 0,-20-4,-27-3,-54-8,-112 1,113 15,-101 14,177-10,0 1,0 2,1 2,0 1,0 2,1 1,-21 14,-92 80,114-78,1 1,1 1,2 2,-6 10,10-6,2 1,2 1,-13 34,14-31,4-10,1 0,2 1,1 0,1 1,3 1,0-1,3 1,-2 28,6-45,2-1,0 1,1 0,1-1,1 1,0-1,1 0,1 0,1 0,5 11,6 1,0 1,2-2,1-1,2 0,0-1,2-2,1 0,1-2,11 8,-7-12,1-1,1-2,0-1,1-2,1-1,0-1,0-2,1-1,0-2,9-1,-8 1,1-1,0-2,0-1,1-2,-1-2,0-1,-1-2,1-1,-1-2,0-2,0-1,-2-2,4-2,39-25,-2-2,-3-4,43-35,-89 57,-1 0,-1-2,-2-1,10-13,0-2,3 0,-11 16,-1-1,-2-1,-1 0,-1-2,-1 0,-2-1,-1-1,-1 0,1-10,-9 17,-2-1,0 1,-2-1,0 0,-2 1,-1-1,-1 0,-1 1,-1-1,-2 1,0 0,-2 1,0-1,-2 1,-1 1,0 0,-2 1,-5-6,7 8,-2 2,0-1,-1 2,-1 0,-1 0,0 2,-1 0,-1 0,0 2,-1 0,0 2,-1 0,0 1,-1 0,0 2,0 1,-1 1,0 0,0 2,-1 0,-13 1,0 6,2 3,-1 1,1 1,0 2,0 1,1 2,1 1,1 2,0 1,-16 11,-129 77,2 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35:07.5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768 407,'-22'57,"22"-56,0-1,0 0,-1 1,1-1,0 0,0 0,0 1,0-1,-1 0,1 1,0-1,0 0,-1 0,1 1,0-1,-1 0,1 0,0 0,-1 1,1-1,0 0,-1 0,1 0,0 0,-1 0,1 0,0 0,-1 0,1 0,0 0,-1 0,1 0,0 0,-1 0,1 0,-1 0,1 0,0 0,-1 0,1 0,0-1,-1 1,1 0,0 0,0 0,-1-1,1 1,0 0,0-1,-1 1,1 0,0 0,0-1,0 1,-1 0,1-1,0 1,0 0,0-1,0 1,0 0,0-1,0 1,0 0,0-1,0 1,0-1,-10-32,8 25,-6-21,-1 1,-1 0,-1 0,-1 1,-12-17,18 34,-1 0,0 0,-1 0,0 1,-1 0,1 1,-2 0,1 0,-1 1,0 0,-1 1,1 0,-1 0,0 1,-3 0,2 2,-1 0,1 0,-1 1,1 1,-1 0,1 0,-1 2,1-1,-1 2,1 0,-1 0,1 1,0 1,0 0,0 0,0 1,1 1,0 0,0 0,-3 4,-4 3,0 1,2 0,0 2,0 0,1 0,1 2,1 0,1 0,0 1,1 0,-1 7,0 2,1 0,1 1,2 0,0 1,3 0,0 0,2 0,1 0,2 1,0-1,3 4,-2-17,1-1,1 1,1 0,1-1,0 0,1 0,0 0,1-1,1 0,1 0,0-1,0 0,2-1,0 0,0 0,1-1,1-1,0 0,0-1,8 5,3-4,0-1,0 0,1-2,0-1,1-1,-1-1,1-2,0 0,0-2,0 0,0-2,0-1,0-1,0-1,-1-2,0 0,0-2,0 0,21-12,69-42,-67 30</inkml:trace>
  <inkml:trace contextRef="#ctx0" brushRef="#br0" timeOffset="1182.168">1178 393,'-41'742,"40"-734,1-14,-1-20,1 21,0-172,13-440,-12 603,0-23,3 0,1 0,1 0,9-24,-14 56,0 1,0-1,1 1,0-1,-1 1,2 0,-1 0,0 0,1 0,0 0,0 1,0-1,0 1,0 0,1-1,0 2,0-1,-1 0,1 1,1 0,-1 0,0 0,0 0,1 1,-1-1,1 1,0 0,-1 1,1-1,0 1,1 0,9 3,0 1,0 0,0 1,-1 1,0 0,0 1,0 1,-1 0,0 0,-1 2,0-1,0 2,-1-1,0 2,2 3,-2-4,0 2,-1-1,-1 1,0 1,0 0,-2 0,1 1,-1 1,-5-10,0 1,0-1,0 1,-1 0,0 0,0-1,-1 1,1 0,-2 0,1 0,-1-1,0 1,0 0,-1 0,0-1,0 1,0-1,-1 0,0 0,-2 3,-7 6,-1 0,0 0,-2-1,1-1,-2 0,0-1,0-1,-1-1,0 0,-1-1,0-1,0 0,-6 2,1 0,-1-1,-1-2,1 0,-1-2,-1 0,1-2,-1-1,-19-1,41-1,1 0,0 0,-1 0,1 0,0-1,-1 1,1-1,0 1,-1-1,1 0,0-1,0 1,0 0,0-1,0 0,1 0,-2 0,16-3,0 10,0 0,0 1,0 1,-1 0,0 0,0 1,-1 0,0 1,-1 1,5 4,-9-9,258 273,-254-267,1 0,0-1,0-1,1 1,0-2,1 0,0 0,0-1,1 0,0-1,0 0,0-1,1-1,0 0,0-1,0-1,0 0,0 0,0-2,0 0,1 0,7-2,3-6,-1-2,0 0,0-1,-1-1,0-2,-1 0,-1-1,0-1,-1-1,-1-1,-1 0,0-2,-2 0,0-1,0-2,18-12,-33 36,0-1,0 1,0-1,0 1,0-1,0 1,-1 0,1-1,0 1,0 0,0 0,-1 0,1 0,0-1,-1 1,1 0,-1 0,1 0,-1 0,1 0,-1 1,0-1,0 0,1 0,-1 0,0 0,0 0,0 0,0 0,0 0,0 1,-1-1,1 0,0 0,-1 1,1 0,1 18,-3-13,2 0,-1 1,1-1,0 0,1 0,-1 1,1-1,1 0,-1 0,1 0,1 0,-1 0,1-1,0 1,1-1,0 1,0-1,0 0,1-1,-1 1,1-1,1 0,-1 0,1 0,1 0,2-1,0 0,0-1,0 0,1-1,0 1,-1-2,1 1,0-2,0 1,0-1,-1-1,1 1,0-2,0 1,-1-2,1 1,-1-1,1-1,1 0,6-4,-1 1,0-2,-1 0,0-1,0 0,-1-1,0-1,-1 0,0-1,2-4,-6 5,-1-1,0 0,0 0,-1-1,-1 1,0-2,-1 1,-1-1,0 1,-1-1,0 0,-1 0,-1-1,-1 1,0 0,-1 0,0-1,-1 1,-1 0,0 1,-5-13,1 5,-2 0,0 0,-1 1,-1 0,-1 1,-1 0,0 1,-2 1,0 0,-1 0,-1 2,0 0,-18-11,27 20,-1 1,0-1,0 2,0 0,-1 0,0 0,0 1,0 1,0 0,0 0,-1 1,1 0,-1 1,0 0,0 1,1 0,-1 1,0 0,1 0,-1 1,1 1,-1 0,1 0,-6 3,3 2,2 0,-1 1,1 0,0 0,1 1,0 1,1-1,0 2,0-1,1 1,1 1,0-1,-1 4,-4 12,1-1,1 2,1-1,2 2,-3 25,6-34,2 1,0-1,1 1,1-1,1 1,1-1,1 1,1-1,1 0,1 0,1-1,0 0,2 0,0-1,1 0,1 0,4 5,21 19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35:09.4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98 366,'-14'51,"1"1,3 0,2 1,2 0,3 0,2 33,1-81,-1 231,-8-276,-7-86,5-1,6 0,6-23,-1 118,1-1,2 1,1 0,2 0,0 1,12-30,-18 59,0 0,1 1,-1-1,0 0,1 0,0 0,-1 1,1-1,0 0,0 1,0-1,0 1,0-1,0 1,1-1,-1 1,0 0,1-1,-1 1,1 0,0 0,-1 0,1 0,-1 1,1-1,0 0,0 1,0-1,-1 1,1-1,0 1,0 0,2 0,25 49,18 122,-37-124,2-1,2 0,13 25,-26-67,0 0,0 0,1-1,0 1,0-1,0 1,0-1,0 1,1-1,-1 0,1 0,0-1,0 1,0 0,0-1,1 0,-1 0,0 0,1 0,0 0,-1-1,1 0,0 1,0-1,0-1,0 1,0 0,0-1,0 0,2 0,5-4,0-1,0 0,-1-1,0 0,0 0,0-1,-1 0,0-1,0 0,-1-1,0 1,-1-2,6-7,27-40,-2-1,-3-3,-2 0,-3-3,-3 0,1-10,4-6,-24 63,-4 18,-7 61,-14 114,-6 83,11 12,11-244,1-1,1 0,1 0,2 0,0-1,2 1,1-1,1 0,2 1,8 10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35:10.9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596 1,'-23'7,"-25"11,-19 17,-13 19,-9 25,-1 28,8 30,16 26,23 23,36 13,39 0,40-11,36-19,0-37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35:10.2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326 0,'58'25,"-1"2,-2 3,-1 2,-1 2,-2 3,18 18,-28-21,-3 1,-1 2,-1 1,-3 2,-1 1,-2 2,-1 1,10 26,-27-46,0 0,-2 1,-1 1,-1-1,-1 1,-2 1,0-1,-2 1,0 0,-2 0,-1 0,-2-1,0 1,-2 0,-1-1,-1 1,-5 12,-6 1,-3-1,-1-1,-1-1,-2-1,-2-1,-1-2,-2 0,-1-2,-2-1,0-1,-2-2,-20 11,-66 46,-4-5,-105 48,-12-6</inkml:trace>
  <inkml:trace contextRef="#ctx0" brushRef="#br0" timeOffset="10604.113">750 6049,'108'-126,"333"-337,-186 187,198-283,262-347,-308 455,292-241,-593 596,37-32,-6-7,47-66,-156 167,-2-1,-2-2,-1 0,-2-2,11-26,-65 148,26-63,-1-2</inkml:trace>
  <inkml:trace contextRef="#ctx0" brushRef="#br0" timeOffset="13293.484">982 5503,'0'-1,"0"1,-1 0,1 1,0-1,0 0,-1 0,1 0,0 0,0 0,-1 0,1 0,0 1,-1-1,1 0,0 0,0 0,-1 0,1 0,0 0,-1 0,1 0,0-1,0 1,-1 0,1 0,0 0,-1 0,1 0,0 0,0 0,0-1,-1 1,1 0,0 0,0 0,-1-1,1 1,0 0,0 0,0-1,0 1,-1 0,1 0,0-1,0 1,0 0,0 0,0-1,0 1,0 0,0-1,0 1,-84 133,-117 211,177-298,25-46,-1-1,0 1,0 0,0 0,1 0,-1 0,0 0,0-1,1 1,-1 0,0 0,0 0,1 0,-1 0,0 0,0 0,1 0,-1 0,0 0,0 0,1 0,-1 0,0 0,1 0,-1 0,0 0,0 1,1-1,-1 0,0 0,0 0,0 0,1 0,-1 1,0-1,0 0,0 0,1 0,-1 1,0-1,0 0,0 0,0 0,0 1,0-1,1 0,-1 0,0 1,0-1,0 0,0 1,0-1,0 0,0 0,0 1,0-1,0 0,0 0,0 1,0-1,0 0,-1 0,1 1,0-1,0 0,0 0,0 1,0-1,-1 0,1 0,23-12,-20 10,198-100,123-73,-271 141,-54 32,1 1,-1-1,0 1,0 0,1 0,-1-1,0 1,0 0,0 0,-1 0,1 0,0 0,0 0,0 0,-1 0,1 1,0-1,-1 0,1 1,-1-1,1 1,-1 0,1-1,-1 1,1 0,-1 0,1 0,-1 0,1 0,-1 0,0 1,-1-2,-12-4,1 0,0-1,0-1,0 0,1-1,0-1,1 0,0 0,0-1,1-1,0 0,1 0,0-1,1-1,-2-3,-31-33,31 37,15 16,13 13,111 103,-112-115,-20-16,1 8,-1 1,1-1,-1 1,0 0,1 0,-1 0,0 0,0 1,0-1,-1 1,1 0,0 0,0 1,-1-1,1 1,0 0,-1 0,1 0,0 1,-1 0,1 0,0 0,0 0,0 0,0 1,0 0,0 0,0 0,1 0,-3 2,-10 7,0 1,0 0,1 2,1-1,0 2,1 1,-82 107,88-109,22-24,157-167,-89 96,-79 78,-10 10,-11 11,-218 210,153-148,106-112,-5 9,1 1,2 0,0 2,0 0,20-11,-42 31,0-1,0 1,0-1,1 1,-1 0,0-1,0 1,0-1,1 1,-1-1,0 1,0 0,1-1,-1 1,0-1,1 1,-1 0,1 0,-1-1,0 1,1 0,-1-1,1 1,-1 0,1 0,-1 0,1 0,-1 0,1-1,-1 1,1 0,-1 0,1 0,-1 0,1 0,-1 1,0-1,1 0,-1 0,1 0,-1 0,1 0,-1 1,1-1,-1 0,1 0,-1 1,0-1,1 0,-1 1,0-1,1 0,-1 1,0-1,1 0,-1 1,0-1,0 1,1-1,-1 1,0-1,0 1,0-1,0 1,0-1,0 1,1-1,-1 1,-17 34,-48 53,-72 74,241-250,-102 86,0 0,1-1,0 1,-1-1,1 1,0 0,0 0,0 1,0-1,1 0,-1 1,0 0,1 0,-1 0,1 0,-1 0,2 1,7-2,0 0,0-1,0 0,0-1,-1 0,0-1,0 0,0-1,-1 0,1-1,-2 0,1-1,0 0,8-5,81-59,-99 73,0-1,0 0,0 0,0 1,0-1,0 0,0 0,0 1,0-1,0 0,0 0,0 1,0-1,1 0,-1 0,0 0,0 1,0-1,0 0,0 0,1 0,-1 1,0-1,0 0,0 0,1 0,-1 0,0 0,0 1,0-1,1 0,-1 0,0 0,0 0,1 0,-1 0,0 0,0 0,1 0,-1 0,0 0,0 0,1 0,-1 0,0 0,0 0,1 0,-1 0,-18 24,16-21,-32 32,33-35,0 1,0-1,1 1,-1-1,0 1,0-1,0 0,0 1,1-1,-1 0,0 0,0 0,0 0,0 1,0-1,0 0,0-1,0 1,0 0,0 0,1 0,-1 0,0-1,0 1,0 0,0-1,0 1,1-1,-1 1,0-1,0 1,1-1,-1 0,0 1,1-1,-1 0,1 0,-1 1,1-1,-1 0,1 0,-1 0,1 0,0 1,0-1,-1 0,1 0,0 0,0 0,-10-42,10 38,0 0,-1 0,0 0,0-1,0 2,-1-1,0 0,0 0,0 0,0 1,-1-1,1 1,-1 0,0 0,-1 0,1 0,-4-3,7 8,0-1,0 1,1-1,-1 0,0 1,0-1,0 0,0 1,0-1,-1 1,1-1,0 0,0 1,0-1,0 1,0-1,0 0,-1 1,1-1,0 0,0 1,-1-1,1 0,0 1,0-1,-1 0,1 0,0 1,-1-1,1 0,0 0,-1 0,1 0,0 1,-1-1,1 0,-1 0,1 0,0 0,-1 0,1 0,0 0,-1 0,1 0,-1 0,1 0,0 0,-1 0,15 5,2-2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35:29.3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0 273,'24'5,"16"1,11 0,8-1,2-2,-3 0,-12-2</inkml:trace>
  <inkml:trace contextRef="#ctx0" brushRef="#br0" timeOffset="245.854">246 1,'-9'18,"-6"19,-2 18,-1 14,3 12,4 5,4 3,3-3,2-15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35:24.7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79 253,'0'16,"0"15,-2 9,-3 7,-1 7,-2 2,-1-3,-3-2,0-6,-1-6,2-9</inkml:trace>
  <inkml:trace contextRef="#ctx0" brushRef="#br0" timeOffset="255.833">79 308,'-2'14,"1"14,6 9,4 7,6 4,4-2,4-5,2-6,0-5,-2-7,-3-8,-5-6</inkml:trace>
  <inkml:trace contextRef="#ctx0" brushRef="#br0" timeOffset="538.077">462 144,'-2'9,"-1"13,-1 11,2 12,0 11,-1 6,-3 4,-5 1,-1-4,0-6,2-8,2-10,3-12</inkml:trace>
  <inkml:trace contextRef="#ctx0" brushRef="#br0" timeOffset="940.002">585 389,'-9'39,"1"0,2 0,2 0,1 1,3-1,1 17,-1-54,0-1,0 1,0-1,0 1,0-1,0 1,1-1,-1 1,0-1,1 1,-1-1,1 1,0-1,-1 0,1 1,0-1,0 0,0 0,0 0,0 1,0-1,0 0,0 0,0 0,0-1,1 1,-1 0,0 0,1-1,-1 1,1 0,-1-1,0 0,1 1,-1-1,1 0,-1 0,1 0,-1 0,1 0,0 0,-1 0,1 0,-1-1,0 1,1 0,-1-1,1 1,-1-1,0 0,1 0,-1 1,0-1,1-1,12-7,0-2,-2 0,1 0,-1-1,-1 0,0-1,0-1,-2 1,0-2,0 1,-1-1,-1-1,-1 1,0-1,-1 0,0-1,-2 1,0-2,4-19,-19 49,5 7,0 1,1 0,1 0,1 1,1-1,1 1,0 12,2-29,0-1,0 1,0-1,0 1,1 0,-1-1,1 1,0-1,0 0,0 1,1-1,-1 0,1 1,0-1,0 0,0 0,0-1,0 1,0 0,1-1,0 1,-1-1,1 0,0 0,0 0,0 0,0 0,1-1,-1 1,0-1,1 0,-1 0,1 0,2 0,17 0</inkml:trace>
  <inkml:trace contextRef="#ctx0" brushRef="#br0" timeOffset="1856.639">1008 431,'0'-11,"0"19,0 10,-1 19,0-24,0 0,1 1,0-1,1 0,1 0,0 1,0-1,1 0,1-1,4 10,-6-19,0 0,0 0,0-1,1 1,-1-1,1 1,0-1,-1 0,1 0,0 0,0 0,0-1,1 1,-1-1,0 0,0 0,1 0,-1 0,1-1,-1 1,0-1,1 0,-1 0,1 0,-1-1,1 1,-1-1,1 0,-1 0,0 0,1 0,-1 0,0-1,0 1,0-1,0 0,0 0,-1 0,1-1,0 1,-1 0,0-1,1 0,-1 1,0-1,0-1,7-9,0-1,0 1,-2-2,0 1,0-1,-1 0,-1 0,-1-1,0 1,-1-1,0-5,-2 3,-2 19,-1-1,1 1,0-1,0 1,-1 0,1-1,0 1,0 0,0 0,0 0,0 0,0 0,0 0,0 0,1 0,-1 0,0 1,1-1,-1 0,1 0,-1 1,1-1,-1 0,1 1,0 0,-5 8,1 0,0 0,1 1,0 0,1-1,0 1,1 0,0 0,0 0,1 0,1 1,1 8,-1-17,0-1,1 1,-1-1,0 1,1-1,-1 0,1 0,0 1,0-1,0-1,0 1,0 0,0 0,1-1,-1 1,0-1,1 0,-1 1,1-1,0-1,-1 1,1 0,0-1,-1 1,1-1,0 0,0 1,1-2,78-11,-74 10,-1-1,1 0,-1-1,0 1,0-2,0 1,0-1,-1 0,0 0,0-1,0 1,0-1,-1-1,0 1,-1-1,1 0,-1 0,0-2,-6 12,1 1,0-1,0 0,0 0,0 1,0-1,0 0,1 1,0-1,-1 1,1-1,1 1,-1-1,0 0,1 1,0-1,0 0,0 1,0-1,0 0,1 0,-1 0,1 0,0 0,0 0,0 0,0-1,1 1,-1-1,0 1,1-1,0 0,0 0,0 0,7 0,1-1,0 0,0-1,0 0,0 0,-1-1,1-1,0 0,-1 0,1-1,-1 0,0-1,9-4,-18 6,1 1,-1 0,0 1,1-1,-1 0,1 0,-1 1,1-1,0 0,-1 1,1 0,-1-1,1 1,0 0,-1 0,1 0,0 0,-1 0,1 0,0 1,-1-1,1 0,0 1,-1-1,1 1,-1 0,1-1,-1 1,1 0,-1 0,0 0,1 0,-1 0,0 0,0 1,0-1,0 0,0 1,0-1,0 1,0 1,-1 0,1 0,0 0,0 0,0 0,0-1,1 1,-1 0,1-1,0 1,0-1,0 1,0-1,0 0,0 0,0 0,1 0,-1 0,1 0,-1-1,1 1,0-1,0 0,0 0,0 0,-1 0,1 0,0-1,1 1,-1-1,0 0,0 0,0 0,0 0,0-1,0 1,0-1,0 0,0 0,0 0,-1 0,1 0,2-1,0-2,0-1,0 1,0-1,-1 1,1-2,-1 1,0 0,-1-1,1 1,-1-1,0 0,-1 0,1-1,-1 1,-1 0,1-1,-1 1,0-1,0 0,-1 1,0-1,0 1,-1-1,1 0,-1 1,-1-1,1 1,-1 0,-1-1,1 1,-1 0,0 0,0 0,-1 1,1-1,-1 1,-1 0,1 0,-5-4,7 7,0 1,-1-1,1 1,-1 0,1-1,-1 1,0 0,1 1,-1-1,0 0,0 1,1-1,-1 1,0 0,0 0,0 0,0 0,1 1,-1-1,0 1,0 0,1 0,-1-1,0 2,1-1,-1 0,1 1,0-1,-1 1,1-1,0 1,0 0,0 0,0 0,0 0,-1 3,-4 3,0 1,1 0,0 1,1 0,0 0,0 0,1 0,-3 10,6-16,0 0,-1-1,1 1,1 0,-1 0,0-1,1 1,0 0,0 0,0 0,0 0,1 0,0-1,0 1,0 0,0 0,0-1,1 1,-1-1,1 1,0-1,0 0,0 1,1-1,-1 0,3 2,13 7</inkml:trace>
  <inkml:trace contextRef="#ctx0" brushRef="#br0" timeOffset="2793.19">1951 171,'-3'-2,"0"1,0 0,0 0,0 0,0 0,0 1,0-1,0 1,0 0,0 0,0 0,0 0,-1 0,1 1,0 0,0-1,0 1,0 0,0 0,1 1,-1-1,0 1,0-1,1 1,-1 0,1 0,0 0,-1 0,1 0,0 1,0-1,0 1,1-1,-1 1,1 0,-1-1,1 1,0 0,-1 2,3 4,0 0,0 0,1-1,0 1,1-1,0 1,0-1,1 0,0 0,0 0,1 0,0-1,2 3,2 5,12 20,-1 1,-2 1,-1 0,-2 2,-2 0,7 34,-18-65,-3-7,1 1,0 0,0 0,0-1,0 1,0 0,0-1,1 1,-1 0,0 0,1-1,-1 1,1-1,0 1,0 0,-1-1,1 1,0-1,0 0,1 1,-1-1,0 0,0 0,1 0,-1 1,0-1,1-1,-1 1,1 0,-1 0,1 0,0-1,-1 1,1-1,0 1,-1-1,1 0,0 0,0 0,4-4,0 0,1 0,-1-1,-1 0,1 0,-1-1,0 1,0-1,-1 0,0-1,0 1,0-1,-1 0,1 0,-2 0,1 0,-1 0,1-6,3-16,0-1,-2 0,-1 0,-2 0,-1-6,1-2,-1 38,0 0,0-1,0 1,0 0,0-1,0 1,0 0,0-1,0 1,0 0,0 0,0-1,0 1,1 0,-1-1,0 1,0 0,0 0,0-1,1 1,-1 0,0 0,0 0,1-1,-1 1,0 0,0 0,1 0,-1 0,0-1,0 1,1 0,-1 0,0 0,1 0,-1 0,0 0,1 0,-1 0,0 0,1 0,-1 0,0 0,0 0,1 0,-1 0,0 0,1 0,-1 1,0-1,1 0,-1 0,0 0,0 0,1 1,-1-1,0 0,0 0,0 0,1 1,-1-1,0 0,0 1,23 19,-15-13,94 62,-98-66,-1 0,0 1,0-1,0 1,-1 0,1 0,-1 0,0 0,0 0,0 0,-1 1,0-1,0 1,0-1,0 1,0-1,-1 1,0-1,0 1,0 0,-1-1,1 1,-1-1,-1 3,3 55,-1-60,1 0,0 0,0 0,0 0,0 0,0-1,0 1,1 0,-1-1,1 1,-1-1,1 1,-1-1,1 0,0 1,0-1,0 0,-1 0,1 0,0-1,0 1,0 0,0-1,1 1,-1-1,0 0,0 0,0 0,0 0,2 0,66-10,-62 8,0 0,0-1,0 1,-1-2,1 1,-1-1,0-1,0 1,0-1,-1 0,6-6,-14 13,1 0,1-1,-1 1,0 0,0 0,1 0,-1 0,1-1,-1 1,1 0,0 0,0 0,0 0,0 0,0 0,0 0,0 0,1 0,-1 0,1 0,-1-1,1 1,0 0,0 0,0-1,0 1,0 0,0-1,0 1,0-1,1 1,-1-1,1 0,-1 1,1-1,-1 0,1 0,0 0,4 0,0 0,0-1,0 0,0 0,0 0,0-1,0 1,0-1,0-1,0 1,0-1,-1 0,1-1,-1 1,1-1,-1 0,0 0,0-1,0 0,-1 0,1 0,-1 0,0 0,0-1,0 0,-1 0,0 0,0 0,0-1,-1 1,1-1,-1 1,0-1,-1 0,0 0,0 0,0 0,0 0,-1 0,0 0,0 0,-1 0,0 0,0 0,0 0,-1 0,0 0,0 1,0-1,-1 1,-1-3,3 6,-1-1,1 1,-1 0,1 0,-1 0,0 0,0 0,0 0,0 0,0 1,-1-1,1 1,0 0,-1-1,1 1,-1 0,1 1,-1-1,1 0,-1 1,0-1,0 1,1 0,-1 0,0 0,1 0,-1 0,0 1,1-1,-1 1,1 0,-1 0,0 0,1 0,0 0,-3 1,0 2,-1-1,1 1,0 0,0 0,0 1,0 0,1 0,0 0,0 0,0 0,1 1,0 0,0 0,-2 4,4-7,0 1,-1-1,2 1,-1-1,0 0,1 1,-1 0,1-1,0 1,0-1,1 1,-1-1,1 1,-1-1,1 1,0-1,0 0,2 3,6 7</inkml:trace>
  <inkml:trace contextRef="#ctx0" brushRef="#br0" timeOffset="3020.614">2797 185,'-14'0,"-4"7,0 7,3 10,10 8,5-1</inkml:trace>
  <inkml:trace contextRef="#ctx0" brushRef="#br0" timeOffset="3326.924">2947 663,'5'1,"0"-1,1 0,-1 0,0-1,0 1,0-1,0 0,0-1,0 1,0-1,0 0,0 0,-1 0,1-1,-1 0,1 0,-1 0,0 0,0-1,-1 1,1-1,1-2,5-6,-1-1,0-1,-1 1,-1-1,0 0,5-15,9-40,-2-1,-4-1,-3 0,3-73,-10 61,-5 83,0 0,0 1,0-1,0 0,-1 0,1 1,0-1,0 0,0 0,-1 1,1-1,0 0,0 0,-1 0,1 0,0 1,-1-1,1 0,0 0,0 0,-1 0,1 0,0 0,-1 0,1 0,0 0,-1 0,1 0,0 0,-1 0,1 0,0 0,0 0,-1 0,1 0,0 0,-1-1,1 1,0 0,0 0,-1 0,1 0,0-1,0 1,-1 0,-12 39,1 1,1 0,3 0,1 1,0 25,3-37,0 0,2 1,1-1,2 0,1 0,1 0,1 0,2 0,4 13,-8-38,0 1,-1 0,1 0,1-1,-1 1,1-1,0 0,0 0,0 0,0 0,1 0,0-1,-1 1,1-1,1 0,-1 0,0-1,1 1,-1-1,1 0,0 0,0-1,0 1,18 1</inkml:trace>
  <inkml:trace contextRef="#ctx0" brushRef="#br0" timeOffset="3498.463">3056 212,'5'2,"11"1,13 3,15-1,8 0,-4-1</inkml:trace>
  <inkml:trace contextRef="#ctx0" brushRef="#br0" timeOffset="3762.406">3343 595,'-1'3,"-1"1,1-1,0 1,0-1,0 1,1 0,-1-1,1 1,0 0,0-1,0 1,0 0,1-1,0 1,-1 0,1-1,1 1,-1-1,0 1,1-1,0 0,0 0,0 1,0-1,0-1,0 1,1 0,0 0,-1-1,1 0,0 1,0-1,0 0,1 0,-1-1,0 1,1-1,-1 0,3 1,1-2,0 0,0 0,1-1,-1 0,0 0,0-1,0 0,0 0,0 0,0-1,-1 0,1-1,-1 0,0 1,0-2,0 1,-1-1,0 0,1 0,-2 0,1-1,-1 0,1 0,-2 0,1 0,-1-1,0 1,0-1,0 0,-1 0,0 0,-1 0,0 0,0 0,0-1,-1 1,0 0,0-1,-1 1,0 0,-1-4,1 8,0 0,0 1,-1-1,1 1,-1-1,1 1,-1-1,0 1,0 0,0 0,0 0,0 0,0 0,0 0,-1 1,1-1,-1 1,0-1,1 1,-1 0,0 0,1 0,-1 1,0-1,0 1,0-1,0 1,0 0,0 0,1 0,-1 1,0-1,0 1,0-1,0 1,1 0,-1 0,0 0,1 1,-1-1,1 1,-1-1,1 1,0 0,-1 0,1 0,0 0,0 0,0 0,1 0,-1 1,1-1,-2 3,1-2,0 1,0 0,1 0,-1-1,1 1,0 0,0 1,0-1,0 0,1 0,-1 0,1 0,0 0,1 1,-1-1,1 0,0 0,0 0,1 3,8 17</inkml:trace>
  <inkml:trace contextRef="#ctx0" brushRef="#br0" timeOffset="4151.364">3671 649,'3'-237,"-4"234,1 0,0-1,0 1,1 0,-1-1,1 1,0 0,0 0,0 0,0-1,0 1,1 0,-1 0,1 1,0-1,0 0,0 0,0 1,0-1,1 1,-1 0,1 0,-1 0,1 0,0 0,0 0,0 1,0 0,0-1,0 1,0 0,1 1,-1-1,0 0,2 1,0-1,1 1,0 0,0 1,0 0,0-1,0 2,0-1,-1 1,1 0,-1 0,1 0,-1 1,0 0,0 0,0 0,0 1,0-1,-1 1,1 0,-1 1,0-1,-1 1,1 0,-1-1,0 2,0-1,0 0,-1 1,0-1,0 1,0-1,-1 1,0 0,0 0,0 0,-1 0,0 0,0 0,-1 5,-2 2,-1 1,0-1,-1 0,-1 0,0 0,0-1,-6 7,-11 23,22-41,1 0,-1 0,0 0,1 0,-1 0,1-1,-1 1,1 0,-1 0,1 1,0-1,-1 0,1 0,0 0,0 0,0 0,0 0,0 0,0 0,0 0,0 0,0 1,1-1,-1 0,0 0,1 0,-1 0,1 0,-1 0,1 0,-1-1,1 1,0 0,0 0,-1 0,1 0,0-1,0 1,0 0,0-1,0 1,0-1,-1 1,2-1,-1 1,0-1,0 0,0 0,0 1,0-1,0 0,0 0,0 0,1 0,108-5,-67-2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35:31.2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131 140,'-3'16,"-2"13,-4 10,-1 8,-3 3,-1 0,0-4,0-5,0-7,0-9,2-12,3-8</inkml:trace>
  <inkml:trace contextRef="#ctx0" brushRef="#br0" timeOffset="734.415">48 195,'1'-9,"1"-1,-1 1,2 0,-1 0,1 0,1 1,0-1,0 1,0 0,1 0,0 0,1 0,0 1,0 0,0 0,1 1,0 0,0 0,1 1,0-1,0 2,0-1,0 1,1 0,0 1,-1 0,9-1,-10 2,1 1,-1-1,1 2,-1-1,1 1,0 0,-1 1,1 0,0 0,-1 1,0 0,1 0,-1 1,0-1,0 2,0-1,-1 1,1 0,-1 0,0 1,0 0,0 0,-1 0,1 1,-1 0,-1 0,1 0,-1 0,0 1,-1 0,1-1,-1 1,-1 1,2 3,-3-7,0 1,-1 0,1 0,-1-1,0 1,-1 0,1 0,-1 0,0-1,0 1,0 0,0-1,-1 1,0-1,0 0,0 1,-1-1,1 0,-1 0,0-1,0 1,-1 0,1-1,-1 0,1 0,-1 0,0 0,0-1,0 1,-2-1,-7 5,-1 0,0-1,0-1,-1-1,0 0,1-1,-1 0,0-1,-1-1,8 0,0 0,0-1,0 0,0 0,0 0,1-1,-1-1,0 1,1-1,-1 0,1-1,-7-3,88 96,-65-79,-1-1,1 0,1 0,-1-1,2-1,-1 1,1-2,1 1,-1-2,1 1,0-2,0 1,1-2,0 0,0 0,0-1,0-1,0 0,1-1,3 0,4-3,1-2,-1 0,0-1,0-1,0-1,-1-1,2-2,17-6,-38 16,1-1,-1 1,0 0,0-1,1 1,-1 0,0 0,0 0,1 0,-1 0,0 0,1 0,-1 0,0 1,0-1,1 0,-1 1,0-1,0 1,0-1,0 1,1 0,-1 0,0-1,0 1,0 0,0 0,-1 0,1 0,0 0,0 0,-1 0,1 0,0 0,-1 0,1 1,0 0,16 19,-11-18,0-1,0 0,0 0,1 0,-1-1,1 0,0 0,-1 0,1-1,0 0,-1-1,1 1,0-1,-1 0,1-1,-1 0,0 0,1 0,-1-1,0 0,0 0,-1 0,1-1,-1 0,1 0,-1 0,0-1,-1 1,1-1,-1-1,0 1,0 0,1-5,0 2,-1 0,0-1,-1 0,0 0,-1 0,0 0,0 0,0 0,-2 0,1-1,-1 1,0 0,-1-1,0 1,-1 0,-1-6,2 9,-1 0,0 0,0 1,0-1,-1 0,1 1,-1 0,-1 0,1 0,-1 0,0 0,0 1,0 0,-1 0,1 0,-1 0,0 0,0 1,0 0,-1 0,1 1,-1 0,0-1,1 2,-6-2,5 3,-1 0,1 0,0 1,-1 0,1 0,0 0,0 1,0 0,0 0,0 1,0 0,1 0,-1 0,1 0,0 1,0 0,0 0,0 1,1-1,0 1,0 0,0 0,0 0,1 1,0-1,0 1,1 0,-1-1,1 1,0 1,1-1,0 0,0 0,0 0,0 1,1-1,0 0,1 1,0 2,0-5,0 0,1 0,0 0,0 0,0-1,0 1,1 0,-1-1,1 0,0 0,0 1,0-2,1 1,-1 0,1-1,-1 1,1-1,0 0,0-1,0 1,0 0,0-1,4 1,29 8</inkml:trace>
  <inkml:trace contextRef="#ctx0" brushRef="#br0" timeOffset="1290.727">1195 155,'-14'29,"0"0,3 1,0 1,2 0,1 1,2 0,1 0,1 0,2 16,20-89,39-175,-47 166,-3 27,-7 23,0 0,0 1,0-1,0 0,0 0,0 1,0-1,0 0,0 0,0 0,0 1,0-1,0 0,0 0,1 1,-1-1,0 0,0 0,0 1,0-1,0 0,0 0,1 0,-1 1,0-1,0 0,0 0,0 0,1 0,-1 0,0 1,0-1,1 0,-1 0,0 0,0 0,0 0,1 0,-1 0,0 0,0 0,1 0,-1 0,0 0,0 0,1 0,-2 3,1 0,0 0,0-1,0 1,0 0,0 0,1 0,-1 0,1-1,0 1,0 0,0-1,0 1,0-1,1 1,-1-1,1 1,-1-1,1 0,0 0,0 0,0 0,0 0,1 0,-1 0,0-1,1 1,-1-1,1 0,-1 0,1 0,0 0,-1 0,1 0,3 0,7-2,0-1,-1 0,1-1,0 0,-1-1,1 0,-1-1,-1-1,1 0,-1 0,0-1,10-8,68-49,-89 63,0 1,0-1,1 1,-1-1,0 1,1-1,-1 1,0-1,1 1,-1-1,1 1,-1 0,1-1,-1 1,1 0,-1-1,1 1,-1 0,1 0,-1-1,1 1,-1 0,1 0,0 0,-1 0,1 0,-1 0,1 0,0 0,-1 0,1 0,-1 0,1 0,0 0,-1 0,1 1,-1-1,1 0,-1 0,1 1,-1-1,1 0,-1 1,1-1,-1 0,1 1,-1 0,-2 31,2-29,-8 35,2 1,2 0,1 0,2 0,2 0,2 1,3 13,4-6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36:14.2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0 137,'14'0,"30"-7,38-9,42-9,37-5,28-2,-17 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1:08.1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2382 452,'-3'-10,"-1"0,0 1,0 0,0 0,-1 0,-1 0,0 1,0 0,0 0,-1 0,0 1,-1 0,0 0,-6-4,-128-70,53 42,-1 4,-1 4,-2 4,-88-14,159 37,-94-19,0 4,-1 6,-27 4,89 14,1 2,-1 2,1 3,1 3,0 1,1 3,1 2,-20 13,-12 2,46-21,-21 7,1 3,1 3,1 2,2 2,-1 3,43-27,0 1,1 0,-1 1,2 0,-1 0,1 1,1 0,0 0,1 1,0 0,0 1,2-1,-1 1,2 0,0 1,0-1,0 7,2 1,1 0,1 1,1-1,1 0,0 0,2 0,1-1,0 1,1-1,7 15,8 12,2 0,2-2,26 36,-23-38,1-1,2-2,2-1,2-2,1-1,1-1,2-3,2-1,1-2,1-1,1-3,1-1,2-3,0-2,37 10,-30-17,0-2,1-2,0-3,0-3,1-2,-1-2,0-2,0-3,-1-3,0-2,0-2,6-5,11-6,-2-3,-1-4,-1-2,-2-3,-2-3,-1-3,-2-3,36-36,-69 57,-2 0,0-2,-2-1,-1 0,-1-2,-1-1,2-8,-15 26,-1 0,0-1,-1 1,-1-1,0 0,-1 0,0 0,-1 0,-1-1,0 1,-1-1,0 1,-2-1,1 1,-2 0,0 0,-1 0,0 0,-3-7,-2 5,0 0,0 0,-1 1,-1 0,-1 1,0 0,-1 1,0 0,-1 1,0 1,-1 0,-1 1,-11-6,-1 1,0 1,-1 2,-1 1,0 1,-1 2,0 0,-18 0,7 4,0 2,0 2,1 2,-1 2,0 1,-18 6,-90 24</inkml:trace>
  <inkml:trace contextRef="#ctx0" brushRef="#br0" timeOffset="1657.37">689 1627,'-6'1,"1"1,0 0,-1 1,1-1,0 1,1 0,-1 0,0 1,1 0,0-1,0 1,0 1,0-1,1 0,-1 1,1 0,0 0,1 0,-1 0,1 0,0 1,0-1,0 3,-5 8,-78 165,9 3,7 3,-38 179,81-254,6 1,4 0,6 1,4 97,2-26,-3-164,6-36,9-31,-3 22</inkml:trace>
  <inkml:trace contextRef="#ctx0" brushRef="#br0" timeOffset="2606.205">19 2514,'316'-307,"-190"212,-103 85,-22 10,-1 0,0 0,1 0,-1 0,0 0,1 0,-1 0,0 1,1-1,-1 0,0 0,1 0,-1 0,0 0,1 0,-1 1,0-1,0 0,1 0,-1 0,0 1,0-1,1 0,-1 1,0-1,0 0,0 0,1 1,-1-1,0 0,0 1,0-1,0 0,0 1,0-1,0 0,0 1,0-1,0 0,0 1,0-1,0 0,0 1,0-1,0 0,0 1,0-1,0 0,0 1,-1-1,1 0,0 1,0-1,0 0,-1 0,1 1,0-1,0 0,-1 0,1 1,0-1,-2 4,0 0,0 1,0-1,1 1,0-1,0 1,0 0,0-1,1 1,-1 0,1-1,1 1,-1 0,1 0,0 0,88 312,-89-316,1 0,0-1,-1 1,1 0,-1 0,1 0,-1 0,0 0,1 0,-1 0,0 0,0 0,0 0,0 0,0 0,0 0,0 0,0 0,0 0,0 0,0 0,-1 0,1 0,0 0,-1 0,1 0,0-1,-1 1,0 0,1 0,-1 0,1 0,-1-1,0 1,0 0,1-1,-1 1,0 0,0-1,0 1,0-1,0 0,1 1,-1-1,0 1,0-1,0 0,0 0,0 0,0 0,0 0,0 0,0 0,-1 0,-113-40,-191-82,283 116,23 6,0 0,0 0,1 1,-1-1,0 0,0 0,0 0,1 0,-1 1,0-1,0 0,0 0,0 0,0 1,1-1,-1 0,0 0,0 1,0-1,0 0,0 0,0 1,0-1,0 0,0 0,0 1,0-1,0 0,0 0,0 1,0-1,0 0,0 0,0 1,0-1,0 0,-1 0,1 0,0 1,0-1,0 0,0 0,-1 0,1 1,0-1,0 0,0 0,0 0,-1 0,1 0,0 1,0-1,-1 0,1 0,0 0,0 0,-1 0,1 0,0 0,0 0,-1 0,1 0,0 0,0 0,-1 0,1 0,0 0,9 12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1:13.3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124 407,'0'14,"0"13,0 10,2 6,4 1,2-1,3-3,-1-7,-2-9</inkml:trace>
  <inkml:trace contextRef="#ctx0" brushRef="#br0" timeOffset="1551.87">1 229,'40'18,"8"2,-1 1,-1 3,-1 2,-1 2,3 5,-35-22,-1 1,-1 0,0 0,0 1,-1 1,-1-1,0 1,-1 1,-1-1,0 1,-1 1,0-1,-1 1,-1-1,-1 1,0 6,0-14,-3-5,1-1,0 1,0 0,0-1,0 1,0 0,0-1,1 1,0 0,-1-1,1 1,0-1,0 1,0-1,1 1,-1-1,1 0,-1 0,1 0,0 0,-1 0,1 0,0 0,0 0,1-1,-1 1,0-1,1 1,-1-1,0 0,1 0,-1 0,1 0,0-1,0 1,5-5,1 0,-1 0,0-1,0 0,0-1,-1 0,0 0,0 0,0-1,-1 0,0 0,0-1,-1 0,0 0,3-5,52-101,-56 138,2 69,-5-90,0 0,0 0,0 0,0-1,1 1,0 0,-1 0,1-1,0 1,0-1,0 0,0 0,1 1,-1-1,1-1,-1 1,1 0,0-1,-1 1,1-1,0 0,0 0,0 0,0 0,0 0,0-1,0 1,3-1,5-1,0 0,0-1,0 0,0-1,0 0,-1-1,1 0,-1-1,0 0,0-1,-1 1,0-2,0 0,0 0,-1 0,0-1,0 0,-1-1,0 0,0 0,-1 0,1-3,18-58,-36 139,12-64,-1 0,1 0,-1 1,1-1,1 0,-1 0,1-1,0 1,0 0,0-1,1 1,-1-1,1 1,0-1,0 0,1 0,-1-1,1 1,0-1,0 0,0 0,1 0,-1 0,1-1,-1 1,1-1,0-1,0 1,0-1,0 1,0-1,12 1,1 0,-1-2,1 1,-1-2,1-1,-1 0,1-1,-1-1,0 0,-1-1,1-1,-1-1,0 0,0-1,-1-1,0 0,-1-1,0-1,0 0,-1-1,-1 0,6-8,-12 13,0 0,0 0,-1 0,0-1,0 1,0-1,-1-1,-1 1,1 0,-1-1,-1 0,0 1,0-1,-1 0,0 0,0 0,-1 0,0-9,-8 13,4 21,0 38,2-1,3 0,2 1,5 22,-3-24,12 164,-10 137,-15-288,8-64,0-1,-1 0,1 1,0-1,0 0,-1 1,1-1,0 0,-1 1,1-1,-1 0,1 0,0 0,-1 1,1-1,-1 0,1 0,-1 0,1 0,0 0,-1 0,1 0,-1 0,1 0,-1 0,1 0,-1 0,1 0,-1 0,1 0,0 0,-1 0,1-1,-1 1,1 0,0 0,-1-1,1 1,-1 0,1 0,0-1,-1 1,1 0,0-1,0 1,-1 0,1-1,0 1,0-1,0 1,-1-1,1 1,0 0,0-1,0 1,0-1,0 1,0-1,0 1,0-1,0 1,0 0,0-1,0 0,-9-23,1-2,1 1,1-1,2 0,0 0,1-22,1 30,-5-46,2 0,4 0,2-1,3 1,9-43,-12 98,0 1,1-1,0 1,0 0,0 0,1-1,1 2,-1-1,1 0,0 1,1 0,0 0,0 0,0 0,1 1,0 0,1 0,-1 1,1 0,0 0,5-3,-8 7,-1 1,1-1,-1 1,0 0,1 0,-1 0,1 1,-1-1,1 1,-1 0,0 0,1 0,-1 0,0 0,0 1,0-1,0 1,0 0,0 0,0 0,0 1,-1-1,0 1,1 0,46 71,-45-64,0-1,-1 1,0 0,0 0,-1 1,-1-1,1 0,-2 1,1-1,-2 1,0 4,1-11,-1 0,0 0,0 0,0 0,0 0,-1 0,1 0,-1 0,0-1,0 1,-1-1,1 1,-1-1,0 0,1 0,-1 0,-1 0,1-1,0 1,-1-1,1 0,-1 0,0 0,0 0,1 0,-1-1,0 0,-1 0,0 0,3 0,0-1,0 1,0-1,0 1,0-1,0 0,1 0,-1 0,0 0,0 0,0 0,0-1,0 1,0-1,0 1,1-1,-1 0,0 0,0 1,1-1,-1 0,0-1,1 1,-1 0,1 0,0-1,-1 1,1-1,0 1,0-1,0 1,0-1,0 0,0 1,0-1,1 0,-1 0,1 0,-1 0,1 0,0 0,0 1,-1-1,1 0,1 0,-1 0,0 0,0 0,1-1,4-7,0 1,0 0,1 1,0-1,0 1,1 0,0 0,0 1,1 0,0 1,1-1,-1 1,3 0,-6 2,30-21,-11 10,-1-1,-1-1,0 0,-1-2,-1 0,-1-2,-1 0,0-1,-2 0,-1-2,-1 0,3-8,-10 16,0 0,-2-1,0 0,-1 0,-1 0,0-1,-1 1,-1-1,-1 0,-1 1,0-1,-1 1,-1-1,0 1,-2 0,0 0,-6-15,9 28,0 0,-1 0,1 1,0-1,-1 0,0 1,0 0,0 0,0-1,-1 2,1-1,-1 0,0 1,0 0,1 0,-1 0,-1 0,1 1,0-1,0 1,-1 0,1 0,0 1,-1-1,1 1,-1 0,1 0,-1 1,1-1,0 1,-1 0,1 0,0 0,0 1,0-1,-1 1,2 0,-1 1,0-1,0 0,-1 3,-4 3,0 0,1 1,0 0,1 1,0 0,0 0,1 1,1-1,-1 1,2 0,0 1,0-1,-2 11,-19 158,23-147,1 0,2-1,2 1,0 0,2-1,5 15,-5-31,-1-1,2-1,0 1,1-1,0 0,1 0,0-1,1 0,1-1,0 0,1 0,0-1,1 0,6 3,-4-4,1-1,0 0,0-1,1-1,0-1,0 0,1-1,-1-1,1 0,0-1,0-1,1-1,-1 0,11-2,-15 1,0-1,0-1,0 0,-1-1,1-1,-1 0,0 0,0-1,0-1,0 0,-1 0,0-1,0-1,-1 1,0-2,-1 0,0 0,0 0,5-8,-10 12,0-1,0 1,-1-1,1 0,-1 0,-1 0,1-1,-1 1,0 0,0-1,-1 0,0 1,0-1,-1 0,0 1,0-1,0 0,-1 1,0-1,0 0,-1 1,0-1,0 1,0 0,-1-1,0 1,0 1,-1-1,-3-5,7 11,-1-1,1 0,0 1,-1-1,1 1,-1-1,1 1,-1-1,1 1,-1-1,0 1,1 0,-1-1,1 1,-1 0,0 0,1-1,-1 1,0 0,1 0,-1 0,0 0,0 0,1 0,-1 0,0 0,1 0,-1 0,0 0,1 0,-1 1,0-1,1 0,-1 0,0 1,1-1,-1 0,1 1,-1-1,1 1,-1-1,1 1,-1-1,1 1,-1-1,1 1,-1-1,1 1,0-1,-1 1,1 0,0 0,-9 39,8-29,1 0,1 0,0 0,0-1,1 1,0 0,1-1,0 1,1-1,0 0,1 0,0-1,0 1,1-1,0 0,1 0,0-1,0 0,1 0,0-1,0 0,1 0,-1-1,2 0,-1-1,3 1,19 6</inkml:trace>
  <inkml:trace contextRef="#ctx0" brushRef="#br0" timeOffset="2749.326">2623 571,'-8'132,"8"-125,0 1,1-1,0 0,1 0,0 0,0 0,0 0,1-1,0 1,0-1,1 1,-1-1,2 0,-1-1,0 1,1-1,1 1,-3-3,1-1,0 1,-1-1,1 0,0 0,1-1,-1 1,0-1,0 1,1-1,-1-1,0 1,1-1,-1 1,1-1,-1-1,1 1,-1-1,1 1,-1-1,0 0,0-1,1 1,-1-1,0 0,3-2,4-2,0 0,0-1,0-1,-1 0,0 0,-1-1,0 0,6-8,-9 10,-1 1,0-1,-1 0,1 0,-2 0,1-1,-1 0,0 1,0-1,-1 0,0-1,0 1,-1 0,-1 0,1-1,-1-2,0 11,0 1,1-1,-1 0,0 1,0-1,0 0,1 1,-1-1,0 0,0 1,0-1,0 1,0-1,0 0,0 1,0-1,0 1,0-1,0 0,0 1,0-1,0 0,-1 1,1-1,0 1,0-1,0 0,0 1,-1-1,1 0,0 1,0-1,-1 0,1 0,0 1,-1-1,1 0,0 0,-1 1,1-1,0 0,-1 0,1 0,0 0,-1 0,1 1,-1-1,1 0,0 0,-1 0,1 0,-1 0,1 0,0 0,-1 0,1 0,0-1,-1 1,1 0,-1 0,1 0,0 0,-1-1,1 1,0 0,-1 0,1 0,0-1,-4 13,2 0,0 0,0 0,1 1,0-1,1 0,1 1,0 3,0-11,-1-1,1 1,0 0,1-1,-1 1,1-1,-1 0,2 1,-1-1,0 0,1 0,-1 0,1-1,0 1,1-1,-1 0,0 1,1-1,0-1,0 1,0 0,0-1,2 1,8 0,-1 0,1-1,0-1,-1 0,1-1,0 0,0-1,0-1,-1 0,1-1,-1 0,1-1,-1-1,-1 0,1-1,-1 0,1-1,-2 0,9-6,-11 7,-1 1,1-2,-1 1,0-1,-1 0,1-1,-1 1,-1-1,0-1,0 0,0 1,-1-2,0 1,-1 0,0-1,-1 0,0 0,-2 9,-1 0,1 0,-1-1,1 1,-1 0,0 0,1 0,-1-1,0 1,0 0,0 0,0-1,0 1,0 0,0 0,-1-1,1 1,0 0,-1 0,1 0,-1-1,1 1,-1 0,1 0,-1 0,0 0,0 0,1 0,-1 0,0 0,0 1,0-1,0 0,0 0,0 1,0-1,0 1,-1-1,1 1,0-1,0 1,0 0,-1-1,1 1,0 0,0 0,0 0,-1 0,1 0,0 0,0 0,-1 1,1-1,0 0,0 1,0-1,-1 1,1-1,-1 4,-1-1,1 1,0 0,0-1,0 1,1 0,0 0,-1 0,1 1,1-1,-1 0,0 0,1 0,0 1,0-1,1 0,-1 0,1 1,0-1,0 0,0 0,0 0,1 0,-1 0,1 0,1 0,1 2,0 1,1-1,0 0,1 0,-1-1,1 0,0 0,1 0,-1 0,1-1,0 0,0-1,0 0,0 0,0 0,1-1,0 0,-1 0,1-1,5 1,6 0,-1-1,1-1,0-1,-1 0,1-1,-1-1,0-1,6-2,-14 4,-1-1,1 1,-1-2,0 0,0 0,-1 0,1-1,-1-1,0 1,0-1,-1-1,1 1,-1-1,-1-1,0 1,0-1,0 0,-1 0,0-1,0 0,-1 1,-1-2,2-4,-5 25,0 0,0 0,1 0,1 0,0 0,0 0,1 0,0 0,1-1,0 0,3 6,-5-13,0 1,0-1,0 1,0-1,1 0,-1 1,1-1,0-1,0 1,0 0,0-1,1 1,-1-1,1 0,-1 0,1 0,0-1,-1 1,1-1,0 0,0 0,0 0,0-1,0 0,0 1,0-1,0 0,1-1,-1 1,0-1,3-1,18-7,1-2,-1 0,-1-2,0-1,-1-1,8-8,5-1,61-34,-96 58,-1-1,1 1,0 0,0 0,-1 0,1-1,0 1,0 0,-1 0,1 0,0 0,0 0,0 0,-1 1,1-1,0 0,0 0,-1 0,1 1,0-1,-1 0,1 1,0-1,-1 1,1-1,0 1,-1-1,1 1,-1-1,1 1,-1-1,1 1,-1 0,1-1,-1 1,0 0,1 0,-1-1,0 1,0 0,0 0,1-1,-1 1,0 0,0 0,-1 40,1-35,-3 15,1-14,1-1,-1 0,1 1,1-1,-1 1,1-1,0 1,1-1,-1 1,1-1,1 1,-1-1,1 0,0 1,0-1,1 0,0-1,0 1,0 0,1-1,0 1,4 3,4-2,0-1,1 0,0-1,0 0,1-1,-1-1,1 0,-1-1,1 0,0-1,0-1,0 0,0-1,6-1,2 0,1 0,-1-2,0-1,-1 0,1-2,-1 0,0-2,17-9,-27 12,-1 0,0 0,0-1,-1 0,0-1,0 0,-1-1,0 0,-1 0,1 0,-2-1,1 0,-2 0,1-1,-1 0,-1 0,2-8,0-16,-3 0,0-1,-3 0,-1 0,-1 1,-2-1,-2 1,-1 0,-2-1,6 19,-36-162,39 179,0 0,-1 1,1-1,0 0,-1 0,1 0,0 1,-1-1,1 0,0 0,-1 0,1 0,0 0,-1 0,1 0,0 0,-1 0,1 0,0 0,-1 0,1 0,0 0,-1 0,1 0,0-1,-1 1,1 0,0 0,-1 0,1 0,0-1,-1 1,1 0,0 254,1-244,-1-2,3 62,2 0,3 0,3-1,15 45,-23-103,0 0,0 0,2 0,-1-1,1 0,1 0,0 0,0-1,1 0,0 0,0 0,1-1,0 0,3 1,23-4,-23-13</inkml:trace>
  <inkml:trace contextRef="#ctx0" brushRef="#br0" timeOffset="3709.785">4439 434,'436'30,"-326"-20,-1 5,87 25,-146-20,-73-11,-24-8,38-2,0 0,0 1,0 1,0-1,0 1,1 1,-1 0,0 0,-6 3,12-2,-1-1,1 2,0-1,0 0,0 1,0 0,0-1,1 1,0 0,0 0,0 1,0-1,1 0,-1 0,1 1,0-1,0 1,1 0,-1-1,1 1,0-1,1 1,-1-1,1 1,0-1,0 1,0-1,0 1,1-1,0 0,0 0,0 0,0 0,1 0,-1 0,1 0,0-1,0 0,1 1,-1-1,1 0,-1-1,1 1,2 0,-1 0,1-1,0 0,0 0,0 0,0 0,1-1,-1 0,0-1,0 0,1 0,-1 0,0 0,1-1,-1 0,0 0,0-1,0 0,0 0,0 0,0-1,-1 0,6-3,8-6,-1 0,0-1,0-1,-1-1,-1-1,1-2,13-12,-29 30,0 0,0 1,0-1,0 1,0 0,0-1,0 1,0 0,0-1,-1 1,1 0,0 0,0 0,-1-1,1 1,-1 0,1 0,-1 0,1 0,-1 0,1 1,-1-1,0 0,0 0,1 0,-1 0,0 0,0 0,0 0,0 0,0 1,-1-1,1 0,0 0,-1 1,2 4,-1-3,0 1,0-1,0 1,0-1,1 1,0-1,-1 1,1-1,0 0,1 1,-1-1,1 0,-1 0,1 0,0 0,0 0,0-1,1 1,-1 0,1-1,-1 0,1 1,0-1,0 0,0-1,0 1,0 0,0-1,0 0,1 0,-1 0,0 0,1 0,-1 0,1-1,-1 0,1 0,-1 0,3 0,2-4,-1-1,1 1,-1-1,0 0,0-1,-1 0,0 0,0 0,0-1,-1 0,0 0,0 0,0-1,-1 1,-1-1,1 0,-1 0,0-1,-1 1,1-5,34-140,-37 151,1 0,0 0,0 0,0 0,0 1,0-1,1 0,-1 0,0 1,1-1,-1 1,1 0,0-1,-1 1,1 0,0 0,0 0,0 0,0 0,0 0,0 1,0-1,0 1,0-1,0 1,0 0,0-1,0 1,0 1,0-1,1 0,-1 0,0 1,0-1,0 1,0 0,0-1,1 2,71 42,-64-34,-2 1,1 0,-2 0,1 1,-2 0,1 0,-2 1,1 0,-2 0,0 0,0 0,-2 1,1 1,0 2,1-1,0 0,2 0,0-1,0 0,1 0,1 0,8 10,-12-20,1 0,-1 0,1-1,0 1,0-1,0 0,1-1,-1 0,1 1,0-2,0 1,0-1,0 0,1 0,-1-1,0 1,1-1,-1-1,1 1,0-1,-1-1,1 1,-1-1,0 0,5-1,3-2,1 0,-1-1,-1 0,1-1,-1-1,0 0,0-1,-1 0,0-1,10-9,-12 7,1 0,-1 0,-1-1,0 0,-1-1,0 1,-1-2,0 1,3-13,-7 20,-1-1,0 1,0-1,-1 0,1 0,-1 1,-1-1,0 0,0 0,0 0,-1 0,0 0,0 0,0 0,-1 1,0-1,-1 1,1-1,-1 1,-1 0,1 0,-2-1,3 4,0 1,0 0,-1-1,1 1,-1 0,1 1,-1-1,0 0,0 1,0-1,0 1,0 0,0 0,0 0,0 1,0-1,-1 1,1-1,0 1,0 0,-1 0,1 1,0-1,0 1,0-1,0 1,-1 0,1 0,0 1,0-1,1 0,-1 1,0 0,0 0,1 0,-1 0,1 0,0 0,-1 1,1-1,0 1,1-1,-1 1,0 0,1 0,-2 2,-1 4,-1 1,1-1,1 1,-1 0,2-1,-1 2,2-1,-1 0,1 0,1 0,0 1,0-1,1 0,0 0,1 0,0 1,1-2,0 1,0 0,1 0,0-1,1 0,0 0,1 0,0-1,0 0,0 0,1 0,1-1,-1 0,1 0,0-1,0 0,1 0,0-1,8 3,121 37,-75-34</inkml:trace>
  <inkml:trace contextRef="#ctx0" brushRef="#br0" timeOffset="6673.494">383 1321,'12'7,"0"1,-1 0,1 0,-2 1,1 0,-1 1,-1 0,0 1,0 0,-1 0,0 1,-1 0,-1 0,0 1,0 0,-1 0,-1 0,0 1,-1-1,-1 1,0 0,0 8,-1-18,-2-3,1 0,0-1,-1 1,1 0,0-1,0 1,0 0,-1 0,1-1,0 1,0 0,0 0,0-1,0 1,0 0,1 0,-1-1,0 1,0 0,0 0,1-1,-1 1,0 0,1-1,-1 1,1-1,-1 1,1 0,-1-1,1 1,-1-1,1 1,-1-1,1 1,0-1,-1 0,1 1,0-1,-1 0,1 1,0-1,-1 0,1 0,0 0,0 0,-1 0,1 0,0 0,0 0,-1 0,1 0,0 0,0 0,103-127,-15 27,-89 100,1-1,0 0,-1 0,1 0,0 1,0-1,-1 0,1 1,0-1,0 1,0-1,0 1,0-1,0 1,-1-1,1 1,0 0,0 0,0-1,1 1,-1 0,0 0,0 0,0 0,0 0,0 1,0-1,0 0,0 0,0 1,0-1,0 0,-1 1,1-1,0 1,0-1,0 1,0-1,0 1,-1 0,1 0,0-1,-1 1,1 0,0 0,-1 0,1 0,-1-1,1 1,-1 0,0 0,1 0,-1 0,0 0,0 0,9 60,-10-55,1 1,1-1,-1 1,1-1,0 0,0 1,1-1,0 0,0 0,1 0,-1 0,1-1,0 1,1-1,0 1,-1-1,5 3,-2-3,0-1,-1 0,2 0,-1-1,0 0,1 0,0-1,-1 1,1-1,0-1,0 1,0-1,0-1,0 1,1-1,-1 0,0-1,0 0,0 0,0 0,0-1,1-1,7-1,0-1,0-1,-1 0,0-2,0 1,0-1,-1-1,-1-1,7-5,-15 13,-1-1,0 1,0 0,0-1,0 0,0 1,-1-1,1 0,-1 0,0-1,1 1,-2 0,1-1,0 1,-1-1,1 0,-1 1,0-1,-1 0,1 0,0 0,-1 0,0 0,0 1,0-1,-1 0,1 0,-1 0,0 0,0 0,0 1,-1-1,1 1,-1-1,0 1,0-1,0 1,0 0,0 0,-1 0,0 0,1 1,-1 0,0 1,0-1,0 1,0 0,0 0,0 0,0 0,0 0,0 1,-1-1,1 1,0 0,0 0,0 0,-1 0,1 1,0 0,0-1,0 1,0 0,0 0,0 1,0-1,0 0,0 1,1 0,-1 0,0 0,-1 2,-1 0,0 1,0 1,0-1,1 1,0-1,0 1,0 0,1 1,0-1,0 0,1 1,0 0,-2 6,3-8,0 1,0 0,1-1,0 1,0-1,0 1,1 0,-1-1,1 1,1-1,-1 1,1-1,0 0,0 1,0-1,1 0,0 0,0-1,0 1,1-1,-1 1,1-1,0 0,0 0,1-1,-1 1,1-1,0 0,-1 0,1-1,1 1,-1-1,2 0,13 3,0-1,1-1,-1 0,1-2,-1 0,1-2,-1 0,1-1,-1-1,0-1,6-3,33-7</inkml:trace>
  <inkml:trace contextRef="#ctx0" brushRef="#br0" timeOffset="7529.208">1790 1459,'-10'1,"-1"2,1-1,0 2,1-1,-1 1,1 0,-1 1,1 0,0 1,-1 2,6-6,1 1,-1 0,1 0,0 0,0 1,0-1,1 1,-1 0,1-1,0 1,0 0,0 0,1 0,-1 1,1-1,0 0,0 0,1 1,-1-1,1 1,0-1,0 0,0 1,1-1,0 2,0-2,0 0,0-1,1 1,0 0,0-1,0 1,0-1,0 1,1-1,-1 0,1 0,0 0,0-1,0 1,0-1,1 1,-1-1,0 0,1 0,0-1,-1 1,1-1,1 1,94 16,-75-17,1 0,0-1,-1-1,1-2,-1 0,1-2,-1 0,-1-2,1-1,-1 0,0-2,-1-1,0 0,6-6,-25 15,0 0,0 0,0 0,-1-1,1 1,-1-1,1 0,-1 0,0 0,0 0,0 0,0 0,-1 0,1-1,0 0,-10 10,9-2,0 0,0 0,0 0,0-1,1 1,-1 0,1-1,0 1,0-1,0 0,1 0,-1 0,1 0,0 0,0 0,0-1,0 0,0 1,0-1,1 0,-1 0,1-1,0 1,-1-1,1 0,0 0,0 0,0 0,-1-1,5 1,1 1,0-1,1 0,-1 0,0-1,0 0,1-1,-1 0,0 0,0-1,0 0,3-1,-9 2,0 0,1-1,-1 1,0-1,1 1,-1-1,0 0,0 0,0-1,-1 1,1 0,-1-1,1 0,-1 0,0 1,0-1,0-1,0 1,0 0,-1 0,0-1,1 1,-1 0,0-1,-1 0,1 1,-1-1,1 1,-1-1,0 0,-1-1,0 1,-1-1,1 1,-1-1,1 1,-1 0,-1 0,1 0,-1 0,1 0,-1 1,0-1,0 1,-1-1,1 1,-1 0,1 1,-1-1,0 1,0-1,0 1,0 0,-2 0,-25-18,32 19,0 0,1 0,-1 0,0 0,1 0,-1 0,1 1,-1-1,1 0,-1 1,1-1,-1 1,1 0,0 0,-1-1,1 1,-1 0,1 0,0 0,-1 1,1-1,-1 0,1 1,35-2,5 0,0 1,-1 2,1 2,-1 1,2 3,-34-6,-2 1,1 0,0 0,0 1,-1 0,0 0,0 1,0-1,-1 2,1-1,-1 1,0 0,-1 0,1 0,-1 1,-1 0,1 0,-1 0,0 1,-1-1,0 1,0 0,0 0,-1 0,-1 0,1 0,-1 2,0 0,-1-8,0 0,-1 0,1 0,0 0,0 0,0-1,0 1,1 0,-1 0,0 0,1 0,-1 0,1-1,0 1,0 0,-1-1,1 1,0 0,0-1,1 1,-1-1,0 1,0-1,1 0,-1 0,1 1,-1-1,1 0,0 0,-1-1,1 1,0 0,0 0,-1-1,3 1,3-4,0 0,0-1,-1 1,1-1,-1-1,0 1,0-1,0 0,-1-1,1 1,3-7,0 2,8-8,0-2,-2 0,0-1,-1-1,4-11,-8 77,-9-37,0 0,1 0,0 0,0 0,1 0,0 0,0-1,0 1,1-1,0 0,1 0,-1 0,1-1,0 0,0 0,1 0,-1 0,1-1,0 0,1 0,-1 0,1-1,-1 0,6 1,8 3,0-2,1 0,0-1,0-1,0-1,0-1,20-1,13-2</inkml:trace>
  <inkml:trace contextRef="#ctx0" brushRef="#br0" timeOffset="8126.616">3743 1540,'-16'-4,"-1"1,0 1,0 0,1 1,-1 0,0 2,0 0,-5 2,16-3,1 1,-1 1,0-1,1 1,-1 0,1 0,-1 1,1-1,0 1,0 0,0 1,1-1,-1 1,1 0,0 0,0 0,0 1,1-1,-1 1,1 0,0 0,0 0,1 1,0-1,-1 2,2-4,0 1,0-1,1 0,-1 1,1-1,-1 1,1-1,0 1,0-1,1 1,-1-1,1 1,0-1,0 1,0-1,0 0,0 0,1 1,0-1,-1 0,1 0,0-1,0 1,1 0,-1-1,1 1,-1-1,1 0,0 1,0-1,0-1,0 1,0 0,0-1,0 0,1 1,-1-1,0-1,1 1,-1 0,1-1,-1 0,1 1,2-2,6 0,0-1,0 0,0-1,0-1,-1 0,1 0,-1-1,0-1,0 1,-1-2,0 0,0 0,0-1,-1 0,0 0,-1-1,0 0,0-1,-1 0,0 0,-1 0,0-1,0 0,1-7,3-8,0-1,-2 0,-1-1,-2 1,0-1,-2-1,-1 1,-1 0,-2-1,0 1,-2 0,-4-12,1 11,6 30,0-1,0 0,1 1,-1-1,0 1,0-1,0 0,0 1,0-1,0 1,0-1,0 1,0-1,0 0,0 1,0-1,0 1,0-1,0 0,0 1,0-1,0 1,-1-1,1 0,0 1,0-1,0 0,-1 1,1-1,0 0,-1 1,1-1,0 0,-1 0,1 1,0-1,-1 0,1 0,0 1,-1-1,1 0,-1 0,1 0,0 0,-1 0,1 0,-1 0,1 0,0 0,-1 0,1 0,-1 0,1 0,-1 0,1 0,0 0,-1 0,1-1,0 1,-1 0,1 0,-1 0,1-1,0 1,-1 0,1 0,0-1,-9 47,2 0,1 0,3 1,2 0,3 17,-1-41,0 1,2-1,1 0,0 0,2 0,1 0,5 10,-10-26,1 0,1 0,-1-1,1 0,0 0,1 0,-1 0,1 0,0-1,1 0,-1 0,1 0,0-1,0 0,1 0,-1 0,1-1,0 0,-1-1,1 1,1-1,-1 0,0-1,0 0,5 0,-2-1,0-1,0-1,0 0,0 0,0-1,-1 0,1 0,-1-1,1-1,-1 1,-1-2,1 1,-1-1,0 0,0-1,-1 0,1 0,-2-1,1 1,-1-2,0 1,-1-1,0 1,0-2,-1 1,0 0,-1-1,0 0,0 1,-1-1,0 0,-1-4,-1 8,-5 18,-5 21,-1 84,11-113,0-1,0 1,0-1,1 1,0-1,-1 1,1-1,1 1,-1-1,0 0,1 1,0-1,0 0,0 0,0 0,0 0,0-1,1 1,-1-1,1 1,0-1,0 0,0 0,0 0,0 0,0-1,1 1,-1-1,0 0,1 0,0 0,24 0,-2-6</inkml:trace>
  <inkml:trace contextRef="#ctx0" brushRef="#br0" timeOffset="8370.962">4276 1199,'-17'0,"-4"4,0 5,4 2,10 2,13 1,5-1</inkml:trace>
  <inkml:trace contextRef="#ctx0" brushRef="#br0" timeOffset="8725.015">4644 1021,'-3'22,"0"0,2 0,0 0,2 1,0-1,5 19,-2-3,19 322,-22-343,8 66,-8-80,0 0,-1 0,1 0,1 0,-1 0,0 0,1-1,-1 1,1-1,0 1,0-1,0 1,0-1,0 0,0 0,1 0,-1 0,1-1,-1 1,1-1,0 1,0-1,-1 0,3 1,7-2,1 0,-1 0,0-1,1-1,-1 0,0 0,0-2,0 1,-1-1,1-1,-1 0,0-1,5-4,25-14,-1-1,-2-3,-1-1,19-20,-46 40,-18 34,-16 61,24-83,-1 1,1-1,0 0,0 0,1 1,-1-1,1 0,-1 0,1 0,0 0,0 0,0 0,1 0,-1 0,1 0,0 0,-1-1,1 1,0-1,1 1,-1-1,0 0,1 0,-1 0,1 0,1 1,5 0,0 1,0-2,0 1,0-1,1-1,-1 0,0 0,1-1,-1 0,0 0,1-1,0-1,32-3</inkml:trace>
  <inkml:trace contextRef="#ctx0" brushRef="#br0" timeOffset="8971.362">5326 1404,'-16'-2,"-14"-2,-10 1,-3-2,0 1,2-3,1 1,-1 1,-4 0,6 0</inkml:trace>
  <inkml:trace contextRef="#ctx0" brushRef="#br0" timeOffset="9139.912">4603 1295,'14'-5,"16"-4,17-2,19-2,17-1,18 2,12 0,8 3,2 5,-4 5,-22 3</inkml:trace>
  <inkml:trace contextRef="#ctx0" brushRef="#br0" timeOffset="10238.979">5791 1417,'-9'16,"0"0,2 0,0 1,0 0,2 0,0 1,-1 10,5-22,0 0,1 0,0 0,0 0,0 0,1 0,-1 0,2 0,-1 0,1 0,0 0,0 0,0-1,1 1,0-1,0 1,0-1,1 0,0 0,0-1,0 1,0-1,4 3,0-1,0-1,0 0,0 0,0-1,1 0,-1 0,1-1,0-1,0 1,1-1,-1-1,3 1,-8-2,-1 1,1-1,-1 0,1 0,-1-1,1 1,-1-1,0 0,1 1,-1-1,0-1,1 1,-1 0,0-1,0 0,0 0,0 0,-1 0,1 0,0 0,-1-1,0 1,1-1,-1 0,0 0,0 0,-1 0,1 0,-1 0,1 0,-1 0,0-1,0 1,0-1,-1-6,0 0,-1 0,0 0,0 0,-1 1,0-1,-1 0,0 1,0 0,-1 0,0 0,-1 0,0 0,-1 1,1 0,-1 0,-1 1,0-1,0 1,0 1,-1-1,0 1,0 1,-1-1,1 1,0-1,-1 1,1 1,-1-1,0 1,-1 1,1 0,-10-2,145 16,-107-12,0 1,0 1,0 1,0 0,0 1,-1 1,0 1,1 1,-2 0,1 2,-1 0,14 8,-27-12,1 1,0 0,-1 0,0 0,0 0,-1 1,1-1,-1 1,0 0,-1 0,1 0,-1 0,0 0,-1 1,0-1,0 1,0-1,-1 1,1 1,7 41,-8-47,1 1,-1-1,1 1,0-1,0 0,0 1,0-1,0 0,1 0,-1 0,1 0,-1 0,1 0,0 0,0-1,0 1,0-1,0 1,0-1,0 0,0 0,0 1,1-2,-1 1,0 0,1 0,-1-1,1 1,-1-1,1 0,-1 0,1 0,-1 0,1 0,-1 0,1-1,-1 1,0-1,2 0,16-5,0-1,0-1,-1-1,0-1,0 0,-2-1,1-1,-1-1,-1 0,0-1,-1-1,0 0,4-9,-19 25,0-1,0 1,0-1,0 1,0-1,0 1,0-1,0 1,0-1,0 1,1-1,-1 1,0-1,0 0,0 1,1-1,-1 1,0-1,0 0,1 1,-1-1,0 1,1-1,-1 0,1 1,-1-1,0 0,1 0,-1 1,1-1,-1 0,1 0,-1 0,0 0,1 1,-1-1,1 0,-1 0,1 0,-1 0,1 0,-1 0,1 0,-1 0,1-1,-1 1,1 0,-1 0,1 0,-1 0,1-1,-1 1,0 0,1 0,-1-1,1 1,-1 0,0-1,1 1,-1 0,0-1,2 11,0-4,0-1,0 1,1 0,-1 0,1-1,1 0,-1 1,1-1,0 0,0-1,0 1,1-1,-1 0,1 0,0 0,1-1,-1 1,0-1,1-1,0 1,122 36,-94-32,0-1,1-2,-1-1,1-2,0-1,-1-2,1-1,-1-2,0-2,30-9,10-27,-72 42,0-1,0 0,0 0,-1 0,1 0,-1 0,1 0,-1 0,0 0,0 0,0-1,0 1,0 0,0-1,0 1,-1-1,0 1,1-1,-1 1,0-1,0 0,0 1,0-1,-1 1,1-1,-1 1,0 0,1-1,-1 1,0-1,-1 0,-1-1,1 0,-1 0,0 1,0-1,0 1,-1 0,1 0,-1 0,1 1,-1-1,0 1,0 0,0 0,-1 0,1 0,0 1,-1 0,1 0,-1 0,1 0,-1 1,1 0,-1 0,0 0,1 0,-1 1,1 0,-1 0,1 0,0 0,-1 1,1-1,0 1,0 0,0 1,0-1,0 1,1-1,-1 1,1 0,-3 3,-26 64,32-68,-1 0,1 0,0-1,0 1,0 0,0 0,0 0,0 0,0 0,1-1,-1 1,1 0,-1 0,1 0,0-1,-1 1,1 0,0-1,0 1,0-1,0 1,1-1,-1 0,0 1,1-1,-1 0,1 0,-1 0,1 0,-1 0,1 0,0 0,0-1,-1 1,1 0,0-1,0 0,0 1,0-1,7 0,1 0,-1 0,0-1,0 0,0-1,0 0,0 0,0-1,0 0,-1-1,0 1,1-2,-1 1,-1-1,7-6,43-20,-56 31,1 0,-1 0,0 0,0 0,0 0,1 0,-1 0,0 0,0 1,0-1,0 1,1-1,-1 0,0 1,0 0,0-1,0 1,0 0,0-1,0 1,0 0,-1 0,1 0,0 0,0 0,-1 0,1 0,-1 0,1 0,-1 0,1 0,-1 0,1 1,-1-1,0 0,0 0,0 0,0 1,0-1,0 0,0 0,0 0,0 1,0-1,-1 1,6 18,-2-15,0 0,0 0,0-1,1 1,0-1,0 0,0 0,0 0,0 0,1-1,0 0,0 0,0 0,0 0,0-1,0 0,1 0,-1 0,1-1,-1 0,5 1,4 0,1-1,-1 0,1-1,-1 0,1-2,-1 1,1-2,0 0,-5 1,0 0,-1-1,1 0,-1-1,0 0,0 0,0-1,0 0,-1-1,0 0,0 0,0 0,-1-1,0-1,0 1,-1-1,0 0,0 0,-1-1,0 0,0 0,2-8,-1-13,-1 1,-1-1,-2 0,-1 0,-1-1,-2 1,-1 0,-3-11,1-2,-12-146,14 176,2 46,5 337,-4-351,1 0,0 0,2 0,0-1,1 1,1-1,0 0,1 0,2 0,-1-1,2 0,0 0,1-1,1-1,3 3,-10-14,0 0,0-1,1 1,0-1,-1 0,1 0,0 0,1-1,-1 0,0 0,1 0,-1-1,1 0,0 0,-1 0,1 0,0-1,0 0,-1-1,1 1,0-1,-1 0,1 0,-1-1,1 1,-1-1,1-1,-1 1,0-1,0 0,0 0,-1 0,1-1,-1 1,0-1,0 0,0-1,0 1,-1-1,1 0,17-35,-7 0</inkml:trace>
  <inkml:trace contextRef="#ctx0" brushRef="#br0" timeOffset="10502.276">7293 1267,'16'0,"36"2,55 1,73-2,84-9,81-11,65-18,-37-1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1:11.7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807 569,'-2'19,"1"22,3 21,2 15,0 14,-2 8,1 4,-4 1,-4-5,-5-10,-2-19</inkml:trace>
  <inkml:trace contextRef="#ctx0" brushRef="#br0" timeOffset="624.329">616 747,'17'-5,"0"1,0 0,0 1,0 1,1 1,-1 1,1 0,-1 1,1 1,-1 0,0 2,0 0,0 0,0 2,5 3,-13-7,1 0,-1 1,1 1,-1 0,0 0,-1 0,1 1,-1 1,0 0,0 0,0 0,-1 1,0 0,-1 0,3 4,-8-10,-1 1,0-1,1 0,-1 1,0-1,0 1,1 0,-1-1,0 1,-1-1,1 1,0-1,0 1,-1-1,1 1,-1-1,1 0,-1 1,0-1,1 1,-1-1,0 0,0 0,0 0,0 1,0-1,0 0,0 0,0 0,-1 0,1-1,0 1,-1 0,0 0,-50 20,36-16,0-2,-1 0,1-1,-1 0,1-1,-1-1,0-1,1 0,-14-4,30 5,0 1,-1-1,1 0,0 0,0 0,-1 0,1 0,0 0,-1 0,1 0,0 0,0 0,-1-1,1 1,0 0,0 0,-1 0,1 0,0 0,0 0,-1 0,1-1,0 1,0 0,0 0,-1 0,1-1,0 1,0 0,0 0,0-1,0 1,-1 0,1 0,0-1,0 1,0 0,0 0,0-1,0 1,0 0,0 0,0-1,0 1,0 0,0 0,0-1,0 1,0 0,0-1,0 1,0 0,1 0,-1-1,0 1,0 0,0 0,0 0,0-1,1 1,-1 0,0 0,0 0,0-1,1 1,-1 0,0 0,0 0,1 0,-1 0,20-12,-19 12,1-1,26-10,0-2,-1 0,-1-2,0 0,-1-2,-1-1,-1-1,0-1,9-12,-19 15,-1-1,-1-1,0 0,-1 0,-1-1,-1 0,-1-1,-1 1,-1-1,0-1,-2 1,0-1,-2 1,0-8,-2-30,-2 0,-3 1,-3-1,-11-36,17 76,-19-45,17 66,0 58,1 39,4-1,4 1,5-1,21 94,-25-171,2 0,0 0,1-1,1 0,11 19,-17-33,1 0,0 0,1 0,-1 0,1-1,0 0,1 0,-1 0,1 0,0-1,0 0,0 0,1-1,-1 0,1 0,0 0,0-1,0 0,4 0,-8-1,0-1,1 0,-1 0,0 0,0 0,0-1,0 1,0-1,0 0,0 1,0-2,0 1,0 0,0 0,-1-1,1 0,0 0,-1 1,1-1,-1-1,0 1,0 0,0 0,0-1,0 0,11-19</inkml:trace>
  <inkml:trace contextRef="#ctx0" brushRef="#br0" timeOffset="884.758">779 392,'19'0,"19"-2,23-4,19-2,12 0,7 1,-1 2,-19 2</inkml:trace>
  <inkml:trace contextRef="#ctx0" brushRef="#br0" timeOffset="1238.87">1531 856,'0'-52,"2"23,-1 1,-2-1,-1 1,-1-1,-2 1,0 0,-2 0,-2-1,10 29,-1-1,0 1,1-1,-1 1,1-1,-1 1,1-1,-1 1,1 0,-1-1,1 1,-1 0,1-1,-1 1,1 0,0 0,-1 0,1-1,-1 1,1 0,0 0,-1 0,1 0,0 0,-1 0,1 0,-1 0,1 0,0 1,-1-1,1 0,-1 0,1 0,0 1,-1-1,1 0,-1 1,1-1,-1 1,1-1,-1 0,0 1,1-1,-1 1,1-1,-1 1,14 4,235 30,-244-33,0 0,0 0,0 1,0-1,0 1,-1 0,1 0,-1 1,0-1,0 1,0 0,-1 0,1 0,-1 0,0 1,0-1,-1 1,1 0,-1 0,0 0,0 0,-1 0,0 1,0-1,0 0,0 1,-1-1,0 0,0 1,0-1,-1 2,-26 171,26-176,1 0,0 0,0 0,0 0,0-1,0 1,0 0,0 0,1 0,-1 0,0 0,1-1,0 1,0 0,-1 0,1-1,0 1,0-1,0 1,1-1,-1 1,0-1,1 1,-1-1,0 0,1 0,-1 0,1 0,0 0,-1 0,1 0,0-1,0 1,0 0,-1-1,1 0,0 1,0-1,0 0,0 0,0 0,0 0,-1 0,1-1,15 1,-1-2,1 0,-1-1,0-1,0 0,-1-1,11-5,-13 5,45-16</inkml:trace>
  <inkml:trace contextRef="#ctx0" brushRef="#br0" timeOffset="7379.897">1 1935,'8'-32,"1"0,2 0,1 1,1 1,2 0,1 1,1 0,3 0,-17 24,1-1,-1 1,2 0,-1 0,0 0,1 0,0 1,0 0,1 0,-1 0,1 0,0 1,0 0,0 1,0-1,0 1,0 0,1 0,-1 1,1 0,-1 0,1 1,0 0,-1 0,1 0,0 1,-1 0,1 0,-1 1,1-1,-1 1,0 1,0-1,3 3,1 2,0 1,0 0,-1 0,0 1,0 1,-1-1,0 1,-1 1,0-1,0 1,-2 0,1 1,-1 0,-1 0,0 0,-1 0,0 0,-1 1,0-1,-1 1,-1-9,0-1,0 0,-1 1,0-1,1 1,-1-1,0 0,-1 1,1-1,-1 0,1 0,-1 0,0 0,0 0,0-1,0 1,-1 0,1-1,-1 0,0 1,1-1,-1 0,0-1,0 1,0 0,-1-1,1 0,0 0,0 0,-4 1,2-1,-1 0,1 0,-1 0,1-1,-1 0,1 0,-1 0,1-1,-1 0,1 0,-1 0,1-1,0 1,0-1,0 0,0-1,0 0,0 1,-1-2,5 3,0 1,0-1,0 0,0 1,0-1,1 0,-1 1,0-1,0 0,1 0,-1 0,0 0,1 0,-1 0,1 0,-1 0,1 0,-1 0,1 0,0 0,0 0,-1 0,1 0,0 0,0 0,0 0,0 0,0-1,1 1,-1 0,0 0,0 0,1 0,-1 0,1 0,-1 0,1 0,-1 0,1 0,-1 0,1 1,0-1,-1 0,1 0,0 0,0 1,0-1,0 0,0 1,54-27,196-32,83-3,-304 55,-24 0,-27 6,-1 3,0 0,-1 2,1 1,1 0,-1 2,-7 3,21-7,1 0,-1 0,1 1,0 0,0 1,1-1,-1 1,1 0,0 1,1 0,-1 0,1 0,0 0,0 1,1 0,0 0,0 0,1 1,-1 1,3-6,0-1,0 0,1 1,-1-1,1 1,0-1,-1 0,1 1,0-1,0 1,1-1,-1 1,0-1,1 0,0 1,-1-1,1 0,0 1,0-1,0 0,1 0,-1 0,0 0,1 0,0 0,-1 0,1 0,0-1,0 1,0-1,0 1,0-1,0 0,0 0,0 0,0 0,1 0,-1 0,1-1,5 3,-1-2,1 1,0-1,0 0,0-1,0 0,0 0,0 0,0-1,0-1,6-1,-1-1,0-2,0 1,0-2,-1 0,0 0,0-1,-1-1,0 1,-1-2,0 0,0 0,-1-1,0 0,-1 0,0-1,-1 0,0-1,-7 14,0-1,0 1,0-1,1 0,-1 1,0-1,0 0,0 1,1-1,-1 0,0 1,0-1,1 0,-1 1,0-1,1 0,-1 0,0 1,1-1,-1 0,1 0,-1 0,0 0,1 0,-1 1,0-1,1 0,-1 0,1 0,-1 0,1 0,-1 0,0 0,1 0,-1 0,1-1,-1 1,0 0,1 0,-1 0,0 0,1 0,-1-1,0 1,1 0,1 12,-1-4,1-1,0 0,0 1,1-1,-1 0,2 0,-1-1,1 1,0-1,1 1,-1-1,1-1,0 1,1-1,-1 1,1-2,0 1,0-1,1 1,-1-2,1 1,0-1,0 0,0 0,1-1,-1 0,0-1,1 1,-1-1,1-1,6 1,10-5,-1 0,1-2,-1 0,0-2,-1 0,0-2,0 0,-1-2,-1 0,1-1,-2-1,0-1,-1-1,15-16,-13 14,-1-1,-1 0,0-2,-2 0,0-1,-1 0,-2-2,0 1,-1-2,-2 0,0 0,-2 0,-1-1,-1-1,1-13,-6 38,1-12,0 1,0-1,-2 0,1 1,-2-1,0 0,0 1,-1-1,-2-4,3 16,1 1,0 0,0 0,-1-1,1 1,-1 0,1 0,-1 0,0 0,1 0,-1-1,0 1,0 0,1 1,-1-1,0 0,0 0,0 0,0 0,0 1,0-1,-1 0,1 1,0-1,0 1,0 0,-1-1,1 1,0 0,0 0,-1 0,1-1,0 1,0 1,-1-1,1 0,0 0,-1 0,-39 34,26-7,1 1,1 0,2 1,1 0,2 1,0 0,2 0,1 1,2 0,0 12,1-19,1-1,1 0,1 1,1-1,1 0,6 22,-8-37,2 0,-1-1,1 1,0-1,1 0,0 0,0 0,0-1,1 1,0-1,0 0,1 0,0-1,0 1,0-1,1-1,-1 1,1-1,0 0,0-1,7 3,-2-3,0 0,0 0,0-1,1-1,-1 0,1 0,-1-2,1 1,-1-2,0 1,1-2,-1 0,0 0,0-1,-1 0,1-1,-1-1,4-2,4-3,0-1,0-1,-2-1,1 0,-2-1,0-1,-1-1,0 0,10-17,-10 6,-1-1,-2 0,-1-2,-1 1,-2-1,0 0,-3-1,0 0,-2 1,-2-1,0 0,-3-11,1 11,-3 24,0 23,-7 66,3 0,4 57,4-125,-2 20,2 1,2 0,1-1,7 34,-8-59,0 1,1-1,0 1,0-1,0 0,1 0,1 0,-1-1,1 1,0-1,1 0,0-1,0 1,0-1,1-1,0 1,0-1,0 0,1 0,0-1,4 2,-6-4,1 1,-1-1,1-1,0 1,0-1,0 0,0-1,0 1,0-1,0-1,0 1,0-1,0-1,-1 1,1-1,0 0,-1-1,1 1,-1-1,0-1,0 1,0-1,0 0,0 0,-1-1,0 0,2-1,11-20</inkml:trace>
  <inkml:trace contextRef="#ctx0" brushRef="#br0" timeOffset="7550.35">2022 1580,'7'-2,"16"-6,23-3,27-5,24-2,21-2,-9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9:42:51.224"/>
    </inkml:context>
    <inkml:brush xml:id="br0">
      <inkml:brushProperty name="width" value="0.1" units="cm"/>
      <inkml:brushProperty name="height" value="0.1" units="cm"/>
      <inkml:brushProperty name="color" value="#3333FF"/>
      <inkml:brushProperty name="ignorePressure" value="1"/>
    </inkml:brush>
  </inkml:definitions>
  <inkml:trace contextRef="#ctx0" brushRef="#br0">2769 443,'27'-21,"82"-14,2 4,0 4,2 6,0 5,102-1,-175 13,151-10,-159 15,-32-1,-1 1,1-1,0 0,0 0,-1 1,1-1,0 0,0 0,0 1,-1-1,1 0,0 1,0-1,0 0,0 0,-1 1,1-1,0 1,0-1,0 0,0 1,0-1,0 0,0 1,0-1,0 0,0 1,0-1,0 0,0 1,1-1,-1 0,0 1,0-1,0 0,0 1,1-1,-1 0,0 1,0-1,0 0,1 0,-1 0,0 1,1-1,-1 0,0 0,0 0,1 1,-1-1,0 0,1 0,-1 0,0 0,1 0,-1 0,-130 53,-98 13,-1-9,-36-5,4-14,257-39,24-3,-8 1,1132-282,-1004 257,-257 46,-112 1,-24 2,50 13,2 8,-14 13,105-21,97-23,34-6,126-19,565-130,-292 53,-199 48,-169 36,-44 14,-119 43,-300 90,-6-18,-244 32,615-144,37-7,33-6,416-96,-244 52,191-44,171-9,-492 94,-47 10,-46 8,-141 36,-105 13,213-48,-1016 219,1021-220,36-5,39-7,100-20,-1-6,5-6,-41 11,760-212,-743 205</inkml:trace>
  <inkml:trace contextRef="#ctx0" brushRef="#br0" timeOffset="3083.291">42 484,'-6'16,"1"1,1 0,1 0,0 0,1 1,1-1,0 1,2-1,0 1,0-1,2 0,0 1,1-1,1-1,1 1,0-1,1 0,1 0,0 0,1-1,1-1,10 13,-17-23,-1 0,1-1,0 1,0-1,0 1,0-1,0 0,1 0,0-1,-1 1,1-1,0 0,0 0,1 0,-1 0,0-1,0 1,1-1,-1 0,1-1,-1 1,1-1,-1 0,1 0,0 0,-1-1,1 1,-1-1,0 0,1-1,3-1,2-6,-1-1,0 0,-1 0,0-1,-1 0,0-1,-1 1,0-1,-1-1,0 1,-1-1,0 0,-1 0,-1 0,0 0,-1 0,0 0,-1-1,0-2,0-24,-1-1,-3 0,-1 1,-1 0,-3 0,-1 0,-2 1,-1 1,-3 0,-16-29,27 54,-2 1,0 0,0 0,-1 0,0 1,-1 0,-1 1,0 0,0 0,0 1,-10-6,18 14,0 0,0-1,-1 1,1 0,-1 0,1 1,-1-1,1 0,-1 1,1-1,-1 1,1 0,-1 0,1 0,-1 0,0 0,1 1,-1-1,1 1,-1 0,1 0,-1 0,1 0,0 0,-1 0,1 0,0 1,0-1,0 1,0 0,0 0,-2 3,0 0,0 0,0 1,0-1,1 1,0 0,1 0,-1 0,1 1,0-1,-1 6,1 9,1 0,1 1,1-1,1 0,1-1,0 1,2 0,0-1,1 0,1 0,1 0,1-1,1 0,5 7,25 44</inkml:trace>
  <inkml:trace contextRef="#ctx0" brushRef="#br0" timeOffset="3583.063">764 243,'-5'-2,"1"0,-1 0,0 1,0-1,1 1,-1 0,0 0,0 1,0-1,0 1,0 0,0 1,0-1,0 1,0 0,0 0,1 1,-1-1,0 1,1 0,-1 0,1 1,0-1,-1 1,1 0,1 0,-1 0,0 1,1-1,0 1,-1 0,2 0,-3 2,0 2,-1 0,1 0,1 0,-1 1,1-1,1 1,0 0,0 0,1 0,0 1,0-1,1 0,0 1,1-1,0 1,1-1,0 1,0-1,1 0,0 1,0-1,1 0,1 1,2-4,0 0,1-1,-1 0,1 0,0-1,0 1,1-1,-1-1,1 0,0 0,0 0,0-1,0 0,0-1,0 0,1 0,-1-1,0 0,1 0,52 8,-57-7,0-1,0 1,0-1,0 1,0 0,0 1,0-1,0 1,0 0,0 0,-1 0,1 0,-1 0,0 1,1 0,-1 0,0 0,0 0,-1 0,1 0,-1 1,0-1,0 1,0 0,0-1,0 1,-1 0,0 0,0 0,0 0,0 1,-1-1,1 0,-1 0,0 0,-1 4,0-3,-1-1,1 1,-1-1,0 1,-1-1,1 0,-1 0,0 0,0 0,0 0,-1-1,1 0,-1 1,0-1,0 0,0-1,0 1,0-1,0 0,-1 0,0 0,-101 29,103-31,-39 5,42-5,0 0,0 0,0 0,-1 0,1 0,0 0,0 0,-1 0,1-1,0 1,0 0,0 0,-1 0,1 0,0 0,0 0,0-1,0 1,-1 0,1 0,0 0,0-1,0 1,0 0,0 0,0 0,-1-1,1 1,0 0,0 0,0-1,0 1,0 0,0 0,0-1,0 1,0 0,0 0,0 0,0-1,0 1,1 0,-1 0,0-1,0 1,0 0,0 0,0 0,0-1,0 1,1 0,-1 0,0 0,0 0,0-1,0 1,1 0,-1 0,0 0,0 0,0 0,1 0,-1-1,0 1,0 0,1 0,-1 0,0 0,10-8</inkml:trace>
  <inkml:trace contextRef="#ctx0" brushRef="#br0" timeOffset="3935.656">1473 136,'-13'-4,"0"1,0 1,0 0,-1 0,1 1,-1 1,1 0,-1 1,1 1,0 0,0 1,0 0,0 1,0 0,1 1,-1 0,1 1,0 1,1 0,0 0,0 1,1 1,0 0,0 0,1 1,0 0,0 0,1 1,1 0,-3 6,6-11,0 0,0 1,0-1,1 1,0 0,0-1,1 2,0-1,0 0,1 0,0 1,0-1,1 0,-1 1,2-1,-1 1,1-1,0 0,1 1,-1-1,1 0,1 0,0 0,0 0,0-1,0 1,1-1,1 0,-1 0,1 0,0 0,0 0,11 4,0-1,1 0,0-1,0 0,1-2,0 0,0-1,0-1,1 0,0-2,-1 0,1-1,0-1,0 0,0-2,6-1,0 1,0-1,0-1,0-1,0-1,-1-2,0 0,-1-1,0-2,12-7,-15 4</inkml:trace>
  <inkml:trace contextRef="#ctx0" brushRef="#br0" timeOffset="6716.609">1873 391,'16'-68,"31"-242,-36 297,-3 38,9 46,3-2,3-1,6 6,-16-46,0 1,-2 1,-2 0,0 0,-2 1,1 22,-7-50,-1 0,1 1,-1-1,0 1,0 0,-1-1,1 0,-1 1,0-1,0 1,0-1,0 0,0 1,-1-1,1 0,-1 0,0 0,0 0,0 0,0-1,-1 1,1-1,-1 1,0-1,1 0,-1 0,0 0,0 0,0-1,-1 1,1-1,0 0,0 0,-1 0,1 0,-1-1,1 1,-2-1,-11-4,47-9,2 0,17-8,1 3,1 1,32-4,-59 17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9:42:52.974"/>
    </inkml:context>
    <inkml:brush xml:id="br0">
      <inkml:brushProperty name="width" value="0.1" units="cm"/>
      <inkml:brushProperty name="height" value="0.1" units="cm"/>
      <inkml:brushProperty name="color" value="#3333FF"/>
      <inkml:brushProperty name="ignorePressure" value="1"/>
    </inkml:brush>
  </inkml:definitions>
  <inkml:trace contextRef="#ctx0" brushRef="#br0">2359 484,'75'-20,"-1"-2,0-4,2-5,-15 7,124-48,447-164,-479 191,-113 38,-41 7,1 0,0 1,0-1,-1 0,1 0,0 1,-1-1,1 0,0 1,0-1,0 0,-1 1,1-1,0 1,0-1,0 0,0 1,0-1,0 1,0-1,0 0,0 1,0-1,0 1,0-1,0 0,0 1,0-1,0 1,0-1,0 0,1 1,-1-1,0 0,0 1,1-1,-1 0,0 1,0-1,1 0,-1 1,0-1,1 0,-1 0,0 1,1-1,-1 0,0 0,1 0,-1 0,0 0,1 1,-32 19,-1 0,0-2,-1-2,-1-1,-22 6,31-11,-469 156,176-65,-19 25,301-109,26-6,28-10,106-35,737-284,-515 202,-291 104,-56 12,1 0,0 1,-1-1,1 1,0-1,0 1,-1-1,1 0,0 1,0-1,-1 1,1 0,0-1,0 1,0-1,0 1,0-1,0 1,0-1,0 1,0-1,0 1,0-1,1 1,-1-1,0 1,0-1,0 1,1-1,-1 1,0-1,0 1,1-1,-1 1,1-1,-1 0,0 1,1-1,-1 0,1 1,-1-1,1 0,-1 1,0-1,1 0,-1 0,1 0,0 0,-1 1,-30 21,-1-1,-1-2,-1 0,-14 3,15-5,-209 92,-232 70,221-88,210-74,43-17,-1 1,0-1,1 0,-1 0,0 1,1-1,-1 0,0 0,0 1,1-1,-1 0,0 1,0-1,0 0,0 1,0-1,1 1,-1-1,0 0,0 1,0-1,0 0,0 1,0-1,0 1,0-1,0 0,0 1,0-1,-1 1,231-63,699-203,-917 263,-34 9,13-4,-517 157,-64 50,557-196,4-4,1 2,-1 1,2 2,-18 12,45-27,1 0,-1 0,1 0,-1 1,1-1,-1 0,1 0,-1 0,1 0,-1 0,1 1,-1-1,0 0,1 0,-1 1,1-1,-1 0,0 1,1-1,-1 0,1 1,-1-1,0 1,0-1,1 1,-1-1,0 1,0-1,0 1,1-1,-1 0,0 1,0-1,0 1,0 0,0-1,0 1,0-1,0 1,0-1,0 1,0-1,0 1,-1-1,1 1,0-1,0 0,0 1,-1-1,1 1,0-1,-1 1,1-1,0 1,126-23,153-66,262-120,-411 155,110-52,-223 93,-22 7,-35 11,-186 61,-187 84,386-141,-638 273,594-240,75-34,74-24,-63 11,381-150,-297 113,574-249,-620 262,-43 17,-35 15,-325 109,252-82,13-5</inkml:trace>
  <inkml:trace contextRef="#ctx0" brushRef="#br0" timeOffset="3133.389">153 497,'-14'19,"2"1,0 0,1 1,1 0,1 1,1 0,0 0,2 1,1 0,1 0,1 0,1 1,0-1,3 23,-1-29,1-1,1 1,1 0,0 0,1-1,0 0,1 0,1 0,7 12,-10-22,1 0,-1 0,1 0,1 0,-1-1,1 0,0 0,0 0,0-1,1 0,-1 0,1 0,0 0,0-1,1 0,-1 0,1-1,-1 0,1 0,0-1,0 1,-1-1,1-1,7 1,-5-2,0 1,0-2,1 1,-1-1,0-1,0 1,0-1,-1-1,1 0,-1 0,0-1,0 0,0 0,-1-1,1 0,-1 0,-1-1,1 1,-1-2,-1 1,1-1,-1 1,2-7,2-1,-2-1,0 0,0 0,-2-1,0 1,-1-1,0-1,-2 1,0 0,-1-1,-1 1,0-7,-2 6,-1 1,0-1,-1 1,-1-1,-1 1,0 1,-1-1,-1 1,0 0,-1 1,-1 0,-1 0,0 1,0 0,-2 1,1 1,-2 0,0 1,0 0,-1 1,0 0,-1 2,-10-5,20 9,0 1,-1 1,1-1,-1 1,0 0,1 1,-1 0,0 0,0 0,0 1,0 0,1 0,-1 1,0-1,0 2,0-1,1 1,-1 0,0 0,1 1,0 0,0 0,0 0,0 1,0 0,1 0,-1 0,1 1,0 0,1 0,-1 0,1 1,0-1,0 1,1 0,-1 0,-1 6,3-3,0 0,1 0,0 1,1-1,0 1,0-1,1 0,0 1,1-1,-1 0,2 0,0 0,0 0,0 0,1 0,1-1,2 5,24 37</inkml:trace>
  <inkml:trace contextRef="#ctx0" brushRef="#br0" timeOffset="3634.173">1022 524,'-10'-4,"-1"0,0 1,0 0,0 1,0 0,0 1,-1 0,1 0,0 1,-1 1,1 0,0 1,0 0,0 0,0 2,0-1,0 1,1 1,0-1,0 2,0 0,1 0,-1 0,2 1,-1 1,1-1,-3 4,5-5,0 0,1 0,-1 1,1-1,1 1,-1 0,1 1,0-1,1 1,0 0,0-1,0 1,1 1,0-1,1 0,0 0,0 1,1-1,0 0,1 1,0 3,4-7,0 1,0-1,0 0,1 0,0 0,0-1,0 0,0 0,1-1,0 0,-1 0,1 0,0-1,0 0,1 0,-1-1,0 0,1 0,-1-1,0 0,1 0,3-1,161 0,-171 1,0 0,0-1,1 1,-1 0,0 0,0 0,0 0,0 0,0 0,0 0,0 0,0 1,0-1,0 0,0 1,0-1,0 1,0-1,0 1,0-1,0 1,0-1,0 1,-1 0,1 0,0-1,0 1,-1 0,1 0,-1 0,1 0,-1 0,1 0,-1 0,1 0,-1 0,0 0,1 0,-1 0,0 0,0 0,0 0,0 0,0 0,0 0,0 0,0 1,-1-1,1 0,0 0,-1 0,1 0,-1 0,1 0,-1 0,1-1,-1 2,-9 14,0 0,-1 0,0-1,-2-1,1 0,-2-1,0 0,0-1,-1 0,-1-1,0-1,0-1,-1 0,-13 4,29-12,0 0,0-1,0 1,0 0,0-1,0 1,0 0,0-1,-1 1,1-1,0 0,0 1,-1-1,1 0,0 0,0 0,-1 0,1 0,0 0,0 0,-1 0,1-1,0 1,0 0,-1-1,1 1,0-1,0 1,0-1,0 0,4-8</inkml:trace>
  <inkml:trace contextRef="#ctx0" brushRef="#br0" timeOffset="4001.206">1409 430,'-18'5,"0"0,1 1,0 0,0 2,0 0,1 1,0 0,1 2,0 0,1 0,0 1,1 1,0 0,1 1,0 1,1 0,1 0,0 2,8-11,0 0,0 1,1-1,0 1,0-1,0 1,1-1,0 1,1-1,-1 1,1-1,1 1,-1-1,1 0,0 0,0 1,1-1,0-1,0 1,0 0,1-1,0 1,0-1,0 0,0-1,1 1,0-1,0 0,0 0,1 0,-1-1,1 1,0-1,0-1,1 1,4 3,1 0,-1-1,1 0,0-1,0 0,0-1,1 0,-1-1,1-1,0 0,-1-1,1 0,0 0,-1-2,1 0,0 0,-1-1,0 0,0-1,0-1,0 0,3-2,1-4,0 0,0-1,-1 0,-1-1,0-1,-1 0,-1-1,7-9,13-25</inkml:trace>
  <inkml:trace contextRef="#ctx0" brushRef="#br0" timeOffset="6083.958">1851 510,'-9'-108,"9"105,1 1,0 0,-1-1,1 1,0 0,1 0,-1 0,0-1,1 1,-1 1,1-1,-1 0,1 0,0 1,0-1,0 0,0 1,0 0,0 0,0-1,1 1,-1 1,0-1,1 0,-1 0,2 1,65-8,-62 8,0 0,0 1,0 0,0 0,0 1,-1-1,1 2,0-1,-1 1,0 0,1 0,-1 0,0 1,-1 0,1 0,-1 1,0-1,0 1,0 1,0-1,-1 0,0 1,0 0,-1 0,0 0,0 1,0-1,-1 1,1-1,0 7,1 6,-1 1,-1-1,0 1,-1 0,-1 0,-1-1,-1 1,-1 0,-1-1,-1 5,-68 186,-19-12,83-175,9-23,1 0,-1 0,0 0,0-1,0 1,0 0,1 0,-1 0,0 0,0 0,1 0,-1-1,0 1,0 0,0 0,1 0,-1 0,0 0,0 0,1 0,-1 0,0 0,0 0,1 0,-1 0,0 0,0 1,0-1,1 0,-1 0,0 0,0 0,0 0,1 0,-1 0,0 1,0-1,0 0,1 0,-1 0,0 0,0 1,0-1,0 0,0 0,0 1,0-1,1 0,-1 0,0 0,0 1,0-1,0 0,0 0,0 1,0-1,0 0,0 0,0 1,18-17,23-29,-30 32,0 0,0 1,1 0,0 1,1 1,1 0,-1 0,2 1,14-6,-25 14,1 0,0 1,0 0,-1 0,1 0,0 1,-1 0,1 0,0 0,-1 0,1 1,-1-1,0 1,1 0,-1 1,0-1,0 1,0 0,-1 0,1 0,-1 0,2 2,26 17,-18-15,0-1,1 0,-1-1,1 0,0-2,0 1,1-1,-1-1,5-1,-14 0,1-1,-1 1,1-1,0-1,-1 1,1-1,-1 0,1 0,-1-1,0 0,0 0,1 0,-1 0,-1-1,1 0,0 0,-1 0,1 0,-1-1,0 0,0 0,0 0,-1 0,1-1,0-1,-3 4,0 1,0-1,0 0,-1 1,1-1,0 0,-1 1,1-1,-1 0,0 0,0 0,1 1,-1-1,0 0,0 0,-1 0,1 0,0 1,-1-1,1 0,-1 0,1 1,-1-1,0 0,0 1,0-1,0 1,0-1,0 1,0-1,0 1,-1 0,1-1,-1 1,1 0,-1 0,1 0,-1 0,1 0,-1 1,0-1,1 0,-1 1,0-1,0 1,-29-9,-1 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5:28.0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18,'47'16,"171"-4,-169-12,1132-29,-1061 24,-105-2,-16 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5:28.4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47 68,'-2'2,"1"-1,0 1,0 0,0 0,0-1,0 1,0 0,1 0,-1 0,1 0,-1 0,1 0,0 0,0 0,0 0,0 0,0 0,0 0,0 0,1 0,-1 0,1 0,-1 0,1 0,0 0,0-1,0 1,0 0,0 0,0-1,0 1,1-1,-1 1,1-1,-1 1,1-1,-1 0,1 0,0 0,0 0,-1 0,1 0,0 0,0-1,0 1,0-1,0 1,0-1,0 0,0 0,0 1,0-2,0 1,0 0,0 0,0-1,0 1,0-1,1 0,0 0,0-1,-1 0,1 0,-1 0,0 0,0 0,1-1,-1 1,-1-1,1 1,0-1,-1 0,1 0,-1 1,0-1,0 0,0 0,0 0,0-1,-1 1,1 0,-1 0,0 0,0 0,0 0,-1-1,1 1,-1 0,1 0,-1 0,0 0,0 0,-1 0,1 0,0 1,-1-1,0 0,0 1,0-1,0 1,0 0,0-1,0 1,-1 0,1 0,-1 1,0-1,1 0,-1 1,-1-1,2 1,0 0,0-1,0 1,0 0,-1 0,1 1,0-1,0 0,-1 1,1-1,-1 1,1 0,0 0,-1 0,1 0,-1 0,1 0,0 1,-1-1,1 1,0 0,-1 0,1 0,0 0,0 0,0 0,0 0,0 1,0-1,0 1,0-1,0 1,1 0,-1 0,1 0,-1 0,1 0,0 0,0 1,-7 47,8-25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5:28.7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40 121,'6'5,"6"-4,2-3,-1-7,0-6,-3-3,-2-3,-8-1,-6 5,-5 4,-4 4,-3 9,-2 9,2 7,4 6,4 4,6-1,5-3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5:26.6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66 247,'-14'36,"2"0,2 1,2 0,1 1,1 0,1 28,3-48,1-1,0 0,1 0,1 0,1 0,0 1,1-2,1 1,1 0,0-1,1 0,1 0,1 0,3 5,-8-17,0 0,0-1,1 1,-1-1,1 0,0 0,0 0,0 0,1 0,-1-1,0 0,1 0,0 0,-1-1,1 1,0-1,0 0,0-1,0 1,0-1,0 0,0 0,0-1,-1 1,1-1,0 0,0 0,0-1,-1 1,1-1,0 0,-1 0,0-1,0 0,1 1,-1-1,-1 0,1-1,0 0,10-13,-1 0,-1-2,-1 1,-1-1,0 0,-2-1,0-1,-1 1,-1-1,-1 0,-1 0,0-1,-2 1,-1-1,0 1,-2-1,-2-12,4 14,-2 1,0 0,-1 0,-1 0,-1 0,-1 0,0 1,-2 0,0 0,-1 0,0 1,-1 0,-6-6,14 21,0 0,0 0,-1 1,1-1,-1 1,1-1,-1 1,1-1,-1 1,0 0,1 0,-1 0,0 0,0 0,0 0,0 0,0 1,0-1,0 1,0-1,0 1,0 0,0 0,0 0,0 0,0 0,-1 0,1 0,0 1,0-1,0 1,0 0,0 0,0-1,1 1,-1 0,0 1,0-1,-6 8,1 0,0 1,0-1,1 1,0 0,1 1,1-1,-1 1,2 0,-1 0,1 1,0 4,-5 10,2 1,0 1,1-1,2 1,1 0,1 0,2-1,0 1,2 0,1 0,6 19,8-4</inkml:trace>
  <inkml:trace contextRef="#ctx0" brushRef="#br0" timeOffset="514.14">517 1,'-8'61,"4"0,2 1,2 0,4-1,2 0,2 0,5 6,-8-38,-2-3,1 5,2 1,1-1,1 0,5 11,1-32,-5-31,8-57,-12 49,1 1,2 0,1 0,10-21,-19 47,0 0,1 0,-1 0,1 0,0 0,0 1,0-1,0 0,0 0,0 1,0-1,0 1,1-1,-1 1,0-1,1 1,-1 0,1 0,0-1,-1 1,1 1,0-1,0 0,0 0,0 1,0-1,-1 1,1-1,0 1,0 0,0 0,0 0,0 0,0 0,0 0,0 0,0 1,0-1,0 1,0-1,0 1,0 0,1 1,5 6,-1 1,0 0,-1 1,0 0,0 0,-1 0,0 1,-1 0,0-1,-1 2,0-1,-1 0,0 0,-1 1,0-1,-1 7,1-10,-1 0,0-1,0 1,-1-1,0 1,-1-1,0 1,0-1,0 0,-1 0,0 0,0 0,-1 0,0 0,0-1,-1 0,1 0,-1 0,-1-1,1 1,-1-1,0-1,0 1,0-1,-1 0,1 0,-1-1,0 0,0 0,-2 0,8-2,-1 0,0 0,1 0,-1-1,0 1,0 0,0-1,0 1,0-1,0 0,0 0,0 0,0 0,1 0,-1 0,0 0,0 0,0-1,0 1,0-1,0 0,0 1,1-1,-1 0,0 0,1 0,-1 0,0-1,1 1,-1 0,1-1,0 1,0 0,-1-1,1 0,0 1,0-1,0 0,0 0,1 1,-1-1,0 0,1 0,0 0,-1 0,1-1,5-13,4 1</inkml:trace>
  <inkml:trace contextRef="#ctx0" brushRef="#br0" timeOffset="890.164">1308 315,'-14'-3,"0"1,0 1,0 0,0 1,-1 0,1 1,0 1,0 0,0 1,0 1,0 0,1 1,-1 0,0 2,12-7,0 1,0 0,0 0,1 0,-1 1,0-1,1 0,-1 1,0-1,1 1,0 0,-1-1,1 1,0 0,0 0,0 0,0-1,0 1,1 0,-1 0,0 1,1-1,0 0,-1 0,1 0,0 0,0 0,0 0,0 0,1 1,-1-1,1 0,-1 0,1 0,0 0,-1 0,1 0,0 0,0-1,1 2,11 12,1 0,0-2,1 0,1 0,-1-2,2 0,13 7,7 6,-5-4,0 2,-2 1,-1 2,0 0,-1 4,-27-29,0 1,0-1,0 1,0-1,-1 1,1-1,0 1,0 0,-1 0,1-1,0 1,-1 0,1 0,-1-1,1 1,-1 0,0 0,1 0,-1 0,0 0,1 0,-1 0,0 0,0 0,0 0,0 0,0 0,0 0,0 0,0 0,0 0,-1 0,1 0,0-1,-1 1,1 0,-1 0,1 0,0 0,-1 0,0 0,1-1,-1 1,0 0,1-1,-1 1,0 0,0-1,0 1,-96 8,72-9,-22 0,1-1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5:43.6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92 501,'-8'8,"0"0,0 0,0 1,1 0,1 1,-1-1,1 1,1 0,0 1,1-1,0 1,0 0,1 0,0 1,1-1,1 0,0 1,0 0,1-1,0 3,1-11,-1 0,1 0,0 0,-1 0,1 0,1 0,-1 0,0-1,1 1,-1 0,1 0,0-1,0 1,0-1,0 0,0 0,1 0,-1 0,1 0,-1 0,1 0,0-1,-1 1,1-1,0 0,0 0,0 0,0 0,0-1,0 1,1-1,4 1,-1-1,1 0,-1 0,1-1,-1 0,1 0,-1-1,0 0,0 0,0-1,0 0,5-3,-1-1,0 0,0-1,-1 0,0-1,0 0,-1-1,0 0,-1 0,0-1,-1 0,0-1,0 1,-1-1,-1 0,0-1,-1 1,1-7,5-20,-2 0,-2-1,-2 0,-1 0,-2-8,0 14,-1 0,-2 0,-1 1,-2-1,-1 1,-1 0,-4-4,11 34,0 1,-1-1,1 1,-1-1,1 1,-1 0,0-1,0 1,0 0,0 0,0 0,-1-1,1 1,-1 1,1-1,-1 0,0 0,0 0,0 1,0-1,0 1,0 0,0 0,0-1,0 1,-1 1,1-1,0 0,-1 0,1 1,-1 0,1-1,-2 1,-1 4,0 1,0 0,0 0,1 0,-1 1,2-1,-1 1,0 0,1 0,0 0,0 1,1-1,0 1,0-1,1 1,-1 4,1-8,-8 26,2 1,1 0,2 0,0 0,2 0,2 0,0 1,3-1,0 0,1 0,2 0,2-1,0 1,2-2,1 1,14 25,-16-40,1 0,0 0,1-1,0 0,1-1,1-1,0 0,0 0,1-1,0-1,5 2,-12-7,2 0,-1 0,0-1,1 0,-1-1,1 0,0 0,-1-1,1 0,0 0,0-1,0 0,0-1,0 0,0 0,0-1,-1 0,1 0,-1-1,1-1,7-3,-5 0,0-1,0 0,0-1,-1 0,-1-1,1 0,-2 0,1-1,-1 0,-1 0,0-1,-1 0,0 0,-1-1,0 1,-1-1,0 0,-1 0,-1-1,0 1,-1-1,0 1,-1-1,-1-3,2 15,-1-1,0 1,1 0,-1 0,0 0,0-1,0 1,-1 0,1 0,0-1,-1 1,0 0,1 0,-1 0,0 0,0 0,0 0,0 0,0 0,-1 1,1-1,-1 0,1 1,-1-1,1 1,-1-1,0 1,0 0,0 0,0 0,0 0,0 0,0 0,0 0,0 1,0-1,0 1,-1-1,1 1,0 0,0 0,0 0,-1 0,1 0,0 1,0-1,0 1,-1-1,-3 5,0 0,0 1,1-1,0 1,0 0,0 1,1-1,-1 1,2 0,-1 0,1 0,0 0,0 0,1 1,0 0,1-1,-1 1,1 0,1 0,0-1,0 1,0 0,1 0,0 0,1-1,1 8,1-5,0-1,1-1,-1 1,2-1,-1 0,1 0,0 0,1-1,0 0,0 0,0 0,1-1,0-1,0 1,1-1,-1-1,3 2,14 5,0-1,0-1,1-2,0 0,18 1,32 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5:38.4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206 1054,'-10'1,"0"1,0 0,0 1,0 0,1 0,-1 1,1 1,0 0,0 0,0 0,1 1,0 1,0-1,0 1,1 1,0-1,0 1,1 0,0 1,1-1,0 1,0 0,1 1,0-1,0 1,1 0,-1 9,3-15,1 0,0 0,0 0,0 0,1 0,-1 0,1 1,0-1,0 0,1 0,-1-1,1 1,0 0,0 0,0-1,0 1,1-1,-1 0,1 0,0 0,0 0,0 0,0-1,1 1,-1-1,1 0,-1 0,4 1,4 2,-1-1,1-1,0 0,0 0,0-1,1 0,-1-1,0-1,1 0,1 0,22-5,1-1,-1-2,-1-1,1-1,-1-3,-1 0,-1-2,0-2,0-1,-2-1,1-2,-17 12,1-1,-2-1,1 0,-1-1,-1 0,10-13,-13-5,-9 30,0-1,-1 0,1 1,-1-1,1 1,0-1,-1 1,1-1,-1 1,1 0,-1-1,0 1,1 0,-1-1,1 1,-1 0,0 0,1-1,-1 1,0 0,1 0,-1 0,0 0,1 0,-1 0,0 0,1 0,-1 0,0 0,1 0,-1 0,0 1,1-1,-1 0,1 0,-1 1,0-1,1 1,-1-1,1 0,-1 1,0 0,-3 1,-1 0,0 1,1 0,0 0,0 0,0 1,0-1,0 1,1 0,-1 0,1 0,0 1,0-1,1 1,0 0,-1-1,1 1,1 0,-1 0,1 0,0 0,0 1,0-1,1 0,0 0,0 1,0-1,1 0,-1 0,1 1,1-1,-1 0,1 0,0 0,0-1,2 4,5 0,1 0,0 0,0-1,1-1,0 0,1 0,-1-1,1-1,0 0,0 0,0-2,0 1,1-1,-1-1,1 0,0-1,6-1,-4 2,0-1,1-1,-1-1,1 0,-1-1,0 0,0-2,9-3,-19 6,1 0,-1 0,0-1,0 0,0 0,-1 0,1-1,-1 1,1-1,-1 0,0 0,-1-1,1 1,-1-1,0 0,0 0,0 0,-1 0,0 0,0-1,0 1,0-1,-1 1,0-5,0 5,-1 0,0 0,-1 0,1 0,-1 0,0 0,0 1,0-1,-1 0,0 1,0-1,0 1,-1-1,1 1,-1 0,0 0,0 0,0 0,-1 1,1-1,-1 1,0 0,0 0,0 1,0-1,-7-4,0 1,-1 1,0-1,0 2,0 0,0 0,-1 1,1 1,-4 0,1 0,-1 1,1 1,-1 1,1 0,-1 1,1 0,0 2,0 0,0 0,-7 4,15-5,0 0,0 0,0 0,1 1,0 0,0 1,0-1,0 1,0 0,1 0,0 1,0 0,1 0,-1 0,2 0,-1 1,0-1,1 1,0 0,1 0,0 0,-1 4,0 22</inkml:trace>
  <inkml:trace contextRef="#ctx0" brushRef="#br0" timeOffset="710.137">1326 931,'172'410,"-172"-409,0 0,1-1,-1 1,0 0,0 0,1 0,-1-1,0 1,1 0,-1 0,1-1,-1 1,1 0,-1-1,1 1,0-1,-1 1,1-1,0 1,-1-1,1 1,0-1,0 1,-1-1,1 0,0 1,0-1,0 0,-1 0,1 0,0 0,0 0,0 0,0 0,-1 0,1 0,0 0,0 0,0 0,0-1,-1 1,1 0,0-1,0 1,-1 0,1-1,0 1,0-1,-1 1,1-1,-1 1,1-1,0 0,-1 1,1-1,-1 0,0 1,1-1,-1 0,1 0,-1 0,0 1,0-1,1 0,-1 0,0 0,0 0,0 1,0-1,0-1,26-44,-2-1,-2-2,7-27,-2 7,-6 31,-12 56,-6 2,-3-11,0-1,1 1,0 0,0 0,1 0,1-1,-1 1,1-1,1 1,0-1,0 0,0-1,1 1,0-1,1 0,2 3,5-2,1 0,0-1,0 0,1-1,0-1,0 0,0-1,0-1,1 0,-1-1,1-1,0 0,-1-1,1-1,0 0,6-3,34-2</inkml:trace>
  <inkml:trace contextRef="#ctx0" brushRef="#br0" timeOffset="1317.498">2255 999,'-24'-1,"-1"2,0 1,1 1,-1 0,-20 7,40-8,-1 0,0 0,0 0,1 0,-1 1,1 0,0 0,0 1,0 0,0-1,1 1,-1 1,1-1,0 1,0 0,1 0,-1 0,1 0,0 0,1 1,-1-1,1 1,0 0,1 0,-1 0,1 1,0-3,1 0,-1 0,1 0,0 0,0 0,1 1,-1-1,1 0,0 0,0 0,0 0,1 0,-1 0,1-1,0 1,0 0,0-1,1 0,-1 1,1-1,0 0,0 0,0 0,0-1,0 1,1-1,-1 0,1 0,1 1,2 0,-1 0,1-1,0 0,0 0,-1 0,1-1,0 0,1-1,-1 1,0-1,0-1,0 1,0-1,0-1,0 1,0-1,0 0,5-3,-1-1,1 0,-1 0,0-1,0-1,0 0,-1 0,-1-1,0 0,0 0,0-1,-1-1,-1 1,0-1,0-1,-1 1,-1-1,0 0,0 0,-1-1,2-9,1-13,0 0,-2-1,-2 0,-2 0,-1 0,-1 0,-3-12,1 19,-1-1,-1 1,-1 0,-2 0,-1 0,-1 1,-3-3,14 30,-1 0,0-1,0 1,-1 0,1 0,0 0,0 0,0 0,-1 0,1 0,-1 0,1 0,-1 0,1 0,-1 0,1 0,-1 0,0 0,1 1,-1-1,0 0,0 0,0 1,0-1,0 0,1 1,-1-1,0 1,0 0,0-1,-1 1,1 0,0-1,0 1,0 0,0 0,0 0,0 0,0 0,0 0,0 0,0 0,-1 1,1-1,0 0,0 1,0-1,0 0,0 1,0 0,1-1,-1 1,0-1,0 1,0 0,0 0,1-1,-1 1,0 0,0 1,-3 12,-1 1,2 0,0 0,1 1,1-1,0 0,1 1,1 5,-1-12,0 34,3-1,1 1,2 0,2-1,1 0,3-1,1 0,2-1,11 19,-19-46,0 0,1-1,0 0,1-1,1 0,0 0,0-1,1 0,3 2,-9-9,0 1,0-1,0 0,1 0,-1 0,1-1,0 0,0 0,-1 0,1-1,0 0,0 0,1 0,-1-1,0 0,0 0,0-1,0 1,0-1,0-1,0 1,0-1,0 0,5-5,-1 0,1-1,-2 0,1 0,-1-1,-1 0,1 0,-2-1,1 0,-1-1,-1 0,0 0,0 0,-1-1,-1 1,0-1,0-4,0 5,0 0,-1 1,0-1,-1 0,-1-1,1 1,-2 0,1-1,-10 25,5-1,0-1,1 1,1 0,-1 0,2 0,0 0,0 0,1 0,1 0,0 0,0 0,1 0,1 0,0 0,2 2,-3-11,0 1,1 0,0-1,0 1,0-1,0 0,0 0,1 0,0-1,-1 1,1-1,0 0,0 0,0 0,0 0,1-1,2 1,15 3</inkml:trace>
  <inkml:trace contextRef="#ctx0" brushRef="#br0" timeOffset="1568.215">2679 602,'0'0</inkml:trace>
  <inkml:trace contextRef="#ctx0" brushRef="#br0" timeOffset="1962.903">3060 166,'-10'23,"1"1,1 0,0 1,2 0,1 0,1 0,2 1,0-1,1 1,2-1,1 1,0-1,4 11,17 118,6 0,17 36,-40-164,-3-9,1-1,0 0,2 0,-1-1,2 0,0 0,9 13,-15-26,0-1,0 1,1-1,-1 0,0 1,1-1,-1 0,1 0,-1 0,1 0,0 0,-1 0,1-1,0 1,0-1,0 1,0-1,-1 1,1-1,0 0,0 0,0 0,0 0,0 0,0 0,-1-1,1 1,0-1,0 1,0-1,-1 0,1 1,1-2,51-40,-20 6,-1-2,-3-2,-1-1,-1-1,-1-4,-27 46,0 1,0-1,0 0,0 0,1 1,-1-1,0 0,0 0,0 0,1 0,-1 1,0-1,0 0,1 0,-1 0,0 0,0 0,1 1,-1-1,0 0,0 0,1 0,-1 0,0 0,0 0,1 0,-1 0,0 0,1 0,-1 0,0 0,0 0,1-1,-1 1,0 0,0 0,1 0,-1 0,0 0,0-1,1 1,-1 0,0 0,0 0,0 0,1-1,-4 34,3-31,-3 18,-1 87,4-103,1 0,0 0,0 0,0-1,0 1,0 0,1 0,0-1,0 1,0-1,0 0,0 1,1-1,0 0,-1 0,1-1,0 1,0-1,1 1,-1-1,0 0,1 0,0 0,-1-1,1 1,26 6,0-4</inkml:trace>
  <inkml:trace contextRef="#ctx0" brushRef="#br0" timeOffset="2220.687">3566 725,'-16'-2,"-10"-1,-8 0,-5 1,-3-2,6 0</inkml:trace>
  <inkml:trace contextRef="#ctx0" brushRef="#br0" timeOffset="2471.018">2979 576,'14'-5,"18"-4,23-2,25-2,22-1,17 1,11 4,5 3,-3 5,-23 2</inkml:trace>
  <inkml:trace contextRef="#ctx0" brushRef="#br0" timeOffset="3670.933">3948 916,'0'18,"1"0,0-1,1 1,1-1,1 0,0 0,3 6,-5-17,0-1,0 0,1 0,0 0,-1-1,2 1,-1-1,0 1,1-1,0 0,0-1,0 1,0-1,1 1,-1-1,1-1,0 1,0 0,0-1,0 0,1-1,-1 1,0-1,1 0,0 0,2 0,0-1,-1-1,1 1,0-1,-1 0,1-1,-1 0,1 0,-1-1,0 0,0 0,0 0,0-1,-1 0,6-5,-8 6,0 0,0 0,-1 0,1-1,-1 1,1-1,-1 0,-1 0,1 0,0 0,-1-1,0 1,0-1,0 1,-1-1,0 0,0 0,0 0,0 0,-1 1,1-1,-1 0,-1 0,1 0,-1-1,0 1,-1 0,0 0,0 0,0 0,-1 1,0-1,0 1,0 0,0 0,0 0,-1 0,0 0,0 1,0 0,0 0,0 0,-1 0,0 1,1-1,-1 1,-2 0,-107-26,34 29,95 6,61-2,0-3,75-8,9 0,-157 4,1 2,-1-1,1 0,-1 1,1 0,-1-1,1 1,0 1,-1-1,1 1,-1-1,1 1,-1 0,1 0,-1 0,0 1,0-1,1 1,-1 0,0 0,0 0,-1 0,1 0,0 1,-1-1,1 1,-1 0,0 0,0-1,0 2,0-1,-1 0,1 0,-1 0,0 1,0-1,1 3,-4 28,1-31,0-1,0 1,1 0,-1 0,1 0,0 0,-1 0,1 0,1 0,-1 0,0 0,1 0,-1 0,1 0,0 0,0 0,0 0,1 0,-1-1,0 1,1-1,0 1,0-1,0 1,0-1,0 0,0 0,0 0,1 0,1 1,5-2,0-1,-1 1,1-1,0-1,0 0,0 0,0-1,0 0,-1 0,1-1,-1 0,0 0,0-1,0 0,0-1,-1 0,1 0,-1 0,3-5,0 3,0 0,-1-1,0 0,0 0,-1-1,0-1,-1 1,0-1,0 0,-1-1,0 1,-1-1,0 0,-1-1,-1 1,1-1,0-11,-3 22,-1 1,0-1,0 1,1-1,-1 1,0-1,0 1,0-1,0 1,0-1,1 1,-1-1,0 1,0-1,-1 1,1-1,0 1,0-1,0 1,0-1,0 1,0-1,-1 1,1-1,0 1,0-1,-1 1,1 0,0-1,-1 1,1-1,0 1,-1 0,1-1,-1 1,1 0,0-1,-1 1,1 0,-1 0,1 0,-1-1,1 1,-1 0,1 0,-1 0,1 0,-1 0,1 0,-1 0,1 0,-1 0,0 0,-19 23,18-19,-1 1,1 0,0 0,0 0,0 0,1 0,0 0,0 0,0 0,1 1,0-1,0 0,0 1,0-1,1 0,0 0,0 1,0-1,1 0,0 0,0 0,0-1,0 1,1 0,0-1,0 1,0-1,1 0,-1 0,1 0,0-1,0 1,0-1,0 0,5 2,12 3,0-1,1-1,0-1,0-1,0 0,1-2,-1-1,1 0,-1-2,1-1,-1 0,20-6,-10 4,-1-1,1-2,-1-1,-1-2,1-1,-2-1,1-1,7-7,-35 20,0-1,0 0,1 0,-1 0,0 0,0 0,0-1,0 1,-1-1,1 1,0-1,-1 0,1 0,-1 1,1-1,-1 0,0 0,0 0,0-1,0 1,0 0,0 0,-1-1,1 1,-1 0,1 0,-1-1,0 1,0-1,0 1,0 0,-1-1,1 1,-1 0,1-1,-1 1,0 0,0 0,0 0,0 0,0-1,-8-4,1 1,-1 1,0 0,-1 0,1 0,-1 1,0 1,0 0,0 0,-1 1,1 0,0 1,-1 0,1 1,-8 0,-53 11,69-11,1 0,-1 1,0-1,1 1,-1 0,1 0,-1 0,1-1,-1 1,1 1,0-1,-1 0,1 0,0 0,0 1,0-1,0 0,0 1,0-1,0 1,0-1,1 1,-1 0,1-1,-1 1,1 0,0-1,-1 1,1 0,0 0,0-1,0 1,0 0,1-1,-1 1,0 0,1 0,-1-1,1 1,3 4,0-1,0 1,0-1,1 0,0-1,0 1,0-1,1 0,-1 0,1-1,0 1,0-1,0-1,0 1,1-1,-1 0,1 0,1-1,18 5,-1-1,1-1,0-2,1-1,-1 0,0-2,24-4,-49 4,0 1,0 0,1-1,-1 1,0 0,1 0,-1 0,0 0,1 0,-1 0,0 0,1 1,-1-1,0 0,1 1,-1-1,0 1,0-1,1 1,-1 0,0-1,0 1,0 0,0 0,0 0,0 0,0 0,0 0,-1 0,1 0,0 0,-1 0,1 1,0-1,-1 0,1 0,-1 1,0-1,1 0,1 4,0-1,1 0,0 0,0 0,0-1,0 1,0-1,1 1,0-1,-1 0,1-1,0 1,1-1,-1 0,0 0,1 0,-1 0,1-1,0 1,-1-1,1-1,0 1,0-1,-1 1,1-1,0-1,0 1,0-1,-1 0,1 0,0 0,-1 0,1-1,-1 0,0 0,1 0,-1-1,0 1,0-1,0 0,-1 0,1 0,1-3,9-10,-1 0,-1-1,0 0,-2-1,0 0,-1 0,0-1,-2-1,0 1,-1-1,-1 0,-1-1,-1 1,-1-1,0-18,8-57,-5-2,-3 1,-12-90,8 160,-1 0,-1 0,-2 1,-1-1,-6-16,13 42,0 0,0 0,0 0,0 0,0 0,0 0,0 0,0 0,0 1,-1-1,1 0,0 0,0 0,-1 0,1 0,-1 0,1 1,-1-1,1 0,-1 0,1 1,-1-1,0 0,1 1,-1-1,0 1,0-1,1 1,-1-1,0 1,0-1,0 1,0 0,0-1,1 1,-1 0,0 0,0 0,0 0,0 0,0 0,0 0,0 0,0 0,0 0,0 0,0 0,1 1,-1-1,0 0,0 1,0-1,0 1,1-1,-1 1,0-1,0 1,1 0,-1-1,0 1,1 0,-1-1,1 1,-1 0,1 0,-1 0,1 0,-6 14,0 1,1-1,1 1,0 0,1 1,1-1,1 1,0 2,0-3,-6 55,3 1,3-1,4 0,3 0,2 0,4-1,20 65,-30-123,1-1,1 0,-1-1,2 1,-1-1,1 1,1-1,0-1,0 1,1-1,0 0,1-1,0 0,0 0,1 0,0-1,0-1,1 1,0-1,0-1,0 0,-6-4,1-1,-1 0,0 0,0 0,0 0,0 0,0-1,0 0,0 0,0 0,-1 0,1-1,0 1,0-1,-1 0,1 0,-1 0,0-1,0 1,1-1,-2 0,1 0,0 0,0 0,-1 0,0-1,0 1,0-1,0 0,0 1,-1-1,0 0,1-3,11-30</inkml:trace>
  <inkml:trace contextRef="#ctx0" brushRef="#br0" timeOffset="3927.778">5586 370,'19'2,"20"4,22 0,18 0,18-2,9-1,-1-2,-18 0</inkml:trace>
  <inkml:trace contextRef="#ctx0" brushRef="#br0" timeOffset="4195.054">6174 999,'2'5,"0"0,0 0,1 0,0 0,0-1,0 1,0-1,1 0,-1 0,1 0,0 0,1-1,-1 0,1 1,-1-2,1 1,0 0,0-1,0 0,0 0,0-1,1 1,-1-1,0 0,1 0,-1-1,1 0,-1 0,1 0,-1-1,1 1,-1-1,0-1,1 1,-1-1,0 0,0 0,0 0,4-3,-2-1,-1 0,0 0,0 0,-1-1,0 0,0 0,0-1,-1 1,0-1,-1 0,1 0,-2 0,1 0,-1 0,0-1,0-7,-1 11,-1 1,1 0,-1-1,0 1,0 0,-1-1,1 1,-1 0,0-1,0 1,-1 0,1 0,-1 0,0 0,0 0,0 0,0 1,-1-1,1 1,-1-1,0 1,0 0,-1 0,1 0,0 1,-1-1,0 1,1 0,-1 0,0 0,0 0,0 1,-4-1,-2 0,1 1,-1 1,1 0,-1 0,0 1,1 0,-1 1,1 0,0 0,0 1,0 0,0 1,0 0,0 0,1 1,0 0,0 1,0-1,1 2,0-1,0 1,0 0,1 0,0 1,1 0,-1 0,2 0,-1 0,1 1,-1 3,4-9,0 1,1-1,-1 0,1 1,-1-1,1 1,0-1,0 1,1-1,-1 1,1-1,0 0,-1 1,2-1,-1 0,0 0,1 1,-1-1,1 0,0 0,0-1,0 1,0 0,1-1,-1 1,1-1,-1 0,1 0,0 0,0 0,0 0,0-1,0 1,0-1,1 0,-1 0,1 0,35 9,-2-5</inkml:trace>
  <inkml:trace contextRef="#ctx0" brushRef="#br0" timeOffset="4475.895">6419 466,'-16'-7,"-10"0,-5 4,2 9,7 8,6 6,7 0</inkml:trace>
  <inkml:trace contextRef="#ctx0" brushRef="#br0" timeOffset="4476.895">6557 958,'14'9,"13"3,15 0,13-7,-2-4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5:37.2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1 895,'22'-2,"0"-1,0-1,0-1,0-1,-1-1,1 0,-2-2,1 0,-1-2,-1 0,0-1,-1-1,0-1,-1 0,0-1,-1-1,3-5,29-56,-47 75,-1 0,1 0,0 0,-1 0,0 0,1 0,-1 0,0 0,0 0,0-1,0 1,-1 0,1 0,0 0,-1 0,0 0,1 0,-1 0,0 0,0 0,0 0,0 0,0 1,-1-1,1 0,-1 1,1-1,-1 1,1-1,-1 1,0 0,0 0,1 0,-1 0,0 0,0 0,0 0,0 0,-2 1,-1-2,-1 0,1 1,-1-1,0 1,1 1,-1-1,0 1,0 0,1 1,-1-1,0 1,0 0,1 0,-1 1,1 0,-1 0,1 0,0 1,0-1,0 1,0 1,0-1,1 0,-1 1,1 0,0 0,0 1,1-1,-1 1,1 0,0 0,0 0,0 0,1 0,0 0,0 1,0-1,1 1,0 0,0-1,0 1,1 0,0 0,0-1,0 5,2-1,0-1,0 0,1-1,0 1,0 0,1-1,0 0,0 0,1 0,0 0,0-1,0 1,1-1,0-1,0 1,1-1,-1 0,4 1,3 2,1 0,0 0,0-2,1 0,0 0,0-2,0 0,1 0,2-1,-11-1,0-1,0 0,1 0,-1-1,1 0,-1 0,0 0,1-1,-1 0,0-1,1 1,-1-1,0-1,0 0,-1 0,1 0,-1 0,1-1,-1 0,0-1,0 1,-1-1,0 0,1-1,-2 1,1-1,-1 0,0 0,0-1,0 1,-1-2,15-43,-17 43,1 0,0 0,0 0,1 0,0 1,0-1,0 1,1 0,0 0,1 0,0 1,0-1,0 1,1 0,-1 1,1-1,1 1,-1 0,1 1,0 0,0 0,5-2,-6 4,-1 1,1 0,0 0,-1 0,1 1,0 0,-1 0,1 0,0 1,0 0,-1 0,1 0,-1 1,1 0,-1 0,0 0,1 1,-1-1,-1 1,1 1,0-1,-1 1,1-1,-1 1,0 0,1 2,1 2,1 0,-1 1,0 0,-1 0,0 0,0 0,-1 1,-1 0,1 0,-2 0,1 0,-1 0,-1 1,0 1,0-10,-1 0,1 1,-1-1,1 0,-1 1,0-1,0 0,0 1,-1-1,1 0,0 1,-1-1,0 0,1 1,-1-1,0 0,0 0,0 0,-1 0,1 0,0 0,-1 0,1 0,-1-1,0 1,0 0,1-1,-1 0,0 1,0-1,0 0,0 0,-1 0,1 0,0 0,0-1,-1 1,1-1,0 1,-1-1,1 0,0 0,-1 0,1 0,0 0,-1-1,1 1,-3-1,0-4,0-1,0 0,0 1,1-2,0 1,0 0,1-1,-1 0,1 1,1-1,-1-1,1 1,1 0,-1 0,1-1,1 1,-1-1,1 1,0-1,1 1,0-1,0 1,0 0,1-1,1 1,-1 0,1 0,0 0,13-27,1 1,1 0,2 2,1 0,13-13,-9 12,-1-2,-1-1,-2-1,3-11,-13 22,-1-1,-2 0,0 0,-2 0,-1-1,-1 0,-1-14,-2 40,-1 0,1 0,-1-1,1 1,-1 0,0 0,1-1,-1 1,0 0,0-1,0 1,0 0,0-1,0 1,-1 0,1 0,0-1,-1 1,1 0,-1 0,1 0,-1-1,1 1,-1 0,0 0,0 0,0 0,1 0,-1 0,0 0,0 1,0-1,0 0,0 0,-1 1,1-1,0 1,0-1,0 1,-1-1,1 1,0 0,0-1,-1 1,1 0,0 0,-1 0,1 0,-1 0,-3 5,1 0,-1 1,1-1,0 1,1 0,-1 0,1 0,0 0,1 0,-1 1,1-1,0 1,1 0,-1 4,2-10,-8 39,1 1,2 0,2 0,2 1,2-1,1 0,2 0,2 0,5 14,-4-28,1 0,1 0,1-1,1 0,2-1,0 0,-7-15,1 1,0-1,1 0,0 0,0-1,1 0,0-1,0 0,1 0,0-1,1 0,0-1,0 0,7 2,-13-6,0-1,0 1,0-1,0-1,0 1,1-1,-1 0,0 0,0 0,1-1,-1 0,0 0,0 0,0 0,0-1,0 0,0 0,-1 0,1-1,-1 0,1 0,-1 0,0 0,0-1,0 1,-1-1,1 0,-1 0,0 0,0-1,0 1,-1-1,0 0,1 1,-2-1,1 0,0-1,2-7,0 1,0-1,-2 0,1-1,-2 1,0 0,0-1,-1 1,-1 0,0-1,-1 1,0 0,-1 0,-2-3,5 15,0 0,0-1,0 1,0 0,0-1,-1 1,1 0,0-1,-1 1,1 0,-1 0,0-1,1 1,-1 0,0 0,0 0,0 0,1 0,-1 0,0 0,-1 0,1 0,0 1,0-1,0 0,0 1,-1-1,1 1,0-1,0 1,-1-1,1 1,0 0,-1 0,1 0,0 0,-1 0,1 0,0 0,-1 0,0 1,-2 3,1 1,0 0,0 0,1 0,-1 0,1 1,1-1,-1 0,1 1,-1 0,2-1,-1 1,1 0,-1-1,2 3,-2 2,1 1,1-1,0 1,1-1,-1 0,2 0,0 0,0 0,1 0,0-1,0 1,1-1,0 0,1-1,0 1,1-1,-1 0,2-1,-1 1,1-1,0-1,0 0,1 0,0 0,0-1,0 0,0-1,1 0,0-1,0 0,0 0,0-1,0-1,3 1,23-1,-6-5</inkml:trace>
  <inkml:trace contextRef="#ctx0" brushRef="#br0" timeOffset="263.294">847 334,'28'3,"30"0,31 0,30-3,27-1,-11-1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5:34.7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201 186,'-12'3,"0"1,0 0,0 1,1 0,0 1,0 0,0 1,1 0,0 1,0 0,1 1,0 0,1 0,-1 1,2 0,0 0,0 1,1 0,0 0,-1 3,6-9,0 0,0 0,1 0,-1-1,1 1,0 0,1 0,-1 0,1 0,0 0,0-1,0 1,1 0,0-1,0 1,0-1,0 0,1 0,-1 1,1-2,0 1,0 0,1 0,-1-1,2 1,10 9,0-2,1 0,0 0,0-2,17 8,27 9,-42-19,0 0,0 1,-1 1,-1 0,1 1,-1 1,-1 1,0 0,2 5,-14-14,0 1,0 0,-1 0,0 0,0 1,0-1,0 1,-1-1,1 1,-1-1,0 1,-1 0,1-1,-1 1,0 0,0 0,0-1,-1 1,0 0,0-1,0 1,0-1,-1 1,0-1,0 1,0-1,0 0,-1 0,1 0,-1 0,0-1,0 1,-1-1,1 1,-1-1,0 0,1 1,-1 0,0 0,0 0,-1 0,1-1,-1 1,0-1,0 0,0-1,0 1,-1-1,1 0,-1 0,1-1,-1 1,0-1,1-1,-1 1,0-1,0 0,-3-1,6-1,0 0,1-1,0 1,-1-1,1 0,0 0,0 0,1 0,-1 0,1 0,-1 0,1-1,0 1,0 0,1-1,-1 1,1-1,-1 1,1-1,0 1,0-1,1 1,-1-1,1 1,0-1,1-2,6-31,2 0,2 0,1 1,1 1,16-27,-18 39,37-81,111-259,-138 312,-19 53,-15 111,2-48,2 0,4 0,2 1,3-1,3 1,10 51,-10-101,0 1,0-1,2 0,0 0,1-1,1 0,0 0,1 0,0-1,1-1,1 1,0-2,1 1,12 9,13-3,-23-15</inkml:trace>
  <inkml:trace contextRef="#ctx0" brushRef="#br0" timeOffset="266.287">188 404,'25'-2,"28"-1,25-2,18-1,11-1,2 0,-18 2</inkml:trace>
  <inkml:trace contextRef="#ctx0" brushRef="#br0" timeOffset="1117.405">1021 418,'18'-7,"1"1,0 0,0 2,1 0,-1 1,1 1,0 1,0 1,0 0,16 4,-33-4,1 0,0 1,-1 0,1 0,-1 0,1 0,-1 1,1-1,-1 1,0 0,0 0,0 0,0 0,0 0,0 1,-1-1,1 1,-1 0,0 0,0 0,0 0,0 0,0 0,0 1,-1-1,0 1,0-1,0 1,0-1,0 1,-1 0,1-1,-1 1,0 0,0-1,-1 1,1 0,-1-1,0 1,0-1,0 2,-5 5,0 1,0-1,-1-1,0 1,-1-1,0 0,-1-1,0 0,0 0,0-1,-1 0,0-1,-1 0,-3 1,5-1,7 3,22-9,-17 0,55-1,-41-1,0 0,0 2,0 0,0 1,0 1,0 0,0 1,-1 1,1 1,-1 0,0 1,2 2,-16-7,0 0,0 0,0 0,-1 0,1 0,0 0,0 1,-1-1,1 1,-1 0,1-1,-1 1,0 0,1 0,-1 0,0 0,0 0,-1 0,1 0,0 0,-1 0,1 0,-1 0,1 0,-1 1,0-1,0 0,0 0,0 0,-1 1,1-1,0 0,-1 0,0 0,1 0,-1 0,0 0,0 0,0 0,-1 0,1 0,0 0,-2 1,-8 6,-1 0,1-1,-2-1,1 0,-1 0,0-2,0 1,-7 0,8-1,-16 6,-1-2,1 0,-1-3,-1 0,1-2,-8 0,33-4,11 0,7-1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5:46.7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1 301,'16'0,"20"-2,17-2,18-1,14-1,8 2,5 0,-3 2,-11 1,-14 0,-18 3,-16 2</inkml:trace>
  <inkml:trace contextRef="#ctx0" brushRef="#br0" timeOffset="247.338">69 506,'23'4,"22"3,22-1,17-4,14-4,6-7,2-4,-8-2,-11 0,-16-1,-20 3</inkml:trace>
  <inkml:trace contextRef="#ctx0" brushRef="#br0" timeOffset="550.913">738 1,'18'8,"1"0,0-1,0-1,0-1,1-1,0 0,3-1,12 2,35 7,-13-4,0 3,-1 1,-1 4,0 1,28 15,-76-29,0 0,1 0,-1 1,-1 0,1 0,0 0,-1 1,0 0,0 0,0 1,-1 0,0 0,0 0,0 0,-1 1,0 0,0 0,-1 0,0 0,0 0,0 1,-1-1,-1 1,1 0,-1 0,0 0,-1 0,-4 10,-2-1,0 0,-1 0,0-1,-2 0,0 0,-1-1,0 0,-1 0,-1-2,0 1,-1-1,-6 4,-174 165,160-158,8-9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5:44.9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164 0,'22'42,"-3"15,-2 0,-3 2,-3-1,-2 2,-3-1,-1 58,13 105,4-125,-21-94,1 0,-1 0,0 0,1 0,0 0,-1-1,1 1,0 0,0-1,1 1,-1-1,0 0,1 0,0 0,-1 0,1 0,0-1,0 1,0-1,0 0,0 0,0 0,0 0,1 0,-1-1,0 1,0-1,3 0,5-3,0 0,0-1,-1 0,1-1,-1 0,0-1,0 0,0-1,-1 0,0 0,0-1,-1 0,0 0,5-7,13-15,-1 0,-1-2,-1 0,-2-2,-1 0,2-10,-36 149,13-97,0 0,0 0,1 0,0 0,0 0,1 1,0-1,0 0,1 0,0 0,1-1,-1 1,1 0,1-1,0 0,0 0,0 0,1 0,0-1,0 1,0-1,1-1,0 1,0-1,1 0,-1 0,1-1,3 2,19 3</inkml:trace>
  <inkml:trace contextRef="#ctx0" brushRef="#br0" timeOffset="248.364">915 438,'-14'-3,"-9"0,-5 0,-6 0,4 2</inkml:trace>
  <inkml:trace contextRef="#ctx0" brushRef="#br0" timeOffset="1414.139">0 328,'92'-16,"36"-8,0 5,0 6,130 4,-226 10,0 2,0 1,-1 2,1 1,-1 1,18 8,-35-10,0 0,0 1,0 1,-1 0,0 0,-1 2,0-1,0 2,-1 0,-1 0,1 1,-2 0,0 0,5 9,0 9,-1-1,-2 2,0-1,-2 2,-2-1,1 14,16 57,-23-96,0 0,1 0,0 0,0 0,0-1,1 1,-1-1,2 1,-1-1,0 0,1 0,0 0,0-1,5 4,-7-7,1-1,0 0,0 0,0 0,-1 0,1-1,0 1,0-1,0 1,-1-1,1 0,-1 0,1 0,0-1,-1 1,0-1,1 1,-1-1,0 0,0 0,0 0,0 0,0 0,0 0,-1 0,1-1,-1 1,1-1,-1 1,1-3,14-22,-1-1,-2 0,0-1,-2-1,-1 0,-2 0,1-10,1 2,-15 112,3-55,1 1,1 0,1-1,0 1,2 0,2 7,-4-22,0-1,0 1,0-1,1 1,0-1,0 0,0 0,1 0,-1 0,1 0,0 0,0-1,1 1,-1-1,0 0,1 0,0 0,0-1,0 1,0-1,0 0,1 0,-1 0,0-1,1 1,-1-1,1 0,0-1,2 1,2-1,0 0,0-1,0 0,0 0,0-1,0 0,-1-1,1 0,0 0,-1-1,0 0,0 0,0-1,-1 0,1 0,-1-1,-1 0,1 0,-1-1,0 0,3-5,0 2,-2-1,1 0,-2 0,1-1,-1 0,-1 0,0 0,-1-1,-1 0,0 1,0-1,-1-1,-1 1,0-8,-6 93,5-64,-1 0,1 0,1 0,0 0,0-1,0 1,1 0,0-1,0 1,1-1,0 0,1 1,-1-1,1-1,0 1,1-1,0 0,0 0,0 0,1 0,0-1,0 0,0 0,0-1,7 4,-4-5,1 0,0 0,0-1,0 0,1 0,-1-1,0-1,0 0,1 0,-1-1,0 0,1-1,-1 0,0-1,-1 0,1 0,5-3,0-1,0-1,0 0,0 0,-1-2,-1 0,0 0,0-1,-1-1,0 0,4-6,-7 4,-1 0,0 0,-1 0,0-1,-1 0,-1-1,-1 1,0-1,-1 0,0 0,-1 0,-1 0,-1-1,0 1,-3-15,3 31,0 0,0 0,0 0,-1 0,1 0,0 0,0 0,0 0,0 0,0 0,-1 0,1 0,0 0,0 0,0 0,0 0,0 0,0 0,-1-1,1 1,0 0,0 0,0 0,0 0,-3 21,3-18,-6 123,5 0,7 0,4 0,6-1,14 38,-21-104,35 241,-50-244,6-55,0-1,-1 1,1-1,0 1,-1-1,1 0,-1 1,1-1,-1 0,1 0,-1 1,1-1,-1 0,1 0,-1 1,0-1,1 0,-1 0,1 0,-1 0,1 0,-1 0,0 0,1 0,-1 0,1 0,-1-1,1 1,-1 0,0 0,1 0,-1-1,1 1,-1 0,1-1,-1 1,1 0,0-1,-1 1,1 0,-1-1,1 1,0-1,-1 1,1-1,0 1,0-1,-1 0,-16-26,4-9,1 0,1-1,3-1,1 1,0-13,4 31,-16-116,6 0,4-85,8 196,2 0,1 1,1-1,1 0,4-10,-7 28,1 1,-1-1,1 0,1 1,-1-1,1 1,0 0,1 0,-1 0,1 1,0-1,0 1,0 0,0 0,1 0,0 0,0 1,0 0,0 0,0 0,1 1,-1-1,1 1,2 0,1 1,0-1,1 2,-1-1,0 1,0 1,1 0,-1 0,0 1,0 0,0 0,0 1,-1 0,1 1,-1 0,0 0,0 1,0 0,0 0,-1 1,0 0,0 0,-1 1,1 0,-1 0,-1 0,0 1,0 0,0 0,-1 0,0 1,-1-1,1 1,-2 0,1 0,-1 0,0 6,-2-10,-1 1,0 0,0-1,0 1,-1-1,1 1,-1-1,0 0,-1 0,0 0,1 0,-1 0,-1 0,1-1,-1 0,0 0,0 0,0 0,0 0,-1-1,0 1,-4 1,-3 3,-2-1,1 0,-1-1,0-1,0 0,-1-1,1 0,-3-1,-20 1,6-4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5:50.9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275 0,'-19'0,"-15"0,-9 3,-2 2,3 8,5 6,9 5,10 5,10 2,13 0,16 1,15-4,15-7,18-6,16-6,14-5,12-7,-14-4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5:51.2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246 101,'0'19,"0"15,0 9,5 6,1 4,2 1,2-3,0-5,-3-8,-2-8,-2-7,-3-7,-7-12,-3-5</inkml:trace>
  <inkml:trace contextRef="#ctx0" brushRef="#br0" timeOffset="277.74">0 88,'14'-5,"14"-1,14 0,13 1,10 1,7 2,0 1,-11 1</inkml:trace>
  <inkml:trace contextRef="#ctx0" brushRef="#br0" timeOffset="788.372">779 115,'4'32,"-1"0,-1 1,-1-1,-2 1,-2-1,-1 1,-1-1,-2 0,-8 24,-1-1,16-54,1 0,-1 0,1 0,-1 0,1 0,-1 0,1 0,0-1,0 1,-1 0,1 0,0 0,0-1,0 1,0 0,0-1,0 1,0-1,0 1,0-1,0 0,0 1,0-1,0 0,0 0,0 0,0 1,1-1,-1 0,0-1,0 1,0 0,0 0,0 0,0-1,0 1,0 0,0-1,0 1,0-1,0 1,0-1,0 0,1 0,151-68,-118 51</inkml:trace>
  <inkml:trace contextRef="#ctx0" brushRef="#br0" timeOffset="1048.676">1024 306,'-14'21,"-4"18,0 13,4 8,4 6,6 1,9-4,5-4,6-7,2-7,1-12,-3-12</inkml:trace>
  <inkml:trace contextRef="#ctx0" brushRef="#br0" timeOffset="1329.922">1325 46,'-3'0,"0"3,0 5,1 5,0 4,4 1,0-3</inkml:trace>
  <inkml:trace contextRef="#ctx0" brushRef="#br0" timeOffset="1574.972">1379 415,'-7'14,"1"2,2-6,3-5</inkml:trace>
  <inkml:trace contextRef="#ctx0" brushRef="#br0" timeOffset="1974.229">1666 20,'18'-6,"1"2,-1 1,1 0,0 1,0 1,0 1,0 0,-1 2,1 0,0 1,-1 1,9 3,-24-6,1-1,-1 2,0-1,1 0,-1 1,0-1,0 1,0 0,0 0,0 0,0 1,-1-1,1 1,-1-1,0 1,1 0,-1 0,0 0,-1 0,1 0,-1 0,1 0,-1 1,0-1,0 1,0-1,-1 1,1-1,-1 1,0-1,0 1,0-1,0 1,-1 0,1-1,-2 3,-6 9,0-2,-1 1,-1-1,0 0,-1-1,0 0,-1-1,0 0,-1-1,0 0,-1-1,-4 2,-3 4,18-13,2-2,1 0,-1 0,0 0,1 0,-1 0,0 0,1 0,-1 0,0 1,1-1,-1 0,0 0,1 1,-1-1,0 0,1 1,-1-1,1 1,-1-1,1 0,-1 1,1-1,-1 1,1 0,-1-1,1 1,0-1,-1 1,1 0,0-1,0 1,-1 0,1-1,0 1,0 0,0-1,0 1,0 0,0-1,0 1,0 0,0 0,0-1,0 1,0 0,1-1,-1 1,0 0,0-1,1 1,-1-1,0 1,1 0,-1-1,1 1,-1-1,1 1,-1-1,1 1,0-1,166 3,-31 17,-130-19,0 1,0 0,0 1,0-1,-1 1,1 0,-1 0,0 1,0 0,0 0,-1 0,1 0,-1 1,0 0,0 0,0 0,-1 0,0 0,0 1,2 4,-4-6,0 1,0-1,0 1,-1-1,1 1,-1-1,0 1,0 0,-1-1,0 1,1-1,-1 1,-1-1,1 0,-1 1,0-1,0 0,0 0,0 0,-1 0,1 0,-1-1,0 1,0-1,0 0,-1 0,1 0,-1 0,0-1,-1 2,-9 5,-1-1,0 0,0-1,-1 0,1-1,-1-1,-12 2,-57 3,68-23,16 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5:48.2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151 504,'2'18,"4"14,2 8,3 4,1 1,2-1,-2-7,-4-7,-2-9</inkml:trace>
  <inkml:trace contextRef="#ctx0" brushRef="#br0" timeOffset="729.585">1 285,'36'4,"1"2,-1 2,0 1,-1 1,0 2,-1 2,-1 1,0 1,17 13,-40-23,0 1,0 1,-1 0,0 0,0 1,-1 0,0 0,0 1,-1 0,-1 1,0-1,0 1,-1 0,0 1,-1-1,-1 1,0 0,0 0,-1 0,0 0,-1 0,-1 1,0-1,-1 0,-1 11,0-14,1-8,0 1,1-1,-1 0,0 0,1 0,-1 1,1-1,-1 0,1 1,-1-1,1 1,0-1,0 0,0 1,0-1,0 1,0-1,0 0,0 1,1-1,-1 0,0 1,1-1,-1 0,1 1,0-1,-1 0,1 0,0 1,0-1,-1 0,1 0,0 0,0 0,0 0,1 0,0 0,11-6,-1 0,0-2,0 1,0-1,-1-1,0 0,0-1,1-1,-1 0,83-67,-94 76,1 0,-1 0,1 1,-1-1,1 0,0 0,-1 0,1 1,0-1,0 0,-1 1,1-1,0 1,0-1,0 1,0-1,0 1,0-1,0 1,0 0,0 0,-1-1,1 1,1 0,-1 0,0 0,0 0,0 0,0 0,0 0,0 1,0-1,-1 0,1 0,0 1,0-1,0 1,0-1,0 1,0-1,0 1,-1 0,1-1,0 1,0 0,-1-1,1 1,-1 0,1 0,-1 0,1 0,-1 0,1-1,-1 1,0 0,1 0,-1 0,0 0,0 0,0 0,0 0,0 0,0 0,0 0,0 1,1 5,0-1,0 1,0-1,1 1,0-1,1 0,-1 0,1 0,0 0,1 0,-1-1,1 0,0 1,0-1,1-1,0 1,0-1,0 1,0-1,0-1,1 1,0-1,1 1,-2-2,0 1,0-1,0 0,1 0,-1-1,0 1,1-1,-1 0,1-1,-1 0,1 1,-1-2,1 1,-1-1,1 1,-1-1,1-1,-1 1,0-1,0 0,0 0,0-1,0 0,0 1,-1-1,1-1,-1 1,0-1,0 0,0 0,0 0,-1 0,0-1,0 1,0-1,0 0,3-13,-1-1,-1 0,-1 1,0-1,-1 0,-1-1,-1 1,-2-11,2 19,-6-95,-5 0,-20-89,14 118,11 71,5 21,27 164,-16-127,-5-25,7 44,3 0,4-1,2-1,9 14,-25-71,1 1,0-1,1-1,0 1,1-1,0 0,0-1,2 0,-1 0,1-1,0-1,11 8,-20-15,1 0,-1 0,1 0,0 0,-1 0,1 0,0 0,0 0,-1-1,1 1,0-1,0 1,0-1,0 0,0 0,-1 0,1 0,0 0,0 0,0 0,0-1,0 1,0-1,-1 1,1-1,0 0,0 0,-1 0,1 0,-1 0,1 0,-1 0,1-1,9-13</inkml:trace>
  <inkml:trace contextRef="#ctx0" brushRef="#br0" timeOffset="1007.92">711 203,'16'7,"22"2,23 0,22-2,15-2,8-2,-3-1,-19-1</inkml:trace>
  <inkml:trace contextRef="#ctx0" brushRef="#br0" timeOffset="1625.82">1408 722,'0'-6,"1"-39,-3-1,-1 1,-2 0,-3-1,-3-13,12 57,1 0,-1 0,1 1,-1-1,1 0,0 1,0 0,0-1,-1 1,1 0,1 0,-1 0,0 0,0 0,0 0,0 1,1-1,-1 1,0-1,1 1,-1 0,0 0,1 0,-1 0,0 1,0-1,1 1,-1-1,0 1,0 0,0 0,1 0,-1 0,1 0,5 1,193 41,-197-42,-1 1,0-1,0 1,1 0,-1 0,0 0,-1 1,1-1,0 1,-1-1,1 1,-1 0,0 0,0 0,0 0,0 0,0 0,-1 1,0-1,1 1,-1-1,0 1,-1-1,1 1,-1 0,0-1,1 1,-2 0,1-1,0 1,-1 1,0 22,0-21,0-1,0 1,0-1,1 1,-1-1,1 1,1-1,-1 1,1-1,0 1,0-1,1 0,0 1,0-1,0 0,0 0,1 0,0 0,0-1,0 1,0-1,1 0,0 0,0 0,0 0,0 0,3 1,5-2,-1-1,1 1,0-2,-1 0,1 0,0-1,0-1,0 0,0 0,-1-1,1-1,-1 0,1-1,-1 0,0 0,0-1,-1-1,1 0,-1 0,-1-1,1 0,7-8,-15 14,-1 0,0 1,1-1,-1 1,1-1,-1 1,1 0,-1-1,1 1,-1 0,1 0,-1 0,1 0,-1 0,1 1,-1-1,1 0,-1 1,0-1,1 1,-1-1,1 1,-1 0,0-1,1 1,-1 0,0 0,0 0,0 0,0 0,0 0,0 0,0 1,0-1,0 0,0 0,-1 1,1-1,-1 1,1-1,-1 0,1 1,-1-1,0 1,0-1,1 2,12 19,-9-18,0 0,0-1,0 1,0-1,0 0,1 0,-1-1,1 1,0-1,0 0,0 0,0-1,0 0,0 1,0-2,1 1,-1-1,0 1,0-1,1-1,-1 1,0-1,0 0,1 0,-1 0,5-3,-3 2,0-1,0 0,-1 0,1-1,0 1,-1-1,0-1,0 1,0-1,-1 0,0-1,0 1,0-1,0 0,-1 0,0-1,0 1,2-7,-5 9,0 0,0 0,0 0,-1 0,1 0,-1 0,0 0,0 0,-1 0,1 0,-1 0,0 0,0 0,0 0,0 0,-1 0,1 0,-1 1,0-1,0 1,-1-1,1 1,-1 0,1 0,-1 0,0 0,0 1,-1-1,1 1,-4-2,1-1,-1 1,1 0,-1 1,0 0,-1 0,1 0,0 1,-1 0,1 0,-1 1,0 0,0 1,1 0,-1 0,0 0,-1 1,5 0,-1-1,1 1,0 0,0 0,0 0,0 1,0 0,1-1,-1 1,0 1,1-1,-1 0,1 1,0 0,0 0,0 0,0 0,0 0,1 0,0 1,-1-1,1 1,0 0,1 0,-1 0,1 0,0 0,0 0,0 0,0 0,1 0,-1 0,1 0,0 1,0-1,1 0,-1 0,1 0,0 0,0 0,1 2,13 14</inkml:trace>
  <inkml:trace contextRef="#ctx0" brushRef="#br0" timeOffset="2463.091">2650 463,'-12'-4,"0"2,0 0,0 0,0 1,-1 0,1 1,0 0,-2 2,10-2,0 1,0 0,-1 0,1 0,0 1,0 0,0 0,1 0,-1 0,0 0,1 1,-1-1,1 1,0 0,0 0,0 0,0 1,1-1,-1 1,1-1,0 1,0 0,0 0,0 1,0 2,0-1,0 1,1 0,0-1,0 1,1 0,0 0,0-1,1 1,-1 0,1 0,1-1,0 1,-1-1,2 1,-1-1,1 0,0 0,0 0,1 0,0-1,0 1,0-1,0 0,1 0,0 0,0-1,0 0,1 0,0 0,-1-1,1 1,0-1,1-1,-1 1,0-1,1 0,0-1,-1 0,1 0,0 0,-1-1,1 1,0-2,0 1,-1-1,1 0,0 0,3-2,-2 0,-1 0,1-1,-1 1,0-2,0 1,0-1,0 0,-1 0,0-1,0 0,-1 0,1 0,-1-1,-1 0,1 0,-1 0,0 0,-1-1,0 1,0-1,0 0,-1-1,3-11,-1 1,-1-1,-1 0,0 0,-2-1,0 1,-2 0,-2-14,-5-19,-3 1,-2-1,-2 2,-2 0,-6-7,-14 1,38 57,-1-1,0 1,0 0,0 0,0 0,0 0,0 0,0 0,1 0,-1 0,0 0,0 0,0 1,0-1,0 0,0 0,1 1,-1-1,0 1,0-1,0 1,1-1,-1 1,0-1,1 1,-1 0,0-1,1 1,-1 0,1 0,-1-1,1 1,-1 0,1 0,0 0,-1 0,1-1,0 1,0 0,0 0,0 0,0 0,0 0,0 0,-6 27,1 0,2 1,1-1,1 1,1 0,2-1,4 21,-5-24,1 1,1-1,1 0,2-1,0 1,2-1,0 0,2-1,0 0,2-1,0 0,2 0,0-1,2-1,4 4,-16-19,1-1,-1 0,1 1,0-2,0 1,0-1,0 1,1-1,-1-1,1 1,0-1,-1 0,1 0,0-1,1 0,-1 0,0 0,0-1,0 0,0 0,1 0,-1-1,0 0,0 0,0 0,0-1,0 0,0-1,-1 1,1-1,-1 0,1 0,-1 0,3-4,3-6,-1-1,-1 0,0 0,-1-1,-1 0,0 0,-1-1,0 0,-2 0,0 0,2-13,-4 18,3-8,-4 19,0 0,-1 1,1-1,-1 0,1 0,-1 0,1 1,-1-1,0 0,1 1,-1-1,1 0,-1 1,0-1,1 0,-1 1,0-1,1 1,-1-1,0 1,0-1,1 1,-1-1,0 1,0-1,0 1,0-1,0 1,1-1,-1 1,0-1,0 1,0 0,-1-1,1 1,0-1,0 1,0-1,0 1,0-1,-1 1,1-1,0 1,0-1,-1 1,1-1,0 0,-1 1,1 16,1 0,1-1,0 1,1-1,1 1,1-1,3 8,-6-19,0 0,0 0,1 0,0 0,0-1,0 1,1-1,-1 0,1 0,0 0,0 0,0-1,1 0,-1 0,1 0,0 0,0-1,0 1,0-1,0-1,0 1,1-1,-1 0,0 0,2 0,-1-1,0 0,0 0,0-1,0 0,0 0,-1 0,1-1,0 0,-1 0,1-1,-1 1,0-1,1 0,-1 0,-1-1,1 0,0 0,-1 0,0 0,0 0,0-1,2-3,1-3,1-1,-1 1,-1-1,0 0,-1-1,0 0,-1 0,0 0,0-7,-3 16,1-6,0 1,0-1,-1 0,-1 0,1 0,-2 0,1 0,-1 0,-2-5,3 14,0 1,0-1,0 1,0 0,0-1,-1 1,1-1,0 1,0 0,0-1,-1 1,1 0,0-1,-1 1,1 0,0 0,-1-1,1 1,0 0,-1 0,1 0,0-1,-1 1,1 0,0 0,-1 0,1 0,-1 0,1 0,-1 0,1-1,0 1,-1 0,1 1,-1-1,1 0,0 0,-1 0,1 0,-1 0,1 0,0 0,-1 1,1-1,0 0,-1 0,1 1,0-1,-1 0,1 0,0 1,-1-1,1 0,0 1,0-1,-1 0,1 1,0-1,0 0,0 1,0-1,0 1,-1-1,1 0,0 1,0-1,0 1,-13 27,12-23,-1 0,1 0,0 0,0 1,1-1,-1 0,1 0,0 1,1-1,-1 0,1 1,0-1,0 0,1 0,0 0,-1 0,2 0,-1 0,1-1,-1 1,1-1,0 0,1 1,-1-1,1-1,0 1,0-1,0 1,0-1,1 0,-1 0,1-1,0 0,0 1,38 9,1-4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5:30.8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10 288,'-7'4,"5"3,12-1,15-2,16 0,15-2,13-1,10-3,5-1,-3 0,-7 0,-13 1,-16 0</inkml:trace>
  <inkml:trace contextRef="#ctx0" brushRef="#br0" timeOffset="24540.84">475 1,'0'0,"1"0,-1 0,0 0,1 1,-1-1,1 0,-1 1,1-1,-1 0,0 1,1-1,-1 0,0 1,1-1,-1 1,0-1,0 1,1-1,-1 0,0 1,0-1,0 1,0-1,0 1,0-1,0 1,0-1,0 1,0 0,0-1,0 1,0-1,0 1,0-1,0 1,0-1,-1 0,1 1,0-1,0 1,-1-1,1 1,0-1,-1 0,1 1,0-1,-1 1,1-1,0 0,-1 0,1 1,-1-1,1 0,-1 0,1 1,-1-1,1 0,-1 0,1 0,-1 0,1 0,-1 0,1 0,-1 0,1 0,-1 0,0 0,15 13,0 0,1-1,0-1,1 0,0-1,1-1,0 0,0-2,1 0,14 4,-27-10,58 21,-43-17,1 2,-1 0,-1 2,1 0,-2 1,1 1,-17-10,0 1,1 0,-1 0,0 0,0 0,-1 0,1 0,0 0,-1 0,1 1,-1-1,0 0,0 1,0 0,0-1,0 1,0 0,-1-1,1 1,-1 0,0-1,0 1,0 0,0 0,0 0,0-1,-1 1,0 0,1-1,-1 1,-1 2,-50 75,-8-15,-3-3,-28 18,17-14,6-4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5:54.4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0 164,'19'5,"17"3,17 2,18-5,16-5,11-4,3-3,-7 1,-11 1,-21 2</inkml:trace>
  <inkml:trace contextRef="#ctx0" brushRef="#br0" timeOffset="1822.827">533 0,'60'1,"1"3,-1 3,47 11,12 23,-115-39,0 0,0 0,-1 0,1 1,-1-1,1 1,-1 0,0 0,0 0,0 1,0-1,-1 1,0-1,1 1,-1 0,-1 0,1 0,0 0,-1 0,0 0,0 1,0-1,-1 0,1 1,-1-1,0 0,0 3,-2 2,-1 0,1-1,-1 1,-1-1,0 1,0-1,0 0,-1-1,0 1,-1-1,0 0,0 0,0 0,-7 4,-107 74,84-65,0-1,-2-2,0-2,-25 6,1-4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6:01.8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1 763,'7'0,"0"0,-1-1,1 0,0 0,0 0,-1-1,1 0,0 0,-1-1,0 0,0 0,0 0,0-1,5-4,9-5,-1 0,0-2,-2 0,1-1,-2-1,0 0,-1-1,7-12,-3-17,-19 46,1 0,-1 0,0 0,0 1,0-1,0 0,0 0,0 0,0 0,0 0,0 0,0 0,-1 0,1 0,0 1,0-1,-1 0,1 0,-1 0,1 0,-1 1,1-1,-1 0,0 0,1 1,-1-1,0 1,1-1,-1 0,0 1,0 0,0-1,1 1,-1-1,0 1,0 0,0-1,0 1,0 0,0 0,0 0,1 0,-1 0,0 0,0 0,0 0,0 0,0 0,0 1,0-1,0 1,-5 1,0 0,0 1,1 0,0 1,-1-1,1 1,0 0,1 0,-1 1,1-1,-1 1,2 0,-1 0,0 0,1 1,0-1,0 1,1 0,0 0,0 0,0 0,0 0,1 0,0 4,-1-2,0 0,1 0,-1 1,2-1,-1 0,1 1,1-1,0 0,0 1,0-1,1 0,0 0,1 0,0 0,0 0,0-1,1 1,0-1,1 0,0 0,0-1,0 1,1-1,0 0,0-1,1 1,-1-1,1 0,0-1,0 0,3 1,3 0,0 0,1-1,0-1,0 0,1-1,-1 0,0-1,0-1,1 0,-1-1,1 0,-1-1,0-1,0 0,0-1,-1-1,1 0,-1-1,0 0,-1-1,1 0,-1-1,-1-1,1 0,-2 0,1-1,-1-1,-1 1,0-1,0-1,-1 0,-1 0,1-2,4-14,-11 23,1 0,0 0,0-1,0 1,1 1,0-1,0 0,0 1,0-1,1 1,0 0,0 0,0 0,3-2,-3 6,0 0,-1 0,1 0,-1 1,1-1,-1 1,1 0,-1 0,1 0,-1 0,0 1,0-1,1 1,-1 0,0 0,0 0,-1 0,1 0,0 1,-1 0,1-1,-1 1,0 0,0 0,0 0,-1 0,1 0,-1 1,1-1,-1 0,0 1,0 1,2 2,-1 1,-1 0,1 0,-1 1,0-1,-1 0,0 0,-1 0,1 0,-1 1,-1-1,0 0,0 0,0-1,-1 1,0 0,-1-1,1 0,-2 0,1 0,-1 0,0 0,0-1,-1 0,1 0,-2 0,6-5,1-1,0 1,0-1,0 1,-1 0,1-1,0 1,0-1,-1 1,1-1,-1 1,1-1,0 1,-1-1,1 0,-1 1,1-1,-1 1,1-1,-1 0,1 0,-1 1,1-1,-1 0,0 0,1 0,-1 1,1-1,-1 0,0 0,1 0,-1 0,0 0,1 0,-1 0,1 0,-1-1,0 1,1 0,-1 0,1 0,-1-1,1 1,-1 0,1-1,-1 1,1 0,-1-1,1 1,-1-1,1 1,-1-1,1 1,0-1,-1 1,1-1,0 1,-1-1,1 0,2-6,1 1,-1-1,1 0,1 1,-1-1,1 1,0 0,1 0,-1 1,2-2,4-6,11-15,16-17,-3-2,-2-1,-2-2,-3-1,3-10,-11 10,-2-2,-3 0,-2 0,-2-1,-3-1,-2 0,-3-3,-3 36,-4 22,-15 68,6 2,3 0,3 0,3 1,3 36,3-87,1 0,0 0,1 0,1-1,1 0,1 0,5 12,-8-24,0 0,1 0,0 0,0 0,0-1,1 0,0 0,0 0,1 0,-1-1,1 0,0 0,1-1,-1 0,1 0,0 0,0-1,0 0,1 0,4 1,-4-3,0 1,-1-2,1 1,0-1,0 0,0-1,-1 0,1 0,0-1,-1 0,1 0,-1 0,0-1,0-1,0 1,0-1,0 0,-1 0,0-1,0 0,0 0,0-1,0 0,1-2,0 0,0-1,0 0,-1 0,-1 0,1-1,-1 0,-1 0,0 0,-1-1,0 1,0-1,-1 1,0-1,-1 0,0-2,-1 11,1 0,-1 0,0 0,0 0,0 0,0 0,0 0,0 0,0 0,0 1,-1-1,1 0,-1 0,0 0,1 0,-1 0,0 0,0 1,0-1,0 0,-1 1,1-1,0 1,-1-1,1 1,-1 0,1 0,-1-1,0 1,1 0,-1 0,0 1,0-1,0 0,1 1,-1-1,0 1,0-1,0 1,0 0,0 0,0 0,0 0,0 0,0 0,0 1,0-1,0 1,0-1,0 1,-1 0,-2 5,0 0,0 1,0 0,1 0,0 0,0 0,1 0,0 1,0 0,1-1,0 1,0 0,1 0,0 0,1 1,-1-1,1 0,1 0,0 0,0 0,1 5,0-6,1 1,-1 0,1-1,1 0,-1 1,1-1,0-1,1 1,0-1,0 1,0-1,1-1,0 1,0-1,0 0,0 0,1-1,0 0,0 0,0 0,1-1,-1 0,1-1,0 0,-1 0,1 0,0-1,0-1,0 1,0-1,0 0,8-2,28-3,-8-5</inkml:trace>
  <inkml:trace contextRef="#ctx0" brushRef="#br0" timeOffset="247.337">711 216,'26'2,"31"1,34 1,32-4,30-4,28-3,-17-1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5:57.3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370 132,'-8'-7,"0"0,0 1,0 0,-1 0,0 1,0 0,-1 0,1 1,-1 1,0-1,0 2,0-1,0 1,0 1,-1 0,1 0,0 1,-1 1,1-1,0 2,-1-1,1 1,0 1,0 0,0 1,1-1,-1 2,1-1,0 2,0-1,1 1,-1 0,-6 7,11-9,0 0,1-1,0 1,-1 0,2 1,-1-1,0 1,1-1,0 1,0 0,0 0,0-1,1 1,0 1,0-1,0 0,1 0,0 0,0 0,0 0,1 1,-1-1,1 0,0 0,1 0,-1 0,1 0,0-1,0 1,1 0,-1-1,4 4,9 10,0-1,2 0,0-1,1-1,0-1,1-1,1 0,0-2,0 0,14 4,-27-11,44 21,-28-15,0 1,-1 1,-1 0,0 2,0 1,-2 0,14 15,-29-26,0 1,0 1,0-1,-1 0,1 1,-2 0,1 0,0 0,-1 0,-1 0,1 0,-1 1,0-1,0 1,0-1,-1 1,0-1,-1 1,1-1,-1 0,0 1,-1-1,0 0,0 0,0 0,-1 0,1 0,-2 0,1 0,0-1,-1 0,0 0,0 0,-5 4,3-3,-1 0,0 0,-1 0,1-1,-1 0,0 0,0-1,0 0,-1-1,1 0,-9 2,15-4,-1 0,0-1,0 1,0-1,0 0,1 0,-1 0,0 0,0 0,0-1,0 1,0-1,1 0,-1 0,0 0,1 0,-1 0,0-1,1 1,0-1,-1 1,1-1,0 0,0 0,0 0,0 0,0-1,0 1,1 0,-1-1,1 1,-1-1,1 1,0-1,0 0,0 0,1 1,-1-3,0-10,1 0,1-1,0 1,1 0,1 0,0 0,1 0,1 1,0-1,1 1,0 0,1 1,1 0,5-8,-10 16,114-187,-73 126,-4 0,-3-3,13-36,-29 36,-24 58,-7 31,-2 24,3-1,1 2,3-1,1 1,2 0,3 6,0-16,1 0,2 0,2 0,1-1,1 0,8 16,-11-34,2 1,0-1,1 0,1-1,0 0,1 0,0-1,1 0,1-1,0 0,1-1,0-1,12 8,-22-16,-1-1,1 1,-1-1,1 0,0 0,0 0,0 0,0-1,1 1,-1-1,0 0,0 0,1 0,-1 0,1-1,-1 1,1-1,-1 0,1 0,-1 0,1 0,-1-1,1 0,-1 1,0-1,1 0,-1-1,0 1,0 0,0-1,0 0,0 0,1-1,8-23,-4-4</inkml:trace>
  <inkml:trace contextRef="#ctx0" brushRef="#br0" timeOffset="252.323">478 283,'23'0,"27"-5,23-6,17-8,11-6,-13 2</inkml:trace>
  <inkml:trace contextRef="#ctx0" brushRef="#br0" timeOffset="2704.785">1339 337,'7'0,"9"-2,9-6,10-3,7-3,7-1,2 0,-2 2,-6 4,-8 2,-12 6,-11 3</inkml:trace>
  <inkml:trace contextRef="#ctx0" brushRef="#br0" timeOffset="3125.705">1298 392,'-2'13,"-2"13,1 0,2 0,0 0,2 0,2 13,-3-36,0-1,1 0,0 1,-1-1,1 1,0-1,0 0,0 0,0 0,1 1,-1-1,1 0,-1-1,1 1,0 0,0 0,-1-1,1 1,0-1,1 1,-1-1,0 0,0 0,0 0,1 0,-1 0,1-1,-1 1,0-1,1 1,-1-1,1 0,83-10,-76 8,40-9,145-20,-192 30,0 0,0 1,0 0,0 0,0 0,0 0,0 0,0 1,0-1,0 1,0 0,0 0,0 0,0 0,0 0,-1 0,1 1,-1 0,1-1,-1 1,0 0,1 0,-1 0,0 1,0-1,0 0,-1 1,1-1,-1 1,1 0,-1-1,0 1,0 0,0 0,0 0,0 0,-1 0,0 0,1 0,-1 0,0 0,0 0,-1 0,1 0,-6 14,-1-1,0 0,-1 0,0-1,-2 0,0 0,0-1,-1-1,-1 0,-1 0,1-1,-5 2,0 3,-2-1,0-1,0 0,-1-1,-1-2,-1 0,1-1,-4 0,25-12,1 1,-1 0,0-1,0 1,0-1,0 1,0-1,0 1,0-1,0 1,0-1,0 1,-1 0,1-1,0 1,0-1,0 1,0-1,-1 1,1 0,0-1,-1 1,1 0,0-1,0 1,-1 0,1-1,-1 1,1 0,0 0,-1-1,1 1,-1 0,1 0,0 0,-1 0,1-1,-1 1,1 0,-1 0,1 0,-1 0,1 0,0 0,-1 0,1 0,-1 0,1 0,-1 1,1-1,-1 0,1 0,0 0,-1 0,1 1,-1-1,1 0,0 1,10-14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6:08.4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111 635,'-4'0,"1"-1,0 1,0 0,-1 0,1 0,0 0,-1 0,1 1,0-1,-1 1,1 0,0 0,0 0,0 1,0-1,0 1,0 0,0-1,1 1,-1 1,1-1,-1 0,1 0,0 1,0 0,0-1,0 1,0 0,1 0,-1 0,1 0,-1 0,-1 5,-1 1,1-1,0 0,1 1,0-1,0 1,1 0,0 0,1 0,-1 0,2 6,0-13,-1 0,1 1,-1-1,1 0,0 1,0-1,0 0,0 0,1 0,-1 0,1 0,-1 0,1 0,-1 0,1 0,0-1,0 1,0-1,0 0,0 1,0-1,1 0,-1 0,0 0,0 0,1-1,-1 1,1-1,-1 1,0-1,2 0,76-8,-72 5,1 0,-1-1,0 0,-1 0,1-1,-1 0,1-1,-2 1,1-1,-1 0,0-1,0 0,0 0,-1 0,0 0,-1-1,1 0,-2 0,1 0,-1-1,0 1,0-4,3-13,-1 0,-1-1,-1 1,-2-1,0 1,-2-1,-1-9,-6-28,-2 1,-3 0,-3 1,-3 1,-11-22,-5 7,35 75,0-1,0 1,0 0,-1-1,1 1,0-1,0 1,0 0,0-1,0 1,-1 0,1-1,0 1,0 0,-1-1,1 1,0 0,0 0,-1-1,1 1,0 0,-1 0,1 0,0-1,-1 1,1 0,0 0,-1 0,1 0,-1 0,1 0,0 0,-1 0,1 0,-1 0,1 0,0 0,-1 0,1 0,0 0,-1 0,1 0,-1 0,1 0,0 0,-1 1,1-1,0 0,-1 0,1 1,0-1,0 0,-1 0,1 1,0-1,0 0,-1 1,1-1,0 1,-7 24,1 39,3 0,3 0,3 1,2-1,3-1,3 1,-8-39,1 1,1-1,1-1,1 1,2-1,0 0,1-1,2 0,0 0,1-1,1-1,2-1,0 0,15 15,-27-31,1 0,-1 0,1-1,0 1,0-1,0 0,1 0,-1-1,1 1,-1-1,1-1,0 1,0-1,0 0,0 0,0-1,0 1,0-1,0-1,0 1,0-1,0 0,0-1,-1 1,1-1,0 0,-1 0,1-1,-1 0,0 0,0 0,0-1,1 0,4-9,-1 0,-1-1,0 0,-1 0,0-1,-1 0,-1 0,0-1,-1 1,-1-1,0 0,-1 0,-1 0,0 0,-1 0,-2-14,-3-30,5 60,-1-1,1 1,0-1,0 0,-1 1,1-1,-1 1,1-1,-1 1,1 0,0-1,-1 1,1-1,-1 1,0 0,1 0,-1-1,1 1,-1 0,1 0,-1-1,0 1,1 0,-1 0,0 0,1 0,-1 0,1 0,-1 0,0 0,1 0,-1 0,0 1,1-1,-1 0,1 0,-1 1,1-1,-1 0,0 0,1 1,-1-1,1 1,-1-1,1 1,0-1,-1 0,1 1,-1 0,1-1,0 1,0-1,-1 1,1-1,0 1,0-1,-1 1,1 0,0-1,0 1,0 0,0-1,0 1,0-1,0 1,0 0,0-1,1 1,-5 8,0 0,1 0,1 0,-1 0,2 1,-1-1,1 1,1-1,-1 1,2-1,-1 1,1-1,1 1,0-1,0 0,1 0,0 0,0 0,1 0,1-1,-1 1,1-1,1 0,-1-1,1 1,0-1,1 0,0-1,0 1,48 29,1-10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6:09.0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137 1,'45'212,"-2"173,-33-266,-9-99,0 0,1 1,1-1,0 1,1-1,2 0,0 0,7 15,-12-33,1 0,-1 0,0 1,1-1,0 0,-1 0,1-1,0 1,0 0,0 0,1-1,-1 0,0 1,0-1,1 0,-1 0,1 0,-1 0,1-1,-1 1,1-1,-1 1,1-1,0 0,-1 0,1 0,-1 0,1-1,0 1,-1-1,1 1,-1-1,1 0,-1 0,0 0,1 0,-1-1,0 1,0-1,1 1,-1-1,-1 0,1 1,0-1,0-1,10-11,-1-1,-1 0,0-1,-1 0,-1 0,0-1,-2 0,0 0,2-8,4-11,-4 17,-8 19,0 0,0 0,0 0,0 1,1-1,-1 0,0 0,0 0,0 1,0-1,0 0,0 0,0 0,0 1,0-1,0 0,1 0,-1 0,0 0,0 0,0 1,0-1,0 0,1 0,-1 0,0 0,0 0,0 0,0 0,1 1,-1-1,0 0,0 0,0 0,1 0,-1 0,0 0,0 0,1 0,-1 0,0 0,0 0,0 0,1 0,-1-1,0 1,0 0,0 0,0 0,1 0,-1 0,0 0,0 0,0 0,0-1,1 1,-1 0,0 0,2 21,-2-20,-1 7,1 1,0-1,0 1,1-1,0 0,1 1,0-1,0 0,1 0,-1 0,2 0,-1-1,1 1,1-1,-1 0,1 0,0 0,1-1,-1 0,1 0,1 0,-1-1,1 0,0 0,0 0,0-1,7 2,15 3</inkml:trace>
  <inkml:trace contextRef="#ctx0" brushRef="#br0" timeOffset="279.34">560 519,'-21'-7,"-18"-7,-3-1</inkml:trace>
  <inkml:trace contextRef="#ctx0" brushRef="#br0" timeOffset="1241.617">1 273,'82'-7,"1"3,70 6,-98 0,-6-2,19 1,-1 2,0 3,43 10,-102-15,0 1,0 0,0 0,0 0,0 1,0 0,-1 1,0 0,1 0,-1 0,0 1,-1 0,1 0,-1 1,0 0,-1 0,1 0,-1 1,-1-1,1 1,-1 1,0-1,2 6,-2 5,-1 1,0 0,-2 0,0 0,-1 1,-1-1,-3 17,5 103,-1-135,0 0,1-1,-1 1,1 0,0-1,0 1,0 0,1-1,-1 0,1 1,0-1,0 0,0 0,0 1,0-2,1 1,-1 0,1 0,0-1,0 0,0 1,0-1,0 0,1-1,-1 1,0 0,1-1,0 0,-1 0,1 0,-1 0,1-1,0 1,0-1,-1 0,1 0,0 0,0-1,-1 1,1-1,1 0,4-5,1-1,-1 0,-1-1,1 0,-1 0,-1-1,1 1,-2-2,1 1,-1-1,0 0,-1 0,-1-1,1 1,-2-1,1 0,-1-1,-1 1,0 0,0-9,3-19,-13 48,1 8,1 1,1 0,0 0,2 0,0 0,1 1,0-1,2 14,0-30,0 1,0-1,1 1,-1-1,1 0,0 1,-1-1,1 0,0 1,0-1,1 0,-1 0,0 0,1 0,-1 0,1 0,0 0,-1 0,1-1,0 1,0-1,0 1,0-1,0 0,1 0,-1 0,0 0,1 0,-1 0,0-1,1 1,-1-1,1 0,-1 0,1 0,-1 0,1 0,-1 0,1 0,-1-1,0 1,3-2,7-2,0-1,0 0,-1 0,0-1,0-1,0 0,-1 0,0-1,-1-1,1 1,-2-1,1-1,1-2,21-21,-31 34,0-1,0 0,0 1,0-1,0 0,0 1,0-1,1 0,-1 0,0 1,0-1,0 0,1 0,-1 1,0-1,0 0,1 0,-1 0,0 0,0 1,1-1,-1 0,0 0,1 0,-1 0,0 0,0 0,1 0,-1 0,0 0,1 0,-1 0,0 0,1 0,-1 0,0 0,1 0,-1 0,0 0,1 0,-1 0,0 0,0 0,1-1,-1 1,0 0,0 0,1 0,-1-1,0 1,0 0,1 0,-1-1,0 1,0 0,0 0,0-1,1 1,-1 0,0-1,0 1,0 0,0-1,0 1,0 0,-5 28,4-23,-2 5,-13 96,16-103,1 0,-1 0,0 0,1-1,-1 1,1 0,0 0,0 0,0-1,1 1,-1-1,0 1,1-1,0 1,-1-1,1 0,0 0,0 0,0 0,1 0,-1 0,0 0,1-1,-1 1,1-1,0 0,-1 0,1 0,0 0,0 0,-1-1,1 1,0-1,2 1,0-1,0 0,-1-1,1 1,0-1,0 0,-1 0,1-1,-1 1,1-1,-1 0,1 0,-1 0,0-1,0 1,0-1,-1 0,1 0,-1-1,1 1,-1-1,0 0,52-88,-46 62,-1 0,-1-1,-2 1,-1-2,0-26,-5 248,8 0,9-1,15 49,-23-166,-11-68,-2-17,-7-53,2-1,3-1,2-31,4 70,1 23,-5-57,2-1,4 1,2-1,3 1,11-44,-17 102,1-1,0 1,0-1,1 1,-1-1,1 1,0 0,0-1,1 1,0 0,0 1,0-1,0 0,1 1,0 0,0 0,0 0,0 0,1 1,-1-1,1 1,0 0,0 1,0-1,0 1,3-1,2 3,-1 1,1 0,0 1,-1 0,1 0,-1 1,0 0,0 0,0 1,0 1,-1-1,1 1,-1 1,0 0,-1 0,0 0,0 1,1 1,-4-4,0-1,-1 1,1 0,-1 1,0-1,0 0,-1 1,1 0,-1 0,0 0,0 0,-1 0,0 0,0 0,0 0,0 0,-1 1,1-1,-1 0,-1 1,1-1,-1 0,0 0,0 0,-1 1,1-1,-3 3,-5 5,-1 0,0-2,-1 1,0-1,-1-1,0 0,-1 0,0-2,0 1,-1-2,0 0,-1 0,1-2,-11 4,-120 31,82-29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6:04.1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232 959,'-129'17,"123"-16,0 1,0 0,0 1,1 0,-1 0,1 0,0 0,0 1,0 0,0 0,0 0,1 0,0 1,0 0,0 0,1 0,-1 0,1 1,-1 3,2-6,1 0,0 0,0 0,0 1,0-1,1 0,0 1,-1-1,1 1,0-1,0 1,1-1,-1 0,1 1,0-1,0 0,0 1,0-1,0 0,1 0,-1 0,1 0,0 0,0 0,0-1,0 1,0-1,1 1,-1-1,2 1,3 2,1 0,0 0,0 0,0-1,1 0,-1-1,1 0,0 0,0-1,7 1,20 0,-1-2,1-2,0-1,-1-2,1-1,-1-2,-1-2,1 0,-1-3,-1-1,0-1,-1-2,16-10,-34 18,58-42,-88 55,14-1,0-1,0 0,0 0,0 1,1-1,-1 1,1-1,0 1,0-1,1 1,-1 0,1-1,-1 1,1 0,1 0,-1-1,0 1,1 0,0 0,-1-1,2 1,-1-1,0 1,1-1,-1 1,2 1,1 1,0 1,0-1,0 0,1 0,0 0,0-1,1 0,-1 0,1 0,0 0,1-1,5 3,-6-4,-1 0,1 0,-1-1,1 0,0 0,0 0,0-1,0 1,0-2,0 1,1-1,-1 0,0 0,0 0,0-1,0 0,0 0,0-1,0 0,0 0,0 0,0-1,-1 0,1 0,-1 0,0 0,0-1,0 0,-1 0,1-1,-1 1,0-1,0 0,-1 0,1 0,-1 0,0-2,0 0,-1 1,-1-1,1 0,-1 0,0 0,-1 0,0 1,0-1,0 0,-1 0,0 0,0 0,-1 0,0 0,0 1,-1-1,1 1,-1 0,-1 0,1 0,-1 0,0 0,-1 1,1 0,-1-1,0 2,-4-4,4 3,-1 0,0 0,0 0,-1 1,1 0,-1 0,0 0,0 1,0 0,-1 0,1 1,0 0,-1 1,0-1,0 1,1 1,-1 0,0 0,0 0,1 1,-1 0,0 0,1 1,-6 2,11-4,1 0,-1 1,1-1,-1 1,1-1,-1 1,1-1,-1 1,1 0,0 0,-1-1,1 1,0 0,0 0,0 0,0 1,0-1,0 0,0 0,0 1,0-1,0 0,1 1,-1-1,1 1,-1-1,1 1,-1-1,1 1,0-1,0 1,-1-1,1 1,1-1,-1 1,0-1,0 1,0 0,1-1,-1 1,1-1,-1 0,1 1,6 1,0 0,1 0,-1 0,1-1,-1-1,1 1,0-1,-1 0,1-1,0 0,0 0,0-1,-1 1,1-2,4 0,-10 1,297-46,-295 47,0-1,0 1,0 0,0 0,0 1,0-1,-1 1,1 0,0 0,0 0,0 0,-1 1,1-1,0 1,-1 0,0 0,1 1,-1-1,0 0,0 1,0 0,-1 0,1 0,-1 0,1 1,22 42,25 34,-48-78,0 0,1 0,-1 0,1 0,-1 0,1-1,0 1,0-1,0 0,0 0,0 0,0 0,0 0,0-1,0 1,0-1,0 0,0 0,1 0,-1 0,0 0,0-1,0 0,0 1,0-1,0 0,1-1,9-3,-1-1,0-1,-1 0,1 0,-1-1,-1-1,0 0,0 0,-1-1,0 0,0 0,-1-1,0 0,-1-1,-1 0,0 0,0 0,2-9,-5-4,-4 19,-2 17,1-5,1 0,0 0,0 1,1-1,0 1,0-1,1 0,-1 1,2-1,-1 0,0 0,1 1,0-1,1 0,-1-1,1 1,0 0,1-1,-1 0,1 0,0 0,1 0,-1 0,1-1,0 0,0 0,0 0,0-1,1 1,5 1,95 25,-51-23</inkml:trace>
  <inkml:trace contextRef="#ctx0" brushRef="#br0" timeOffset="607.373">2211 890,'-22'-5,"-1"0,0 2,0 0,0 1,-22 2,38 0,1 1,0-1,0 1,-1 0,1 0,0 1,0 0,0 0,0 1,1-1,-1 1,1 0,-1 1,1 0,0-1,1 1,-1 1,0-1,1 1,0 0,0 0,1 0,-4 6,6-7,-1 1,0-1,1 1,0 0,0 0,1-1,-1 1,1 0,0 0,1 0,-1-1,1 1,-1 0,2 0,-1-1,0 1,1-1,0 1,0-1,0 1,1-1,-1 0,1 0,0 0,0-1,0 1,1-1,-1 0,1 0,0 0,0 0,0 0,0-1,1 0,-1 0,0 0,1 0,0-1,-1 0,1 0,0 0,0 0,4 1,-1-1,1 0,0-1,0 1,-1-1,1-1,0 0,0 0,-1-1,1 0,-1-1,1 1,-1-2,0 1,0-1,-1 0,1-1,-1 0,0 0,0 0,0-1,-1 0,2-2,1-2,0-1,-1 0,0 0,0 0,-1-1,-1-1,0 1,-1-1,0 0,-1 0,0 0,-1-1,0 1,-1-10,-3-9,-1-1,-2 1,-1 0,-1 0,-2 0,-2 1,0 0,-2 1,-14-25,-11-12,37 67,0 0,0-1,0 1,-1-1,1 1,0-1,0 1,-1 0,1-1,0 1,-1-1,1 1,0 0,-1-1,1 1,-1 0,1 0,0-1,-1 1,1 0,-1 0,1 0,-1 0,1-1,-1 1,1 0,-1 0,1 0,-1 0,1 0,0 0,-1 0,1 0,-1 0,1 1,-1-1,1 0,-1 0,1 0,-1 0,1 1,-1-1,1 0,0 1,-1-1,1 0,0 0,-1 1,1-1,0 1,-1-1,1 0,0 1,0-1,-1 1,1-1,0 1,0-1,-5 32,7 13,3 0,2-1,1 1,3-1,9 23,-17-50,1-1,0 1,2-1,-1 0,2-1,1 1,0-1,0 0,1-1,1 0,1-1,0 0,1 0,0-2,0 1,14 8,-21-17,0-1,-1-1,1 1,0-1,0 1,0-1,0-1,0 1,1-1,-1 0,0 0,0 0,0-1,0 0,0 0,0 0,0 0,0-1,0 0,-1 0,1 0,-1-1,1 0,-1 1,0-1,0-1,0 1,-1-1,1 1,0-2,10-12,0 0,-1-1,0 0,-2-1,0-1,1-5,-12 25,0 0,1 0,-1 0,0 0,0 1,0-1,0 0,0 0,0 0,0 1,0-1,0 0,1 0,-1 0,0 0,0 0,0 1,0-1,0 0,1 0,-1 0,0 0,0 0,0 0,1 0,-1 0,0 0,0 0,0 1,1-1,-1 0,0 0,0 0,0 0,1 0,-1 0,0-1,0 1,0 0,0 0,1 0,-1 0,0 0,0 0,0 0,1 0,-1 0,0 0,0-1,0 1,0 0,2 32,-1-17,-1-11,0 0,1 0,-1 1,1-1,0 0,0 0,0 0,1 0,-1 0,1 0,0-1,0 1,0-1,1 1,-1-1,1 0,0 0,0 0,0 0,0 0,1-1,-1 1,1-1,-1 0,1 0,0 0,0-1,0 1,0-1,0 0,0 0,0 0,0-1,0 1,3-1,13-4</inkml:trace>
  <inkml:trace contextRef="#ctx0" brushRef="#br0" timeOffset="858.13">2580 508,'0'0</inkml:trace>
  <inkml:trace contextRef="#ctx0" brushRef="#br0" timeOffset="1252.158">3044 276,'-1'1,"-1"0,1 1,0-1,-1 0,1 1,0-1,0 0,0 1,0 0,0-1,0 1,0 0,0-1,1 1,-1 0,1 0,-1 0,1-1,0 1,0 0,-1 0,1 0,1 0,-1 0,0-1,0 1,1 0,-1 0,1 0,-1-1,1 1,0 0,0 0,0 2,63 261,-29-138,-24-83,-7-24,0 0,2 0,0-1,1 1,1-2,1 1,2 2,-9-18,0 0,1-1,-1 1,0-1,1 1,0-1,-1 0,1 0,0 0,0-1,0 1,1-1,-1 1,0-1,0 0,1 0,-1 0,1-1,-1 1,0-1,1 0,-1 0,1 0,-1-1,1 1,-1-1,1 1,-1-1,0 0,1-1,-1 1,0 0,0-1,0 0,0 0,0 0,-1 0,3-1,19-14,0-1,-2-1,0-1,0-1,-2-1,-1-1,1-3,-18 23,-2 3,0 0,0-1,0 1,0-1,0 1,0-1,0 1,0-1,0 1,0-1,0 1,0-1,0 1,0-1,0 1,0-1,1 1,-1 0,0-1,0 1,1-1,-1 1,0 0,1-1,-1 1,0 0,1-1,-1 1,0 0,1-1,-1 1,1 0,-1 0,1 0,-1-1,0 1,1 0,-1 0,1 0,-1 0,1 0,-1 0,1 0,-1 0,1 0,-1 0,1 0,-1 0,1 0,-1 0,1 0,-1 1,0-1,1 0,-1 0,1 1,-1-1,1 0,-1 0,0 1,1-1,-1 0,0 1,1-1,-1 1,0-1,0 1,-5 55,-1 29,6-82,1 0,-1 0,1-1,0 1,0 0,0 0,0-1,0 1,1-1,-1 1,1-1,-1 0,1 1,0-1,0 0,0 0,0 0,1 0,-1-1,0 1,1-1,-1 1,1-1,0 0,-1 0,3 1,62-3,-34-10</inkml:trace>
  <inkml:trace contextRef="#ctx0" brushRef="#br0" timeOffset="1547.895">3496 550,'-67'-14,"1"-2,1-3,-40-19,105 38,0 0,0 0,0 0,1-1,-1 1,0 0,0 0,0-1,0 1,1 0,-1-1,0 1,0 0,0 0,0-1,0 1,0 0,0-1,0 1,0 0,0-1,0 1,0 0,0 0,0-1,0 1,0 0,0-1,0 1,-1 0,1-1,0 1,0 0,0 0,0-1,-1 1,1 0,196-11,54-27,-175 25</inkml:trace>
  <inkml:trace contextRef="#ctx0" brushRef="#br0" timeOffset="2245.557">4000 741,'3'166,"-2"-163,-1 0,1 1,0-1,0 0,0 0,0 0,1 0,-1 0,1 0,0 0,0-1,0 1,0 0,0-1,1 0,-1 1,1-1,-1 0,1 0,0-1,0 1,0-1,0 1,0-1,0 0,0 0,1 0,-1 0,0-1,0 1,1-1,-1 0,0 0,1 0,-1-1,0 1,1-1,-1 0,0 1,0-1,0-1,2 0,3-1,1-1,-1 0,0 0,0-1,-1 0,0-1,0 1,0-1,0-1,-1 1,0-1,0 0,-1-1,0 1,-1-1,1 0,-1 0,-1-1,2-2,-4 6,1 0,0 0,-1 0,0 0,0-1,-1 1,1 0,-1-1,0 1,-1 0,1-1,-1 1,0 0,-1-1,1 1,-1 0,0 0,0 0,0 0,-1 1,0-1,0 1,0-1,0 1,-1 0,0 0,1 1,-2-1,1 1,0 0,-1 0,-3-2,1 1,0 0,-1 0,1 1,-1 0,1 1,-1 0,0 0,0 0,0 1,0 0,0 1,0 0,-1 0,1 1,0 0,0 0,0 1,0 0,1 0,-1 1,0 0,1 0,0 1,0 0,-1 1,7-4,0-1,0 1,1 0,-1 0,0 0,1 1,-1-1,0 0,1 0,0 0,-1 0,1 1,0-1,-1 0,1 0,0 0,0 1,0-1,0 0,0 0,0 1,1-1,-1 0,0 0,0 1,1-1,-1 0,1 0,-1 0,1 0,0 0,-1 0,1 0,0 0,0 0,0 0,0 0,0 0,0 0,0-1,0 1,0 0,0-1,0 1,0-1,0 1,1-1,-1 0,0 1,0-1,0 0,1 0,-1 0,0 0,1 0,-1 0,0 0,0 0,0-1,1 1,26 3,0-1,0-1,-1-2,1 0,0-2,-1-1,13-4,90-9,-125 16,0 0,-1 1,1-1,0 1,0 0,0 1,-1-1,1 1,0 0,0 0,-1 0,1 1,-1 0,1 0,-1 0,0 0,0 1,0-1,0 1,0 0,0 0,-1 1,0-1,1 1,-1 0,-1 0,1 0,0 0,-1 0,0 0,0 1,0 0,7 55,-9-52,0-1,0 0,1 1,0-1,1 0,0 0,0 0,0 0,1 0,0-1,0 1,0-1,5 6,-6-9,0-1,1 0,-1-1,1 1,-1 0,1-1,0 1,0-1,-1 0,1 0,0 0,0-1,0 1,0 0,0-1,0 0,0 0,0 0,0 0,0 0,0-1,0 1,0-1,0 0,0 0,0 0,1-1,70-46,-62 36,0-1,-1 0,-1-1,0 0,-1 0,-1-1,0 0,-1-1,0 0,-1 0,-1 0,2-17,-6 14,-12 20,8 4,0 1,0-1,0 1,1-1,0 1,0 0,0 0,1 0,0 0,0 0,0 0,1 0,0 1,0-1,1 0,0 0,0 0,0 0,1 0,-1 0,2 0,-1-1,1 1,-1-1,1 1,4 4,3-3,0-1,0 0,0-1,1 0,0 0,0-1,0 0,1-1,-1-1,1 0,0 0,-1-1,1-1,0 0,8-1,46 1,-4-3</inkml:trace>
  <inkml:trace contextRef="#ctx0" brushRef="#br0" timeOffset="2861.905">5407 795,'-10'-11,"-1"0,0 0,-1 1,0 1,-1 0,0 1,0 0,0 0,-1 2,-1 0,1 0,-1 2,0 0,-14-3,26 7,0 0,1 0,-1 0,1 1,-1-1,1 0,-1 1,1 0,-1 0,1 0,0 0,-1 0,1 0,0 0,0 1,0-1,0 1,0 0,0-1,0 1,0 0,1 0,-1 0,1 0,0 1,-1-1,1 0,0 0,0 1,0-1,1 1,-1-1,1 1,-1-1,1 1,0 0,-1 4,1-1,0 1,0-1,0 1,1-1,0 0,1 1,-1-1,1 0,0 0,1 0,-1 0,1 0,1 0,1 0,0-1,0 0,0 0,1-1,-1 0,1 0,0 0,1-1,-1 1,0-1,1-1,0 0,0 0,0 0,-1 0,2-1,-1 0,0-1,0 0,0 0,0 0,0-1,0 0,0 0,0-1,0 0,0 0,-1-1,1 0,-1 0,1 0,-1-1,0 0,-1 0,1 0,-1-1,1 0,-2 0,1 0,0-1,-1 0,0 0,0 0,-7 11,0 0,0 0,1 0,-1 0,1 1,1-1,-1 1,1 0,0-1,0 1,0 0,1 0,0-1,0 1,1 0,-1 0,1 0,0-1,1 1,0-1,-1 1,2-1,-1 1,1-1,0 0,0 0,0-1,0 1,1 0,0-1,4 4,3-4,-1-1,1-1,0 1,-1-1,1-1,0 0,0-1,0 0,0-1,0 0,0 0,0-1,0-1,-1 0,1 0,-1-1,0 0,0-1,0 0,-1-1,1 0,-1 0,2-3,-1 0,-1 1,0-1,-1 0,1-1,-2 0,0 0,0-1,0 0,-2 0,1-1,-1 1,-1-1,0 0,-1 0,0-1,-1 1,0-8,1-15,-1-1,-3 0,0 1,-3-1,-4-23,-27-111,-50-144,81 300,7 26,-2-6,124 579,-104-475,-17-86,2 12,2 0,1 0,1-1,2-1,6 10,-17-42,-1 0,1-1,-1 1,1-1,0 0,0 1,0-1,0 1,0-1,0 0,0 0,0 0,1 1,-1-1,0 0,1-1,-1 1,0 0,1 0,-1-1,1 1,1 0,6-4</inkml:trace>
  <inkml:trace contextRef="#ctx0" brushRef="#br0" timeOffset="3360.119">5421 386,'39'15,"0"-1,1-1,1-3,0-1,1-2,13-1,15 5,-45-8,3 0,0 1,0 2,0 0,0 2,-1 1,-1 1,1 1,-2 2,3 2,-23-11,1 0,-1 1,0 0,0 0,0 0,0 1,-1-1,0 1,-1 0,1 0,-1 1,0-1,0 1,-1-1,0 1,0 0,-1 0,0 0,0 0,0 4,-2 13,0 0,-1 0,-1 0,-2 0,-2 7,4-21,2-8,-1 1,1 0,0-1,0 1,0 0,0 0,0 0,1 0,-1 0,1 0,-1 0,1 0,0 0,1 0,-1 0,0 0,1-1,0 1,-1 0,1 0,0 0,1 0,-1-1,0 1,1 0,-1-1,1 1,0-1,0 0,0 0,0 0,1 0,-1 0,0 0,1 0,2 1,3-3,-1-1,1 1,0-1,0-1,-1 0,1 0,-1 0,1-1,-1 0,0 0,0-1,0 0,-1 0,1-1,-1 1,0-1,0-1,-1 1,1-1,-1 0,-1 0,1-1,-1 0,3-5,-4 8,0-1,-1 1,1 0,-1-1,0 0,0 0,-1 1,1-1,-1 0,0 0,0 0,-1 0,0 0,0-1,0 1,0 0,-1 0,0 0,0 0,0 0,0 0,-1 0,0 1,0-1,0 1,-1-1,1 1,-1 0,0-1,-1 1,1 1,-1-1,1 1,-1-1,0 1,0 0,-1 0,1 1,-4-3,1 4,1 0,0 1,0-1,-1 1,1 0,0 1,0-1,-1 1,1 1,0-1,0 1,0 0,0 0,0 1,1 0,-1 0,1 0,0 1,0-1,0 1,0 0,1 1,-2 1,-1 0,1 1,1 0,-1 0,1 1,0-1,1 1,-1 0,2 0,-1 1,1-1,0 1,1-1,0 1,0 0,1 0,0 1,2-6,-1-1,1 1,0-1,0 1,0 0,0-1,1 0,-1 1,1-1,0 0,0 0,0 0,0 0,1 0,-1 0,1-1,0 1,-1-1,1 0,0 1,0-1,1-1,-1 1,0 0,1-1,-1 0,1 0,-1 0,1 0,0 0,-1-1,1 0,0 1,-1-1,1-1,0 1,-1 0,1-1,0 0,-1 0,2-1,30-5</inkml:trace>
  <inkml:trace contextRef="#ctx0" brushRef="#br0" timeOffset="3653.869">6281 290,'-5'-2,"1"1,0 0,0 1,-1-1,1 1,0 0,0 0,-1 0,1 1,0-1,-1 1,1 0,0 0,0 1,0-1,0 1,0 0,0 0,1 0,-1 1,1-1,-1 1,1 0,0 0,0 0,0 0,0 1,1-1,-1 1,1-1,0 1,0 0,0 0,1 0,-1 0,1 0,0 0,0 1,0 2,3 9,1 0,0-1,1 1,0-1,2 1,0-2,0 1,1 0,8 10,9 22,85 231,-105-270,0-1,1 0,0 0,0 0,0 0,1-1,0 0,0 0,0-1,1 1,0-1,0-1,0 0,1 0,0 0,-1-1,1 0,0 0,1-1,-1 0,0 0,1-1,-1 0,1-1,-1 0,1 0,4-2,106-19,-62 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6:12.5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0 462,'14'3,"-1"0,1-2,0 1,0-2,-1 0,1 0,0-1,0-1,-1-1,1 1,-1-2,12-4,147-75,-130 60,-1-2,-2-2,0-1,-2-2,22-24,-53 49,0 0,-1-1,0 0,0 0,-1-1,0 1,0-1,0 0,-1 0,0-1,0 1,-1 0,0-1,0-2,-2 8,0 0,0 1,-1-1,1 0,-1 0,1 1,-1-1,1 0,-1 1,0-1,0 1,0-1,0 1,0-1,0 1,0 0,0 0,0-1,-1 1,1 0,0 0,-1 0,1 0,-1 0,0 1,1-1,-1 0,1 1,-1-1,0 1,0 0,1-1,-1 1,0 0,0 0,1 0,-1 0,0 0,0 1,1-1,-1 1,0-1,1 1,-1-1,1 1,-1 0,0 0,1 0,-1 0,1 0,0 0,-1 0,0 1,-10 8,1 0,0 0,1 1,0 0,1 1,0 0,1 1,0-1,1 2,0-1,1 1,1 0,0 0,1 1,-2 10,-6 24,2 1,3 0,1 1,3 0,2-1,2 1,6 34,9 25,4 0,33 102,-20-66,-31-121</inkml:trace>
  <inkml:trace contextRef="#ctx0" brushRef="#br0" timeOffset="1038.335">300 708,'55'-3,"0"-3,-1-2,50-14,-36 8,-33 6,12-2,0 1,0 3,0 1,8 3,-52 2,0-1,0 1,0 0,0 0,0 1,0-1,0 1,0-1,0 1,0 0,0 0,0 0,0 1,-1-1,1 1,0-1,-1 1,1 0,-1 0,0 0,0 0,0 0,0 1,0-1,0 1,0-1,-1 1,1 0,-1 0,0-1,0 1,0 0,0 0,0 0,-1 2,-4 105,4-109,0-1,0 1,0 0,0-1,0 1,0-1,0 1,0-1,0 1,1 0,-1-1,0 1,0-1,1 1,-1-1,0 1,1-1,-1 0,1 1,-1-1,0 1,1-1,-1 0,1 1,-1-1,1 0,-1 1,1-1,-1 0,1 0,0 0,-1 0,1 1,-1-1,1 0,-1 0,1 0,0 0,-1 0,1 0,-1 0,1-1,-1 1,1 0,0 0,-1 0,1-1,-1 1,1 0,-1 0,1-1,-1 1,1 0,-1-1,0 1,1-1,-1 1,1 0,-1-1,0 1,0-1,1 0,25-28,-23 23,0 0,-1 0,1 0,-1 0,-1 0,1 0,-1-1,0 1,-1 0,1-1,-1 1,-1-1,1 1,-1 0,0-1,0 1,-1 0,0 0,0 0,0 0,-1 0,0 0,0 1,-1-1,1 1,-1 0,-4-4,0-1,0 1,-1 1,0-1,-1 1,0 1,0 0,0 0,-1 1,0 1,0-1,-1 2,1 0,-1 0,-2 0,7 3,0-1,1 1,-1 1,0-1,0 1,0 0,0 1,0-1,0 1,1 1,-1-1,0 1,-2 2,9-4,-1 0,1 0,-1 0,1 0,-1 0,1 0,-1 1,1-1,0 0,-1 0,1 0,-1 1,1-1,0 0,-1 1,1-1,0 0,-1 1,1-1,0 1,0-1,-1 0,1 1,0-1,0 1,0-1,-1 1,1-1,0 1,0-1,0 0,0 1,0-1,0 1,0-1,0 1,0-1,0 1,0-1,1 1,-1-1,0 1,0-1,0 0,1 1,-1-1,0 1,0-1,1 0,-1 1,0-1,1 0,-1 1,0-1,1 0,-1 1,0-1,1 0,-1 0,1 0,-1 1,1-1,-1 0,1 0,78 6,-25-15,-1-1,-1-3,0-2,-1-2,0-3,27-16,-45 21,-1-1,0-2,-2-2,6-5,-27 19,-1-1,0 0,-1 0,0 0,0-1,0 0,-1 0,0-1,-1 0,0 0,0 0,-1-1,-1 1,1-1,-1 0,1-10,-3 13,0 1,-1-1,0 0,-1 0,1 1,-1-1,0 1,-1-1,0 1,0-1,0 1,-1 0,0 0,0 0,0 0,-1 0,0 1,0 0,0 0,-1 0,1 0,-1 0,-1 1,1 0,-6-3,8 6,1 0,-1 0,0 0,1 1,-1-1,0 1,0 0,0-1,0 1,1 1,-1-1,0 0,0 1,0-1,1 1,-1 0,0 0,1 0,-1 0,1 0,-1 1,1-1,-1 1,1 0,0 0,0-1,0 1,0 1,0-1,0 0,1 0,-1 1,0 2,-40 90,31-57,3 1,0 0,3 0,1 1,2-1,2 1,1 0,2-1,6 26,-7-53,1-1,0 0,1 1,0-1,1 0,0-1,1 1,0-1,0 0,1-1,1 1,-1-1,2-1,-1 0,1 0,0 0,1-1,-1 0,1-1,1-1,-1 1,1-1,0-1,0 0,12 2,-10-3,-1 0,1-1,0-1,0 0,0-1,0 0,0-1,-1 0,1-1,0-1,-1 0,1 0,-1-2,0 1,0-2,-1 1,1-1,5-5,-13 8,0-1,0 1,0-1,0 0,-1 0,0 0,0-1,0 1,0-1,-1 1,0-1,0 0,0 0,0 0,-1 0,0 0,0 0,0-1,-1 1,1 0,-1 0,-1-3,1 7,0 1,0 0,-1 0,1-1,0 1,0 0,-1 0,1-1,0 1,-1 0,1 0,0 0,-1 0,1-1,0 1,-1 0,1 0,0 0,-1 0,1 0,-1 0,1 0,0 0,-1 0,1 0,0 0,-1 0,1 1,0-1,-1 0,1 0,0 0,-1 0,1 0,0 1,-1-1,1 0,0 0,0 1,-1-1,1 0,0 0,0 1,-1-1,1 0,0 1,0-1,0 0,0 1,0-1,-1 0,1 1,0-1,0 0,0 1,0-1,0 1,0-1,0 0,0 1,0-1,0 0,0 1,1-1,-1 0,0 1,0-1,0 0,0 1,1-1,-2 4,0-1,0 1,0 0,1-1,0 1,0 0,0 0,0-1,0 1,1 0,0-1,0 1,0 0,0-1,0 1,1-1,-1 0,1 1,0-1,0 0,0 0,1 0,-1 0,1-1,-1 1,1-1,0 1,0-1,0 0,0 0,1 0,-1-1,0 1,1-1,-1 0,1 0,2 1,4 0,-1 0,1 0,0-1,0 0,0 0,0-1,0-1,0 0,0 0,0-1,0 0,0-1,-1 0,1 0,-1-1,0 0,0-1,0 0,-1-1,0 1,0-2,0 1,-1-1,0 0,1-2,-5 5,-1-1,0 0,-1 0,1 1,-1-1,0 0,0 0,0 0,-1 0,0-1,0 1,0 0,-1 0,1 0,-1 0,0 0,-1 0,1 0,-1 1,0-1,0 0,-1 1,1-1,-1 1,0 0,0 0,0 0,-1 0,0 1,1-1,-1 1,0 0,0 0,-1 0,1 1,-1 0,1 0,-1 0,0 0,0 0,0 1,0 0,0 0,-2 0,-1 0,-1 0,0 1,0 0,1 0,-1 1,0 0,1 1,-1-1,0 2,1-1,0 1,0 0,0 1,0 0,0 0,1 1,-1 0,1 0,1 1,-1 0,1 0,0 0,-3 5,8-9,-1-1,0 1,1 0,0 0,-1 0,1 0,0 0,0 0,0 1,0-1,0 0,1 1,-1-1,1 0,0 1,-1-1,1 0,0 1,0-1,1 1,-1-1,0 0,1 1,0-1,-1 0,1 1,0-1,0 0,0 0,0 0,1 0,-1 0,0 0,1 0,0 0,0 0,28 14,3-5</inkml:trace>
  <inkml:trace contextRef="#ctx0" brushRef="#br0" timeOffset="1609.338">2609 284,'-6'0,"-86"9,89-9,0 1,0 0,0 0,0 0,0 0,0 1,1-1,-1 1,0-1,1 1,-1 0,1 0,-1 0,1 1,0-1,0 1,0-1,0 1,1-1,-1 1,1 0,-1 0,1 0,0 0,0 0,0 3,2 0,0 0,0 1,1-1,0 0,1 0,-1 0,1 0,0 0,1 0,-1-1,1 0,0 0,0 0,1 0,0 0,0-1,0 0,0 0,0 0,1-1,0 0,2 1,238 140,-199-100,-46-43,0 1,0-1,0 0,0 0,-1 1,1-1,0 0,-1 1,1-1,-1 0,0 1,1-1,-1 1,0-1,0 1,0-1,0 1,0-1,0 1,0-1,-1 1,1-1,0 0,-1 1,1-1,-1 1,0-1,1 0,-1 0,0 1,0-1,0 0,0 0,0 0,0 0,0 0,0 0,0 0,-1 0,1-1,0 1,-10 4,1-1,-1 0,1 0,-1-1,0-1,0 0,0 0,-1-1,1-1,0 0,0 0,-1-1,1-1,-8-1,-34-19,51 21,1 0,0 0,0 0,-1 0,1 0,0 0,0 0,0-1,1 1,-1 0,0-1,0 1,1 0,-1-1,0 1,1-1,0 1,-1 0,1-1,0 0,0 1,0-1,0 1,0-1,0 1,0-1,0 1,1-1,-1 1,0-1,1 1,-1 0,1-1,0 1,0 0,0-1,4-4,0 0,0 0,1 1,-1 0,1 0,1 0,-1 1,1 0,-1 0,1 1,4-2,3-2,60-30,-51 29,0-2,-2-1,1 0,-1-1,-1-2,0 0,-1-1,0-1,-2 0,0-2,0 0,-2-1,1-2,1-31,-17 51,0 0,0 0,1 0,-1 0,0 0,0 0,0 0,-1 0,1 0,0 0,0 0,0 0,-1 0,1 0,-1 1,1-1,-1 0,1 0,-1 0,1 0,-1 0,0 1,1-1,-1 0,0 1,0-1,1 0,-1 1,0-1,0 1,0-1,0 1,0 0,0-1,0 1,0 0,0-1,0 1,0 0,0 0,0 0,0 0,0 0,0 0,0 0,0 1,0-1,0 0,-1 1,-5 2,0 1,0 0,0 0,1 1,-1-1,1 1,0 1,0-1,1 1,0 0,0 1,0-1,1 1,0 0,0 0,1 0,0 1,0-1,0 1,1-1,0 1,1 2,-3 2,1 0,1 1,0-1,1 1,0-1,1 1,0 0,1 0,2 8,-2-15,0 0,1-1,0 1,0-1,0 0,1 1,-1-1,1 0,1-1,-1 1,1-1,-1 1,1-1,1 0,-1 0,0-1,1 1,0-1,0 0,0 0,0-1,3 2,95 15,-51-19</inkml:trace>
  <inkml:trace contextRef="#ctx0" brushRef="#br0" timeOffset="1966.629">3674 338,'-18'-7,"-1"1,0 0,0 2,0 0,0 1,-1 1,1 1,-1 0,1 2,-1 0,1 1,-14 4,31-6,-1 0,1 0,0 1,0-1,0 1,0 0,-1 0,1 0,0 0,0 0,1 0,-1 0,0 1,0-1,1 0,-1 1,0 0,1-1,0 1,-1 0,1 0,0 0,0 0,0 0,0 0,0 0,1 0,-1 0,0 0,1 1,0-1,0 0,-1 0,1 0,0 1,1-1,-1 0,1 2,5 4,0-1,1 0,0-1,1 0,-1 0,1 0,0-1,1 0,-1 0,1-1,0-1,0 1,0-1,4 0,-8-1,61 20,-35-12,0 0,-1 3,0 0,7 6,-35-18,0-1,0 1,0 0,0 0,-1 0,1 0,0 0,0 0,-1 1,1-1,-1 1,1-1,-1 1,1-1,-1 1,0 0,0 0,0 0,0-1,0 1,0 0,-1 0,1 0,-1 1,1-1,-1 0,0 0,0 0,1 0,-2 0,1 0,0 0,0 1,-1-1,1 0,-1 0,1 0,-1 0,0 0,0 0,-7 6,-1-1,0 0,0 0,-1-1,1 0,-1-1,0 0,-1 0,1-1,-1 0,0-1,-1 0,-3 2,0-1,0 0,0 0,0-2,-1 0,1-1,-1 0,0-1,0-1,-4-4</inkml:trace>
  <inkml:trace contextRef="#ctx0" brushRef="#br0" timeOffset="2250.913">4397 325,'-15'-5,"0"0,-1 2,1 0,-1 1,0 0,0 1,-3 1,13 0,0 0,0 1,0 0,0 0,0 0,1 1,-1 0,0 0,1 0,-1 1,1 0,0 0,0 0,0 1,0-1,1 1,0 0,-1 1,1-1,-1 3,0 0,1 1,0-1,1 0,0 1,0 0,1 0,-1 0,2 0,-1 0,1 0,1 1,-1-1,1 0,1 0,-1 1,2-1,-1 0,1 0,0 0,1 0,-1 0,2-1,-1 1,1-1,0 0,1 0,0 0,0 0,0-1,1 0,-1 0,2-1,-1 1,1-1,-1-1,7 4,10 0,-1-1,1-1,0-1,0-2,1 0,-1-1,1-1,-1-1,1-2,-1 0,1-1,-1-2,0 0,0-1,3-3,63-14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6:17.8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66 1,'12'18,"8"14,3 10,-2 9,-5 9,-14 5,-26 5,-40 8,-8-11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6:15.7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479 190,'-5'19,"-1"17,0 12,1 8,4 3,6 0,6-2,2-4,2-6,0-9,-2-13,-3-11</inkml:trace>
  <inkml:trace contextRef="#ctx0" brushRef="#br0" timeOffset="203.495">1 122,'25'0,"26"0,26 0,23-5,21-3,13-6,4-2,-21 1</inkml:trace>
  <inkml:trace contextRef="#ctx0" brushRef="#br0" timeOffset="607.929">1012 177,'-14'42,"3"1,1 1,2 0,3 0,0 18,5-62,2 83,-1-80,-1-1,1 1,0-1,0 1,0-1,0 1,0-1,0 0,1 1,-1-1,1 0,0 0,0 0,-1 0,1-1,0 1,1 0,-1-1,0 1,0-1,1 0,-1 0,1 0,-1 0,1 0,-1-1,1 1,-1-1,3 1,6-2,1 0,0-1,-1-1,0 0,0 0,0-1,0-1,0 1,-1-2,0 1,0-2,0 1,-1-1,0-1,0 0,-1 0,0 0,0-1,-1 0,0-1,3-6,15-30,-22 43,-8 23,4-15,-9 31,2 0,1 1,2 0,2 0,1 0,2 0,1 1,2-1,7 29,23 18,-16-58</inkml:trace>
  <inkml:trace contextRef="#ctx0" brushRef="#br0" timeOffset="805.477">1448 163,'-7'17,"0"6,6 3,3-3</inkml:trace>
  <inkml:trace contextRef="#ctx0" brushRef="#br0" timeOffset="1051.812">1558 723,'0'11,"4"0,2-2</inkml:trace>
  <inkml:trace contextRef="#ctx0" brushRef="#br0" timeOffset="1300.028">1871 258,'-2'17,"6"9,9 8,10 2,10 0,9-1,6 0,0-2,-4 2,-7-2,-9-1,-10-1,-13-2,-14-3,-14-4,-14-6,-8-9,2-7</inkml:trace>
  <inkml:trace contextRef="#ctx0" brushRef="#br0" timeOffset="1576.295">2117 94,'16'-4,"18"-5,13-2,10-2,5 1,0 1,-7-1,-11 0,-15 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6:24.7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1 274,'16'2,"17"4,20 0,16-1,16-1,11 1,6 2,0 2,-7 2,-9 1,-11-1,-17-2</inkml:trace>
  <inkml:trace contextRef="#ctx0" brushRef="#br0" timeOffset="306.258">643 1,'-2'16,"10"8,18 4,22 3,17-3,16 0,6 1,-1 3,-11 3,-16 5,-18 2,-23 6,-28 4,-29 7,-27 3,-19 0,-13-6,10-12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6:30.5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6870 514,'70'290,"-67"-280,0 0,1-1,0 1,0-1,1 0,0 0,1 0,0-1,2 2,-6-8,1 1,-1-1,1 1,-1-1,1 0,0 0,0 0,0 0,1-1,-1 1,0-1,0 0,1 0,-1 0,1 0,-1 0,1-1,-1 0,1 0,-1 0,1 0,-1 0,1-1,-1 1,1-1,-1 0,4-1,-1-1,1 0,-1-1,0 0,0 0,0 0,0-1,-1 0,0 0,0 0,0 0,-1-1,1 0,-1 0,-1 0,1-1,-1 1,0-1,2-6,1-6,-1 0,0-1,-2 1,0-1,-1 1,0-7,-1 2,3 50,-2-2,2 0,0 0,2-1,0 1,2-1,9 20,-16-41,0 0,0 0,1 0,-1 0,0 0,1 0,-1 0,1-1,0 1,-1-1,1 1,0-1,0 1,0-1,0 0,0 0,0 0,0 0,1-1,-1 1,0 0,0-1,1 0,-1 1,0-1,1 0,-1 0,0 0,1-1,-1 1,0 0,0-1,1 0,-1 1,0-1,0 0,0 0,0 0,0-1,0 1,0 0,0-1,0 0,12-8,0-2,-1 1,-1-2,0 0,0 0,-2-1,1-1,-2 0,0 0,-1-1,0 0,-1 0,-1 0,-1-1,0-3,-6-6,0 25,1 1,0 0,-1-1,1 1,0 0,-1-1,1 1,0 0,-1 0,1-1,-1 1,1 0,0 0,-1 0,1 0,-1 0,1-1,-1 1,1 0,0 0,-1 0,1 0,-1 0,1 1,-1-1,1 0,-1 0,1 0,0 0,-1 0,1 0,-1 1,1-1,0 0,-1 0,1 1,0-1,-1 0,1 1,0-1,-1 0,1 1,0-1,0 0,-1 1,1-1,0 1,0-1,0 0,-1 1,1-1,0 1,0 0,-4 5,1 0,0 1,0-1,0 1,1 0,0 0,0 0,0 0,1 0,1 0,-1 0,1 1,0-1,0 0,1 0,0 1,1-1,-1 0,1 0,1 0,-1-1,1 1,0-1,1 1,0-1,0 0,3 4,3 1,0-1,0 0,1-1,0-1,1 1,0-2,0 1,1-2,-1 0,1 0,1-1,9 2,10 2,1-2,1-1,-1-2,23 0,13-3,-10-3</inkml:trace>
  <inkml:trace contextRef="#ctx0" brushRef="#br0" timeOffset="805.871">8167 746,'-2'-5,"-1"-1,1 1,-1-1,0 1,-1 0,1 0,-1 0,0 1,0-1,-1 1,1 0,-1 0,0 0,0 1,0 0,-1 0,1 0,-1 1,1-1,-1 2,0-1,0 0,0 1,0 0,0 0,0 1,0 0,-3 0,2 1,-1 1,1 0,-1 0,1 0,0 1,0 0,0 0,1 1,-1 0,1 0,-1 1,1-1,1 1,-1 1,1-1,0 1,0 0,1 0,-1 0,1 1,1-1,-1 1,0 4,3-10,1 1,-1-1,1 1,0 0,0-1,-1 1,1 0,0-1,1 1,-1 0,0-1,0 1,1-1,-1 1,1-1,-1 1,1 0,0-1,-1 0,1 1,0-1,0 1,0-1,0 0,0 0,1 0,-1 1,0-1,0 0,1-1,-1 1,1 0,-1 0,1-1,-1 1,1 0,-1-1,1 0,0 1,-1-1,1 0,-1 0,1 0,1 0,76-3,-64-2,0 0,-1 0,1-2,-2 0,1 0,-1-1,6-5,-18 12,-1 0,1 1,0-1,0 1,-1-1,1 1,0-1,0 1,0-1,-1 1,1-1,0 1,0 0,0 0,0-1,0 1,0 0,0 0,0 0,0 0,0 0,0 0,-1 0,1 1,0-1,0 0,0 0,0 1,0-1,0 1,0-1,-1 0,1 1,0 0,0-1,-1 1,1-1,0 1,-1 0,1 0,-1-1,1 1,-1 0,1 0,-1 0,1-1,-1 1,0 0,1 0,-1 0,0 0,0 0,0 0,0 0,0 0,0 0,0 0,0-1,0 1,0 0,0 0,-1 0,1 0,0 0,-1 1,1 4,0 0,1 0,0 0,0 0,1 0,-1 0,1 0,1 0,-1 0,1-1,0 1,0-1,0 0,1 0,0 0,0 0,0-1,1 1,-1-1,1 0,0-1,0 1,1-1,-1 0,1 0,-1-1,1 1,0-1,0-1,6 1,0-2,-1 0,1 0,0-1,0 0,-1-1,1-1,0 0,-1 0,0-1,0 0,0-1,-1 0,1-1,-1-1,0 1,-1-1,0-1,0 0,0 0,-1-1,0 0,-1 0,0 0,-1-1,0-1,0 1,-1-1,0 0,-1 0,2-8,6-31,-2-1,-2-1,-3 0,-1 0,-3 0,-3 0,-2-8,3 41,0-24,-2 0,-1 0,-3 0,-7-23,0 34,13 32,1-1,0 1,-1-1,1 1,-1-1,1 1,0 0,-1-1,1 1,-1 0,1-1,-1 1,1 0,-1 0,1-1,-1 1,1 0,-1 0,0 0,1 0,-1-1,1 1,-1 0,1 0,-1 0,0 1,1-1,-1 0,1 0,-1 0,1 0,-1 0,1 1,-1-1,0 0,1 0,-1 1,1-1,0 0,-1 1,1-1,-1 1,1-1,0 0,-1 1,1-1,0 1,-1-1,1 1,0-1,0 1,-1 0,1-1,0 1,0-1,-6 13,1 0,0 0,1 0,0 1,1-1,1 1,0 0,1 0,0 1,0-1,-6 58,2 1,4 0,4 0,2 0,15 69,-15-117,2-1,1 0,0 0,2 0,10 16,-16-32,1 1,0-1,1-1,-1 1,2-1,-1 0,1 0,0-1,0 0,1 0,0 0,0-1,0-1,1 1,-1-1,8 2,-10-5,0 0,1-1,-1 0,1 0,-1 0,1-1,-1 0,0 0,0-1,1 1,-1-1,0-1,0 1,0-1,-1 0,1-1,-1 1,0-1,0 0,0 0,0-1,-1 1,1-1,-1 0,0 0,-1-1,1 1,-1-1,0 1,-1-1,1 0,-1 0,0-1,-1 1,0 0,0-1,0 1,0-3,4-87,-5 96,0 0,-1 0,1 1,0-1,-1 0,1 0,0 0,-1 0,1 1,0-1,-1 0,1 0,-1 0,1 0,0 0,-1 0,1 0,0 0,-1 0,1 0,-1 0,1 0,0 0,-1-1,1 1,0 0,-1 0,1 0,0 0,-1-1,1 1,0 0,0 0,-1 0,1-1,0 1,-1 0,1-1,0 1,0 0,0-1,0 1,-1 0,1-1,0 1,0 0,0-1,0 1,0 0,0-1,0 1,0-1,0 1,0 0,0-1,0 1,0 0,0-1,0 1,0 0,0-1,1 1,-11 30,9-21,1-1,0 0,0 1,1-1,0 0,0 0,1 0,0 0,0 0,1 0,0 0,1-1,0 1,0-1,0 0,1 0,0-1,0 1,1-1,-1 0,1 0,1-1,-1 0,1 0,0-1,0 0,1 0,-1 0,1-1,-1 0,1 0,0-1,0 0,1-1,-1 0,0 0,0-1,1 1,0-2,17-6</inkml:trace>
  <inkml:trace contextRef="#ctx0" brushRef="#br0" timeOffset="1056.202">8467 350,'-18'-7,"-12"-4,8-1,20 1,29 4,34 2,30 2,22 5,13 7,1 11,-7 10,-14 10,-26-2</inkml:trace>
  <inkml:trace contextRef="#ctx0" brushRef="#br0" timeOffset="1826.639">9286 951,'0'0,"1"-1,-1 1,0 0,0 0,1-1,-1 1,0 0,0-1,1 1,-1 0,0-1,0 1,0 0,0-1,1 1,-1 0,0-1,0 1,0 0,0-1,0 1,0 0,0-1,0 1,0-1,0 1,0 0,0-1,-1 1,1 0,0-1,0 1,0 0,0-1,-1 1,1 0,0-1,0 1,0 0,-1 0,1-1,0 1,-1 0,1 0,0 0,0-1,-1 1,1 0,0 0,-1 0,1 0,0 0,-1-1,1 1,-1 0,1 0,0 0,-1 0,1 0,0 0,-1 0,1 0,0 1,-1-1,1 0,-1 0,1 0,8-266,-13 228,7 46,4-3,0-1,0 0,1 0,-1-1,1 0,0 0,-1 0,1-1,1 0,-1 0,0-1,3 0,-1 1,12 3,-9-4,0 0,0 1,0 0,0 1,0 1,0 0,-1 0,1 1,-1 1,0-1,-1 2,0 0,0 0,0 1,-1 0,0 0,0 1,-1 1,-1-1,5 7,-8-3,0-1,0 1,-1 0,-1-1,0 1,-1 0,0 11,9 60,-9-82,-1 0,1 1,0-1,0 0,0 1,1-1,-1 0,0 0,1 0,-1 0,1 0,0 0,-1-1,1 1,0-1,0 1,0-1,0 1,1-1,-1 0,0 0,0 0,1-1,-1 1,1 0,-1-1,0 1,1-1,-1 0,1 0,-1 0,2 0,3-1,-1 0,0 0,0 0,0-1,0 0,0 0,0 0,0-1,-1 0,1 0,-1-1,3-1,0-3,-1 0,0 0,0 0,0-1,-1 0,-1-1,1 1,-1-1,-1 0,0-1,-1 1,0-1,0 1,-1-1,0 0,-1 0,0 0,-1 0,-1 0,1-1,-5-13,5 25,0 0,0 1,0-1,0 0,0 1,0-1,0 0,0 1,0-1,-1 0,1 1,0-1,0 0,0 0,0 1,0-1,0 0,-1 0,1 1,0-1,0 0,0 0,-1 1,1-1,0 0,0 0,-1 0,1 1,0-1,-1 0,1 0,0 0,0 0,-1 0,1 0,0 0,-1 0,1 0,0 0,-1 0,1 0,0 0,-1 0,1 0,0 0,0 0,-1 0,1 0,0 0,-1 0,1-1,0 1,0 0,-1 0,1 0,0 0,0-1,-1 1,1 0,0 0,0-1,0 1,-1 0,1 0,0-1,0 1,0 0,0-1,-4 8,0 0,1 0,0 0,1 1,0-1,0 1,0-1,1 1,0-1,0 1,1 0,0 0,0-1,1 1,0 0,1-1,0 1,0-1,0 1,1-1,0 0,0 0,1 0,0 0,0-1,0 0,1 1,0-2,1 1,-1 0,1-1,0 0,0-1,6 4,-2-5,1 0,-1-1,1 0,0 0,0-1,-1-1,1 0,0 0,0-1,0 0,0-1,-1-1,1 1,-1-2,0 1,0-2,0 1,0-1,-1-1,1 1,-2-2,1 1,-1-1,0-1,0 1,0-1,-1-1,-1 1,1-1,-2 0,2-3,0-2,-1 0,0 0,-1 0,-1 0,0-1,-1 0,-1 0,1-12,-12 5,-8 44,13-11,1 1,0-1,0 1,1-1,0 1,1 0,1 0,0 0,0 0,1 0,1-1,0 1,0 0,1-1,1 1,4 9,-6-18,0 1,0-1,0 1,1-1,0 0,-1 0,1 0,0 0,1 0,-1-1,0 1,1-1,-1 0,1 0,0-1,0 1,0-1,0 1,0-1,0 0,0-1,0 1,0-1,0 0,1 0,0 0,20-4</inkml:trace>
  <inkml:trace contextRef="#ctx0" brushRef="#br0" timeOffset="2025.11">10338 405,'-14'-3,"-9"0,-1 5,4 6,7 7,11 6,6-1</inkml:trace>
  <inkml:trace contextRef="#ctx0" brushRef="#br0" timeOffset="-3672.763">82 528,'3'-2,"-1"1,1-1,-1 1,1 0,-1 0,1 0,-1 1,1-1,0 1,-1-1,1 1,0 0,0 0,-1 0,1 0,0 1,0-1,-1 1,1-1,0 1,-1 0,1 0,-1 0,1 1,-1-1,0 1,0-1,1 1,-1 0,0-1,0 1,0 0,-1 0,1 1,0 0,44 88,-2 90,-44-180,0 0,0 0,0 0,0 0,1 0,-1 0,0 0,0-1,1 1,-1 0,1 0,-1 0,1-1,-1 1,1 0,-1-1,1 1,0 0,-1-1,1 1,0-1,-1 1,1-1,0 1,0-1,0 1,-1-1,1 0,0 0,0 1,0-1,0 0,0 0,0 0,0 0,-1 0,1 0,0 0,0 0,0 0,0-1,0 1,0 0,0 0,-1-1,1 1,0-1,0 1,-1-1,1 1,0-1,0 1,-1-1,1 0,-1 1,1-1,0 0,-1 1,1-1,-1 0,0 0,1 0,-1 1,0-1,1 0,-1-1,11-16,-1-1,-1 0,-1-1,0 0,-2 0,0-1,-2 0,0 0,1-16,5 87,-10-44,0 0,1 0,0 0,0 0,1 0,-1-1,1 1,1 0,-1-1,1 1,0-1,0 0,0 0,1 0,0 0,0-1,0 0,1 1,-1-1,1-1,0 1,0-1,0 0,0 0,1 0,-1-1,1 0,0 0,5 1,-4-4,1 0,-1 0,0-1,0 0,0 0,0-1,-1 0,1 0,-1 0,1-1,-1 0,0 0,-1-1,1 0,-1 0,0 0,0 0,0-1,-1 0,0 0,0 0,-1-1,1 1,-1-1,-1 1,1-1,-1 0,0 0,-1-1,0 1,0 0,0 0,-1-1,0 1,-1-6,1 13,-1 1,1-1,0 0,0 0,-1 0,1 0,0 0,-1 0,1 1,0-1,-1 0,1 0,0 0,0 0,-1 0,1 0,0 0,-1 0,1 0,0 0,-1 0,1-1,0 1,0 0,-1 0,1 0,0 0,0 0,-1 0,1-1,0 1,0 0,-1 0,1 0,0-1,0 1,0 0,-1 0,1-1,0 1,0 0,0-1,0 1,0 0,0 0,-1-1,1 1,0 0,0-1,0 1,0 0,0 0,0-1,0 1,-9 27,7-20,1 0,-1 0,1 0,1 0,-1-1,1 1,1 0,-1 0,1 0,0 0,1 0,0-1,0 1,0 0,1-1,-1 0,2 1,-1-1,1-1,0 1,0 0,0-1,1 0,0 0,0 0,0-1,3 2,4-1,1 0,-1-1,1 0,0-1,0-1,0 0,1-1,-1 0,0-1,0-1,1 0,-1 0,0-2,0 1,0-2,-1 0,1 0,-1-1,0-1,0 0,0 0,-1-1,0-1,5-4,30-41,-46 52,1 1,-1 0,1 0,-1 0,1 0,-1 0,1 0,-1 0,1 0,0 0,-1 1,1-1,-1 0,1 0,-1 0,1 1,-1-1,1 0,-1 0,0 1,1-1,-1 0,1 1,-1-1,0 1,1-1,-1 1,0-1,1 0,-1 1,0-1,0 1,1-1,-1 1,0 0,0-1,0 1,0-1,0 1,0-1,0 1,0-1,0 1,0-1,0 1,0 0,0-1,0 1,0-1,-1 1,1-1,2 9,2-2,0-1,0 1,0-1,0-1,1 1,0 0,0-1,1 0,0 0,-1-1,1 0,1 0,-1 0,1 0,-1-1,1 0,0-1,0 0,1 0,-1 0,0-1,0 0,1 0,-1-1,1 0,-1 0,0-1,1 0,-1 0,0-1,1 1,-1-2,0 1,-1-1,1 0,5-4,-9 5,0-1,1-1,-2 1,1 0,0-1,-1 1,1-1,-1 0,0 0,0 0,-1 0,1 0,-1 0,0 0,0-1,0 1,-1 0,1-1,-1 1,0-1,0 1,-1 0,1-1,-1 1,0 0,0 0,-1-1,1 1,-1 0,0 0,0 0,0 1,0-1,-1 0,0 1,1 0,-1-1,-1 1,1 0,0 0,-1 1,1-1,-1 1,0 0,-3-2,0 1,0 0,-1 0,1 1,-1 0,1 0,-1 1,0 0,0 0,0 1,0 0,0 0,1 1,-1 0,0 0,0 1,1 0,-1 0,1 1,-1 0,1 0,0 1,0 0,1 0,-1 0,1 1,0 0,0 1,0-1,1 1,0 0,0 0,1 1,-1-1,-2 7,6-10,-1 0,1 0,0 0,0 0,1 0,-1 0,0 0,1 0,0 0,0 0,0 0,0 1,0-1,1 0,-1 0,1 0,0 0,0 0,0 0,0 0,0 0,1 0,-1-1,1 1,0 0,0-1,0 1,0-1,0 0,1 0,-1 0,1 0,-1 0,1 0,0-1,0 1,-1-1,2 0,7 4,1-1,-1-1,1 0,0 0,0-1,0-1,0 0,0-1,0 0,0-1,4 0,35-6</inkml:trace>
  <inkml:trace contextRef="#ctx0" brushRef="#br0" timeOffset="-3390.516">1352 132,'-19'-2,"-10"-2,-5 6,1 6,5 10,9 8,9 6,11 6,13 0,8 1,0-6</inkml:trace>
  <inkml:trace contextRef="#ctx0" brushRef="#br0" timeOffset="-3127.707">1435 650,'0'17,"2"9,1 5,2 3,3-1,4-3,8-7,4-7,8-7,5-4,6-8,-4-3</inkml:trace>
  <inkml:trace contextRef="#ctx0" brushRef="#br0" timeOffset="-1048.973">2145 418,'-20'-1,"-1"1,1 0,0 2,0 0,0 2,0 0,0 1,1 1,0 1,-14 6,31-12,0 0,0-1,0 1,0 0,0 0,0 0,0 0,1 0,-1 1,0-1,0 1,1-1,-1 1,1-1,0 1,-1 0,1 0,0 0,0 0,0 0,0 0,1 0,-1 0,0 0,1 0,-1 0,1 0,0 0,0 1,0-1,0 0,0 0,0 0,1 0,-1 1,1-1,-1 0,1 0,0 0,0 0,0 0,0 0,0-1,0 1,1 0,-1 0,1-1,-1 1,1 0,13 8,1 0,0-1,0-1,1-1,0 0,6 1,18 8,-32-12,13 3,-1 2,1 1,-2 0,1 1,-2 2,1 0,-2 1,15 14,-31-26,0-1,0 1,0 0,-1 0,1 0,-1 0,1 0,-1 1,0-1,0 0,0 0,0 1,0-1,0 1,-1-1,1 1,-1-1,0 1,0-1,0 1,0 0,0-1,-1 1,1-1,-1 1,1-1,-1 1,0-1,0 0,0 1,0-1,0 0,-1 0,1 0,-1 0,1 0,-1 0,0 0,0 0,0-1,0 1,0-1,0 1,0-1,-1 0,1 0,-4 2,0-1,1 0,-1 0,-1 0,1-1,0 0,0 0,0-1,-1 1,1-1,0-1,0 1,-3-2,7 2,-1 0,1-1,0 0,-1 1,1-1,0 0,0 0,0 0,0 0,0 0,0-1,0 1,0-1,1 1,-1-1,0 0,1 1,-1-1,1 0,0 0,0 0,-1 0,1 0,1-1,-1 1,0 0,0 0,1-1,0 1,-1 0,1-1,0 1,0 0,0-1,0 1,1-2,3-6,0 0,1 0,0 0,0 1,1-1,1 2,0-1,0 1,0 0,1 0,0 1,1 0,-1 0,1 1,1 0,-1 1,1 0,8-3,-1-2,1 1,1 1,-1 1,1 0,0 2,0 0,10-1,-26 6,0 0,0 0,1 0,-1 0,0 0,0 1,1-1,-1 1,0 0,0 0,0 0,0 0,0 1,0-1,0 1,-1 0,1 0,-1 0,1 0,-1 0,0 0,1 1,-1-1,0 1,-1 0,1-1,0 1,-1 0,0 0,1 0,-1 0,0 0,-1 1,1-1,0 1,4 16,28 67,-32-84,0-1,1 0,0 1,-1-1,1 0,0 0,0 0,0 0,1-1,-1 1,0 0,0-1,1 0,-1 1,1-1,0 0,-1 0,1-1,0 1,-1 0,1-1,0 0,0 0,-1 1,1-2,0 1,0 0,0 0,-1-1,3 0,5-4,0 0,0-1,0 0,-1-1,1 1,-1-2,-1 0,0 0,0 0,-1-1,1 0,-2 0,0-1,0 0,0 0,-1 0,-1-1,0 0,0-2,21-36,-25 49,0 0,0 1,0-1,1 0,-1 1,0-1,0 0,1 0,-1 1,0-1,1 0,-1 0,0 1,1-1,-1 0,1 0,-1 0,0 0,1 0,-1 0,0 0,1 1,-1-1,1 0,-1 0,0 0,1-1,-1 1,1 0,-1 0,0 0,1 0,-1 0,0 0,1-1,-1 1,1 0,-1 0,0 0,0-1,1 1,-1 0,0 0,1-1,-1 1,0 0,0-1,0 1,1 0,-1-1,0 1,0-1,0 1,0 0,0-1,1 1,-1-1,2 41,-2-35,0-3,10 102,-9-101,-1 0,1 0,0 1,0-1,1 0,-1 0,1-1,-1 1,1 0,0 0,0-1,0 1,0-1,1 0,-1 1,1-1,-1 0,1-1,0 1,-1 0,1-1,0 1,0-1,0 0,1 0,-1 0,0-1,0 1,0-1,1 1,0-2,1 1,-1-1,0 1,0-1,0 0,1-1,-1 1,0-1,-1 0,1 0,0 0,0 0,-1-1,1 1,-1-1,0 0,0 0,0 0,0 0,-1-1,1 1,-1-1,0 0,0 0,0 0,4-8,0-1,-1 1,-1-1,0 0,-1 0,-1 0,1-8,-1 3,-1 0,0 0,-1-1,-2 1,0 0,0 0,-3-7,4 24,1 0,-1 0,1 0,0 1,0-1,-1 0,1 0,0 0,0 0,0 0,0 0,0 0,0 0,0 0,1 0,-1 1,0-1,0 0,1 0,-1 0,1 0,-1 0,1 1,-1-1,1 0,-1 0,1 1,-1-1,1 0,0 1,-1-1,1 1,0-1,0 1,0-1,-1 1,1 0,0-1,0 1,0 0,0-1,0 1,0 0,0 0,-1 0,1 0,0 0,0 0,0 0,0 0,0 1,0-1,0 0,0 0,-1 1,2-1,16 0,0 0,-1 0,1 2,0 0,-1 1,0 1,1 1,-2 0,1 1,0 1,-1 0,-1 2,1-1,8 8,-18-9,-1-1,0 1,0-1,-1 1,0 1,0-1,0 1,-1-1,0 1,-1 0,0 0,0 0,0 1,-1-1,-1 0,1 1,-1-1,-1 0,0 1,0-1,0 0,-1 0,-2 6,-1 23,5-35,0 0,-1 0,1 0,0 0,0 0,0 0,0 0,0 0,1 0,-1 0,1 0,-1 0,1 0,0 0,0-1,0 1,0 0,0 0,0 0,0-1,0 1,1-1,-1 1,1-1,-1 0,1 1,-1-1,1 0,0 0,0 0,0 0,0 0,-1-1,1 1,0-1,0 1,0-1,0 1,0-1,1 0,26 1,0-1,-1-1,1-2,-1-1,0-1,19-6,-35 8,-1 1,14-3,0 0,-1-2,1 0,-2-2,1-1,-1 0,3-4,-23 12,0 0,-1 0,0 0,1 0,-1 0,0-1,0 1,-1-1,1 1,0-1,-1 0,1 0,-1 0,0 0,0 0,0 0,0 0,-1 0,1 0,-1 0,0 0,0 0,0 0,0 0,-1-1,1 1,-1 0,0 0,1 0,-1 0,-1 0,1 1,0-1,-1 0,0 0,-2-6,-2 1,1 0,-1 0,0 0,0 1,-1 0,0 0,0 1,-1 0,0 0,0 0,4 4,0 0,-1 0,1 0,0 1,-1-1,1 1,-1 0,0 1,1-1,-1 1,0 0,1 0,-1 0,1 1,-1-1,0 1,1 0,-1 1,1-1,-1 1,1 0,0 0,0 0,0 0,0 1,0 0,0 0,-4 3,1 0,-1 1,2 0,-1 0,1 1,0 0,0 0,1 0,0 0,1 1,0 0,-2 7,5-13,-1 1,1-1,1 1,-1 0,0-1,1 1,0 0,0-1,0 1,0 0,0-1,1 1,0 0,0-1,0 1,0-1,0 1,1-1,-1 1,1-1,0 0,0 0,0 0,1 0,-1 0,1 0,-1-1,1 1,0-1,0 0,0 0,1 0,-1 0,0-1,1 1,-1-1,1 0,-1 0,1 0,3 1,0-1,1 1,-1-1,1 0,0-1,-1 1,1-2,0 1,-1-1,1 0,-1 0,1-1,-1 0,1-1,-1 0,0 0,0 0,-1-1,1 0,-1 0,1-1,-1 1,-1-1,1-1,-1 1,0-1,0 0,0 0,-1-1,0 1,0-1,-1 0,2-5,-6-9,1 21,0 0,0 0,0 1,0-1,0 0,0 0,0 0,-1 0,1 0,0 0,0 1,0-1,0 0,-1 0,1 0,0 0,0 0,0 0,0 0,-1 0,1 0,0 0,0 0,0 0,-1 0,1 0,0 0,0 0,0 0,0 0,-1 0,1 0,0 0,0 0,0 0,-1 0,1 0,0 0,0 0,0-1,0 1,0 0,-1 0,1 0,-2 7,1 0,0 1,0-1,1 0,-1 1,2-1,-1 1,1-1,0 0,1 1,-1-1,1 0,1 0,-1 0,1 0,1-1,-1 1,1-1,0 0,1 0,-1 0,1 0,0-1,1 0,-1 0,1 0,0-1,0 0,1 0,-1-1,1 1,0-1,0-1,0 1,0-1,0-1,0 1,0-1,3 0,-7-1,1 0,-1-1,1 1,-1-1,1 0,-1 1,1-2,-1 1,0 0,0-1,0 1,0-1,0 0,0 0,0 0,0-1,-1 1,1-1,-1 1,0-1,0 0,0 0,0 0,0 0,0 0,-1 0,0 0,1-1,-1 1,-1-1,2-2,7-113,-19-8,10 126,0 0,0-1,1 1,-1 0,1 0,-1 0,1 0,-1-1,1 1,-1 0,1 0,0 0,0 0,0 1,-1-1,1 0,0 0,0 0,0 1,0-1,0 0,0 1,1-1,-1 1,0-1,0 1,0 0,0 0,1-1,-1 1,0 0,0 0,1 0,-1 0,0 0,1 1,50 9,-44-7,18 3,-1 2,1 2,-1 0,-1 1,0 2,-1 0,21 16,-40-25,0 0,-1 1,1-1,-1 1,0 0,0 0,-1 0,0 0,1 0,-2 0,1 1,-1-1,1 1,-1-1,-1 1,1 0,-1-1,0 1,-1 0,1-1,-1 1,0-1,0 1,-1-1,0 1,-2 4,3-7,0 0,-1-1,1 1,0 0,1 0,-1 0,0 0,1 0,0 0,0 0,0 1,0-1,0 0,0 0,1 0,0 0,-1 0,1 0,0 0,1-1,-1 1,0 0,1 0,-1-1,1 1,0-1,0 1,0-1,0 0,1 0,-1 0,0 0,1 0,0-1,-1 1,1-1,1 1,15 3,1-1,0-1,1-1,-1 0,0-2,1 0,-1-1,1-2,17-3,-11 1,-1 0,0-1,-1-2,23-10,-40 15,0-1,0 0,0 0,0-1,-1 0,1 0,-1-1,-1 0,1 0,-1-1,0 0,0 0,-1 0,0-1,0 0,0-1,-4 5,0 0,-1 0,1 0,0 0,-1 0,0 0,0 0,0 0,-1 0,1 0,-1 0,0 0,0 0,-1 1,1-1,-1 0,1 0,-1 1,0-1,-1 1,1 0,0 0,-1 0,0 0,0 0,0 0,0 1,0-1,-1 1,1 0,-1 0,1 0,-1 1,0-1,1 1,-1 0,0 0,0 0,0 0,0 1,0-1,0 1,0 0,0 1,0-1,0 1,0-1,0 1,0 1,0-1,0 0,1 1,-1 0,0 0,1 0,0 0,-1 0,1 1,0-1,0 1,0 0,1 0,-1 0,1 1,0-1,-1 1,1 1,0 0,1 0,-1 1,1-1,1 1,-1-1,1 0,-1 1,2-1,-1 1,1-1,-1 1,1-1,1 0,-1 1,1-1,0 0,0 0,1 0,-1 0,1-1,0 1,0-1,1 1,-1-1,1 0,0-1,0 1,1 0,-1-1,1 0,-1 0,1-1,0 1,0-1,0 0,0 0,5 0,24 9,-1-3,1 0,1-3,-1 0,1-3,0-1,0-1,0-2,-1-1,27-7,-49 10,0-2,0 1,0-2,0 1,0-2,-1 0,1 0,-1-1,0 0,-1-1,1 0,-1-1,0 0,-1 0,1-1,4-7,-12 13,-1-1,1 1,-1-1,0 0,0 1,0-1,0 0,0 0,-1 0,1 0,-1 0,0 0,0 0,0 0,0 1,0-1,-1 0,1 0,-1 0,0 0,0 0,0 1,0-1,-1 0,1 1,-1-1,1 1,-1-1,0 1,0 0,0 0,0 0,-1-1,-4-3,0 0,0 1,-1-1,1 2,-2-1,1 1,0 0,-1 0,1 1,-3 0,7 1,-1 0,0 1,0 0,1-1,-1 1,0 1,0-1,0 1,0 0,0 0,0 0,0 1,0 0,0 0,0 0,1 0,-1 1,0 0,1 0,-1 0,1 1,0-1,-1 1,1 0,1 0,-1 1,0-1,1 1,0-1,0 1,0 0,0 1,0-1,1 0,-2 4,2-3,0 0,1 0,0 0,-1 0,1 0,1 0,-1 0,1 1,0-1,0 0,1 0,-1 0,1 0,0 1,1-1,-1-1,1 1,0 0,0 0,0-1,1 1,0-1,0 1,0-1,0 0,1 0,-1-1,1 1,0-1,0 0,1 0,-1 0,0 0,1-1,0 0,-1 0,1 0,0 0,4 0,0-1,0-1,0 0,0 0,0-1,0 0,0-1,0 0,-1 0,1-1,-1 0,0 0,1-1,-2 0,1-1,0 0,-1 0,0 0,0-1,0 0,-1 0,0-1,0 0,-1 0,2-3,5-19,-12 28,0 1,1-1,-1 1,0-1,0 1,0-1,0 1,1 0,-1-1,0 1,0-1,0 1,0-1,0 1,0-1,0 1,0-1,-1 1,1-1,0 1,0-1,0 1,-1-1,1 1,0-1,0 1,-1 0,1-1,0 1,-1-1,1 1,0 0,-1-1,1 1,0 0,-1 0,1-1,-1 1,1 0,-1 0,1 0,-1-1,1 1,-1 0,1 0,-1 0,1 0,-1 0,1 0,-1 0,1 0,-1 0,1 0,-1 0,1 0,-1 1,1-1,-3 2,1 0,-1 0,1 0,-1 0,1 1,0-1,0 1,1-1,-1 1,0 0,1 0,-1 0,1 0,0 0,0 0,0 0,1 0,-1 0,1 0,0 1,-1-1,2 3,-1-2,0 0,1 0,0 0,0 0,0-1,0 1,1 0,-1-1,1 1,0-1,0 1,0-1,1 0,-1 0,1 0,-1 0,1 0,0-1,0 1,1-1,-1 0,0 0,1 0,-1 0,2 0,98 31,76-9,-86-18</inkml:trace>
  <inkml:trace contextRef="#ctx0" brushRef="#br0" timeOffset="10109.417">8849 1989,'-5'23,"1"0,0 1,2-1,1 1,0-1,2 1,1-1,1 1,4 15,64 204,-53-187,-11-38,51 194,-60-176,-19-64,0-23,1 0,3-1,2-1,3 0,2-1,2 0,1-22,6 56,1 1,1-1,1 1,0-1,1 1,2 0,0 0,5-11,-8 23,1 1,0-1,0 1,1 0,-1 0,2 0,-1 0,0 1,1-1,0 1,0 1,1-1,0 1,-1 0,1 0,1 0,-1 1,0 0,1 0,0 1,-1 0,1 0,0 0,0 1,0 0,0 1,-1 0,1 0,-1 1,0 0,1 0,-1 0,0 1,0 0,0 0,0 1,0-1,-1 1,1 1,-1-1,4 3,-7-4,1 0,0 0,-1 1,0-1,1 0,-1 1,0-1,0 1,0 0,-1 0,1 0,-1 0,1 0,-1 0,0 0,0 0,0 0,-1 1,1-1,-1 0,0 1,0-1,0 0,0 1,-1-1,1 0,-1 0,0 1,0-1,0 2,-3 1,0 0,-1 0,1-1,-1 0,0 0,0 0,-1 0,1-1,-1 0,0 0,0 0,-1-1,1 0,-1 0,1 0,-1-1,0 0,-6 0,-24 11,36-12</inkml:trace>
  <inkml:trace contextRef="#ctx0" brushRef="#br0" timeOffset="10700.791">9355 2290,'-51'-269,"47"250,4 11,-1-1,-1 0,0 1,0 0,-1-1,0 1,0 0,-1 0,0 1,0-1,-4-4,8 12,0 0,0 1,1-1,-1 0,0 1,0-1,0 0,0 0,0 1,0-1,0 0,0 1,0-1,0 0,0 0,0 1,0-1,0 0,0 1,0-1,0 0,0 0,-1 1,1-1,0 0,0 0,0 1,0-1,-1 0,1 0,0 0,0 1,0-1,-1 0,1 0,0 0,0 0,-1 1,1-1,0 0,0 0,-1 0,1 0,0 0,-1 0,1 0,0 0,0 0,-1 0,1 0,0 0,-1 0,1 0,0 0,0 0,5 6,0-1,0 1,1-1,0 0,0-1,1 1,-1-1,1 0,0-1,0 0,0 0,0 0,0-1,2 0,-4 0,229 65,-229-66,-1 0,0 1,1-1,-1 1,0-1,0 1,0 1,0-1,-1 0,1 1,0 0,-1 0,0 0,0 0,0 1,0-1,0 1,-1-1,1 1,-1 0,0 0,0 0,-1 1,1-1,-1 0,0 1,0-1,-6 110,5-112,0 0,1 1,-1-1,1 0,0 0,-1 0,1 0,0 1,0-1,0 0,1-1,-1 1,0 0,1 0,-1 0,1-1,0 1,0-1,-1 1,1-1,0 0,0 0,0 0,0 0,0 0,1 0,-1 0,0-1,0 1,1-1,1 0,73-1,-67 0,-1-1,0-1,0 0,0 0,0-1,0 0,-1-1,1 1,-1-2,-1 1,1-1,-1 0,0-1,0 0,-1 0,1 0,-2-1,1 0,-1 0,0 0,-1-1,0 1,2-9,-4 64,-3-39,1-1,0 1,0-1,0 1,1-1,0 0,1 1,0-1,0 0,0 0,1 0,0 0,0 0,1-1,0 0,0 1,0-1,1 0,0-1,0 0,1 1,-1-1,1-1,0 1,0-1,1 0,2 1,24 3,-3-6</inkml:trace>
  <inkml:trace contextRef="#ctx0" brushRef="#br0" timeOffset="11165.546">9942 1784,'18'21,"2"0,0-1,2-1,0-1,1-1,1-1,10 5,13 9,-37-22,116 90,-119-91,-1 0,1 1,-2-1,1 1,-1 0,0 1,-1 0,0-1,0 1,-1 1,0-1,-1 0,0 1,0-1,-1 4,6 86,-5-97,0 0,0 0,0 0,0-1,0 1,0 0,1-1,-1 0,1 1,-1-1,1 0,-1 0,1 0,0-1,-1 1,1-1,0 1,0-1,0 0,-1 0,1 0,0 0,0-1,-1 1,1-1,0 0,-1 0,1 0,0 0,-1 0,1 0,-1-1,0 1,1-1,1-1,12-6,0-1,-1 0,0-1,0-1,-1-1,-1 1,0-2,-1 0,0-1,-1 0,-1-1,5-10,-17 57,2-25,0 1,0-1,0 1,1-1,0 1,0-1,1 0,-1 0,1 1,1-1,-1 0,1-1,0 1,1 0,-1-1,1 0,0 1,0-2,1 1,-1 0,1-1,0 0,1 0,-1 0,1-1,-1 0,1 0,0 0,0-1,0 0,0 0,1 0,-1-1,41 7,-3-5</inkml:trace>
  <inkml:trace contextRef="#ctx0" brushRef="#br0" timeOffset="7108.695">3564 1839,'0'14,"3"11,2 9,1 3,0 0,-2-2,-1-4,-2-5,-5-8,-2-6</inkml:trace>
  <inkml:trace contextRef="#ctx0" brushRef="#br0" timeOffset="7545.076">3387 1634,'41'0,"1"2,-1 1,0 2,0 2,-1 2,22 8,-47-12,-1 0,0 1,0 1,0 0,-1 0,0 2,0 0,-1 0,-1 1,1 0,-1 1,-1 1,0 0,-1 0,0 0,-1 1,0 1,-1-1,-1 2,1 3,-2 1,-1 1,0-1,-1 1,-1-1,-1 7,1-2,-2-23,0 0,-1 0,1 1,0-1,0 0,0 1,0-1,0 0,0 1,0-1,0 0,0 1,1-1,-1 0,1 1,-1-1,1 0,-1 0,1 1,0-1,-1 0,1 0,0 0,0 0,0 0,0 0,0 0,0-1,0 1,0 0,0 0,1-1,-1 1,0-1,0 1,1-1,-1 1,0-1,1 0,-1 0,0 0,1 1,-1-1,0-1,1 1,-1 0,0 0,1 0,-1-1,0 1,0 0,1-1,-1 0,0 1,0-1,0 0,1 1,13-11,1-1,-1 0,-1-1,0 0,-1-1,0-1,-2 0,1-1,-1-2,37-44,-48 61,0 1,0-1,0 1,1 0,-1-1,0 1,0-1,1 1,-1 0,0-1,1 1,-1 0,0-1,1 1,-1 0,0-1,1 1,-1 0,1 0,-1 0,1-1,-1 1,0 0,1 0,-1 0,1 0,-1 0,1 0,-1 0,1 0,-1 0,1 0,-1 0,1 0,-1 0,1 0,-1 1,0-1,1 0,-1 0,1 0,-1 1,1-1,-1 0,0 0,1 1,-1-1,0 0,1 1,-1-1,0 1,0-1,1 1,8 29,-5-16,0-2,1-1,0 1,1-1,0 0,1 0,0-1,0 1,1-2,1 1,0-1,0 0,1-1,-1 0,2-1,-1 0,1-1,0 0,1 0,-1-1,1-1,0 0,3 0,43 10,-4-6</inkml:trace>
  <inkml:trace contextRef="#ctx0" brushRef="#br0" timeOffset="8123.66">4698 1935,'-7'-2,"1"1,0-1,-1 2,1-1,-1 1,1 0,-1 0,1 1,0 0,-1 0,1 0,0 1,0 0,0 0,0 1,0-1,0 1,0 1,1-1,0 1,0 0,0 0,0 1,0-1,-2 4,3-1,0-1,0 1,0 0,1 1,0-1,0 0,1 1,0 0,1-1,-1 1,1 0,1 3,-1-8,1 0,0 0,0 0,1 0,-1 0,0 0,1 0,0 0,0 0,0 0,0-1,0 1,1 0,-1-1,1 1,-1 0,1-1,0 0,0 0,0 1,0-1,1 0,-1-1,1 1,-1 0,1-1,-1 1,1-1,0 0,0 0,0 0,-1 0,2 0,1 0,1-1,-1 0,0 0,0 0,0 0,0-1,0 0,1 0,-1 0,-1-1,1 1,0-1,0-1,-1 1,1 0,-1-1,1 0,-1 0,0 0,-1-1,2 0,4-5,-1 0,0 0,0-1,-1 0,0-1,0 0,-2 0,2-3,3-17,-1 0,-2-1,-2 1,0-1,-2 0,-2-1,-1 1,-3-24,2 14,-10-119,4 135,7 25,0 1,-1 0,1-1,0 1,0-1,-1 1,1 0,0-1,-1 1,1 0,-1 0,1-1,0 1,-1 0,1 0,-1 0,1-1,-1 1,1 0,0 0,-1 0,1 0,-1 0,1 0,-1 0,1 0,-1 0,1 0,-1 0,1 0,-1 0,1 0,0 1,-1-1,1 0,-1 0,1 0,0 1,-1-1,1 0,-1 1,1-1,0 0,-1 1,1-1,0 0,0 1,-1-1,1 0,0 1,0-1,0 1,-1-1,1 1,0-1,0 1,0-1,0 0,0 1,0-1,0 1,0-1,0 1,0 0,-9 22,2 0,0 0,2 1,0 0,2 1,0-1,2 11,-1-16,-2 13,1 1,1 0,2 0,1 0,1 0,2-1,2 1,1-1,7 20,-10-43,0-1,1 0,0-1,1 1,-1-1,1 0,1-1,-1 1,1-1,0 0,1-1,-1 0,1 0,0-1,0 0,1 0,-1 0,1-1,0-1,0 0,-1 0,2 0,-1-1,0-1,0 1,0-2,0 1,0-1,0 0,0-1,0 0,0-1,0 0,-1 0,1-1,-1 0,0 0,0-1,6-4,-6 1,-1 1,0-1,-1-1,1 1,-2-1,1 0,-1 0,-1-1,1 1,-2-1,1 0,-1 0,-1-1,0 1,0-2,-2 94,-1-75,1 0,0 0,0-1,0 1,1 0,0-1,0 1,1-1,0 1,0-1,0 1,1-1,0 0,0 0,1 0,-1-1,1 1,0-1,1 0,-1 0,1-1,0 1,1-1,-1 0,1 0,-1-1,1 1,0-1,0-1,6 3,22-3,-3-4</inkml:trace>
  <inkml:trace contextRef="#ctx0" brushRef="#br0" timeOffset="8370">5298 1606,'-6'5,"3"8,11 9,3 1</inkml:trace>
  <inkml:trace contextRef="#ctx0" brushRef="#br0" timeOffset="8940.904">5681 2194,'25'-104,"-14"75,2-14,-1 1,-2-2,3-40,27 121,109 20,-145-55,0 0,-1 1,1-1,-1 1,1-1,-1 1,0 0,0 0,0 1,0-1,-1 1,1-1,-1 1,0 0,0 0,0 0,-1 0,1 0,-1 0,0 1,0 1,3 100,-5-58,1-43,0 1,0-1,1 0,0 1,0-1,0 0,0 0,1 0,0 0,0 0,0 0,1-1,0 1,0-1,0 1,0-1,0 0,1 0,0-1,0 1,0-1,0 0,1 0,-1 0,1 0,0-1,-1 0,1 0,0 0,5 1,-2-1,1 0,0-1,0 1,0-2,0 1,0-1,0-1,-1 1,1-1,0-1,0 0,-1 0,1-1,-1 0,1 0,-1-1,0 0,-1-1,1 1,-1-2,0 1,0-1,0 0,-1 0,0-1,0 1,0-2,-1 1,0 0,-1-1,0 0,0 0,-1 0,0-1,0 1,1-8,-2 9,-1 0,0 0,-1 0,0 0,0 0,0 0,-1 0,0 0,0 1,-1-1,1 0,-2 0,1 1,-1-1,0 1,0 0,-1 0,1 0,-1 0,-1 1,1-1,1 6,1 0,0 0,0-1,0 2,0-1,0 0,0 0,0 1,0-1,0 1,0-1,0 1,0 0,0 0,0 0,0 0,1 0,-1 0,0 0,1 1,-1-1,1 1,-1-1,1 1,0 0,0-1,0 1,-1 0,2 0,-1 0,0 0,0 0,1 0,-1 0,1 0,-1 0,1 0,0 0,0 0,-3 6,0 1,0-1,1 0,0 1,1 0,0-1,0 1,1 0,0-1,0 1,1 0,0-1,1 1,0-1,0 1,1-1,0 0,0 0,1 0,0 0,0-1,1 1,0-1,1 0,-1-1,1 1,0-1,2 1,85 28,-46-26</inkml:trace>
  <inkml:trace contextRef="#ctx0" brushRef="#br0" timeOffset="9427.133">6842 2057,'-6'-3,"0"1,0-1,-1 1,1 0,0 0,-1 1,1 0,-1 0,1 0,-1 1,0 0,1 0,-1 1,1 0,-1 0,1 1,-1-1,1 1,0 1,0-1,0 1,0 0,0 0,0 1,1 0,0 0,0 0,0 1,-1 1,1-1,1-1,0 1,1 0,-1 0,1 1,0-1,0 1,1-1,-1 1,1 0,0 0,1 0,0 0,0 0,0 0,1 1,-1-1,2 0,-1 0,1 1,-1-1,2 0,-1 0,1 0,0 0,0 0,1-1,-1 1,1-1,0 1,1-1,2 4,5-2,0 1,0-1,0-1,1 0,0 0,0-2,0 1,1-1,-1-1,1 0,0-1,0-1,0 0,0 0,0-1,0-1,0 0,0-1,0-1,0 0,0 0,-1-1,0-1,5-2,-5 1,-1-1,0 0,0 0,-1-1,0-1,0 1,-1-2,0 1,0-2,-1 1,-1-1,1 0,-2 0,0-1,0 0,-1 0,-1 0,0-1,0 1,-1-1,-1 0,0 0,-1-13,6-80,-6 0,-5-15,2 43,1 43,0 23,0 21,1-6,-6 57,3 0,3 0,2 0,2 0,3 0,3-1,11 32,-19-80,1 0,1 0,0 0,1-1,-1 0,2 0,0 0,0 0,1-1,0 0,0 0,1-1,0 0,1-1,-1 1,2-1,-1-1,1 0,0-1,0 1,0-2,1 0,0 0,0 0,0-2,0 1,0-2,0 1,10-1,-17-1,0-1,0 1,0-1,0 0,0 0,0 0,0 0,0-1,-1 0,1 0,0 0,-1 0,0 0,1-1,-1 1,0-1,0 0,0 0,-1 0,2-2,7-16</inkml:trace>
  <inkml:trace contextRef="#ctx0" brushRef="#br0" timeOffset="9693.974">7074 1935,'-21'-8,"-14"-3,-7-3,0-2,13 3,19 3,29 3,32 3,35 5,30 1,26 1,-11 0</inkml:trace>
  <inkml:trace contextRef="#ctx0" brushRef="#br0" timeOffset="5885.572">1 1675,'31'-5,"-1"-2,0-1,0-1,-1-2,0-1,-1-1,-1-2,3-2,8-3,-1-2,-1-2,-1-1,-1-2,-1-1,-2-2,-1-1,5-9,6-38,-40 76,-1-1,1 1,0-1,-1 1,0 0,0-1,1 1,-1-1,-1 1,1-1,0 1,-1-1,1 1,-1 0,0-1,1 1,-1 0,0-1,-1 1,1 0,0 0,-1 0,1 0,-1 0,1 0,-1 1,0-1,0 0,0 1,0-1,0 1,0 0,-2-1,1 1,-1-1,0 1,0 0,0 0,0 1,0-1,1 1,-1 0,0 0,0 0,0 1,0-1,0 1,0 0,0 0,0 0,1 1,-1-1,0 1,1 0,0 0,-1 0,1 0,0 1,-2 1,-4 4,1-1,0 1,1 1,0 0,0 0,0 0,1 1,-2 6,-2 6,2 1,0-1,1 2,2-1,0 1,2 0,0 0,2 0,1 17,25 217,-7-143,-5 0,-5 0,-5 53,-3-156,0 0,-1 0,-1 1,0-2,-1 1,0 0,0 0,-1-1,-2 3,-5 3</inkml:trace>
  <inkml:trace contextRef="#ctx0" brushRef="#br0" timeOffset="6442.083">137 2057,'-46'-30,"47"28,-1 1,0-1,1 1,-1 0,1-1,0 1,0 0,-1 0,1 0,0-1,0 1,0 0,0 0,0 0,0 0,0 0,1 1,-1-1,0 0,0 0,1 1,-1-1,0 1,1-1,-1 1,1 0,-1-1,1 1,2-1,72-25,0 4,2 3,32-1,-106 19,319-50,11 13,-318 35,-24 0,-28 0,20 1,0 1,-1 1,1 0,0 1,0 1,0 0,0 2,0 0,0 0,1 1,0 1,0 1,0 0,1 1,0 1,0 0,8-5,0 1,0 1,1-1,-1 1,1 0,0 0,1 0,-1 1,1 0,0 0,1 0,0 0,0 0,1 1,-2 5,4-11,0 0,0 0,0 0,0 0,0 0,0 0,0 0,1 0,-1 0,1 0,0-1,-1 1,1 0,0 0,0 0,0-1,0 1,0 0,1-1,-1 1,0-1,1 0,-1 1,1-1,-1 0,1 0,0 0,0 0,-1 0,1 0,0 0,0-1,0 1,0-1,0 1,72 3,-59-7,0 0,0-2,0 1,0-2,-1 0,0-1,0 0,-1-1,0 0,0-1,-1-1,0 0,0-1,-1 0,-1 0,0-1,-1-1,0 0,-1 0,0 0,-6 11,-1 0,0-1,1 1,-1 0,0 0,0-1,0 1,0 0,-1-1,1 1,-1-1,1 1,-1-1,0 1,0-1,0 1,0-1,-1 1,1-1,-1 1,1-1,-1 1,0-1,0 1,0-1,-1 3,0 1,-1-1,1 0,0 0,0 1,0-1,0 1,0 0,0 0,0 0,0 0,0 0,0 0,0 0,1 0,-1 1,0-1,1 1,-1-1,1 1,0 0,0 0,-1 0,1-1,0 1,0 0,0 2,-3 0,1 1,0 0,0 0,1 0,-1 0,1 1,0-1,1 0,-1 1,1 0,0-1,0 1,1 0,0-1,0 1,0 0,1-1,-1 1,1 0,1-1,-1 1,1-1,0 1,0-1,1 0,-1 0,1 0,0 0,1-1,-1 1,1-1,4 4,1-2,0 0,1-1,0 0,0 0,1-1,-1-1,1 0,10 2,36 6</inkml:trace>
  <inkml:trace contextRef="#ctx0" brushRef="#br0" timeOffset="6844.661">1735 1812,'-14'-2,"-1"0,1 1,-1 1,0 1,1 0,-1 1,-6 1,16-2,0 1,1-1,-1 1,0 0,0 0,1 0,-1 0,1 1,0 0,0 0,0 0,0 0,0 1,1 0,0-1,0 1,0 0,0 1,0-1,1 0,-1 1,0 4,2-7,0 1,1-1,-1 0,1 1,0-1,0 0,0 1,0-1,0 0,0 1,0-1,1 0,0 1,-1-1,1 0,0 0,0 1,0-1,0 0,0 0,1 0,-1 0,1-1,-1 1,1 0,-1 0,1-1,0 1,0-1,0 0,0 0,0 1,0-1,0 0,1 0,82 23,-64-20,1-1,0-2,-1 0,1-1,0-1,0-1,-1-1,1 0,-1-2,0-1,0 0,0-2,13-7,13-29,-46 43,0 0,0 0,-1 0,1 0,0 0,-1-1,1 1,-1 0,0-1,1 1,-1 0,0-1,1 1,-1 0,0-1,0 1,0 0,-1-1,1 1,0 0,0-1,-1 1,1 0,-1-1,1 1,-1 0,1 0,-1-1,0 1,0 0,1 0,-1 0,0 0,0 0,0 0,0 0,0 1,-1-1,1 0,0 0,0 1,0-1,-1 1,0-1,-1 0,-1-1,0 1,1 0,-1 1,0-1,0 1,0-1,1 1,-1 0,0 1,0-1,0 1,0 0,1-1,-1 2,0-1,1 0,-1 1,1-1,-1 1,1 0,0 1,0-1,0 0,0 1,0-1,0 1,1 0,-1 0,1 0,0 1,0-1,0 0,1 1,-1-1,0 3,1-4,1 0,0 1,-1-1,1 0,0 1,0-1,0 0,1 1,-1-1,1 0,-1 1,1-1,0 0,-1 0,1 1,0-1,1 0,-1 0,0 0,1 0,-1-1,1 1,-1 0,1-1,0 1,0-1,-1 1,3 0,64 31,-27-23,0-2,1-1,-1-2,40-1,-77-4,90 4</inkml:trace>
  <inkml:trace contextRef="#ctx0" brushRef="#br0" timeOffset="4727.069">14858 1128,'42'-121,"-23"62,3 1,23-45,-40 93,1 1,-1 0,2 0,-1 1,1 0,0 0,1 1,5-5,-11 11,0-1,0 0,1 1,-1-1,0 1,1 0,0-1,-1 1,1 0,-1 1,1-1,0 0,0 1,-1 0,1 0,0-1,0 1,0 1,-1-1,1 0,0 1,0 0,-1-1,1 1,0 0,-1 0,1 1,-1-1,1 0,-1 1,0 0,0-1,1 1,-1 1,5 6,-1 0,-1 1,1 0,-1 0,-1 0,0 0,-1 1,0 0,0-1,-1 1,-1 0,0 0,0 1,-1-1,0 0,-1 0,-1 2,3-7,-1-1,0 1,0-1,-1 1,1-1,-1 1,-1-1,1 1,-1-1,1 0,-2 0,1 0,0 0,-1 0,0 0,0-1,-1 1,1-1,-1 0,0 0,0 0,0 0,-1-1,1 0,-1 0,0 0,1 0,-2-1,1 0,0 0,0 0,-3 0,7-2,-1 0,1 0,0 0,0 0,-1 0,1 0,0 0,-1 0,1 0,0-1,0 1,0 0,-1-1,1 1,0-1,0 1,0-1,0 0,0 0,0 1,0-1,0 0,0 0,0 0,0 0,1 0,-1 0,0 0,1 0,-1 0,1-1,-1 1,1 0,-1 0,1 0,0-1,0 1,-1 0,1 0,0-1,0 1,0 0,1-1,-1 1,0 0,0 0,1-1,-1 1,1 0,-1 0,1 0,-1 0,1 0,0 0,-1-1,1 1,0 1,0-1,0 0,0 0,0 0,10-9,0 1,0 1,1 0,0 1,0 0,1 0,0 1,0 1,0 0,10-1,-21 5,29-9,-21 9,0-1,0-1,0 0,-1 0,1-1,-1 0,0 0,0-1,0 0,0-1,-1 0,0 0,-1-1,1 0,-1 0,0-1,-1 0,0 0,0 0,-1-1,0 0,2-6,-5 12,-1 0,0 0,0 0,0 0,0-1,0 1,0 0,-1-1,0 1,0 0,0-1,0 1,0 0,-1-1,1 1,-1 0,0 0,0-1,0 1,0 0,-1 0,1 0,-1 0,0 0,0 1,0-1,0 0,0 1,-1 0,1-1,-1 1,1 0,-1 0,0 0,0 1,0-1,0 1,-3-1,3 2,0 0,0 0,0 1,0-1,0 1,0 0,0 0,0 0,0 1,1-1,-1 1,0-1,1 1,-1 0,1 0,0 0,-1 0,1 0,0 1,0-1,0 1,1-1,-1 1,1 0,-1 1,-23 75,25-71,0 1,0-1,1 1,0-1,1 0,0 0,0 0,1 0,0 0,0 0,0-1,1 1,1-1,-1 0,1 0,0 0,1-1,0 0,0 0,0 0,4 2,6 4,1-1,0 0,1-1,0-1,0 0,1-2,0 0,10 1,123 19,-90-22</inkml:trace>
  <inkml:trace contextRef="#ctx0" brushRef="#br0" timeOffset="2507.373">11485 692,'4'72,"2"-1,17 69,-6-39,-4-15,-3 0,-3 1,-5 50,-15-64,13-73,0 1,0-1,0 0,-1 1,1-1,0 0,0 1,0-1,0 0,0 1,0-1,0 1,-1-1,1 0,0 1,0-1,-1 0,1 0,0 1,0-1,-1 0,1 0,0 1,-1-1,1 0,0 0,-1 0,1 1,0-1,-1 0,1 0,0 0,-1 0,1 0,-1 0,1 0,0 0,-1 0,1 0,0 0,-1 0,1 0,-1 0,1 0,0 0,-1-1,1 1,0 0,-1 0,1 0,0-1,-1 1,1 0,0 0,0-1,-1 1,1 0,0 0,0-1,-1 1,1 0,0-1,0 1,0 0,0-1,-1 1,1 0,0-1,0 1,-10-29,4-20,1 0,3 0,2 0,2-1,2-4,-2 23,6-87,4 1,8-14,3 67,-22 63,0-1,0 1,0 0,0-1,1 1,-1 0,0 0,1 0,-1 0,0 0,1 0,-1 0,1 0,-1 1,1-1,0 0,-1 1,1 0,0-1,-1 1,1 0,0 0,-1 0,1 0,0 0,0 0,-1 0,1 0,0 1,-1-1,1 1,0 0,-1-1,1 1,-1 0,1 0,5 3,0 0,0 1,-1-1,0 1,0 1,0-1,0 1,-1 0,0 0,-1 1,1-1,-1 1,0 0,0 3,-2-6,0 0,-1 0,0 0,1 0,-1 0,-1 0,1 1,-1-1,0 0,0 0,0 1,0-1,-1 0,1 0,-1 1,0-1,-1 0,1 0,-1 0,0 0,0 0,0-1,0 1,-1-1,1 1,-4 2,-42 29,23-25</inkml:trace>
  <inkml:trace contextRef="#ctx0" brushRef="#br0" timeOffset="3099.792">11908 992,'0'-386,"0"382,0 2,0-1,0 1,0-1,0 0,0 1,-1-1,1 1,-1-1,1 1,-1-1,0 1,0-1,0 1,0 0,-1-1,1 1,-1 0,1 0,0 3,0-1,0 1,1 0,-1 0,0 0,1-1,-1 1,1 0,-1 0,1 0,-1 0,1 0,0 0,-1 0,1 0,0 0,0 0,0 0,0 0,0 1,0-1,0 0,0 0,0 0,1 0,-1 0,0 0,1 0,-1 1,5 5,0-1,0 1,0-1,1 0,0-1,0 1,0-1,1 0,0 0,0-1,0 0,0-1,1 1,-1-1,1-1,0 1,0-1,0-1,1 1,30 7,-30-8,-1 0,0 0,0 1,0 0,-1 1,1 0,0 0,-1 0,0 1,0 0,0 1,0 0,5 5,-9-6,-1 0,0 0,0 0,0 0,-1 1,0-1,1 1,-2-1,1 1,0 0,-1-1,0 1,0 0,0-1,-1 1,1 0,-2 2,2 46,2-50,1 1,-1 0,1-1,0 0,0 0,0 0,0 0,1 0,-1-1,1 1,0-1,-1 0,1 0,0 0,0-1,1 1,-1-1,0 0,0 0,0-1,1 1,-1-1,0 0,1 0,-1 0,0-1,1 0,2 0,3 0,-1 0,1 0,0-1,-1-1,0 0,1 0,-1 0,-1-1,1-1,0 1,-1-1,0-1,0 0,-1 0,1 0,-1-1,-1 0,1 0,-1-1,-1 0,1 0,-1 0,-1-1,4-6,-11 22,-2 5,0 1,1 0,0 0,1 0,1 0,0 1,1-1,0 0,1 1,0 0,1-1,1 0,1 4,26 24,-11-30</inkml:trace>
  <inkml:trace contextRef="#ctx0" brushRef="#br0" timeOffset="4040.905">12469 405,'81'118,"-49"-75,-2 2,-1 1,2 11,-15-18,-1 1,-2 1,-2 0,1 13,-13-54,1 1,0 0,0 0,0 0,0 0,0 0,0 0,0 0,0 0,0 0,0 0,0 0,0 0,1 0,-1 0,1 0,-1 0,0-1,1 1,-1 0,1 0,0 0,-1-1,1 1,0 0,-1-1,1 1,0 0,0-1,-1 1,1-1,0 1,0-1,0 0,0 1,0-1,0 0,0 1,0-1,0 0,0 0,0 0,0 0,0 0,0 0,0 0,-1-1,1 1,0 0,0 0,0-1,0 1,0 0,0-1,0 1,0-1,-1 1,1-1,0 0,0 1,-1-1,1 0,0 0,-1 1,1-2,16-15,-1-1,0-1,-2 0,0-1,-1-1,-1 0,0-2,3-4,-8 18,-6 13,-5 20,4-20,-1 0,-3 8,1 0,0 0,1 1,1-1,0 1,1-1,0 1,0-1,2 1,0-1,0 1,2 5,-2-15,0-1,0 1,0-1,0 1,0-1,0 0,0 0,1 0,-1 0,1 0,0 0,-1-1,1 0,0 1,0-1,0 0,0 0,0-1,0 1,0 0,0-1,0 0,0 0,0 0,1 0,-1 0,0-1,0 1,0-1,0 0,0 0,0 0,0 0,-1-1,1 1,0-1,-1 0,1 1,-1-1,1 0,-1-1,0 1,0 0,0-1,0 1,0-1,-1 1,1-1,0-1,94-179,-96 183,0 0,0 1,0-1,0 0,1 0,-1 0,0 0,0 1,0-1,0 0,0 0,0 0,0 0,1 0,-1 0,0 1,0-1,0 0,0 0,1 0,-1 0,0 0,0 0,0 0,1 0,-1 0,0 0,0 0,0 0,0 0,1 0,-1 0,0 0,0 0,0 0,1 0,-1 0,0 0,0 0,0 0,1 0,-1 0,0 0,0-1,0 1,0 0,0 0,1 0,-1 0,0 0,0-1,0 1,0 0,0 0,0 0,0 0,1 21,-1-18,12 109,-10-108,-1 0,0 1,1-1,0 0,0 0,0-1,0 1,1 0,0-1,-1 1,1-1,1 0,-1 0,0 0,1-1,-1 1,1-1,0 0,0 0,0 0,0 0,0 0,0-1,3 1,124-1,-123-3,-1 1,1-1,-1 0,0-1,0 0,0 0,0 0,0-1,0 0,-1 0,0-1,0 0,0 0,-1 0,1-1,-1 1,-1-1,1-1,3-5,-2 2,0-1,0-1,-1 1,0-1,-1 0,0 0,-1 0,-1 0,0-1,0 1,-1-11,-1 20,0 1,0-1,0 1,0-1,-1 1,0-1,1 1,-1 0,0-1,0 1,0 0,0-1,0 1,-1 0,1 0,-1 0,1 0,-1 1,0-1,0 0,0 1,0-1,0 1,0-1,0 1,0 0,-1 0,1 0,0 0,-1 0,1 1,-1-1,1 1,-1 0,1-1,-1 1,1 0,-1 0,1 1,-1-1,1 1,0-1,-1 1,1 0,-1-1,1 1,0 1,0-1,0 0,-1 0,1 1,-4 3,1 0,1 0,-1 0,1 0,0 1,0 0,0 0,1 0,0 0,0 0,0 1,1-1,0 1,0 0,1 0,0-1,0 1,1 0,0 0,0 0,0 0,1 0,0 0,0 0,1-1,0 1,0 0,1-1,-1 1,2 0,3 3,1 0,0-1,0-1,1 1,0-2,1 1,-1-1,1 0,1-1,-1 0,1-1,0 0,0-1,1 0,-1-1,1 0,6 0,44 11</inkml:trace>
  <inkml:trace contextRef="#ctx0" brushRef="#br0" timeOffset="13271.647">12236 2016,'-2'-5,"-1"-1,0 1,-1 0,1 1,-1-1,0 1,0-1,0 1,0 0,-1 0,0 1,0 0,0-1,0 2,0-1,-1 1,1-1,-1 1,0 1,1-1,-1 1,0 0,0 1,0-1,0 1,0 0,0 0,0 1,0 0,1 0,-5 2,0 0,1 1,0 1,0 0,0 0,1 0,0 1,0 1,0-1,1 1,0 1,0-1,-2 4,7-8,-1 0,1 0,0 0,0 0,0 1,0-1,1 1,0-1,-1 1,1-1,0 1,0 0,1 0,-1-1,1 1,0 0,0 0,0 0,1-1,-1 1,1 0,0 0,0-1,0 1,0-1,1 1,0-1,-1 1,1-1,0 0,1 0,-1 0,3 2,5 3,1-2,0 1,0-1,1-1,0 0,-1-1,2 0,-1-1,0 0,1-1,-1-1,1 0,0 0,-1-1,3-1,16 2,0-1,-1-2,1-1,-1-1,0-2,0-1,-1-1,0-1,0-2,-1-1,9-6,-31 15,-5 2,0 0,0 0,0 0,0 0,0 0,1 0,-1 1,0-1,0 0,1 1,-1-1,1 1,-1 0,0-1,1 1,-1 0,1 0,-1 0,0 0,1 0,-1 0,1 0,-1 0,1 1,-1-1,0 1,1-1,27 49,-21-42,1-1,0 0,0-1,1 0,-1 0,1-1,0 0,0-1,1 0,-1-1,1 0,-1 0,1-1,0 0,-1-1,1-1,0 1,1-2,-10 2,1 1,0-1,-1 0,1 0,-1-1,1 1,0 0,-1-1,1 0,-1 1,1-1,-1 0,0 0,1-1,-1 1,0 0,0-1,0 1,0-1,0 0,0 0,0 0,0 0,-1 0,1 0,-1 0,0 0,1-1,-1 1,0 0,0-1,-1 1,1-1,0 1,-1-1,1 1,-1-1,0 0,0 1,0-1,0 0,-1 0,-4-5,-1 1,0 0,0 0,-1 0,1 1,-2 0,1 0,-1 0,0 1,0 0,0 1,0 0,-1 0,0 1,0 0,0 1,-2-1,-112-27,142 27,103-7,-75 4,1 3,0 1,0 3,25 4,-68-5,-1 0,1 0,-1 1,1 0,-1 0,1 0,-1 1,0-1,0 1,0 0,0 0,0 0,0 1,0 0,-1-1,1 1,-1 0,0 1,0-1,0 0,0 1,-1 0,1 0,-1 0,0 0,0 0,0 0,-1 0,0 1,0-1,0 0,0 3,-1 7,0-13,-1 0,1 1,-1-1,1 1,0-1,0 1,-1-1,1 1,0 0,0-1,1 1,-1-1,0 1,0-1,1 1,-1-1,1 1,-1-1,1 1,0-1,-1 0,1 1,0-1,0 0,0 0,0 0,0 0,0 1,0-1,1-1,-1 1,0 0,1 0,-1 0,0-1,1 1,-1 0,1-1,-1 0,1 1,1-1,9-4,0 0,0-1,-1 0,0-1,0 0,0-1,0 0,-1-1,0 0,-1 0,3-5,61-65,-73 77,0 1,0 0,0-1,0 1,0-1,0 1,1 0,-1-1,0 1,0 0,1-1,-1 1,0 0,0-1,1 1,-1 0,0 0,1-1,-1 1,0 0,1 0,-1-1,0 1,1 0,-1 0,0 0,1 0,-1 0,1 0,-1 0,0 0,1 0,-1 0,1 0,-1 0,0 0,1 0,-1 0,1 0,-1 0,0 0,1 0,-1 1,0-1,1 0,-1 0,0 0,1 1,-1-1,0 0,1 1,-1-1,0 0,0 0,1 1,-1-1,0 1,0-1,0 0,1 1,-1-1,0 0,0 1,2 30,-2-21,0 3,1 0,1 1,0-1,1 0,0-1,1 1,1 0,0-1,1 1,-4-9,1 1,0 0,0 0,0-1,0 0,1 0,0 0,0 0,0 0,0-1,1 0,-1 0,1 0,0 0,0-1,0 0,0 0,0 0,0 0,1-1,-1 0,5 0,13 0</inkml:trace>
  <inkml:trace contextRef="#ctx0" brushRef="#br0" timeOffset="13536.452">13602 1415,'-5'19,"-1"17,0 15,6 12,5 10,7 5,5 5,3-3,0-6,-2-9,0-10,-2-10,-3-16,-4-11</inkml:trace>
  <inkml:trace contextRef="#ctx0" brushRef="#br0" timeOffset="13966.487">13383 1716,'203'56,"52"18,-164-25,-88-47,1 1,-1 0,0-1,0 2,0-1,-1 0,1 0,-1 1,0 0,0-1,0 1,0 0,-1 0,1 0,-1 0,0 0,0 0,-1 0,1 0,-1 1,0-1,0 4,-19 68,15-66,1 0,0 0,0 0,1 1,0 0,1-1,0 1,1-1,0 1,1 3,0-10,0-1,0 1,0-1,1 1,0-1,-1 0,1 0,0 1,0-2,1 1,-1 0,1 0,-1-1,1 1,0-1,0 0,0 0,0 0,0 0,1 0,-1-1,1 1,-1-1,1 0,-1 0,1 0,0-1,1 1,1 0,0-1,0 1,1-1,-1-1,0 1,0-1,1 0,-1 0,0-1,0 1,0-2,0 1,-1 0,1-1,-1 0,2-2,-2 0,-1 0,0 0,0 0,0-1,-1 1,0-1,0 0,0 0,-1 0,0-1,0 1,0 0,-1-1,0 1,-1-1,1 0,-1 1,0-1,-1 1,0-1,0 1,0-1,-1 1,1-1,-2 1,1 0,-1 0,0 0,0 0,0 1,-1-1,0 1,0 0,-1 0,1 0,-1 1,0-1,0 1,-1 0,1 1,-1-1,0 1,1 0,-7-1,9 3,0 0,-1 0,1 1,0-1,0 1,0 0,0 0,-1 0,1 0,0 1,0-1,0 1,0 0,-1 0,1 0,1 0,-1 1,0-1,0 1,0-1,1 1,-1 0,1 0,-1 1,1-1,0 0,0 1,0-1,0 1,0 0,1-1,-1 1,1 0,0 0,0 0,0 0,0 0,0 1,1-1,-1 0,1 0,0 0,0 2,1 25</inkml:trace>
  <inkml:trace contextRef="#ctx0" brushRef="#br0" timeOffset="14488.623">14352 2194,'5'-33,"-1"0,-2 0,-1 0,-2 0,-2 0,0 0,-2 0,-4-9,3 19,6 23,0-1,0 1,0-1,0 1,0 0,0-1,0 1,0-1,0 1,0 0,1-1,-1 1,0 0,0-1,1 1,-1-1,0 1,0 0,1 0,-1-1,0 1,1 0,-1-1,0 1,1 0,-1 0,0 0,1-1,-1 1,1 0,-1 0,0 0,1 0,-1 0,1 0,-1 0,0 0,1 0,-1 0,1 0,-1 0,1 0,-1 0,0 0,1 0,-1 1,1-1,-1 0,0 0,1 0,-1 1,0-1,1 0,-1 0,0 1,1-1,-1 0,0 1,0-1,1 0,-1 1,0-1,0 1,0-1,0 0,1 1,-1-1,0 1,0-1,0 1,5 2,211 106,-212-106,-1 0,1 0,-1 1,0-1,0 1,0 0,0 0,-1 0,0 0,1 0,-1 1,-1-1,1 1,-1-1,0 1,0 0,0-1,-1 1,1 0,-1-1,0 1,0 0,-1 0,0 1,1-2,0-1,0 0,0 0,1 1,-1-1,1 0,-1 1,1-1,0 0,1 0,-1 0,0 0,1 0,0 0,0-1,-1 1,2 0,-1-1,0 1,0-1,1 0,-1 0,1 0,0 0,0 0,0-1,0 1,0-1,0 0,0 0,0 0,0 0,0 0,1-1,-1 1,0-1,2 0,4 1,0-1,0 0,1-1,-1 0,0 0,0-1,0 0,0 0,0-1,0-1,-1 1,1-1,-1-1,0 0,0 0,-1 0,0-1,0 0,0 0,0-1,-1 0,0 0,-1-1,0 1,0-1,0 0,-1-1,0 1,2-9,-9 24,1 1,0 0,0-1,1 1,0 0,0 0,0 0,1-1,1 1,-1 0,1 0,1 0,-1-1,1 1,1 0,-1-1,1 0,1 0,-1 0,2 2,12 12</inkml:trace>
  <inkml:trace contextRef="#ctx0" brushRef="#br0" timeOffset="14746.932">14872 1648,'0'0</inkml:trace>
  <inkml:trace contextRef="#ctx0" brushRef="#br0" timeOffset="15373.689">15159 1866,'9'0,"1"0,-1 0,1 1,-1 0,1 1,-1 0,0 1,0-1,0 2,0-1,0 1,-1 1,0 0,0 0,0 0,0 1,-1 0,0 1,0-1,-1 1,0 1,0-1,0 1,-1 0,0 0,3 9,2 15,-2 0,-1 1,-2 0,-1 0,-1 0,-2 1,-2-1,0 1,-4 12,2 5,1-17,3 160,0-181,1 1,1-1,0 0,1 0,0 0,1-1,0 1,1-1,1 0,0-1,0 1,1-1,1-1,-7-6,0-1,0 0,0-1,0 1,0 0,1 0,0-1,-1 0,1 1,0-1,0 0,0-1,0 1,0 0,1-1,-1 0,0 1,1-2,-1 1,1 0,0 0,-1-1,1 0,-1 0,1 0,-1 0,1-1,0 1,-1-1,1 0,-1 0,0 0,1 0,-1-1,0 1,0-1,0 0,3-2,-2-6,1 0,-2-1,1 1,-1-1,-1 0,0 0,0 0,-1 0,-1 0,0 0,0 0,-1 0,-1 0,0 0,0 0,-1 0,0 1,-1-1,-2-3,-10-27,-2 0,-1 1,-2 1,-2 1,-2 1,-1 1,-2 1,-1 2,-2 1,-22-19,50 49,-17-21,20 23,-1-1,1 1,0 0,0-1,0 1,-1-1,1 1,0-1,0 1,0-1,0 1,0-1,0 1,0-1,0 1,0-1,0 1,1-1,-1 1,0-1,0 1,0-1,1 1,-1-1,0 1,0 0,1-1,-1 1,0-1,1 1,-1 0,0-1,1 1,-1 0,1 0,-1-1,1 1,-1 0,0 0,1 0,-1-1,1 1,-1 0,1 0,-1 0,1 0,-1 0,1 0,-1 0,1 0,-1 0,1 0,137-1,-88 3,-2 0,-20 1,1-2,-1-2,1 0,-1-2,18-4,-45 7,0 0,0 0,0 0,0 0,1 0,-1 0,0-1,0 1,0 0,0-1,-1 1,1 0,0-1,0 1,0-1,0 0,0 1,0-1,-1 0,1 0,0 1,-1-1,1 0,0 0,-1 0,1 0,-1 0,0 0,1 0,-1 0,0 0,1 0,-1 0,0 0,0 0,0 0,0 0,0 0,0 0,0 0,0 0,0 0,-1 0,1 0,0 0,-1 0,1 0,0 0,-1 0,0 0,1 0,-1 1,1-1,-1 0,0 0,0 0,-1-1,0-1,0 1,0 0,-1 0,1 0,-1 0,1 0,-1 0,0 0,0 1,0 0,0-1,0 1,0 0,0 1,0-1,0 0,-1 1,1 0,0 0,0 0,0 0,-1 0,1 0,0 1,0 0,0 0,0 0,0 0,0 0,0 0,0 1,0 0,0-1,1 1,-1 0,1 0,-1 1,1-1,0 0,0 1,1-1,-1 0,1 1,-1 0,1-1,0 1,0 0,0 0,0-1,1 1,-1 0,1 0,0 0,-1 0,1 0,1 0,-1 0,0 0,1 0,-1 0,1-1,0 1,0 0,0 0,0-1,1 1,-1-1,1 1,0-1,-1 1,1-1,0 0,0 0,1 0,-1 0,0 0,1-1,-1 1,1-1,-1 1,2 0,6 0,0-1,0 0,0 0,0-1,0 0,0-1,0 0,0-1,-1 0,1 0,0-1,-1 0,5-2,9-3</inkml:trace>
  <inkml:trace contextRef="#ctx0" brushRef="#br0" timeOffset="15987.374">15855 2153,'0'6,"0"0,0 0,0-1,0 1,1 0,0-1,0 1,1 0,-1-1,1 1,1-1,-1 0,1 0,-1 0,2 0,1 3,-4-7,0 0,0-1,0 1,1 0,-1-1,0 1,0-1,0 1,1-1,-1 0,0 1,1-1,-1 0,0 0,0 0,1 0,-1 0,0 0,1 0,-1 0,0-1,0 1,1-1,-1 1,0 0,0-1,0 0,1 1,-1-1,0 0,0 0,0 1,0-1,0 0,-1 0,2-1,27-40,-21 20,-1 0,0-1,-2 0,-1 0,0 0,-2 0,-1-21,0 31,-1 12,-1 0,1 0,0 0,0 0,-1 0,1 0,0 1,0-1,0 0,0 0,0 0,0 0,1 0,-1 0,0 0,0 0,1 0,-1 0,0 0,1 1,-1-1,1 0,-1 0,1 0,0 1,-1-1,1 0,0 1,-1-1,1 1,0-1,0 0,-1 1,1 0,0-1,0 1,0-1,0 1,0 0,0 0,0 0,-1-1,1 1,0 0,0 0,0 0,0 0,0 1,0-1,0 0,0 0,0 0,0 1,0-1,-1 1,1-1,0 0,0 1,0 0,8 4,-1 0,0 0,0 1,-1 0,1 1,-1 0,-1 0,1 0,-1 1,-1 0,1 0,-1 0,-1 1,0 0,0 0,0 0,-1 0,-1 1,0-1,0 1,0-1,-1 1,-1 2,-2 102,2-111,1-1,-1 1,1 0,0-1,0 1,0-1,0 0,0 1,1-1,-1 0,1 1,-1-1,1 0,0 0,0 0,0-1,0 1,0 0,0-1,0 1,0-1,1 0,-1 0,1 0,-1 0,1 0,-1 0,1-1,0 1,-1-1,1 0,0 0,1 0,4 1,0-1,1 0,-1-1,0 0,0-1,0 1,0-1,0-1,0 1,4-4,-3 1,-1 0,0-1,0-1,0 1,0-1,-1 0,-1-1,1 0,-1 0,0 0,-1-1,0 0,0 0,-1 0,0 0,-1-1,0 0,-1 1,0-1,0 0,-1 0,0 0,-1-10,1 18,-1 1,1-1,-1 1,0-1,1 1,-1-1,0 1,0-1,0 1,0-1,-1 1,1-1,0 1,-1 0,1-1,-1 1,1-1,-1 1,0 0,1-1,-1 1,0 0,0 0,0-1,0 1,0 0,0 0,0 0,0 0,-1 0,1 1,0-1,-1 0,1 1,0-1,-1 1,1-1,-1 1,1-1,-1 1,1 0,-1 0,1 0,-1 0,1 0,-1 0,1 0,-1 0,1 1,0-1,-1 1,1-1,-1 1,1-1,0 1,-1 0,1-1,0 1,0 0,-1 1,-1 2,-1 1,1 0,1 0,-1 0,1 0,0 0,0 1,0-1,1 1,0-1,0 1,0-1,0 1,1 0,0-1,1 1,-1 0,1-1,0 1,0 0,1-1,0 0,0 1,0-1,0 0,1 0,0 0,0 0,0-1,1 1,0-1,0 0,0 0,1 2,6 1,0-1,0 0,0 0,0-1,1 0,0-1,0-1,0 0,1 0,-1-1,1-1,-1 0,1-1,-1 0,1-1,7-1,22-3</inkml:trace>
  <inkml:trace contextRef="#ctx0" brushRef="#br0" timeOffset="16333.96">16783 2139,'0'-1,"1"-2,0 0,0 0,0 0,-1 0,0-1,1 1,-1 0,0 0,-1 0,1 0,0 0,-1 0,0 0,0 0,0 0,0 0,0 0,0 0,-1 1,1-1,-1 0,0 1,0 0,0-1,0 1,0 0,-1 0,1 0,-1 0,1 0,-1 1,0-1,1 1,-1 0,0-1,0 1,0 1,0-1,-1 0,-1 1,-1 0,1 1,0-1,0 1,0 0,0 1,0-1,0 1,0 0,1 0,-1 0,1 1,-1 0,1 0,0 0,0 0,0 0,0 1,1 0,0 0,-1 0,1 0,1 0,-1 1,1 0,-1-1,1 1,1 0,-1 0,1 0,0 0,0 0,-1 4,4-4,0 0,1 0,-1-1,1 1,0-1,0 0,0 1,0-1,1-1,0 1,0 0,0-1,0 0,0 0,1 0,-1 0,1-1,0 0,0 0,-1 0,2-1,-1 1,0-1,0 0,0-1,0 1,1-1,-1 0,0 0,0-1,1 0,-1 0,0 0,64-38,-49 49,-16-5,8 5,1 0,0-1,0-1,1 0,1-1,-1 0,1-1,0-1,0 0,6 0,18 6</inkml:trace>
  <inkml:trace contextRef="#ctx0" brushRef="#br0" timeOffset="18142.301">178 3040,'6'-8,"1"0,0 0,0 1,0 0,1 0,0 1,0 0,0 1,1-1,0 2,0-1,0 1,1 0,-1 1,1 0,0 1,0 0,0 1,0 0,0 0,1 1,-1 0,0 1,0 0,0 0,0 2,0-1,-1 1,1 0,-1 1,1 0,-1 1,0-1,-1 2,1-1,-1 2,0-1,6 7,-7-4,0-1,-1 1,-1 1,1-1,-2 1,1 0,-1 0,-1 0,0 1,0-1,-1 1,0 0,-1-1,0 1,-1 0,0 0,-1 0,0 0,-1-1,-1 5,24-44,96-141,-115 169,-2-1,0 1,1 0,-1 0,1 0,0 0,-1 0,1 0,0 0,0 0,0 0,0 0,0 0,0 0,0 0,0 1,0-1,0 0,0 1,0-1,0 1,1-1,-1 1,0 0,0 0,0-1,1 1,-1 0,0 0,1 0,-1 0,0 0,0 0,1 1,-1-1,0 0,1 1,5 74,-8-42,1-28,0 0,0 0,0 0,0 0,1 0,0 0,0 0,0 0,1 0,0-1,0 1,0-1,0 1,1-1,-1 1,1-1,0 0,1 0,-1-1,0 1,1-1,0 0,0 1,0-2,0 1,1 0,-1-1,5 2,7-1,0-1,0-1,0 0,0-1,0 0,0-2,0 1,0-2,0-1,0 0,-1 0,0-2,0 0,0-1,-1 0,0-1,0 0,7-7,-16 12,1 0,-2-1,1 1,0-1,-1 0,1 0,-1-1,0 1,-1-1,1 0,-1 0,0 0,0 0,0 0,-1-2,-8 16,5-3,0 0,0 0,1 0,0 1,1-1,-1 0,1 0,0 1,1-1,-1 0,1 0,1 0,-1-1,1 1,0-1,0 1,0-1,1 0,0 0,0 0,0-1,1 1,-1-1,1 0,0 0,0-1,1 1,-1-1,3 2,0-1,0 1,0-1,0-1,1 0,-1 0,1 0,0-1,0-1,0 1,0-1,0-1,0 0,0 0,0-1,0 0,0 0,0-1,3-1,-4-2,1-1,-2 0,1 0,-1 0,0-1,0 0,0-1,-1 0,0 0,-1 0,0 0,0-1,-1 0,0 0,0 0,-1 0,-1-1,1 1,-1-1,-1 1,0-7,-3 32,0-11,0 1,1-1,0 1,0 0,0 0,0-1,1 1,0 0,0 0,1 0,0-1,0 1,0 0,0-1,1 1,0-1,0 1,1-1,-1 0,1 0,0 0,1 0,-1-1,1 1,0-1,0 0,2 2,12 2,0-1,0 0,1-1,0-2,0 1,0-2,0-1,1 0,-1-2,0 0,1-1,13-2,-33 3,70-5,-8-1</inkml:trace>
  <inkml:trace contextRef="#ctx0" brushRef="#br0" timeOffset="19253.604">2158 3040,'8'-2,"-1"1,1 0,0 0,-1 0,1 1,0 0,-1 1,1-1,0 2,-1-1,1 1,-1 0,1 0,-1 1,0 0,0 1,0-1,-1 1,1 1,-1-1,0 1,0 0,-1 0,1 1,-1 0,3 4,65 127,-72-134,-1-1,1 1,0-1,0 0,0 0,1 1,-1-1,0 0,1 0,0 0,-1 0,1 0,0-1,0 1,0-1,0 1,0-1,0 1,1-1,-1 0,0 0,1 0,-1-1,1 1,-1 0,1-1,-1 0,1 1,1-1,6-4,0-1,0 0,0 0,-1-1,1-1,-2 1,1-1,-1-1,0 1,6-9,-11 13,10-10,0 0,-1 0,0-2,-2 1,0-1,0-1,-1 0,2-8,-11 13,-11 31,9-15,1 0,0 0,0 0,1 0,-1 0,1 0,0 0,0 0,1 0,0 0,0 0,0 0,0 0,1 0,0 0,0-1,0 1,0-1,1 1,0-1,0 0,0 0,0 0,1 0,-1-1,1 1,0-1,0 0,0 0,1 0,-1-1,1 0,3 2,10 2,-1-1,1 0,0-2,0 0,1-1,-1-1,0 0,1-2,-1 0,0-1,0-1,0 0,13-5,-24 6,-1 0,1 0,-1 0,0-1,1 0,-1 0,-1 0,1-1,0 0,-1 0,0 0,0-1,0 0,1-2,-6 6,0 1,1-1,-1 1,0 0,0-1,1 1,-1-1,0 1,0-1,1 1,-1 0,0-1,1 1,-1 0,1-1,-1 1,0 0,1 0,-1-1,1 1,-1 0,1 0,-1 0,1 0,-1 0,1-1,-1 1,1 0,-1 0,1 0,-1 0,1 0,-1 1,1-1,-1 0,1 0,-1 0,1 0,-1 0,0 1,1-1,-1 0,1 0,-1 1,0-1,1 0,-1 1,1-1,-1 0,0 1,1-1,-1 1,0-1,0 1,0-1,1 0,-1 1,0-1,0 1,0-1,0 1,0-1,1 1,-1-1,0 1,0-1,0 1,-1-1,1 1,1 1,4 6,0 0,1-1,-1 1,1-1,1 0,0-1,-1 0,2 0,-1 0,1-1,0 0,0 0,0-1,1 0,-1-1,1 1,0-2,0 1,0-1,6 0,7 0,0-1,-1 0,1-2,0 0,0-2,-1 0,1-2,6-2,57 8,-31 5,-49-7,0 0,-1-1,1 1,-1-1,1 0,-1 0,1 0,-1-1,0 0,0 1,-1-1,1-1,0 1,-1-1,0 1,0-1,0 0,0 0,-1 0,1 0,-1-1,0 1,0-1,-1 1,1-1,-1 0,0 1,0-1,-1 0,0 0,1 0,-2 0,1 0,0 1,-1-1,0 0,0 0,0 1,-1-1,0 1,0-1,0 1,0-1,-1 1,1 0,-1 0,0 0,-2-1,-1-1,-1 1,1 0,-1 0,0 0,0 1,0 0,0 1,-1 0,1 0,-1 0,0 1,0 0,0 1,0-1,0 2,-1-1,1 1,0 0,0 1,0 0,-1 0,1 1,0 0,1 0,-1 1,0 0,1 0,-1 1,1 0,0 0,1 1,-1 0,1 0,0 1,0-1,0 1,1 1,0-1,0 1,0 0,1 0,0 0,1 0,-1 3,3-6,0 0,0 0,1 0,0 0,0 1,0-1,0 0,1 0,-1 0,1 0,0 0,0 0,1 0,-1 0,1 0,0 0,0-1,0 1,0-1,1 1,-1-1,1 0,0 0,0 0,0 0,1-1,-1 1,0-1,1 0,0 0,-1 0,1-1,0 1,1 0,39 11,-1-4</inkml:trace>
  <inkml:trace contextRef="#ctx0" brushRef="#br0" timeOffset="20915.934">3742 2740,'-16'-13,"10"8,0-1,0 1,-1 0,0 0,0 1,0-1,0 2,-1-1,1 1,-1 0,0 1,0 0,0 0,0 0,-1 1,1 1,4 1,1 1,0 0,-1 0,1 1,0-1,0 1,0 0,1-1,-1 1,0 0,1 1,0-1,0 0,0 1,0-1,1 1,-1-1,1 1,0 0,0 0,0 0,1 0,-1-1,1 1,0 0,0 0,0 0,1 0,-1 0,1 0,1 3,4 15,1-1,2 0,0 0,1 0,1-1,1-1,0 0,2-1,0 0,1-1,1 0,0-2,2 1,10 13,180 193,-207-219,1 0,-1-1,1 0,0 1,0-1,0 0,0 0,0 0,0 0,1 0,-1 0,1-1,-1 1,1-1,0 0,0 0,-1 0,1 0,0 0,0 0,0-1,0 1,0-1,0 0,0 0,0 0,0-1,0 1,0-1,0 1,0-1,0 0,-1 0,1 0,0-1,-1 1,2-1,6-10,-1 0,0 0,-1-1,0 0,-1-1,0 1,-2-1,1 0,-2-1,0 0,0 1,-1-1,-1 0,-1 0,0-1,-1 1,-1 0,0-4,-5-77,6 95,1 1,-1-1,1 0,0 0,0 1,-1-1,1 1,0-1,0 1,0-1,0 1,0-1,-1 1,1 0,0-1,0 1,0 0,0 0,0 0,0-1,0 1,0 0,0 1,0-1,0 0,0 0,0 0,0 1,0-1,0 0,0 1,0-1,0 1,0-1,-1 1,1-1,0 1,0-1,-1 1,1 0,0 0,-1-1,1 1,0 0,-1 0,1 0,-1 0,8 4,199 89,-202-91,0 0,0 0,0 1,-1 0,0 0,0 0,0 0,0 1,0-1,-1 1,0 0,0 0,0 0,-1 1,0-1,0 1,0-1,-1 1,0 0,0-1,0 1,0 0,-1 0,0 4,-1-6,1-1,0 0,-1 0,2 1,-1-1,0 0,1 0,-1 1,1-1,0 0,0 0,0 0,1 0,-1 0,1 0,-1 0,1-1,0 1,0-1,0 1,1-1,-1 1,0-1,1 0,0 0,-1-1,1 1,0 0,0-1,0 0,3 2,8-2,-1-1,1 0,0 0,0-1,-1-1,1-1,-1 1,0-2,0 0,0-1,0 0,0-1,-1 0,0-1,0-1,-5 5,1-1,-1 0,-1 0,1 0,-1-1,0 0,0-1,0 1,0-1,-1 0,0 0,-1-1,4-5,-8 11,1 1,-1-1,0 0,0 0,0 0,0 0,0 0,0 1,0-1,0 0,0 0,0 0,0 0,-1 1,1-1,0 0,-1 0,1 1,0-1,-1 0,1 0,-1 1,1-1,-1 0,0 1,1-1,-1 1,0-1,1 1,-1-1,0 1,1-1,-1 1,0 0,0-1,0 1,1 0,-1 0,0 0,0 0,0-1,0 1,1 0,-1 0,0 0,0 1,0-1,0 0,1 0,-1 0,0 1,0-1,0 0,1 1,-1-1,0 1,1-1,-1 1,0-1,1 1,-4 3,0 0,1 0,0 0,-1 0,2 1,-1 0,1-1,-1 1,1 0,1 0,-1 1,1-1,0 0,0 0,0 1,1-1,-1 0,1 1,1-1,-1 0,1 1,0-1,0 0,1 0,-1 1,2 0,1-1,1-1,-1 1,1-1,0 0,0 0,1 0,-1-1,1 0,0 0,0 0,0-1,0 0,1 0,-1 0,0-1,1 0,-1 0,1-1,-1 0,1 0,-1 0,1-1,-1 0,1 0,-1-1,0 1,3-2,-3 1,0 0,0 0,0 0,0-1,0 0,0 0,0-1,-1 1,0-1,0 0,0-1,0 1,-1-1,1 0,-1 0,-1 0,1-1,-1 0,0 1,0-1,0 0,-1 0,0-1,1-1,-3 7,1 1,-1-1,0 0,1 1,-1-1,0 1,1-1,-1 0,0 1,0-1,0 0,0 1,1-1,-1 0,0 1,0-1,0 0,0 1,0-1,-1 0,1 0,0 1,0-1,0 0,-1 1,1-1,0 1,0-1,-1 0,1 1,-1-1,1 1,-1-1,1 1,-1-1,1 1,-1-1,1 1,-1 0,1-1,-1 1,0 0,1-1,-1 1,1 0,-1 0,0 0,1-1,-1 1,0 0,0 0,1 0,-1 0,0 0,1 0,-1 0,0 1,1-1,-1 0,0 0,1 0,-1 1,0-1,1 0,-1 1,1-1,-1 1,1-1,-1 1,-1 1,1 1,0 0,0 0,0 0,0 0,0 0,1 0,0 0,-1 0,1 0,0 0,0 1,1-1,-1 0,0 0,1 0,0 0,0 0,0 0,0 0,0-1,1 1,-1 0,1-1,0 1,0-1,0 1,0-1,0 0,0 0,1 0,-1 0,1 0,-1 0,1-1,0 1,0-1,-1 0,3 1,18 7,1 0,0-2,0-1,0-1,1 0,0-2,0-1,-1-2,19-1,-10 3,0-2,0-2,0 0,0-3,-1-1,0-1,0-1,0-2,-1-1,-1-2,0-1,0-1,-2-2,6-5,-24 13,0-1,0-1,-1 1,0-2,-1 1,-1-1,0 0,0-1,-1 1,-1-1,0-1,-1 1,0-1,-1 1,-1-1,0 0,-1 0,0 0,-1 0,-1-4,-1-7,0 0,-2 0,-1 0,-1 1,-1-1,-1 2,-2-1,0 1,-1 0,-13-19,-29-16,51 56,1 1,-1 0,0 0,0 0,0 0,0 0,0 0,0 1,0-1,-1 1,1-1,0 1,0 0,0 0,-1 0,1 0,0 0,0 0,0 1,0-1,0 1,-1 0,1-1,0 1,0 0,0 0,1 0,-1 1,0-1,0 0,1 1,-1-1,0 1,-7 9,1 0,0 1,1 0,1 0,0 0,0 1,1-1,1 2,0-1,1 0,-1 10,3-19,-8 23,2 0,1 0,2 1,0 0,2-1,1 1,1 0,1 0,2 0,0 0,2-1,7 21,-7-39,-1 0,1-1,1 1,0-1,0 0,1-1,0 1,0-1,0-1,1 1,0-1,1-1,-1 0,1 0,0 0,0-1,0 0,1-1,3 1,13 2,0 0,0-2,0-1,1-1,0-1,20-2,-17 0,-1-1,1-2,-1 0,0-2,0-2,-1 0,0-2,0-1,-1-1,0-2,-1 0,-1-2,0 0,17-18,-4 0,-37 35,0-1,0 1,0-1,0 1,0 0,0 0,-1-1,1 1,0 0,0 0,-1 0,1 0,-1 0,1 0,-1 0,1 0,-1 0,0 0,1 0,-1 0,0 0,0 0,0 0,0 0,0 0,0 0,0 1,0-1,0 0,0 0,0 0,-1 0,1 0,-1 0,1 0,0 1,0-1,-1 7,0-1,0 1,1-1,0 1,0-1,1 1,0-1,0 1,1-1,0 0,0 1,1-1,0 0,0-1,1 1,0 0,0-1,0 0,1 0,4 4,2-4,1 0,0-1,0 0,0-1,1-1,-1 0,1 0,0-1,0-1,0 0,0-1,0-1,0 0,0 0,0-1,-1-1,1 0,0-1,-1 0,0-1,0 0,-1-1,4-2,92-66,-107 73,1 1,-1-1,0 1,1 0,-1-1,0 1,1-1,-1 1,1 0,-1-1,1 1,-1 0,1 0,-1-1,1 1,-1 0,1 0,0 0,-1 0,1 0,-1 0,1 0,-1 0,1 0,0 0,-1 0,1 0,-1 0,1 0,-1 0,1 0,0 1,-1-1,1 0,-1 0,1 1,-1-1,0 0,1 1,-1-1,1 1,-1-1,1 0,-1 1,0-1,0 1,1-1,-1 1,0-1,1 1,-1 0,0-1,0 1,0-1,0 1,0-1,0 1,0-1,0 1,0 0,0-1,0 1,0-1,0 1,0-1,0 1,-1 0,1-1,2 8,0 0,0-1,1 1,0-1,0 0,1 0,-1-1,1 1,1-1,0 1,0-2,0 1,0 0,1-1,0 0,0 0,0-1,1 0,-1 0,1 0,0-1,0 0,1 0,-1-1,1 0,-1 0,1-1,-1 0,1 0,0-1,3 0,0-1,-1 0,0-1,0-1,0 0,0 0,0-1,-1 0,1-1,-1 0,0-1,-1 1,1-2,-1 1,0-1,-1 0,0-1,0 0,0 0,-1 0,0-1,-1 0,0 0,0-1,-3 7,-2 3,0 0,0 1,1-1,-1 0,0 0,0 1,1-1,-1 0,0 0,0 0,1 1,-1-1,0 0,1 0,-1 0,0 0,1 0,-1 0,0 0,1 0,-1 0,1 0,-1 0,0 0,1 0,-1 0,0 0,1 0,-1 0,0 0,1 0,-1 0,0-1,1 1,-1 0,0 0,0 0,1-1,-1 1,0 0,0 0,1-1,-1 1,0 0,0 0,0-1,1 1,-1 0,0-1,0 1,0 0,0-1,0 1,0 0,0-1,0 1,0 0,0-1,0 1,0-1,0 1,0 0,0-1,0 1,0 0,0-1,0 1,0 0,-1-1,2 151,-2-149,1 1,0-1,1 0,-1 0,0 0,0 0,0 0,1 0,-1 0,0 0,1 0,-1 1,1-2,0 1,-1 0,1 0,0 0,-1 0,1 0,0 0,0-1,0 1,0 0,-1-1,1 1,0 0,0-1,0 0,1 1,-1-1,0 1,1-1,5-3</inkml:trace>
  <inkml:trace contextRef="#ctx0" brushRef="#br0" timeOffset="21180.75">7225 2849,'14'16,"4"6</inkml:trace>
  <inkml:trace contextRef="#ctx0" brushRef="#br0" timeOffset="21712.108">8508 3204,'-13'-8,"0"1,0 0,-1 1,0 1,0 0,0 0,-1 2,1 0,-1 0,0 2,0-1,0 2,0 0,0 1,0 0,1 2,-16 3,27-5,-1 0,1 0,-1 1,1-1,-1 1,1 0,0 0,0 0,0 1,0-1,0 1,1-1,-1 1,1 0,-1 0,1 0,0 1,0-1,1 0,-1 1,1-1,-1 1,1-1,0 1,0 0,1-1,-1 1,1 0,0 0,0 0,0-1,1 1,-1 0,1 0,0-1,0 1,0 0,0-1,1 1,-1-1,1 0,0 1,6 3,1 0,0-1,-1 0,2 0,-1-1,1 0,0-1,0 0,0-1,0 0,1 0,-1-1,1 0,-1-1,1-1,0 1,0-2,-1 1,1-1,0-1,3-1,0 0,-1 0,0-1,0 0,0-1,0 0,-1-1,0-1,0 0,-1 0,0-1,0 0,-1-1,2-2,-7 5,1 0,-1 0,0-1,0 0,-1 0,0 0,-1 0,1 0,-1-1,0 0,-1 1,0-1,0 0,-1 0,0 0,0-1,-1 1,0 0,-1 0,0 0,0 0,-1-4,-4-8,-1 1,-1 1,-1-1,-1 1,0 1,-1 0,-1 0,0 1,-1 1,-1 0,-11-9,23 21,0 0,0 1,0-1,0 1,-1-1,1 1,-1 0,1 0,-1 0,0 0,0 0,1 1,-1-1,-1 1,1 0,0 0,0 0,0 0,0 1,-1-1,1 1,0 0,-1 0,1 0,0 0,-1 1,1-1,0 1,0 0,0 0,-1 0,1 0,0 0,0 1,-1 4,0 0,0 1,1-1,0 1,0-1,1 1,0 0,0 0,0 0,1 0,0 0,0 0,1 0,0 7,-1 3,1 1,1-1,0 1,1-1,1 0,0 1,1-1,1-1,1 1,1-1,0 0,0 0,2-1,0 0,1-1,0 1,1-2,1 0,0 0,1-1,0-1,1 0,0-1,1 0,0-1,0-1,5 2,-4-3,0-1,1-1,0 0,0-1,0-1,1-1,6 0,-17-1,0-1,0 0,0-1,0 1,0-1,0 0,-1-1,1 0,0 0,-1-1,1 1,-1-1,0-1,0 1,0-1,-1 0,1 0,-1-1,5-4,-7 5,-1 1,1 0,-1-1,0 0,0 1,0-1,0 0,0 0,-1 0,0 0,0 0,0-1,0 1,-1 0,0 0,0 0,0-1,0 1,0 0,-1 0,0-1,0 1,0 0,-1 0,1 0,-1 0,0 1,0-1,0 0,0 1,-1-1,0 1,1 0,-1 0,0 0,-1 0,-2-2,5 5,-1-1,1 1,-1 0,1 0,-1 0,1 1,-1-1,1 0,0 0,-1 1,1-1,0 1,-1-1,1 1,0 0,-1-1,1 1,0 0,0 0,0 0,0 0,0 0,0 0,0 0,0 0,0 0,0 1,1-1,-1 0,1 1,-1-1,1 0,-1 1,1-1,-1 0,1 1,0-1,0 1,0-1,0 1,0-1,0 0,0 1,1-1,-1 1,0-1,1 0,-1 1,1-1,0 0,-1 1,1-1,2 5,0 0,0-1,1 1,-1-1,1 0,1 0,-1 0,0-1,1 1,0-1,0 0,1 0,-1-1,1 0,-1 0,6 2,98 32,-34-19</inkml:trace>
  <inkml:trace contextRef="#ctx0" brushRef="#br0" timeOffset="21996.865">9956 2986,'0'19,"0"15,2 8,4 5,2-1,3-6,-1-11</inkml:trace>
  <inkml:trace contextRef="#ctx0" brushRef="#br0" timeOffset="23019.283">9805 2809,'45'6,"-1"2,-1 2,1 2,-2 2,0 1,13 9,-38-16,0 1,-1 1,0 1,0 0,-1 0,-1 2,0 0,-1 0,0 2,-1-1,-1 2,0-1,-1 1,-1 1,0 0,-1 1,30 110,-37-127,0 1,1 0,-1 0,0-1,1 1,-1 0,1-1,0 0,-1 1,1-1,0 0,0 0,0 0,0 0,0 0,0 0,0-1,0 1,0-1,1 1,-1-1,0 0,0 0,0 0,0 0,1 0,-1 0,0-1,0 1,0-1,0 1,1-2,65-31,-59 26,1-2,-1 1,-1-1,0-1,0 1,-1-1,0-1,-1 1,0-1,0 0,-1-1,-1 1,0-1,1-6,-6 12,-3 20,2-8,0 0,1 0,0 0,0 1,0-1,1 0,0 0,0 1,1-1,-1 0,2 0,-1 1,0-1,1 0,0 0,1-1,-1 1,1 0,0-1,1 1,-1-1,1 0,0 0,0-1,1 1,-1-1,1 0,3 2,-2-2,0-2,1 1,-1-1,0 0,1 0,-1-1,1 0,0 0,-1 0,1-1,0 0,-1 0,1-1,0 0,-1 0,1 0,-1-1,0 0,1 0,-1-1,0 0,0 0,0 0,-1-1,1 0,-1 0,0 0,0-1,0 1,-1-1,1 0,-1-1,0 0,29-50,-32 56,0 0,0 0,0 0,0 0,0 1,0-1,-1 0,1 1,0-1,0 0,0 1,0-1,-1 1,1-1,0 1,0 0,-1-1,1 1,0 0,-1 0,1-1,-1 1,1 0,-1 0,1 0,-1 0,0 0,1-1,-1 1,0 0,0 0,0 0,0 1,2 1,2 4,-1 0,1-1,1 1,-1-1,1 0,1-1,-1 1,1-1,-1 0,2 0,-1-1,0 1,1-1,0-1,0 1,0-1,0-1,0 1,1-1,-1-1,1 1,0-1,-1 0,1-1,0 0,-1 0,3-1,-2 0,1-1,-1 1,0-2,0 1,0-1,0-1,0 1,-1-1,1-1,-1 1,0-1,-1 0,1-1,-1 0,0 0,0 0,-1 0,0-1,0 0,4-7,7-16,-2 0,0-1,-2-1,5-21,-9 26,-8 26,0 0,0 0,0 1,0-1,0 0,0 0,0 0,0 1,0-1,0 0,0 0,0 0,1 1,-1-1,0 0,1 0,-1 1,0-1,1 0,-1 1,1-1,-1 0,1 1,-1-1,1 0,-1 1,1-1,0 1,-1-1,1 1,0 0,0-1,-1 1,1 0,0-1,0 1,-1 0,1 0,0 0,0 0,0 0,-1 0,1 0,0 0,0 0,0 0,-1 0,1 0,0 0,0 1,0-1,-1 0,1 1,0-1,0 1,4 6,0 1,0-1,-1 1,0 1,0-1,-1 1,0-1,0 1,-1 0,0 1,2 6,29 135,-6 2,0 69,-27-221,13 159,-20-120,7-39,-1 0,1-1,-1 1,1-1,0 1,-1 0,0-1,1 1,-1-1,1 1,-1-1,1 0,-1 1,0-1,1 1,-1-1,0 0,0 0,1 1,-1-1,0 0,1 0,-1 0,0 0,0 0,1 0,-1 0,0 0,0 0,1 0,-1 0,0-1,0 1,1 0,-1 0,0-1,1 1,-1-1,0 1,1 0,-1-1,1 1,-1-1,1 1,-1-1,1 0,-1 1,1-1,-8-8,0-1,1 0,0 0,1 0,0-1,0 0,2 0,-1 0,1-1,1 0,0 1,0-2,2 6,-14-53,4-1,2 0,2 0,4-1,2 1,3-11,-2 71,0-14,0-1,0 1,2-1,0 1,0-1,2 1,0 0,0 0,1 1,1-1,1 1,0 0,5-7,-10 19,1 0,-1 0,0 0,1 1,-1-1,1 0,-1 1,1 0,-1-1,1 1,0 0,0 0,0 1,0-1,0 1,0-1,0 1,-1 0,1 0,0 0,0 1,0-1,0 1,0-1,0 1,0 0,0 0,-1 0,1 1,-1-1,1 1,74 57,-57-40,-1 0,-1 1,-1 1,-1 1,0 0,-2 1,-1 0,3 10,-15-31,0 1,0-1,0 1,-1 0,1-1,-1 1,0 0,0-1,0 1,0 0,0-1,-1 1,1-1,-1 1,0 0,0-1,1 1,-2-1,1 0,0 1,0-1,-1 0,1 0,-1 0,0 0,0 0,0 0,0 0,0 0,0-1,0 1,0-1,-1 0,1 1,0-1,-1 0,1 0,-1-1,1 1,-1-1,-2 1,-10 3,-1-1,0 0,0-1,-1-1,1-1,0 0,0-1,0-1,-1 0,0-1,-22-7</inkml:trace>
  <inkml:trace contextRef="#ctx0" brushRef="#br0" timeOffset="24606.082">13288 3191,'-194'-37,"187"37,0 0,0 0,0 1,0-1,0 2,0-1,0 1,0 0,1 0,-1 1,1 0,0 0,-1 0,2 1,-1 0,0 0,1 1,0-1,0 1,0 0,0 1,1-1,0 1,0 0,0 0,1 0,0 0,0 1,1 0,0-1,-1 6,2-9,1 0,-1 0,1 0,0 1,0-1,0 0,0 0,1 0,-1 1,1-1,0 0,0 0,0 0,1 0,-1 0,0-1,1 1,0 0,0-1,0 1,0-1,0 1,0-1,1 0,-1 0,1 0,-1 0,1 0,2 0,91 31,-50-27,2-1,-1-3,0-1,0-3,0-2,0-2,0-1,-1-3,21-8,-53 15,-1-1,0 0,0-1,0 0,-1-1,0-1,0 0,0 0,-1-1,0-1,-1 1,0-2,0 0,7-9,-15 16,-1 0,1 0,-1 0,1 0,-1-1,0 1,0 0,-1-1,1 1,-1-1,1 1,-1-1,0 1,-1-1,1 1,0-1,-1 1,0-1,0 1,0 0,0-1,-1 1,1 0,-1 0,0 0,0 0,0 0,0 0,0 1,0-1,-1 1,0-1,1 1,-1 0,0 0,0 0,0 1,0-1,0 1,-1-1,1 1,0 0,-1 0,1 1,-1-1,1 1,-1-1,-1 1,0 0,0 1,1-1,-1 1,0 0,0 0,1 0,-1 1,1-1,-1 1,1 0,0 0,0 1,0 0,0-1,0 1,0 0,1 1,-1-1,1 1,0-1,0 1,1 0,-1 0,1 1,-1-1,1 0,0 1,0 2,-1-1,1 0,0 1,0 0,1 0,0-1,0 1,1 0,0 0,0 0,0 0,1 0,0 0,0-1,1 1,0 0,0-1,3 5,3 0,1 0,1 0,0-1,0-1,1 1,0-2,0 0,1 0,1-1,-1 0,1-1,0-1,0 0,1 0,-1-2,1 1,0-2,13 1,57 11</inkml:trace>
  <inkml:trace contextRef="#ctx0" brushRef="#br0" timeOffset="25040.92">14872 3191,'2'20,"1"-1,1 1,0-1,2 0,0 0,1-1,1 1,1-2,0 1,2-1,0-1,0 0,2 0,0-1,1-1,0 0,1-1,6 4,-20-16,1 1,-1-1,1 0,-1 0,1 1,-1-1,1 0,0 0,0-1,0 1,-1 0,1-1,0 1,0-1,0 1,0-1,0 0,0 0,0 0,0 0,0 0,0 0,0-1,0 1,0-1,0 1,-1-1,1 0,0 0,0 1,0-1,-1 0,1-1,-1 1,1 0,-1 0,1-1,-1 1,0-1,1 1,-1-2,3-10,-1 0,-1 0,0 0,0-1,-2 1,0-1,0 1,-2-12,0-8,0-106,16 102,-2 28</inkml:trace>
  <inkml:trace contextRef="#ctx0" brushRef="#br0" timeOffset="25285.787">15527 3342,'-11'16,"-5"7,1 6,6-1,4-3,4-3,4-8,1-6</inkml:trace>
  <inkml:trace contextRef="#ctx0" brushRef="#br0" timeOffset="25670.937">15350 3109,'34'6,"-1"1,1 2,-1 2,-1 0,0 2,23 14,-44-22,0 0,-1 1,1 0,-1 1,-1 0,0 1,0 0,0 0,-1 1,0 0,0 1,-1 0,-1 0,0 0,0 1,-1-1,0 1,-1 1,0-1,2 12,-4 0,-3-20,0-1,1 1,0 0,-1 0,1-1,0 1,0 0,0 0,1-1,-1 1,1 0,0-1,-1 1,1 0,0-1,0 1,1-1,-1 0,0 1,1-1,0 0,-1 0,1 0,0 0,0 0,0 0,0 0,1-1,-1 1,0-1,1 0,-1 0,1 1,2-1,5-3,0 0,1-1,-1 0,0-1,-1 0,1 0,-1-1,1 0,-1-1,-1 0,1-1,-1 0,3-3,-2 1,0 1,-1-1,0-1,0 1,-1-1,-1-1,1 1,2-9,1 10,-5 28,-2-7,0 0,2-1,-1 1,2-1,-1 0,2-1,-1 1,1-1,1 0,0-1,0 0,1 0,0-1,1 0,-1 0,1-1,1-1,0 0,0 0,0-1,4 1,30 11</inkml:trace>
  <inkml:trace contextRef="#ctx0" brushRef="#br0" timeOffset="27777.813">861 4311,'-12'-5,"1"1,-1 1,1 0,-1 1,0 0,0 1,0 0,-1 0,1 2,0-1,0 2,0 0,0 0,0 1,1 0,-1 1,1 0,0 1,-6 4,9-3,1 0,-1 0,1 1,0 1,0-1,1 1,0 0,1 0,-1 1,2 0,-1 0,1 0,1 0,-1 1,2-1,-1 1,1 0,1 0,0 3,1-11,0 1,0-1,0 0,1 1,-1-1,1 0,0 0,0 0,0 1,0-1,0 0,0 0,0 0,1-1,-1 1,1 0,-1 0,1-1,0 1,0-1,-1 1,1-1,0 0,0 0,0 0,1 0,-1 0,0 0,0-1,0 1,1-1,-1 1,0-1,1 0,79-13,-63 4,0-1,-1-1,0 0,-1-2,-1 0,1 0,-2-2,0 0,-1-1,0 0,-2-1,0 0,0-1,-2-1,3-7,-6 11,-2-1,1 0,-2-1,0 1,-2-1,1 0,-2 0,0 0,-1 0,-1 0,-1 1,0-1,-1 0,-1 1,0-1,-1 1,-1 0,-5-8,-12-9,22 32,0 1,1 0,-1-1,0 1,1 0,-1-1,0 1,0 0,1 0,-1 0,0 0,0 0,1 0,-1 0,0 0,0 0,0 0,1 0,-1 1,0-1,1 0,-1 0,0 1,0-1,1 1,-1-1,1 0,-1 1,0-1,1 1,-1-1,1 1,-1 0,1-1,-1 1,1 0,0-1,-1 1,1 0,0-1,-1 1,1 0,0 0,0-1,0 1,0 0,0 0,0 0,-7 22,1 1,2 0,0 0,2 0,0 0,2 1,1 2,-1-10,12 168,-10-174,0 0,1 0,0 0,0-1,1 1,1-1,0 0,0 0,1 0,1-1,-1 0,1 0,1-1,0 0,3 3,-5-7,1 0,-1 0,1 0,1-1,-1 0,0 0,1 0,-1-1,1-1,0 1,0-1,-1 0,1-1,0 0,0 0,0-1,0 0,-1 0,1-1,0 0,-1 0,1-1,-1 0,0 0,0-1,0 0,0 0,-1 0,0-1,1 0,-2-1,1 1,-1-1,0 0,0 0,1-2,3-4,0-1,-1-1,-1 1,0-1,-1-1,0 1,-1-1,-1 0,0 0,-1 0,-1-1,0 1,-1-1,-1 0,3 72,0-48,0-1,0 0,0 1,1-1,0-1,1 1,0 0,0-1,0 0,0 0,1-1,0 0,1 0,-1 0,1-1,0 1,0-2,0 1,0-1,1 0,-1-1,7 2,21 5,0-1,0-2,1-1,13-2,-45-2,90 5</inkml:trace>
  <inkml:trace contextRef="#ctx0" brushRef="#br0" timeOffset="28539.773">2991 4379,'34'-49,"-12"19,-1 0,-2-2,-1 0,-1-1,-2-1,10-33,-20 52,-1 0,0-1,-1 1,0-1,-2 0,0 1,0-1,-2 0,0 0,0 0,-2 1,-3-12,5 23,-1 1,0 0,0-1,0 1,0 0,0 0,-1 0,1 0,-1 0,0 1,0-1,0 1,0 0,-1 0,1 0,0 0,-1 1,1-1,-1 1,0 0,1 0,-1 0,0 0,0 1,0 0,0 0,1 0,-1 0,0 0,0 1,0-1,1 1,-1 0,0 0,1 1,-1-1,1 1,-1 0,1 0,0 0,-1 0,1 1,-9 8,0 1,2 0,-1 0,2 1,-1 0,2 1,0 0,0 1,2-1,-1 1,2 1,0-1,1 1,1-1,0 1,1 1,1-1,0 0,1 0,1 1,-2-4,0 1,1 0,0 0,1-1,1 1,0 0,1-1,1 1,0-1,0 0,1 0,1-1,0 0,1 0,0 0,1-1,0 0,1 0,0-1,1 0,0 0,0-1,1-1,9 6,-4-8,1 0,-1-1,1-1,-1 0,1-1,0-1,0-1,1-1,-1 0,0-1,0 0,0-2,0 0,-1-1,1-1,-1 0,0-1,0-1,0 0,-1-1,-1-1,1 0,-1-1,7-7,31-55,-51 70,0 0,0 0,0 0,0 0,-1 0,1 0,-1 0,1-1,-1 1,0 0,0 0,0-1,0 1,0 0,0 0,-1-1,1 1,-1 0,1 0,-1 0,0-1,0 1,0 0,0 0,0 1,-1-1,1 0,-1 0,1 0,-1 1,1-1,-1 1,0 0,0-1,0 1,0 0,0 0,-4-1,0 0,0 1,0-1,0 1,0 1,-1-1,1 1,0 0,0 1,-1 0,1 0,0 0,0 0,0 1,0 0,0 0,1 1,-1 0,1 0,-1 0,1 0,0 1,0 0,0 0,1 0,0 1,-1 0,2 0,-1 0,0 0,1 0,0 1,0-1,1 1,0 0,0 0,0 0,0 0,1 0,0 2,1-6,-1 0,1 0,0 0,0 0,0 0,0-1,0 1,0 0,1 0,-1 0,1 0,-1-1,1 1,0 0,0 0,-1-1,1 1,0-1,0 1,1-1,-1 1,0-1,0 0,1 1,-1-1,1 0,-1 0,1 0,0 0,-1 0,1 0,0-1,-1 1,1-1,0 1,0-1,0 1,0-1,-1 0,1 0,0 0,0 0,1 0,9-1,0 0,0-1,-1 0,1-1,0 0,-1-1,0 0,0 0,0-2,-1 1,1-1,-1-1,-1 0,1 0,-1-1,0 0,-1-1,-6 8,-1 0,1-1,-1 1,0 0,1-1,-1 0,0 1,0-1,0 1,0-1,0 0,-1 0,1 0,0 0,-1 1,1-1,-1 0,0 0,0 0,0 0,0 0,0 0,0-2,-2 5,1-1,0 0,-1 1,1-1,-1 1,1-1,0 1,-1 0,1 0,0 0,-1-1,1 1,0 0,0 0,0 0,0 1,0-1,0 0,0 0,1 1,-1-1,0 0,1 1,-1-1,1 0,-1 1,1-1,-1 2,-1 3,0 0,0 0,0 0,1 0,0 1,0-1,0 1,1-1,0 1,0-1,1 1,0-1,0 0,0 1,1-1,0 0,0 0,0 0,1 0,0 0,0 0,1-1,0 0,0 1,0-1,0-1,1 1,-1-1,6 4,6 1,1 0,0-1,0 0,1-2,0 0,0-1,0 0,1-2,0 0,12 0,53 5</inkml:trace>
  <inkml:trace contextRef="#ctx0" brushRef="#br0" timeOffset="29193.578">5381 4105,'-11'154,"8"103,3-296,-10-194,0 186,-2 0,-2 0,-12-25,26 70,-2 1,1 0,0-1,0 1,0 0,0-1,1 0,-1 1,0-1,1 1,-1-1,1 0,-1 1,1-1,0 0,0 0,0 1,0-1,0 0,0 1,0-1,0 0,1 0,-1 1,1-1,-1 0,1 1,0-1,-1 1,1-1,0 1,0-1,0 1,0 0,1-1,-1 1,0 0,0 0,1 0,-1 0,1 0,-1 0,1 0,0 0,110-7,-71 9,170-3,-155 2</inkml:trace>
  <inkml:trace contextRef="#ctx0" brushRef="#br0" timeOffset="29916.965">5203 4351,'14'5,"0"0,0-1,1-1,-1 0,1-1,-1 0,1-1,0-1,-1-1,1 0,2-1,-17 2,100-10,-2-5,0-3,-1-5,38-17,-90 27,0-2,-1-2,0-2,25-16,-64 33,0 0,-1-1,1 1,-1-1,0 0,1 0,-1 0,-1 0,1-1,0 0,-1 0,0 0,0 0,0 0,0-1,-1 1,0-1,0 1,0-1,0 0,-1 0,0 0,0 0,0 0,0 0,-1 0,0 0,0-1,0 1,-1 0,0 0,0 0,-1-3,-2 0,-1-1,0 2,0-1,-1 0,0 1,0 0,-1 1,0-1,0 1,0 1,-1-1,0 1,0 1,0-1,-1 1,1 1,-1 0,-6-2,8 3,0 0,0 0,-1 1,1 0,0 0,-1 1,1-1,0 2,-1-1,1 1,0 0,-1 1,1 0,0 0,0 0,0 1,1 0,-1 0,1 1,-1 0,1 0,0 0,-4 5,-3 9,1-1,1 2,1-1,0 1,2 1,0 0,1 0,1 1,1-1,1 1,1 0,0 1,2-1,1 13,-1-14,0 1,2-1,1 0,0 0,1 0,1-1,1 1,1-1,-3-10,0-1,1 0,0 0,0-1,1 1,-1-1,2 0,-1 0,1 0,0-1,0 0,1 0,0-1,0 0,0 0,1 0,-1-1,1 0,4 1,-1-1,0-1,0 0,1 0,-1-1,1-1,0 0,0 0,-1-1,1-1,0 0,-1 0,1-2,-1 1,1-1,-1-1,0 0,0 0,-1-1,1-1,-1 0,0 0,-1-1,1 0,-1-1,-1 0,1 0,-1-1,-1 0,0 0,2-4,2-42,-23 76,11-17,0 0,1 0,-1-1,1 1,0 0,1 0,-1 0,1 0,-1-1,1 1,0 0,0-1,1 1,-1 0,1-1,0 0,0 1,0-1,0 0,1 0,-1 0,1 0,-1-1,1 1,0-1,0 1,1-1,-1 0,0 0,1 0,-1-1,1 1,-1-1,1 0,0 0,0 0,-1-1,1 1,0-1,0 0,0 0,-1 0,1-1,1 1,-1 0,1 0,-1-1,1 1,-1-1,0 0,1 0,-1 0,0 0,0-1,0 0,0 0,0 0,0 0,0-1,-1 1,1-1,-1 0,0 0,1 0,-1-1,-1 1,1-1,-1 1,1-1,-1 0,0 0,0 0,-1 0,1-1,-1 1,0 0,0-1,0 1,-1 0,0-1,0 1,0-1,0 1,0-1,-1 1,0 0,-1-4,-2 1,-1 0,0 1,0 0,0 0,-1 0,0 0,0 1,0 0,-1 0,1 1,-1 0,0 0,-1 1,1-1,-1 2,1-1,-1 1,0 0,0 1,0 0,0 0,0 0,0 1,0 1,0-1,-3 2,4-1,0 1,1 0,-1 1,1-1,-1 1,1 1,0-1,0 1,0 0,1 1,-1-1,1 1,0 0,-2 3,5-5,-1 0,1 0,0 0,0 0,0 0,0 1,0-1,1 1,0-1,0 1,0-1,0 1,0 0,1 0,-1-1,1 1,0 0,0 0,1-1,-1 1,1 0,-1 0,1-1,1 1,-1 0,0-1,2 2,0 0,0-1,0 0,1 0,-1-1,1 1,0-1,0 0,0 0,1 0,-1 0,1-1,-1 0,3 1,29 11</inkml:trace>
  <inkml:trace contextRef="#ctx0" brushRef="#br0" timeOffset="30447.546">6609 4256,'29'32,"-3"1,0 1,-3 1,0 1,0 1,2-1,1-1,18 18,-43-51,0 0,0 0,0 0,1 0,-1 0,0 0,1 0,0 0,-1-1,1 1,0-1,0 1,0-1,0 0,0 1,0-1,0 0,0 0,0-1,1 1,-1 0,0-1,1 0,-1 1,0-1,1 0,-1 0,0 0,1 0,-1-1,0 1,1-1,-1 1,0-1,0 0,1 0,-1 0,0 0,0 0,0 0,0-1,-1 1,2-1,3-12,0 1,0-1,-2 1,1-2,-2 1,0 0,-1-1,0 1,-1-15,3-8,10-28,-13 65,0 0,0 1,0-1,0 1,0-1,0 1,0-1,0 1,0 0,-1-1,1 1,0 0,0 0,-1 0,1-1,0 1,-1 0,1 0,-1 0,1 0,-1 0,1 0,-1 0,0 0,0 1,1-1,-1 0,0 0,0 0,0 1,0-1,6 17,1-1,1 0,0-1,1 1,1-2,10 14,-18-25,1 0,0-1,0 1,1-1,-1 1,1-1,-1 0,1-1,0 1,0-1,1 1,-1-1,0 0,1-1,-1 1,1-1,-1 0,1 0,0 0,-1-1,1 1,0-1,-1-1,1 1,0 0,0-1,-1 0,1 0,1-1,1-1,-1-1,0 1,0-1,0 0,0-1,-1 1,1-1,-1 0,0 0,-1-1,0 1,1-1,-2 0,1-1,-1 1,0 0,2-5,28-119,-30 108,28-113,-19 109</inkml:trace>
  <inkml:trace contextRef="#ctx0" brushRef="#br0" timeOffset="31595.96">7962 4010,'-6'63,"4"-11,-2-1,-2 0,-3 0,-2-1,-1 0,-4-1,-1-1,-2 0,-11 15,-4-24,33-40,1 1,-1-1,0 1,0-1,0 0,0 1,1-1,-1 0,0 0,1 0,-1 1,1-1,-1 0,1 0,-1 0,1 0,0 0,-1 0,1 0,0 0,0 0,0 0,-1 0,1 0,0 0,0 0,1 0,-1 0,0 0,0 0,0 0,1-1,29-146,-14 87,37-269,-52 328,-2 1,1 1,-1-1,1 0,0 1,0-1,-1 1,1-1,0 0,0 1,0-1,0 0,-1 1,1-1,0 0,0 0,0 1,1-1,-1 0,0 1,0-1,0 1,0-1,1 0,-1 1,0-1,1 0,-1 1,0-1,1 1,-1-1,1 1,-1-1,1 1,-1-1,1 1,-1 0,1-1,-1 1,1-1,0 1,-1 0,1 0,-1-1,1 1,0 0,-1 0,1 0,0 0,-1 0,1 0,0 0,-1 0,1 0,0 0,0 0,56 119,30 69,-87-186,1 0,0 0,0 1,0-1,0 0,0 0,1 0,-1 0,0-1,1 1,0 0,-1-1,1 1,0-1,0 1,0-1,0 0,0 0,0 0,0 0,0 0,1 0,-1 0,0-1,0 1,1-1,-1 0,0 0,1 0,-1 0,0 0,1 0,-1-1,0 1,1-1,10-7,-1-1,0-1,0 0,-1-1,-1 0,0 0,0-1,4-8,1 1,-2-1,0-1,-1 0,-1 0,-1-1,-1-1,-1 1,4-19,-21 87,1-17,2 0,0 0,2 1,2-1,0 1,2 0,1-1,1 1,2-1,1 1,1-1,5 10,-7-31,0 0,0 0,1-1,0 0,1 0,-1 0,1 0,0-1,1 0,0 0,0-1,0 0,0 0,1-1,0 0,0 0,0-1,0 0,1 0,-1-1,1 0,0 0,0-1,-1 0,1-1,0 0,0 0,0-1,-1 0,2-1,-4 0,0 0,-1 0,1 0,-1-1,0 0,0 0,0-1,0 1,-1-1,1 0,-1 0,0 0,0-1,-1 1,1-1,-1 0,0 0,0-1,-1 1,1 0,0-4,2-6,-1 0,0 0,-1-1,-1 0,0 1,-1-1,-1-7,0 21,0-2,1 0,-1 0,0 0,-1-1,1 1,-1 0,1 0,-1 0,0 0,-1 0,1 0,-1 1,1-1,-1 0,0 1,-1-1,1 0,1 4,0 0,0 0,1 0,-1-1,0 1,0 0,1 0,-1 0,0 1,0-1,1 0,-1 0,0 0,0 1,1-1,-1 0,0 0,1 1,-1-1,0 1,1-1,-1 1,1-1,-1 1,1-1,-1 1,1-1,-1 1,1 0,0-1,-1 1,1 0,0-1,-1 1,1 0,0-1,0 1,0 0,-1 0,-3 11,0 1,1 0,0-1,1 1,1 0,0 1,0-1,2 0,-1 0,2 0,0 2,-1-9,0 1,1-1,0 0,0 1,0-1,1 0,0-1,0 1,0 0,1-1,0 0,0 1,0-2,1 1,-1 0,1-1,0 0,1 0,-1-1,1 1,-1-1,1 0,0-1,0 1,0-1,1 0,-1-1,0 0,1 0,-1 0,1 0,-1-1,1 0,-1-1,1 0,-1 0,5-1,1-1,1-1,0 0,-1-1,0-1,0 0,-1 0,0-1,0-1,0 0,-1 0,0-1,0 0,-1-1,-1 0,0 0,0-1,-1 0,0 0,-1-1,8-15,-1-1,-2 0,-1 0,-1-1,-1 0,-2-1,2-25,-1 3,-4-1,-1 0,-3 0,-2 0,-10-51,-12 24,25 80,0-1,0 0,0 1,0-1,-1 1,1-1,0 0,-1 1,1-1,0 1,-1-1,1 1,0-1,-1 1,1-1,-1 1,1 0,-1-1,1 1,-1 0,0-1,1 1,-1 0,1 0,-1-1,1 1,-1 0,0 0,1 0,-1 0,0 0,1 0,-1 0,1 0,-1 0,0 0,1 0,-1 0,0 1,1-1,-1 0,1 0,-1 1,1-1,-1 0,1 1,-1-1,1 0,-1 1,1-1,-1 1,1-1,-1 1,1-1,0 1,-1-1,1 1,0-1,0 1,-1 0,1-1,0 1,-21 95,13 5,4 0,4 0,9 49,-6-117,2-1,1 0,1 0,2-1,3 6,-8-26,0 0,1 0,0-1,1 1,1-1,-1-1,1 1,1-1,0 0,0-1,1 0,0 0,0-1,1 0,8 4,-16-9,1 0,0 0,-1 0,1-1,0 1,0-1,0 0,0 0,1 0,-1 0,0 0,0-1,1 1,-1-1,0 0,0 0,1 0,-1-1,0 1,0-1,1 1,-1-1,0 0,0-1,0 1,0 0,0-1,0 0,-1 1,1-1,0 0,-1-1,1 1,-1 0,1-2,8-19</inkml:trace>
  <inkml:trace contextRef="#ctx0" brushRef="#br0" timeOffset="31841.704">8849 4079,'10'-10,"14"-4,19-6,17-1,14 1,11 1,5 4,-13 4</inkml:trace>
  <inkml:trace contextRef="#ctx0" brushRef="#br0" timeOffset="32682.518">9314 4515,'15'-2,"-1"0,0-1,1-1,-1 0,-1-1,1-1,-1 0,0 0,0-2,0 0,8-7,-13 10,0 0,0 0,-1-1,0 0,0-1,0 0,-1 0,0 0,0-1,-1 0,0 0,0 0,-1 0,0-1,0 0,0-5,-3 13,-1-1,0 0,0 1,0-1,0 0,-1 0,1 1,0-1,-1 0,1 1,-1-1,0 1,1-1,-1 1,0-1,0 1,0-1,0 1,0 0,0-1,0 1,-1 0,1 0,0 0,-1 0,1 0,-1 0,1 0,-1 1,1-1,-1 0,0 1,1 0,-2-1,-59-5,56 6,0 0,0 1,0 0,1 0,-1 0,0 1,1-1,-1 1,1 1,0-1,-1 1,1 0,1 0,-1 1,0-1,1 1,0 0,-1 0,2 1,-1-1,0 1,1 0,0 0,0 0,0 0,1 0,0 1,0-1,0 1,1-1,0 1,0 0,0 0,1-1,-1 1,1 1,1 1,0 1,0-1,1 1,0-1,1 1,-1-1,2 0,-1 0,1 0,0-1,1 1,0-1,0 0,0 0,1-1,0 0,0 0,1 0,0-1,6 5,3 0,-1-1,1 0,0-1,1-1,0 0,0-1,0-1,1-1,10 1,-20-2,-1-1,1-1,-1 0,1 0,0 0,-1-1,1 0,0 0,-1-1,1 0,-1-1,1 1,-1-2,1 1,-1-1,0 0,0 0,0-1,-1 0,1 0,-1 0,0-1,0 0,-1 0,1-1,-1 0,0 0,0 0,-1 0,0-1,0-1,2-12,-2 0,0 0,-2-1,0 0,-1 1,-1-1,-1 0,-2-7,0-41,3 66,0 2,-1 0,1 1,0-1,0 0,0 0,-1 0,1 0,0 0,0 0,0 0,0 1,0-1,0 0,1 0,-1 0,0 0,0 0,1 0,-1 1,0-1,1 0,-1 0,1 1,-1-1,1 0,0 0,-1 1,1-1,-1 1,1-1,0 0,0 1,-1-1,1 1,0 0,0-1,0 1,0 0,-1-1,1 1,0 0,0 0,0 0,0 0,1 0,183 51,-170-47,93 40,-105-43,0 1,0 0,0 1,-1-1,1 0,-1 1,1-1,-1 1,0 0,0 0,0 0,-1 0,1 0,-1 0,1 1,-1-1,0 0,0 1,-1-1,1 1,-1-1,1 1,-1-1,0 1,-1-1,1 1,-1-1,1 1,-1-1,-1 3,-57 135,58-139,1 0,0 0,-1 0,1 0,0 0,0 0,0 0,1 0,-1 0,0 0,1 0,0 0,-1 0,1 0,0 0,0 0,0 0,0 0,0-1,0 1,1-1,-1 1,0-1,1 1,0-1,-1 1,1-1,0 0,-1 0,1 0,0 0,0 0,0-1,0 1,0-1,0 1,0-1,0 1,0-1,0 0,0 0,0 0,0 0,13 0,0 0,0-1,0-1,-1 0,1-1,0 0,-1-2,0 1,0-2,-1 0,2-1,27-13</inkml:trace>
  <inkml:trace contextRef="#ctx0" brushRef="#br0" timeOffset="36330.412">10461 4529,'14'-19,"-10"15,7-5,1-1,-2 0,1 0,-2-1,1 0,-2-1,1 0,-2 0,1-1,-2 0,0-1,3-8,-9 21,1-1,-1 1,0-1,1 1,-1-1,0 1,0-1,0 1,0-1,0 1,0 0,-1-1,1 1,0-1,-1 1,1-1,-1 1,0 0,1-1,-1 1,0 0,0 0,0-1,0 1,0 0,0 0,0 0,0 0,0 0,0 0,-1 1,1-1,0 0,-1 1,1-1,0 1,-1-1,1 1,-1-1,1 1,-1 0,1 0,-1 0,1 0,0 0,-1 0,1 0,-1 1,1-1,-2 1,-8 2,1 0,0 1,0 1,0-1,0 2,0-1,1 2,0-1,1 1,-1 0,1 1,1 0,-1 0,1 1,1-1,0 2,0-1,0 2,4-8,0 0,1 0,-1 0,1 0,0 0,-1 0,2 0,-1 0,0 0,1 1,-1-1,1 0,0 1,0-1,0 0,1 0,-1 1,1-1,0 0,-1 0,1 0,1 1,-1-1,0 0,1-1,0 1,0 0,0 0,0-1,0 1,0-1,0 0,1 1,0-1,6 3,0 0,1 0,-1-1,1 0,0-1,0 0,1-1,-1 0,0-1,1 0,4 0,25 0,0-3,-1-1,1-2,-1-1,0-2,-1-2,16-7,53-19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7:10.1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27 356,'-2'-3,"4"0,6 0,11 1,14 0,13-2,10 1,7 0,2 0,0 2,-7 0,-11 3,-13 1</inkml:trace>
  <inkml:trace contextRef="#ctx0" brushRef="#br0" timeOffset="247.342">1 506,'23'7,"22"2,19 0,15-4,8-6,1-4,-14-2</inkml:trace>
  <inkml:trace contextRef="#ctx0" brushRef="#br0" timeOffset="538.198">560 1,'-2'2,"0"0,1 0,-1 1,1-1,-1 1,1-1,0 1,0-1,0 1,0 0,0 0,1-1,-1 1,1 0,0 0,-1 0,1 0,1-1,-1 1,0 0,1 0,-1 0,1-1,0 1,0 0,0-1,0 1,2 1,1 2,0 0,1 0,-1 0,2 0,-1-1,1 0,-1 0,1-1,1 1,2 1,29 13,0-1,1-2,0-2,1-2,32 6,101 34,-168-51,-1 0,1 1,-1-1,1 1,-1-1,0 2,0-1,0 0,0 1,0-1,0 1,-1 0,1 0,-1 1,0-1,0 1,0 0,-1-1,1 1,-1 0,0 1,0-1,0 0,0 1,-1-1,0 1,0 0,-3 3,-1 0,-1 0,1 0,-1 0,0 0,-1-1,0 0,0 0,-1 0,0-1,0 1,0-1,-1-1,0 1,0-1,0-1,-2 2,1-1,-205 130,103-70,79-44,14-7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7:16.3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 1,'2'0,"-1"0,-6 0,-2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7:15.1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75 204,'-2'3,"-1"-1,1 1,0 0,0 0,0 0,1 0,-1 0,1 0,-1 1,1-1,0 0,0 1,1-1,-1 1,1-1,0 1,-1-1,2 1,-1-1,0 1,1-1,-1 1,1-1,0 0,0 1,1-1,-1 0,1 0,-1 0,1 0,0 0,0 0,0 0,1-1,-1 1,1-1,-1 1,1-1,0 0,0 0,0 0,0-1,0 1,0-1,0 1,1-1,-1 0,1 0,-1-1,2 1,-4-1,1 0,0 0,0 0,0 0,0 0,-1-1,1 1,0 0,0-1,-1 0,1 1,0-1,-1 0,1 0,0 0,-1 0,1 0,-1 0,0 0,1-1,-1 1,0 0,0-1,0 1,0-1,0 0,0 1,0-1,-1 0,1 1,0-1,-1 0,1 0,-1 1,0-1,0 0,0 0,0 0,0 0,1-2,-1 0,1-1,-1 1,-1-1,1 1,0-1,-1 1,0-1,0 1,-1 0,1 0,-1-1,0 1,0 0,0 0,0 0,-3 1,1-1,0 1,-1 0,0 0,0 1,0-1,0 1,0 0,0 0,0 1,-1-1,1 1,-1 1,1-1,-1 1,1 0,-1 0,1 0,-1 1,1 0,-1 0,1 0,-2 1,-16 7</inkml:trace>
  <inkml:trace contextRef="#ctx0" brushRef="#br0" timeOffset="282.245">75 696,'8'-12,"-6"2,0 0,-1 0,0 0,0 0,-1 0,0 0,-1 0,-1 0,1 1,-1-1,-1 0,2 8,0 0,0 1,1-1,-1 1,-1 0,1-1,0 1,0 0,0 0,-1-1,1 1,-1 0,1 0,-1 1,1-1,-1 0,1 0,-1 1,0-1,1 1,-1-1,0 1,1 0,-1 0,0 0,0 0,1 0,-1 0,0 0,0 0,1 1,-1-1,0 1,1-1,-1 1,1 0,-1 0,0 0,1-1,0 1,-1 1,1-1,0 0,-1 0,1 0,0 1,0-1,0 1,0-1,0 1,0-1,1 1,-1-1,0 1,1 0,-1-1,1 1,0 0,-1-1,1 1,0 2,-1-2,0 1,1 0,-1 0,1 0,-1 0,1 0,0 0,0 0,0 0,1 0,-1 0,1 0,0 0,-1 0,1 0,0-1,1 1,-1 0,0-1,1 1,0-1,-1 1,2 0,13 14</inkml:trace>
  <inkml:trace contextRef="#ctx0" brushRef="#br0" timeOffset="608.919">512 463,'94'-329,"-56"196,-61 201,14-21,1-1,2 1,3 1,2-1,1 0,7 41,1-45,1-1,3 0,10 26,-10-32,-4-13</inkml:trace>
  <inkml:trace contextRef="#ctx0" brushRef="#br0" timeOffset="871.21">471 696,'19'-3,"13"0,12 0,8 1,7 0,6 1,0-1,-11-2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7:14.1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525 147,'-6'23,"4"-17,3-17,-1 4,1 1,-1 0,-1-1,1 1,-1 0,0 0,0-1,-1 1,0 0,0 0,0 0,-1 1,0-1,0 1,0-1,-1 1,0 0,0 0,0 0,0 1,-1 0,0 0,0 0,0 0,0 1,-1-1,1 1,-1 1,0-1,0 1,0 0,0 1,-4-2,-5 1,0 1,0 0,0 1,0 0,0 2,0-1,0 2,0 0,1 1,-1 0,1 1,0 1,1 0,-1 1,1 0,0 1,1 1,0 0,0 1,1 0,0 0,1 1,0 1,1 0,0 0,1 0,0 1,1 1,1-1,0 1,1 0,0 1,1-1,1 1,-1 8,3-14,1 1,0-1,0 1,1-1,0 1,1-1,0 0,1 1,0-1,0-1,1 1,0 0,1-1,0 0,0 0,0 0,1-1,0 1,1-2,0 1,0-1,0 0,1 0,0 0,0-1,0-1,3 2,20 9,1-2,1-1,0-1,1-2,0-1,0-1,1-3,0 0,-1-2,1-2,0-1,11-3,35-8,-14-4</inkml:trace>
  <inkml:trace contextRef="#ctx0" brushRef="#br0" timeOffset="185.164">975 120,'4'-5,"10"-1,10 0,11 1,12 2,6 0,1 2,-1 1,-10 0</inkml:trace>
  <inkml:trace contextRef="#ctx0" brushRef="#br0" timeOffset="654.487">907 79,'-5'7,"1"1,1-1,-1 1,1 0,1 0,-1 0,1 1,1-1,0 1,0-1,1 1,0-1,0 1,1-1,0 1,0-1,1 0,0 1,0-1,1 0,1 0,-1-1,4 6,-3-10,2 0,-1 0,0 0,0 0,1-1,0 0,-1 0,1-1,0 0,0 0,0 0,0 0,0-1,0 0,0 0,0-1,0 0,4-1,14 1,4 0,133 7,-153-4,-1-1,1 1,-1 0,1 1,-1 0,0 0,0 0,-1 1,1 0,-1 1,0-1,0 1,0 0,0 1,-1-1,0 1,0 0,-1 0,2 3,-4-5,0-1,0 1,-1 0,1 0,-1 0,0 0,0 0,0 0,-1 0,1 0,-1 0,0 0,0 0,-1 0,1 0,-1 0,0 0,0 0,0 0,0 0,-1 0,0-1,0 1,0 0,0-1,0 0,-1 1,1-1,-1 0,0 0,0 0,0-1,0 1,-1-1,1 0,-1 0,1 0,-1 0,0 0,-3 0,-7 3,0-1,-1 0,1-1,-1-1,0 0,0-1,0-1,0 0,1-1,-1-1,0 0,0-1,1 0,0-2,-10-3,24 8,1 0,-1 0,1 1,-1-1,1 0,-1 0,1 0,-1 0,1 0,-1 0,1 0,-1 0,1-1,-1 1,1 0,-1 0,0 0,1 0,-1-1,1 1,-1 0,1 0,-1-1,0 1,1 0,-1-1,0 1,1 0,-1-1,0 1,1-1,-1 1,0 0,0-1,1 1,-1-1,0 1,0-1,0 1,0-1,0 1,0-1,0 1,0-1,0 1,0-1,0 1,0-1,0 1,0-1,0 1,0-1,-1 1,1-1,0 1,0 0,-1-1,1 1,0-1,0 1,-1 0,1-1,0 1,-1 0,1-1,-1 1,24-7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7:10.9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136 539,'0'17,"1"14,1 9,1 7,3 2,-1-2,0-4,-2-8,-3-10,-2-8</inkml:trace>
  <inkml:trace contextRef="#ctx0" brushRef="#br0" timeOffset="696.134">0 349,'2'0,"62"-1,1 3,-1 3,30 7,-76-8,0 0,0 0,-1 2,0 0,0 1,0 1,-1 0,0 1,-1 1,0 1,0 0,-1 1,-1 0,7 9,-12-10,0 0,-1 1,0 0,-1 0,-1 1,0 0,0 0,-1 0,-1 1,0-1,-1 1,-1 0,0-1,0 1,-2 0,0 0,-1 3,2-16,0-1,-1 1,1 0,0 0,-1 0,1 0,0 0,0 0,0 0,0 0,0 0,0 0,0 0,0 0,0 0,0 0,0 0,1-1,-1 1,0 0,1 0,-1 0,1 0,-1 0,1 0,-1-1,1 1,-1 0,1-1,0 1,-1 0,1-1,0 1,0-1,0 1,-1-1,1 1,0-1,0 1,0-1,0 0,0 0,0 1,0-1,0 0,0 0,0 0,10-4,0 0,-1-1,0 0,0 0,-1-1,0-1,0 0,0 0,-1 0,3-4,-5 6,85-88,-90 92,0 1,-1 0,1 0,0-1,0 1,0 0,0 0,0 0,0 0,0 0,-1 0,1 0,0 0,0 1,0-1,0 0,0 0,0 1,-1-1,1 1,0-1,0 0,-1 1,1-1,0 1,-1 0,1-1,0 1,-1 0,1-1,-1 1,1 0,-1 0,1-1,-1 1,0 0,1 0,-1 0,0 0,0 0,1-1,-1 1,0 0,0 0,0 0,0 0,0 0,0 0,-1 0,1-1,0 1,0 0,-1 0,1 0,0 0,1 7,39 94,-37-97,-1-1,0 0,1 0,0-1,0 1,0-1,1 1,-1-1,1 0,-1 0,1 0,0-1,0 1,0-1,1 0,-1 0,0-1,1 1,-1-1,1 0,0 0,0-1,1-1,0 0,0-1,0 0,0 0,-1 0,1-1,0 0,-1 0,0 0,0-1,0 1,0-1,-1-1,1 1,-1-1,0 1,0-1,-1 0,1-1,-1 1,-1-1,1 1,0-2,9-25,-2-1,-1 1,-2-2,-1 1,-1-1,-2 0,-2-10,0 34,4-48,-2 0,-3 0,-3 1,-2-1,-2-2,-17-8,24 67,-1 1,0-1,1 0,-1 1,0-1,0 0,0 1,1-1,-1 1,0-1,0 1,0 0,0-1,0 1,0 0,0 0,0-1,0 1,0 0,1 0,-1 0,0 0,0 0,0 0,0 1,0-1,0 0,0 0,0 1,0-1,0 1,0-1,0 1,1-1,-1 1,0-1,0 1,1 0,-1-1,0 1,1 0,-1 0,1-1,-1 1,1 0,-1 0,1 0,-1 0,1 0,0-1,-1 1,1 0,0 0,0 0,0 0,0 0,0 0,0 0,0 0,0 0,-8 31,1 0,1 0,2 0,1 1,2 30,0-40,-1 36,2 1,2 0,3 0,3-1,2 0,3 1,34 45,-44-101,0 1,1-1,-1 0,1 0,-1 0,1 0,0-1,1 1,-1-1,0 0,1-1,0 1,0-1,0 1,0-2,0 1,0 0,0-1,6 1,16-6,-5-7</inkml:trace>
  <inkml:trace contextRef="#ctx0" brushRef="#br0" timeOffset="948.459">901 267,'-13'-5,"-8"-1,5 0,14 1,22 2,23 0,21 2,18 3,16 4,10 2,-14 1</inkml:trace>
  <inkml:trace contextRef="#ctx0" brushRef="#br0" timeOffset="1661.462">1543 800,'33'-65,"-4"-2,-2-1,3-23,-30 89,0 0,0 1,1-1,-1 0,0 1,1-1,-1 1,1-1,0 0,-1 1,1-1,0 1,0 0,0-1,0 1,0 0,0-1,0 1,1 0,-1 0,0 0,1 0,-1 0,1 0,-1 1,1-1,-1 0,1 1,-1-1,1 1,0-1,-1 1,1 0,0 0,-1 0,1 0,1 0,8 0,-1-1,0 2,1 0,-1 0,0 1,1 0,-1 1,0 0,-1 0,1 1,0 0,-1 1,0 0,0 1,-1 0,1 0,-1 1,-1 0,1 0,-1 1,-1 0,1 0,-2 4,0 1,-1 0,0 0,-1 0,-1 0,0 0,0 6,3 19,-5-34,1-1,0 1,-1-1,1 1,1-1,-1 0,0 0,1 1,0-1,0 0,0 0,0-1,0 1,0 0,1-1,-1 1,1-1,0 0,0 0,0 0,0 0,0-1,0 1,0-1,1 1,-1-1,0 0,1-1,-1 1,1 0,-1-1,1 0,0 0,9 1,0-1,-1-1,1 0,-1-1,1 0,-1-1,0-1,0 1,0-2,-1 0,1 0,-1-1,0 0,-1-1,1-1,-1 1,-1-2,0 1,0-1,0-1,1-1,-4 62,-4-47,-1-1,1 1,0-1,0 1,0-1,1 0,-1 0,1 0,0 0,-1 0,1-1,0 1,1-1,-1 1,0-1,1-1,-1 1,1 0,0-1,-1 1,1-1,0 0,0-1,0 1,0-1,1 1,3 0,0-1,-1 0,1 0,0 0,-1-1,1 0,0-1,-1 1,1-2,-1 1,0-1,0 0,2-1,-5 1,0 0,-1-1,1 1,-1-1,0 0,0 1,0-1,-1-1,1 1,-1 0,0-1,0 1,0-1,-1 1,0-1,0 0,0 0,0 1,-1-1,0 0,0 0,0 0,0 0,-1 0,0 1,0-1,0 0,-1 1,0-1,1 1,-2-1,1 1,0 0,-1 0,0 0,0 0,0 0,0 0,-1 1,1 0,-1 0,0 0,0 0,0 0,0 1,-1 0,1 0,-1 0,0-1,1 1,-1 0,1 0,-1 0,0 1,0-1,0 1,0 0,0 1,0-1,0 1,0 0,0 0,0 1,0-1,0 1,0 0,0 1,0-1,0 1,0 0,1 0,-1 1,1-1,0 1,-1 0,1 0,1 0,-1 1,0-1,1 1,0 0,0 0,0 0,0 1,0-1,1 1,1-2,0 1,1 0,-1-1,1 1,0 0,0-1,1 1,-1 0,1-1,-1 1,1 0,0-1,1 1,-1-1,0 1,1-1,0 0,0 0,0 0,0 0,0 0,1 0,0 0,-1-1,1 0,0 1,0-1,0 0,0 0,0 0,1-1,-1 1,2 0,28 12</inkml:trace>
  <inkml:trace contextRef="#ctx0" brushRef="#br0" timeOffset="2470.295">2841 581,'-20'-10,"0"0,0 2,-1 0,0 1,-13-1,28 6,1 1,-1 1,1-1,-1 1,0 0,1 0,-1 1,1-1,-1 1,1 0,0 1,-1 0,1-1,0 2,0-1,0 1,0-1,0 1,1 0,-1 1,1-1,0 1,0 0,-2 3,2-3,1 0,-1 1,1 0,0-1,0 1,1 0,-1 1,1-1,0 0,1 1,-1-1,1 1,0-1,0 1,1-1,0 1,0 0,0-1,1 1,-1 0,1-1,1 1,-1-1,1 1,0-1,0 0,1 0,-1 0,1 0,0 0,0 0,1-1,0 0,-1 0,2 0,0 1,4-1,0 0,0 0,1-1,0 0,-1-1,1 0,0-1,0 0,0 0,0-1,0-1,0 1,0-2,0 1,0-1,-1-1,1 0,-1 0,1-1,-1 0,0 0,-1-1,1-1,-1 1,0-1,0-1,-1 1,1-1,-2-1,1 1,-1-1,0 0,-1-1,3-4,-1-2,-2 0,1-1,-2 0,0 0,-1 0,-1 0,0-1,-1 1,-1 0,0-1,-2-6,-4-22,-1 1,-2-1,-9-21,-12-25,30 90,0 0,0 0,0 0,0 0,0 0,0 0,0 0,0 0,-1 0,1 0,0 1,-1-1,1 0,0 0,-1 0,1 0,-1 1,1-1,-1 0,0 0,1 1,-1-1,0 0,1 1,-1-1,0 1,0-1,0 1,1-1,-1 1,0-1,0 1,0 0,0 0,0-1,0 1,0 0,0 0,0 0,0 0,0 0,0 0,1 0,-1 1,0-1,0 0,0 0,0 1,0-1,0 1,0-1,1 1,-1-1,0 1,0-1,1 1,-1-1,0 1,1 0,-1 0,0-1,1 1,-1 0,1 0,0 0,-1 0,1-1,-1 2,-7 23,0 0,2 1,1-1,0 1,2 0,2 1,0 20,1-45,-2 14,1 0,0 0,1 0,1 0,0 0,1 0,1 0,1 0,0-1,1 0,0 0,2 0,0 0,0-1,1 0,1-1,0 0,1 0,0-1,1 0,0-1,1 0,2 1,-4-7,0 1,0-2,0 1,1-1,-1-1,1 0,0 0,0-1,0-1,1 0,-1 0,1-1,-7 0,0 0,0-1,0 1,0-1,0 0,0-1,-1 1,1-1,0 0,-1 0,1 0,-1-1,1 1,-1-1,0 0,0 0,-1-1,1 1,-1-1,1 0,-1 0,0 0,-1 0,1-1,-1 1,0-1,1-2,1-7,0 0,-1 0,-1 0,-1 0,0-1,-1 1,0 0,-1 0,-2-7,-1 65,4-31,1 0,1 1,0-1,1-1,0 1,1 0,5 9,-8-18,1 0,-1 0,1-1,0 1,0-1,1 1,-1-1,1 0,0 0,-1 0,1 0,1-1,-1 1,0-1,1 0,-1 0,1 0,-1 0,1-1,0 1,0-1,0 0,0 0,0-1,0 1,0-1,2 1,-1-2,0 0,0 0,0 0,0-1,0 1,0-1,0 0,-1-1,1 1,-1-1,1 0,-1 0,0 0,0-1,-1 1,1-1,-1 0,1 0,-1 0,0-1,-1 0,44-101,-37 15,-9 91,0 1,0-1,0 0,0 1,-1-1,1 1,0-1,0 0,-1 1,1-1,0 0,-1 0,1 1,0-1,-1 0,1 0,-1 1,1-1,0 0,-1 0,1 0,-1 0,1 1,0-1,-1 0,1 0,-1 0,1 0,-1 0,1 0,0 0,-1 0,1 0,-1-1,1 1,-1 0,1 0,0 0,-1 0,1-1,0 1,-1 0,1 0,-1-1,1 1,0 0,0 0,-1-1,1 1,0-1,-1 1,1 0,0-1,0 1,0 0,0-1,-1 1,1-1,0 1,0-1,0 1,0 0,0-1,0 1,0-1,0 1,-18 31,14-26,2 0,-1 1,0-1,1 0,0 1,0-1,1 1,-1 0,1 0,0-1,1 1,0 0,0 0,0 0,0 0,1 0,0-1,0 1,1 0,-1-1,1 1,1-1,-1 1,1-1,0 0,0 0,0 0,1-1,-1 1,1-1,0 1,1-1,-1-1,2 2,33 9,1-6</inkml:trace>
  <inkml:trace contextRef="#ctx0" brushRef="#br0" timeOffset="2737.583">4111 471,'-16'-2,"-15"-1,-9 0,-5 5,4 10,3 11,8 10,10 7,8 5,11-1,12-3,14-5,16-7,15-9,13-8,10-9,-9-4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7:16.9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353 264,'19'-116,"-19"111,0-1,-1 1,0 0,0 0,0 0,-1 0,1 0,-1 0,0 0,-1 1,1-1,-1 1,0-1,0 1,0 0,-1 0,1 1,-1-1,0 1,0-1,-2 0,-1 0,-1 0,1 0,-1 1,0 0,0 0,-1 1,1 0,0 0,-1 1,0 0,1 0,-1 1,1 0,-1 1,1 0,-1 0,1 1,-1 0,1 0,0 1,0 0,0 1,1 0,-1 0,1 0,0 1,0 0,0 1,1-1,0 1,0 1,0-1,1 1,0 0,0 0,-1 3,0-1,1 1,0 0,0 0,1 0,0 0,1 1,0-1,1 1,0 0,1 0,0 0,1 0,0 0,0 0,1 0,1 0,0-1,0 1,1 0,1-1,-1 0,2 1,-1-2,2 1,-1 0,1-1,0 0,1-1,0 1,2 0,11 6,2-1,-1 0,2-2,0-1,0 0,1-2,0-1,1 0,-1-2,2-1,-1-1,0-1,1-2,-1 0,1-1,18-4,114-17,-91 5</inkml:trace>
  <inkml:trace contextRef="#ctx0" brushRef="#br0" timeOffset="353.559">1173 100,'-5'-2,"3"0,1 0,-1 0,0 1,0-1,0 1,0 0,0-1,0 1,0 0,0 0,0 0,0 0,-1 1,1-1,0 1,-1-1,1 1,0 0,-1 0,1 0,-1 0,1 0,0 1,-1-1,1 1,0-1,0 1,-1 0,1 0,0 0,0 0,0 0,0 0,0 1,0-1,0 1,1 0,-1-1,0 1,1 0,-1 0,1 0,1 6,0 0,1-1,0 1,1 0,0-1,0 1,0-1,1 0,0 0,1 0,-1 0,1 0,1-1,-1 1,1-1,0 0,1-1,-1 1,7 3,108 96,-92-84,-1 1,-1 2,-2 0,0 2,8 11,-31-36,0 0,1 0,-1 1,0-1,0 0,1 1,-1-1,0 1,-1-1,1 1,0-1,0 1,-1 0,1-1,-1 1,1 0,-1 0,0-1,1 1,-1 0,0 0,0 0,0-1,-1 1,1 0,0 0,-1-1,1 1,-1 0,1 0,-1-1,0 1,0-1,0 1,0-1,0 1,0-1,-2 2,-7 0,-1 0,1 0,-1-1,0-1,0 0,0 0,0-1,0 0,0-1,0-1,0 0,0 0,-2-1,-45-13,4-2</inkml:trace>
  <inkml:trace contextRef="#ctx0" brushRef="#br0" timeOffset="629.843">1214 86,'16'-7,"15"-4,11-1,10-1,8 0,3 2,-2 1,-12 2</inkml:trace>
  <inkml:trace contextRef="#ctx0" brushRef="#br0" timeOffset="827.235">1787 59,'2'0,"3"0,4 0,4 0,0 0</inkml:trace>
  <inkml:trace contextRef="#ctx0" brushRef="#br0" timeOffset="1077.571">1883 387,'-7'14,"-3"6,4 1,2-6,1-6</inkml:trace>
  <inkml:trace contextRef="#ctx0" brushRef="#br0" timeOffset="1861.591">2251 181,'232'-12,"-226"12,-2-1,1 0,-1 1,0 0,1 0,-1 0,0 0,0 1,1-1,-1 1,0 0,0 1,0-1,0 1,0 0,0 0,0 0,-1 0,1 0,-1 1,1 0,-1 0,0 0,-3 1,-1-1,1 1,-1-1,0 1,0-1,0 1,-1-1,1 0,-1 1,0-1,0 0,0 0,0 0,0-1,-1 1,1 0,-1-1,0 0,0 1,0-1,0 0,0 0,0-1,0 1,-1-1,0 2,-25 17,12-11,0 1,1 2,0-1,0 2,2 0,-1 1,2 0,0 1,1 0,0 1,1 1,1 0,-5 11,14-25,-1 0,1 0,0 0,0 0,0 0,1 1,-1-1,1 0,0 0,0 1,0-1,0 0,0 1,1-1,-1 0,1 0,0 0,0 0,0 1,1-1,-1-1,1 1,0 0,-1 0,1 0,0-1,1 1,-1-1,0 0,1 0,-1 0,1 0,0 0,0 0,-1-1,1 1,0-1,0 0,1 0,-1 0,0 0,0 0,0-1,17 2,0-1,-1-2,1 1,-1-2,1-1,-1-1,6-1,97-11,26 16,-144-9,-11 0</inkml:trace>
  <inkml:trace contextRef="#ctx0" brushRef="#br0" timeOffset="2400.292">1855 45,'-1'1,"1"-1,-1 1,0-1,1 1,-1-1,1 1,-1 0,1-1,0 1,-1 0,1 0,0-1,-1 1,1 0,0 0,0-1,0 1,0 0,0 0,-1-1,1 1,1 0,-1 0,0 0,0-1,0 1,0 0,0 0,1-1,-1 1,0 0,1 0,-1-1,1 1,-1 0,1-1,-1 1,1-1,-1 1,1 0,-1-1,1 1,0-1,-1 0,1 1,0-1,1 1,-1 0,0-1,0 1,1-1,-1 1,1-1,-1 0,0 0,1 1,-1-1,1 0,-1 0,0 0,1-1,-1 1,1 0,-1 0,0-1,1 1,-1-1,0 1,1-1,-1 0,0 1,0-1,0 0,0 0,0 0,1 0,-2 0,1 0,0 0,0 0,0 0,0 0,-1-1,1 1,0 0,-1-1,1 1,-1 0,0-1,1 1,-1 0,0-1,0 1,0-1,0 1,0-1,0 1,0 0,-1-1,1 1,0 0,-1-1,1 1,-1 0,0-1,1 1,-1 0,0 0,0 0,0-1,0 1,0 0,0 0,0 0,-1 0,1 0,0 0,-1 0,1 0,0 1,-1-1,1 1,-1-1,1 1,0-1,-1 1,1 0,-1 0,1-1,-1 1,0 0,1 1,-1-1,1 0,-1 0,1 1,-1-1,1 1,0-1,-1 1,1-1,0 1,-1 0,1 0,0 0,0 0,-1 0,1 0,0 0,0 0,0 0,0 0,1 1,-1-1,0 0,0 1,1-1,-1 0,1 1,-1-1,1 1,-10 17</inkml:trace>
  <inkml:trace contextRef="#ctx0" brushRef="#br0" timeOffset="2695.498">1787 400,'2'1,"0"0,-1-1,1 1,0-1,0 0,0 1,0-1,0 0,0 0,0 0,0 0,0-1,0 1,0-1,0 1,0-1,0 0,0 1,0-1,0 0,-1 0,1 0,0-1,-1 1,1 0,-1-1,1 1,-1 0,0-1,0 0,1 1,-1-1,0 0,0 0,-1 1,1-1,0 0,-1 0,1 0,-1 0,1 0,-1 0,1 1,0-1,-1 1,1-1,-1 0,0 1,1-1,-1 0,0 1,0-1,0 0,0 1,0-1,0 0,-1 1,1-1,0 0,-1 1,0-1,1 1,-1-1,0 1,0-1,1 1,-1-1,0 1,-1 0,1 0,0-1,0 1,0 0,-1 0,1 0,-1 0,1 0,-1 1,1-1,-1 0,1 1,-1-1,1 1,-1 0,0-1,1 1,-1 0,0 0,0 0,0 0,-1 1,1 0,-1-1,1 1,0 0,-1 0,1 1,0-1,0 0,-1 1,1 0,0-1,1 1,-1 0,0 0,0 0,1 0,-1 0,1 0,0 0,0 1,-1-1,2 1,-1-1,0 0,0 1,1-1,-1 1,1 0,0-1,0 1,0-1,0 1,0 0,1-1,-1 1,1-1,-1 1,1-1,0 1,0-1,0 0,0 1,1-1,-1 0,1 0,-1 0,2 1,35 16,-18-15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10:30:56.953"/>
    </inkml:context>
    <inkml:brush xml:id="br0">
      <inkml:brushProperty name="width" value="0.1" units="cm"/>
      <inkml:brushProperty name="height" value="0.1" units="cm"/>
      <inkml:brushProperty name="color" value="#3333FF"/>
      <inkml:brushProperty name="ignorePressure" value="1"/>
    </inkml:brush>
  </inkml:definitions>
  <inkml:trace contextRef="#ctx0" brushRef="#br0">241 384,'-5'4,"-1"7,0 5,4 7,1 9,4 10,4 7,0 7,-1 5,-1 3,-2 1,-1-5,-3-7,-2-14</inkml:trace>
  <inkml:trace contextRef="#ctx0" brushRef="#br0" timeOffset="316.192">106 1053,'5'0,"6"0,7-3,9-2,8-4,7-3,5-6,3-1,-4-2,-7 0,-10 4</inkml:trace>
  <inkml:trace contextRef="#ctx0" brushRef="#br0" timeOffset="599.745">0 370,'9'-9,"17"-7,17-7,18-2,11-1,8 3,-10 5</inkml:trace>
  <inkml:trace contextRef="#ctx0" brushRef="#br0" timeOffset="1018.559">642 544,'2'22,"1"0,2 0,0 0,1 0,1-1,1 0,0-1,2 0,1 0,0-1,1 0,1-1,1-1,10 10,18 13,-30-69,-12 25,4-38,-3 25,0 1,1 0,0 0,2 0,0 1,1-1,0 1,2-3,-7 17,1 1,-1-1,0 1,0-1,0 0,0 1,1-1,-1 1,0 0,1-1,-1 1,0-1,1 1,-1-1,0 1,1 0,-1-1,1 1,-1 0,1-1,-1 1,1 0,-1 0,1-1,-1 1,1 0,-1 0,1 0,-1 0,1 0,-1 0,1 0,-1 0,1 0,-1 0,1 0,0 0,-1 0,1 0,-1 0,1 1,-1-1,1 0,-1 0,1 1,-1-1,1 0,-1 1,0-1,1 0,-1 1,0-1,1 1,-1-1,0 1,1-1,15 32,-15-30,17 50,29 59,-44-106,1 0,-1-1,1 1,0-1,0 0,0 0,0 0,1-1,-1 1,1-1,0 0,0 0,0-1,0 0,1 0,-1 0,1 0,-1-1,4 1,-2-2,-1 0,1 0,0-1,-1 1,1-1,0-1,-1 1,0-1,1 0,-1-1,0 0,0 0,0 0,0 0,-1-1,0 0,1 0,-1-1,-1 1,1-1,0 0,9-12,0-1,0 0,-2 0,0-1,5-14,36-92,-53 125,0 0,0 1,0-1,0 0,0 0,0 1,0-1,0 0,0 0,0 1,1-1,-1 0,0 0,0 1,0-1,0 0,0 0,1 0,-1 1,0-1,0 0,0 0,1 0,-1 0,0 0,0 1,1-1,-1 0,0 0,0 0,1 0,-1 0,0 0,0 0,1 0,-1 0,0 0,1 0,-1 0,0 0,0 0,1 0,-1 0,0 0,0-1,1 1,-1 0,0 0,0 0,0 0,1 0,-1-1,0 1,0 0,0 0,1 0,-1-1,0 1,0 0,0 0,5 31,-4-24,-1 8,2 0,0 0,0 0,1 0,1-1,1 0,0 0,0 0,2 0,0-1,0 0,1 0,1-1,0 0,0 0,2-1,3 3,-4-7,1 0,0 0,1-1,-1 0,1-1,0-1,1 0,-1 0,1-2,0 1,-1-1,1-1,0 0,0-1,8-1,16-18,-27 7</inkml:trace>
  <inkml:trace contextRef="#ctx0" brushRef="#br0" timeOffset="1233.099">1284 343,'-7'0,"2"0,7 0,9 0,4 0</inkml:trace>
  <inkml:trace contextRef="#ctx0" brushRef="#br0" timeOffset="1916.492">1925 905,'-17'-100,"4"0,0-76,9 85,-5-1,-3 1,-13-38,22 118,2 5,0 1,0-1,-1 0,0 0,0 0,0 1,-1-1,0 1,0 0,0 0,-1 0,0 0,0 0,2 5,1 1,-1-1,1 0,0 1,-1-1,1 1,0 0,-1-1,1 1,0 0,-1 0,1 0,0-1,0 1,0 1,0-1,0 0,0 0,0 0,1 0,-1 1,0-1,1 0,-1 1,0-1,1 1,0-1,-1 0,1 1,0-1,0 1,0-1,0 1,0 0,-6 32,2 0,1 0,1 1,2-1,2 0,5 29,6 26,4 0,3-1,5-1,4 1,-28-86,7 26,1-2,2 1,1-1,1-1,1 0,13 16,-26-38,1 0,0 0,0-1,1 1,-1-1,0 1,1-1,-1 0,1 0,0 0,0 0,0-1,0 1,0-1,0 1,0-1,0 0,1-1,-1 1,0 0,1-1,-1 0,0 0,1 0,-1 0,0 0,1-1,-1 1,0-1,1 0,-1 0,0 0,0 0,0-1,11-9,-1-1,-1-1,0 0,-1 0,-1-1,0-1,0 1,-2-2,0 1,0-1,0-5,3-1,9-20,-19 41,-1 1,1 0,-1 0,1 0,-1-1,0 1,1 0,-1 0,1 0,-1 0,1 0,-1 0,0 0,1 0,-1 0,1 0,-1 0,1 0,-1 1,1-1,-1 0,0 0,1 0,-1 1,0-1,1 0,-1 0,1 1,-1-1,0 0,1 1,-1-1,0 0,0 1,1-1,-1 0,0 1,0-1,0 1,1-1,-1 0,0 1,0-1,0 1,0-1,0 1,0-1,0 1,0-1,0 0,0 1,0-1,0 1,0-1,0 1,-1-1,1 0,0 1,0-1,0 1,-1-1,1 0,0 3,2 10,0 0,1 0,1 0,0-1,0 1,1-1,1 0,0 0,1 0,0-1,1 0,0-1,0 0,1 0,1 0,-1-1,5 2,-7-6,1-1,-1 0,1 0,0 0,0-1,1 0,-1-1,1 0,-1 0,1-1,0 0,7 0,9-2</inkml:trace>
  <inkml:trace contextRef="#ctx0" brushRef="#br0" timeOffset="2186.852">2179 478,'-16'-7,"-8"-7,-1-3,1-3,2-1,2 3,5 6</inkml:trace>
  <inkml:trace contextRef="#ctx0" brushRef="#br0" timeOffset="2485.224">1698 478,'-14'4,"3"-3,14-5,20-10,25-9,20-6,14 1,9 2,5 6,-13 6</inkml:trace>
  <inkml:trace contextRef="#ctx0" brushRef="#br0" timeOffset="3099.854">2928 691,'-7'-5,"0"0,-1 1,0 0,1 0,-1 0,0 1,0 1,-1-1,1 1,-1 1,1 0,-1 0,1 0,-1 1,0 1,1-1,-1 1,1 1,-1-1,1 2,0-1,0 1,0 0,0 1,0 0,0 0,1 0,0 1,0 1,0-1,-4 6,4-4,0 0,0 0,1 1,0 0,1 0,0 0,0 1,0 0,1 0,1 0,0 0,0 1,0-1,1 1,1 0,-1 8,2-16,1 0,-1 1,0-1,1 1,0-1,-1 0,1 1,0-1,0 0,1 0,-1 0,0 0,1 0,-1 0,1 0,0 0,-1 0,1-1,0 1,0-1,0 1,0-1,0 0,1 0,-1 0,0 0,0 0,1 0,-1-1,1 1,0-1,77-3,-71 1,1-1,0 0,-1-1,0 0,0 0,0-1,0 0,-1-1,1 0,-2 0,1 0,-1-1,0-1,0 1,-1-1,1 0,-2 0,0-1,0 0,0 0,-1 0,0-1,-1 1,0-1,-1 1,0-1,0 0,-1 0,0 0,-1-9,-2-10,1 53,3-10,0 1,1-1,1 0,0 0,1 0,1-1,0 1,1-1,0-1,1 1,0-1,1 0,0-1,1 0,0-1,1 0,0 0,1-1,0-1,0 0,12 5,-18-10,0-1,1 0,-1-1,1 0,-1 0,1 0,0-1,-1 0,1 0,0 0,-1-1,1 0,-1-1,1 1,-1-1,1 0,-1-1,0 0,0 0,0 0,-1 0,1-1,-1 0,3-3,3-3,0-1,-1 0,-1 0,0-1,0 0,-2-1,1 0,-1 0,-1 0,3-10,5-23,-2 0,-3-1,-1 0,-2-1,-3 1,-1-7,0 21,-1-1,-2 0,-1 1,-2-1,-1 1,-2 0,-1 0,-2 1,-6-14,13 39,-1-1,0 1,0 0,-1 0,0 0,0 1,-1 0,1 0,-1 0,-5-3,8 7,0 0,1 1,-1-1,0 1,0-1,0 1,0 0,-1 0,1 1,0-1,0 1,-1-1,1 1,0 0,0 0,-1 0,1 1,0-1,0 1,-1 0,1 0,0 0,0 0,0 0,0 1,0 0,-1 0,-8 9,0 0,0 1,2 0,-1 0,2 1,0 1,0 0,1 0,1 0,0 1,1 0,1 0,0 1,1 0,1-1,-1 11,1-10,0-1,2 1,-1-1,2 1,0 0,1-1,1 1,0-1,1 1,0-1,1 0,1 0,1 0,0-1,1 0,0 0,1 0,1-1,0-1,1 1,0-1,1-1,0 0,0-1,8 5,8 2,1-2,1-1,0-1,0-2,2-1,-1-1,1-2,0 0,1-3,-1 0,1-2,11-2,23 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10:30:55.936"/>
    </inkml:context>
    <inkml:brush xml:id="br0">
      <inkml:brushProperty name="width" value="0.1" units="cm"/>
      <inkml:brushProperty name="height" value="0.1" units="cm"/>
      <inkml:brushProperty name="color" value="#3333FF"/>
      <inkml:brushProperty name="ignorePressure" value="1"/>
    </inkml:brush>
  </inkml:definitions>
  <inkml:trace contextRef="#ctx0" brushRef="#br0">285 445,'0'-3,"0"0,-1 0,1 0,-1 0,0 0,0 0,0 0,0 0,-1 1,1-1,-1 0,1 1,-1-1,0 1,0 0,0 0,-1 0,1 0,0 0,-1 0,1 0,-1 1,0-1,1 1,-1 0,0 0,0 0,0 0,0 0,0 1,0-1,0 1,0 0,0 0,0 0,0 0,0 0,0 1,-3 0,-2 0,1 1,-1 0,0 0,1 1,-1-1,1 2,0-1,0 1,0 0,1 0,-1 1,1 0,0 0,0 1,1 0,0 0,0 0,0 0,-3 6,0 1,0 1,0 1,2-1,-1 1,2 0,0 0,1 1,1-1,-1 7,3-19,0 0,0 1,0-1,0 0,1 1,0-1,0 1,0-1,0 1,0-1,0 0,1 1,0-1,0 1,0-1,0 0,0 0,1 1,-1-1,1 0,0-1,0 1,0 0,0 0,1-1,-1 1,1-1,-1 0,1 0,0 0,0 0,0 0,0 0,0-1,0 0,0 1,1-1,0 0,2-1,0 1,0-1,0-1,0 1,1-1,-2 0,1 0,0-1,0 1,0-1,-1-1,1 1,-1-1,1 0,-1 0,0-1,-1 1,1-1,0 0,-1-1,0 1,0-1,0 1,-1-1,1 0,-1-1,-1 1,1-1,-1 1,0-1,0 0,0 1,-1-1,0 0,0 0,0 0,-1-6,0 4,0-1,0 1,-1 0,0 0,-1 0,0 0,0 0,0 0,-1 0,-1 0,1 1,-1 0,-3-4,7 11,-1 0,0 0,0 0,1 0,-1 0,0 0,0 0,1 0,-1 0,0 0,0 0,1 1,-1-1,0 0,0 0,1 1,-1-1,0 1,1-1,-1 1,1-1,-1 1,1-1,-1 1,1-1,-1 1,1 0,-1-1,1 1,-1 0,1-1,0 1,0 0,-1-1,1 1,0 0,0 0,0 0,0-1,0 1,0 0,0 0,0-1,0 1,0 0,0 0,1-1,-1 1,0 0,0 0,1-1,-1 1,0 16,1 0,1 1,1-1,0-1,1 1,1 0,0-1,2 0,-1 0,2-1,0 0,1 0,8 10,-15-21,0-1,1 1,0 0,-1-1,1 0,0 1,1-1,-1 0,1-1,-1 1,1-1,0 1,0-1,0 0,0-1,0 1,0-1,0 1,1-1,-1-1,0 1,1 0,-1-1,1 0,-1 0,1-1,-1 1,0-1,1 0,-1 0,0 0,1-1,-1 1,0-1,2-2,57-56,-35 22</inkml:trace>
  <inkml:trace contextRef="#ctx0" brushRef="#br0" timeOffset="316.243">553 71,'-13'-16,"-8"-8,5 3,13 12,14 16,18 19,11 18,4 20,-1 19,-10 21,-12 18,-18 17,-19 8,-21 2,-4-24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10:31:01.454"/>
    </inkml:context>
    <inkml:brush xml:id="br0">
      <inkml:brushProperty name="width" value="0.1" units="cm"/>
      <inkml:brushProperty name="height" value="0.1" units="cm"/>
      <inkml:brushProperty name="color" value="#3333FF"/>
      <inkml:brushProperty name="ignorePressure" value="1"/>
    </inkml:brush>
  </inkml:definitions>
  <inkml:trace contextRef="#ctx0" brushRef="#br0">44 40,'-4'11,"1"1,0-1,0 1,1 0,0 0,1-1,1 1,0 0,0 0,3 10,-3-13,43 421,-45-442,2 0,-1 1,2-1,-1 0,2 0,-1 0,2 1,0-1,0 1,1-1,0 1,1 0,3-5,-6 14,-1 0,1 0,0 1,0-1,0 1,0-1,0 1,0 0,0 0,0 0,0 0,1 0,-1 0,0 0,1 1,-1-1,0 1,1 0,-1 0,1 0,-1 0,0 0,1 0,-1 1,1-1,-1 1,0 0,0-1,1 1,-1 0,0 0,0 1,0-1,0 0,0 1,0-1,0 1,1 1,60 74,-59-70,0 1,0-1,-1 1,0-1,0 1,0 0,-1 0,-1 0,1 1,-1-1,-1 0,1 0,-1 1,-1-1,0 0,0 0,0 1,-1-1,0 0,-1 0,0-1,0 1,-1 0,0-1,0 0,0 0,-1 0,0-1,-1 1,1-1,-5 3,1-2,1-1,-1 0,-1 0,1-1,-1-1,1 1,-1-1,0-1,-1 0,1 0,-1-1,1-1,-1 0,0 0,1-1,-11-1,19 1,0 0,1 0,-1-1,0 1,1 0,-1-1,0 0,1 1,-1-1,1 0,-1 0,1 0,-1 0,1 0,0 0,-1 0,1 0,0 0,0-1,0 1,0-1,0 1,0-1,0 1,1-1,-1 1,0-1,1 0,-1 1,1-1,0 0,0 1,-1-1,1 0,0 0,0 1,1-1,-1 0,0 1,1-1,-1 0,1 1,-1-1,1 0,0 1,-1-1,1 1,0-1,0 1,0 0,0-1,1 1,-1 0,1-1,22-29,3-1</inkml:trace>
  <inkml:trace contextRef="#ctx0" brushRef="#br0" timeOffset="285.879">392 107,'0'-104,"0"103,0 1,0 0,1 0,-1 0,0 0,0 0,0 0,1 0,-1 0,0 0,0 0,1 0,-1 0,0 0,0 0,0 0,1 0,-1 0,0 0,0 0,0 0,1 0,-1 0,0-1,0 1,0 0,0 0,116 277,-111-265,10 15,-2 1,-1 1,-1-1,-1 2,-2 0,-1 0,-1 0,-2 1,-1 0,-1 0,-2-1,-1 5,-5-6,-1 0,-1-1,-2-1,-1 1,-10 18,-24 39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10:31:03.303"/>
    </inkml:context>
    <inkml:brush xml:id="br0">
      <inkml:brushProperty name="width" value="0.1" units="cm"/>
      <inkml:brushProperty name="height" value="0.1" units="cm"/>
      <inkml:brushProperty name="color" value="#3333FF"/>
      <inkml:brushProperty name="ignorePressure" value="1"/>
    </inkml:brush>
  </inkml:definitions>
  <inkml:trace contextRef="#ctx0" brushRef="#br0">91 317,'0'420,"-4"-513,-4 0,-5 1,-3 0,-11-25,12 74,10 46,4 4,0 1,1 0,0 0,0-1,1 1,0 0,1-1,0 1,0-1,0 1,1-1,0 0,3 5,-3-5,-1-1,1-1,0 1,0 0,1-1,-1 1,1-1,0 0,1-1,-1 1,1-1,0 1,0-1,1-1,-1 1,1-1,0 0,-1 0,1-1,1 0,-1 0,0 0,0-1,1 1,-1-2,1 1,-1-1,1 0,-1 0,1-1,-1 0,0 0,1 0,-1-1,0 0,0 0,1-2,0 0,0 0,0 0,-1-1,0 0,0-1,0 1,0-1,-1 0,0 0,-1-1,1 0,-1 0,-1 0,1 0,-1 0,0-1,-1 1,0-1,0 0,1-7,-11 47,4-1,2 0,1 0,2 1,1-1,1 0,2 0,1 0,1-1,2 0,1 1,-8-25,0-1,1 1,-1-1,1 0,0 1,1-2,-1 1,1 0,0-1,0 1,0-1,1 0,-1-1,1 1,0-1,0 0,0 0,1 0,-1-1,1 1,-1-2,1 1,0 0,0-1,-1 0,1-1,0 1,0-1,0 0,0-1,0 1,0-1,0 0,-1-1,2 1,0-2,1 0,-1-1,0 1,0-1,0-1,0 1,-1-1,0 0,0-1,0 1,0-1,-1-1,0 1,0-1,-1 1,0-1,0-1,-1 1,0 0,2-6,-10 62,9-44,-1 0,1-1,-1 0,1 0,0 0,1 0,-1-1,1 1,-1-1,1 0,0-1,0 1,1-1,-1 0,0 0,1-1,-1 1,1-1,-1-1,1 1,0-1,-1 0,1 0,-1 0,1-1,0 0,-1 0,5-2,-1 2,-1 0,1-2,-1 1,1-1,-1 0,0 0,0-1,0 0,-1-1,0 1,0-2,0 1,0-1,-1 0,0 0,0-1,0 1,0-2,-5 6,0 0,0 0,0-1,-1 1,1 0,0 0,-1 0,0-1,1 1,-1 0,0 0,0-1,0 1,-1 0,1 0,0 0,-1-1,1 1,-1 0,0 0,0 0,0 0,0 0,0 0,0 0,-1 0,1 0,0 1,-1-1,0 0,1 1,-1 0,0-1,0 1,0 0,-1-1,-78-30,75 30,-1 0,0 1,1 0,-1 0,0 1,0 0,0 0,0 1,1-1,-1 2,0-1,0 1,1 0,-1 0,1 0,0 1,0 0,0 1,0-1,0 1,1 0,-1 1,1-1,0 1,0 0,1 0,0 0,0 1,0 0,0 0,1 0,0 0,0 0,1 1,0-1,0 1,2-2,1-1,0 0,0 0,0 0,0 0,1 0,-1 0,1 0,0 0,1-1,-1 1,0-1,1 1,0-1,0 0,0 0,0 0,0 0,1-1,-1 0,1 1,0-1,-1 0,1-1,0 1,0-1,0 0,1 0,-1 0,0 0,0-1,3 1,37 8</inkml:trace>
  <inkml:trace contextRef="#ctx0" brushRef="#br0" timeOffset="649.876">1321 477,'-15'-1,"-1"0,1 2,0 0,-1 1,1 0,0 1,0 1,1 0,-1 1,1 1,0 0,0 1,0 1,1 0,1 0,-1 1,1 1,-7 7,18-15,0-1,-1 0,1 1,0-1,0 0,0 1,0 0,0-1,0 1,1 0,-1-1,1 1,-1 0,1 0,-1-1,1 1,0 0,0 0,0 0,0 0,0-1,0 1,0 0,1 0,-1 0,1-1,-1 1,1 0,0-1,0 1,0 0,0-1,0 1,0-1,0 1,0-1,0 0,1 1,-1-1,1 0,-1 0,1 0,-1 0,1 0,0 0,-1-1,1 1,0 0,9 2,0-1,0 0,1 0,-1-1,1-1,-1 0,0 0,1-1,-1 0,0-1,1-1,-1 0,0 0,-1-1,1 0,-1-1,0 0,0-1,0 0,-1 0,1-1,-2-1,1 1,-1-1,0-1,5-7,-6 6,-1-1,0 1,-1-1,0-1,-1 1,0-1,-1 0,0 1,-1-1,0-1,-1 1,0 0,-1 0,0 0,-2-7,-4-25,-1 1,-3 0,-9-27,12 47,-30-89,37 112,0 0,0 1,0-1,0 0,0 1,0-1,0 0,0 0,0 1,0-1,0 0,-1 1,1-1,0 0,0 0,0 1,0-1,-1 0,1 0,0 0,0 1,-1-1,1 0,0 0,0 0,-1 0,1 0,0 1,0-1,-1 0,1 0,0 0,-1 0,1 0,0 0,-1 0,1 0,0 0,0 0,-1 0,1 0,0 0,-1 0,1-1,0 1,0 0,-1 0,1 0,0 0,-1-1,-1 210,17-10,-13-182,2-1,0 1,1 0,0-1,2 0,0 0,0-1,1 0,1 0,6 7,-8-15,0-1,0 1,0-1,1-1,0 0,0 0,0 0,1-1,-1 0,1-1,0 0,0 0,0-1,1 0,-1 0,0-1,1-1,-1 1,1-2,-1 1,1-1,-1-1,0 0,1 0,-1 0,0-1,-1-1,1 0,0 0,-1 0,0-1,0-1,0 1,-1-1,0 0,0-1,0 0,-1 0,4-6,-2 2,0 0,-1 0,-1-1,0 0,0 0,-1-1,-1 1,0-1,-1 0,0 0,-1 0,0-7,-13 62,9-28,0 0,1 1,1-1,1 0,0 0,1 0,0 2,-1-12,0 0,0 0,1 0,-1 0,1 0,0 0,0-1,0 1,0 0,1-1,0 0,-1 0,1 1,0-2,1 1,-1 0,0-1,1 1,-1-1,1 0,0 0,0 0,0-1,0 0,0 1,0-1,67-5,-36-7</inkml:trace>
  <inkml:trace contextRef="#ctx0" brushRef="#br0" timeOffset="916.646">1750 129,'-16'0,"-3"0,10 0,19-4,8-2</inkml:trace>
  <inkml:trace contextRef="#ctx0" brushRef="#br0" timeOffset="1366.876">2177 356,'24'-2,"0"-2,0-1,0-1,-1-1,0-1,0-1,-1-1,0-1,-1-1,6-5,-2 3,1-1,-2 0,0-2,-1-1,-1-1,-1-1,16-19,-9-20,-28 58,0-1,1 0,-1 1,0-1,0 0,-1 1,1-1,0 0,0 1,-1-1,1 0,-1 1,0-1,1 1,-1-1,0 1,0 0,0-1,0 1,0 0,0-1,0 1,0 0,-1 0,1 0,0 0,-1 0,1 0,-1 1,1-1,-1 0,1 1,-1-1,0 1,1-1,-2 1,-6-1,-1 1,1 1,-1-1,1 2,-1-1,1 1,0 1,0-1,0 2,0-1,0 1,1 1,-1-1,1 1,0 1,1-1,-1 2,1-1,1 1,-4 3,-2 3,1 0,0 1,1 0,0 0,1 1,1 1,0 0,1 0,1 0,0 1,2-1,0 1,0 1,1 8,0 5,2 0,2 0,0 0,2 0,2 0,0 0,9 22,43 127,-30-100,-3 1,2 25,-20-81,-1-1,-1 1,-1 0,-1 0,-1 0,-1 1,-2-1,0 0,-2 0,-3 10,-3-13</inkml:trace>
  <inkml:trace contextRef="#ctx0" brushRef="#br0" timeOffset="1702.217">2310 785,'-45'-25,"45"25,0-1,0 1,0-1,0 1,0-1,0 0,1 1,-1-1,0 1,0-1,0 1,1-1,-1 1,0-1,1 1,-1-1,0 1,1-1,-1 1,0-1,1 1,-1 0,1-1,-1 1,1 0,-1-1,1 1,-1 0,1 0,0-1,-1 1,1 0,-1 0,1 0,-1 0,1 0,0 0,-1 0,1 0,-1 0,1 0,0 0,2-1,352-93,-329 87,16-5,2 1,0 3,0 1,39 0,-80 7,0 0,1 0,-1 0,0 0,0 0,0 0,0 1,-1-1,1 1,0 0,0 0,0 0,0 0,-1 1,1-1,0 1,-1 0,0 0,1-1,-1 1,0 1,0-1,0 0,0 1,0-1,-1 1,1-1,-1 1,1 0,-1-1,0 1,0 0,0 0,-1 0,1 0,-1 0,1 1,-2 39,0-37,0 0,1-1,-1 1,1 0,0-1,1 1,0 0,0-1,0 1,0-1,1 1,0-1,0 0,1 2,0-5,0 0,0 0,0 0,0-1,0 1,0-1,1 0,-1 0,0 0,0-1,1 1,-1-1,1 0,-1 0,0 0,1 0,-1 0,1-1,-1 1,0-1,1 0,-1 0,0-1,0 1,0 0,0-1,0 0,2-1,23-11</inkml:trace>
  <inkml:trace contextRef="#ctx0" brushRef="#br0" timeOffset="2016.518">2872 343,'0'-2,"7"-1,2 0</inkml:trace>
  <inkml:trace contextRef="#ctx0" brushRef="#br0" timeOffset="3066.519">3661 543,'-14'1,"0"0,0 0,0 1,1 1,-1 0,1 1,-1 1,2 0,-1 0,0 2,-9 6,16-10,0 1,0 1,0-1,1 1,0 0,0 0,0 1,0 0,1-1,0 1,1 1,-1-1,1 0,0 1,0 0,1 0,0 0,1 0,-1 0,1 0,0 0,1 0,0 4,0-7,1-1,-1 1,1 0,0-1,0 1,0-1,1 1,-1-1,1 1,0-1,0 0,0 0,0 0,0 0,1 0,-1 0,1 0,0-1,0 0,0 1,0-1,0 0,1-1,-1 1,1 0,-1-1,1 0,-1 0,4 1,8 1,0 0,0-1,0-1,1 0,-1-1,14-2,51-10,-1-4,0-3,-1-3,55-26,-103 38,0 1,-1-2,-1-1,1-1,-2-1,20-14,-46 28,0 0,-1 0,1 0,-1 0,1-1,0 1,-1 0,1 0,-1 0,1-1,-1 1,1 0,0-1,-1 1,1-1,-1 1,0 0,1-1,-1 1,1-1,-1 1,0-1,1 1,-1-1,0 1,1-1,-1 0,0 1,0-1,0 1,0-1,0 0,1 1,-1-1,0 0,0 1,0-1,-1 1,1-1,0 0,0 1,0-1,0 1,-1-1,1 0,0 1,0-1,-1 1,1-1,0 1,-1-1,1 1,-1-1,1 1,-1-1,1 1,-1 0,1-1,-1 1,1 0,-1-1,1 1,-1 0,0 0,1 0,-1-1,0 1,-45-6,24 5,1 1,0 1,0 1,-1 1,1 0,1 2,-1 0,1 2,0 0,0 1,0 1,-5 4,23-12,0 0,1-1,-1 1,0 0,1 0,-1 0,1 0,-1 0,1 0,-1 0,1 1,0-1,-1 0,1 1,0-1,0 1,0 0,0-1,0 1,1 0,-1-1,0 1,1 0,-1 0,1 0,0 0,0-1,0 1,0 0,0 0,0 0,0 0,0 0,1-1,-1 1,1 0,-1 0,1 0,0-1,0 1,-1 0,1-1,0 1,1-1,-1 1,0-1,1 1,8 3,0-1,0 0,0 0,1-1,-1 0,1-1,0 0,-1-1,1 0,0 0,0-2,0 1,10-3,-10 3,1-1,-1 0,0 0,0-2,0 1,-1-1,1-1,-1 0,1-1,-1 1,0-2,-1 0,1 0,-1 0,-1-1,1-1,-1 0,0 0,-1 0,0-1,0 0,-1 0,0-1,1-3,6-2,-1 40,-11-23,72 142,-67-135,0 0,1-1,0 0,1 0,-1-1,1 0,1 0,-1-1,1 0,0 0,1-1,-1 0,1-1,1 1,-6-4,-1-1,0 1,1 0,-1-1,1 0,-1 0,0 0,1-1,-1 0,1 1,-1-1,0-1,0 1,0-1,1 1,-1-1,-1-1,1 1,0 0,-1-1,1 0,-1 0,0 0,1 0,-2 0,1-1,1-1,6-9,0 0,0-2,-1 1,-1-1,-1 0,1-5,9-30,-3 0,-2-1,-2 0,-2-1,-3 0,-2 0,-4-52,1 77,-1 0,-2 1,0-1,-2 1,-1 0,-8-24,-3 36,3 40,5 20,1 1,3-1,1 1,3 0,1 8,-1-15,1-1,3 0,0-1,3 1,1-1,1 0,3 0,0-1,3 0,1-1,1-1,16 23,-25-47,0 0,1 0,0-1,1 0,0-1,0 0,1 0,0-1,0-1,1 1,2-1,14 5</inkml:trace>
  <inkml:trace contextRef="#ctx0" brushRef="#br0" timeOffset="3266.745">4409 410,'16'9,"24"1,27-8,25-12,22-8,13-3,-17 1</inkml:trace>
  <inkml:trace contextRef="#ctx0" brushRef="#br0" timeOffset="3599.936">5225 704,'-1'6,"0"1,1-1,0 0,0 0,1 1,-1-1,2 0,-1 0,0 0,1 0,0 0,1 0,-1 0,1 0,0-1,1 0,-1 1,1-1,0-1,0 1,1 0,-1-1,1 0,0 0,0-1,0 1,1-1,-1 0,1 0,0-1,0 0,0 0,0 0,0-1,0 1,0-2,4 1,2-1,0-1,0 0,0-1,0 0,-1-1,1 0,0-1,-1 0,0-1,0 0,-1-1,1 0,-1 0,0-1,-1-1,0 0,0 0,0-1,-1 0,-1 0,1-1,-2 0,1 0,-1-1,-1 1,0-1,0-1,-1 1,0-3,-3 7,0 0,0 0,0 0,-1 0,0 0,0 0,-1 0,0 0,0 0,-1 0,0 0,0 0,-1 1,1-1,-1 1,-1-1,1 1,-1 0,0 1,-1-1,1 1,-1-1,0 1,0 1,-1-1,0 1,1 0,-2 0,-1-1,0 0,-1 1,1 0,-1 0,0 1,0 0,-1 0,1 1,0 1,-1 0,1 0,-1 1,1 0,-1 0,1 1,-1 0,1 1,0 0,-1 0,-6 4,8-2,0 0,0 0,1 0,-1 1,1 1,0-1,0 1,1 0,-1 1,2 0,-1 0,1 0,0 0,0 1,1 0,0 0,0 0,1 0,0 1,0-1,1 1,1 0,-1 0,1-1,1 1,-1 0,2 0,-1 0,1 0,0 0,1 0,1 0,-1-4,1 0,0-1,0 0,0 1,1-1,-1 0,1-1,0 1,0-1,0 1,1-1,-1 0,1-1,0 1,0-1,0 0,0 0,0-1,0 1,5-1,27 6</inkml:trace>
  <inkml:trace contextRef="#ctx0" brushRef="#br0" timeOffset="3899.781">5532 23,'-16'0,"-12"4,-8 7,-4 7,1 9,6 3,8 1,9 1,13-4,17-4,6-6</inkml:trace>
  <inkml:trace contextRef="#ctx0" brushRef="#br0" timeOffset="4199.951">5706 624,'14'18,"11"11,10 2,11-3,9-8,9-6,7-10,2-11,-1-8,-13-2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10:31:30.7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1916 280,'-13'-12,"0"2,0 0,-1 0,0 1,-1 1,0 1,0 0,-1 0,0 2,0 0,-9-1,-23-3,0 2,0 2,-17 1,-40 5,1 5,0 4,1 5,0 4,2 5,0 4,2 5,1 4,2 4,2 4,-11 12,72-40,0 2,1 1,1 1,2 2,-18 16,37-29,1 0,-1 1,1 0,1 1,0-1,1 2,0-1,1 1,0 0,1 0,1 0,0 1,1 0,0 0,1 0,0 4,2 6,1-1,1 0,1 1,1-1,1-1,1 1,1-1,1 0,1 0,2 1,-5-12,0-1,0-1,1 1,1-1,0 0,0-1,1 1,-1-2,2 1,-1-1,1-1,0 0,1 0,-1-1,1 0,0-1,0 0,2-1,27 7,1-1,1-2,0-2,19-1,72 1,1-6,0-6,-1-5,-1-7,0-5,-2-6,-1-5,-1-6,-61 19,0-2,-2-3,-1-2,-2-4,-1-2,-1-3,-2-3,11-13,-54 40,-1 0,0-1,-1-1,-1 0,-1-1,0 0,-1-1,-1 0,0-1,-2 1,0-2,-1 1,-1-1,-1 0,-1 0,0 0,-2 0,0 0,-1-1,-1 1,-1 0,-1 0,-1 0,-1 0,0 0,-1 1,-4-5,0 5,-1 2,-1-1,-1 1,0 1,-1 0,-1 1,0 1,-1 0,0 1,-1 1,-1 1,0 0,-1 1,0 1,0 1,-1 0,0 2,0 0,0 1,-1 1,0 1,0 1,-1 1,-20-2,-1 2,1 1,-28 6,-164 34,5 18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10:31:19.2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1394 469,'0'1,"1"0,-1 0,0 1,0-1,1 0,-1 0,0 0,1 0,-1 0,1 0,0 0,-1 0,1 0,0 0,0 0,-1 0,1 0,0-1,0 1,0 0,0 0,0-1,0 1,0-1,0 1,0-1,0 0,1 1,-1-1,0 0,0 0,0 1,0-1,1 0,-1 0,0 0,0-1,0 1,1 0,-1 0,0-1,0 1,0-1,0 1,0-1,0 1,0-1,0 0,-1 1,0 0,-1 0,1 0,0 0,-1 0,1 0,0 0,0 0,-1 0,1 0,0 0,-1 0,1 0,0-1,0 1,-1 0,1 0,0 0,0-1,-1 1,1 0,0 0,0 0,0-1,-1 1,1 0,0-1,0 1,0 0,0-1,1 3,0 0,1 0,0 0,-1 0,1-1,0 1,0-1,0 0,0 1,0-1,0 0,0 0,1 0,-1 0,0-1,0 1,1-1,-1 1,0-1,1 0,-1 0,1 0,-1 0,0 0,1 0,-1-1,0 1,1-1,-1 0,0 1,1-1,-1 0,0 0,0-1,0 1,0 0,1-2,-3-1,0 1,-1 0,1-1,-1 1,0 0,0 0,0 0,-1 0,1 0,-1 0,1 0,-1 0,0 0,0 1,-1-1,1 1,0-1,-1 1,1 0,-1 0,0 0,0 1,0-1,0 0,0 1,0 0,-2-1,4 1,-1 0,1 1,0-1,0 0,-1 0,1 1,0-1,-1 1,1 0,-1-1,1 1,-1 0,1 0,-1 0,1 0,0 0,-1 0,1 0,-1 0,1 0,-1 1,1-1,-1 1,1-1,0 1,-1 0,1-1,0 1,0 0,0 0,-1 0,1 0,0 0,0 0,0 0,0 0,1 0,-1 1,0-1,0 0,1 1,-1-1,1 0,-1 1,1-1,-1 1,1-1,0 1,0-1,0 0,0 1,0 1,4 16,3 0</inkml:trace>
  <inkml:trace contextRef="#ctx0" brushRef="#br0" timeOffset="1048.506">806 336,'-4'58,"-2"0,-3-1,-2 1,-13 34,13-47,-20 65,31-110,0-1,0 1,0 0,-1 0,1 0,0-1,0 1,0 0,0 0,0 0,0-1,0 1,-1 0,1 0,0 0,0-1,0 1,0 0,-1 0,1 0,0 0,0 0,0 0,-1 0,1-1,0 1,0 0,-1 0,1 0,0 0,0 0,0 0,-1 0,1 0,0 0,0 0,-1 0,1 0,0 0,0 0,-1 1,1-1,0 0,0 0,0 0,-1 0,1 0,0 0,0 1,0-1,0 0,-1 0,1 0,-2-25,2 25,-2-120,6 0,8-31,17-12,-29 161,0 1,1-1,-1 1,0-1,0 1,1 0,-1-1,1 1,-1 0,1-1,0 1,0 0,-1 0,1-1,0 1,0 0,0 0,0 0,0 0,1 0,-1 0,0 1,0-1,0 0,1 1,-1-1,0 1,1-1,-1 1,1-1,-1 1,1 0,-1 0,0 0,1 0,-1 0,1 0,-1 0,1 0,-1 1,0-1,1 0,-1 1,1-1,-1 1,0 0,0-1,1 1,-1 0,0 0,0 0,1 0,10 11,0-1,0 2,-1 0,-1 0,0 0,-1 2,0-1,-2 1,1 0,-2 1,1 1,92 290,-73-258,-20-45</inkml:trace>
  <inkml:trace contextRef="#ctx0" brushRef="#br0" timeOffset="1332.824">672 643,'-5'-2,"4"-4,6-2,9-2,11-7,13-4,9-6,6-3,0 2,-2 2,-7 7,-13 13,-13 7</inkml:trace>
  <inkml:trace contextRef="#ctx0" brushRef="#br0" timeOffset="10215.158">886 68,'-43'-24,"36"19,1 1,-1-1,1 1,-1 1,-1-1,1 1,0 1,-1-1,1 1,-1 0,0 1,0 0,1 0,-1 1,0 0,0 0,0 1,0 0,1 0,-6 2,-11 8,-1 1,2 1,-1 1,2 1,-20 17,13-11,-13 10,6-7,1 2,1 1,1 2,1 2,2 0,-21 29,12-1,2 2,2 1,-22 58,52-110,1 0,-1 0,2 0,-1 0,1 1,1-1,0 1,0 0,1 0,1-1,0 1,0 0,1 0,0 0,1-1,0 1,1 0,0-1,1 0,0 0,0 0,1 0,0-1,2 2,0-2,1-1,0 0,0 0,1 0,0-1,0-1,1 0,0 0,0 0,0-1,1-1,0 0,-1 0,2-1,-1-1,0 0,6 0,68 7,1-5,-1-4,3-3,-53 1,0-1,0-2,-1-1,0-2,0-1,0-2,18-10,-21 9,0 1,0 1,1 2,0 1,9 1,90-20,63-4,16 9,-148 12,-1 3,1 3,38 4,-85-1,83-6,-73 3,-1 1,1 1,-1 1,1 1,17 4,-21-2,1-2,-1 0,0-1,0-1,1-1,10-3,-12 3,151-19,-142 16,0 2,0 1,1 1,23 3,68 6,-98-13,1-2,-2 0,1-2,-1 0,0-2,-1 0,7-6,0 1,-21 14,1-1,-1 0,0-1,1 0,-2 0,1 0,0-1,-1 0,0-1,0 1,0-1,-1 0,0-1,0 1,-1-1,1 0,-2 0,1 0,-1 0,0-1,0 0,0-2,-6-150,2 147,-1 1,0 0,-1 0,0 0,-1 1,0-1,-6-10,-9-26,18 43,0 0,0 0,-1 0,0 1,0-1,0 1,0-1,-1 1,0 0,0 0,0 0,0 0,0 1,-1-1,0 1,1 0,-1 0,-1 0,1 0,0 1,-1 0,-3-2,-119-62,106 56,-1 1,1 0,-2 2,1 1,-1 0,0 2,0 1,0 0,0 2,0 1,-1 0,-18 4,-28-2,28 1,0 1,0 2,1 3,-27 8,-76 15,-446 46,485-60,74-11,0-1,-1-2,0-1,1-1,-18-3,-85-26,117 22,0 0,1-1,-1 0,1-1,0-1,1-1,0-1,0 0,1 0,-7-7,-52-35,56 41,-1 0,0 1,0 1,-1 1,0 0,0 2,-1 0,0 1,0 1,-8 0,-168 3,134 10,49-7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10:32:13.5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54 695,'37'-22,"35"-19,206-122,8 13,193-69,-306 164,-136 49,-37 6,1 1,-1-1,1 0,-1 1,0-1,1 0,-1 1,0-1,0 0,1 1,-1-1,0 1,0-1,0 1,0-1,1 1,-1-1,0 0,0 1,0-1,0 1,0-1,0 1,0-1,0 1,0-1,0 1,-1-1,1 1,0-1,0 1,0-1,-1 0,1 1,0-1,0 1,-1-1,1 0,0 1,-1-1,1 0,0 1,-1-1,1 0,0 1,-1-1,1 0,-1 0,1 0,-1 1,1-1,-1 0,1 0,-1 0,1 0,0 0,-1 0,1 0,-1 0,1 0,-1 0,1 0,-1 0,1 0,-1-1,1 1,-17 8,-1-1,1-1,-1-1,0 0,0-1,-7 0,-24 3</inkml:trace>
  <inkml:trace contextRef="#ctx0" brushRef="#br0" timeOffset="400.757">28 254,'10'-71,"-10"69,1 0,0 0,0 0,0 0,0 0,0 0,1 1,-1-1,1 0,-1 1,1-1,-1 1,1-1,0 1,0 0,-1 0,1 0,0 0,0 0,0 0,0 1,0-1,1 1,-1-1,0 1,0 0,0 0,0 0,0 0,1 0,0 0,100 34,98 45,51 6,339 56,-65-20,-456-96,-70-24,0-1,0 1,0-1,0 1,0-1,0 0,0 1,0-1,0 1,0-1,0 0,0 1,-1-1,1 1,0-1,0 0,0 1,-1-1,1 0,0 1,0-1,-1 0,1 0,0 1,-1-1,1 0,0 0,-1 1,1-1,0 0,-1 0,1 0,-1 0,1 1,0-1,-1 0,1 0,-1 0,1 0,0 0,-1 0,1 0,-1 0,1 0,0 0,-1 0,1-1,-1 1,1 0,0 0,-1 0,1 0,-1-1,1 1,-11 0,0 0,0-1,-1 0,1-1,0-1,1 0,-1 0,0-1,1 0,0-1,0 0,0 0,0-1,1-1,-2-1,-10-8</inkml:trace>
  <inkml:trace contextRef="#ctx0" brushRef="#br0" timeOffset="918.389">1524 0,'-244'209,"-454"408,471-425,272-211,-29 10</inkml:trace>
  <inkml:trace contextRef="#ctx0" brushRef="#br0" timeOffset="1299.575">161 348,'8'11,"1"-1,0 0,1 0,0-1,0 0,1 0,0-1,0-1,1 0,0 0,0-2,13 5,69 29,2-5,2-3,51 6,-3 1,4 4,-2 6,-2 7,26 19,-148-63,-24-11,0 0,-1 0,1 0,0 0,-1 0,1-1,0 1,0 0,-1 0,1 0,0 0,-1 0,1-1,0 1,0 0,-1 0,1-1,0 1,0 0,0 0,-1-1,1 1,0 0,0 0,0-1,0 1,0 0,0-1,0 1,-1 0,1-1,0 1,0 0,0 0,0-1,0 1,0 0,0-1,1 1,-1 0,0-1,0 1,0 0,0-1,0 1,0 0,1 0,-1-1,0 1,0 0,0 0,1-1,-1 1,0 0,0 0,0 0,1-1,-1 1,0 0,1 0,-1 0,0 0,1 0,-19-18</inkml:trace>
  <inkml:trace contextRef="#ctx0" brushRef="#br0" timeOffset="1700.306">0 374,'2'-3,"0"0,1 1,-1-1,0 0,1 1,-1 0,1 0,0 0,0 0,0 0,0 0,0 1,0-1,0 1,1 0,-1 0,0 0,1 1,-1-1,1 1,-1 0,0 0,1 0,-1 0,1 0,-1 1,1 0,-1-1,0 1,3 1,-3-1,66 10,0 3,-1 3,55 22,-60-19,826 231,-589-176,-567-159,214 66</inkml:trace>
  <inkml:trace contextRef="#ctx0" brushRef="#br0" timeOffset="1999.64">348 254,'16'18,"14"13,14 6,13-2,12-3,11-8,9-8,11-7,8-5,5-2,-2-5,-6-1,-9-1,-12 2,-16 0,-14 1,-17 1</inkml:trace>
  <inkml:trace contextRef="#ctx0" brushRef="#br0" timeOffset="2650.082">1471 80,'-290'245,"55"-48,-94 111,309-288,3-3,0 0,1 1,1 1,1 0,-6 12,17-3,24-43,-10-2</inkml:trace>
  <inkml:trace contextRef="#ctx0" brushRef="#br0" timeOffset="3020.033">496 254,'206'103,"-151"-72,123 64,182 68,1-30,-326-125,-48-25,-6-4,11 11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10:31:23.7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6431 4078,'-5'26,"4"-25,0 1,1-1,-1 0,0 0,1 1,-1-1,1 1,-1-1,1 1,-1-1,1 0,0 1,0-1,0 1,0-1,0 1,0-1,0 1,1-1,-1 1,0-1,1 1,-1-1,1 1,0-1,-1 0,1 0,0 1,0-1,0 0,0 0,0 0,0 0,0 0,0 0,0 0,0 0,1 0,-1 0,0-1,1 1,-1-1,1 1,-3-1,0-1,1 1,-1-1,0 0,0 1,0-1,0 0,1 0,-1 0,0 1,1-1,-1 0,1 0,-1 0,1 0,-1 0,1 0,-1 0,1 0,0 0,0-1,0 1,0 0,0 0,0 0,0 0,0 0,0 0,0 0,0 0,1 0,-1 0,0 0,1 0,-1 0,1 0,-1 0,1 0,-1 0,1 0,0 0,0 0,-1 1,1-1,0 0,0 0,0 1,0-1,0 1,0-1,0 1,0-1,0 1,0 0,0-1,0 1,0 0,0 0,0 0,0 0,0 0,0 0,1 0,-1 0,0 0,-2 0,0-1,-1 1,1-1,0 1,-1 0,1 0,0 0,-1 0,1 0,-1 0,1 0,0 0,-1 0,1 0,0 1,-1-1,1 1,0-1,0 1,-1-1,1 1,0 0,0 0,0-1,0 1,0 0,0 0,0 0,0 0,0 0,0 0,1 1,-1-1,0 0,1 0,-1 0,1 1,-1-1,1 0,0 1,-1-1,1 0,0 1,0-1,0 0,0 1,0-1,0 1,1-1,-1 0,0 1,1-1,-1 0,1 0,-1 1,1-1,0 0,-1 0,1 0,0 0,0 1,0-1,0-1,0 1,0 0,0 0,0 0,0 0,0 0,-1 0,1 0,0 0,0 0,-1 0,1 0,0 0,0 0,0-1,0 1,0 0,0-1,0 1,0 0,0-1,1 1,-1-1,0 0,0 1,0-1,1 0,-1 0,0 0,0 0,0 0,1 0,-1 0,0 0,0 0,1 0,-1-1,0 1,0-1,0 1,0-1,0 1,1-1,-1 1,0-1,0 0,0 0,-1 0,1 1,0-1,0 0,0 0,-1 0,1 0,0 0,-1-1,1 1,-1 0,1 0,-1-1,0 1,0 0,0 0,1 0,-2 0,1 0,0 0,0 0,0 0,0 0,-1 0,1 0,0 0,-1 0,1 0,-1 0,1 0,-1 1,1-1,-1 0,0 0,1 0,-1 1,0-1,0 0,1 1,-1-1,0 1,0-1,0 1,0-1,0 1,0 0,0-1,0 1,0 0,0 0,0 0,0-1,0 1,0 0,0 1,0-1,-44 9,44-9,1 0,-1 1,0-1,1 0,-1 0,0 1,1-1,-1 0,1 1,-1-1,1 1,-1-1,1 1,-1-1,1 1,-1-1,1 1,0-1,-1 1,1-1,0 1,0 0,-1-1,1 1,0 0,0-1,0 1,0 0,-1-1,1 1,0 0,0-1,1 1,-1 0,0-1,0 1,0 0,0-1,1 1,5 4</inkml:trace>
  <inkml:trace contextRef="#ctx0" brushRef="#br0" timeOffset="816.092">5709 4078,'0'-5,"0"2,0 2,0 7,2 6,1 7,2 3,1 6,1 2,1 1,0-3,1-4,-2-3,-1-4,-2-6,-2-6</inkml:trace>
  <inkml:trace contextRef="#ctx0" brushRef="#br0" timeOffset="1399.558">5642 4038,'1'-6,"1"1,0 0,0 1,1-1,-1 0,1 1,0-1,0 1,0 0,1 0,-1 0,1 0,0 0,0 1,1 0,-1 0,0 0,1 1,0-1,0 1,0 0,0 0,0 1,2-1,5-3,1 0,0 1,0 0,0 1,0 0,1 1,-1 0,12 1,-23 2,1-1,-1 0,0 1,0-1,0 1,0-1,0 1,0 0,0 0,0 0,0 0,0 1,0-1,-1 0,1 1,0-1,-1 1,0 0,1-1,-1 1,0 0,0 0,0 0,0 0,0 0,0 0,0 0,-1 0,1 0,-1 0,1 1,-1-1,0 0,0 0,0 0,0 1,-1-1,-18 81,13-71,0-1,0 1,-1-1,-1-1,0 0,0 0,-1 0,0-1,-1 0,10-9,0-1,0 1,0 0,0 0,0-1,-1 1,1 0,0 0,0 0,0-1,-1 1,1 0,0 0,0 0,-1-1,9-4,-1-1,1 1,0 0,0 0,0 1,1 0,0 1,-1 0,1 0,0 1,0 0,1 1,-1 0,0 0,1 1,-1 0,0 0,0 1,1 1,3 0,-9 0,-1 0,1 0,0 0,-1 1,0-1,1 1,-1 0,0 0,0 0,-1 0,1 0,-1 1,1-1,-1 1,0 0,0-1,-1 1,1 0,-1 0,0 0,0 0,0 1,-1-1,1 0,-1 0,0 3,0 1,0 1,-1-1,0 0,0 0,-1 0,0 0,-1 0,1 0,-1 0,-1-1,0 1,0-1,-1 2,-2-1,0 1,-1-2,0 1,0-1,-1 0,1-1,-1 0,-1-1,1 1,-1-2,0 1,0-2,0 1,-1-1,1-1,-1 0,1 0,-1-1,0 0,0-1,-2 0,-36 3,73 2,-11-2,-1 0</inkml:trace>
  <inkml:trace contextRef="#ctx0" brushRef="#br0" timeOffset="12266.811">6030 3449,'-24'1,"0"0,0 1,0 2,0 0,1 1,0 2,0 0,0 2,-19 10,-27 11,-1-3,-65 15,59-19,2 2,-34 19,84-32,1 0,0 1,1 2,1 0,0 1,1 2,0 0,2 0,-7 11,-5 12,2 1,1 2,3 1,-10 26,28-59,0-1,0 1,1 0,1 0,0 0,1 1,0 0,1-1,0 1,1 0,0 0,1 0,1 0,0 0,1 0,0 0,1-1,0 1,1-1,1 0,1 3,6 11,1 0,1 0,2-2,0 0,2 0,0-2,2 0,0-1,2-1,0-1,14 8,-17-18,0-2,1 0,0-1,0-1,1-1,-1-1,21 1,32 6,-44-6,1 0,0-2,0-1,0-1,0-2,0-1,0-1,20-6,60-11,-74 15,1-1,-1-1,-1-2,17-8,-19 4,-8 1,1 2,0 1,0 1,1 1,0 1,0 2,1 1,-1 1,6 1,-22 0,1 1,0-1,-1-1,1 0,-1-1,0 0,0-1,0 0,0 0,-1-1,9-7,46-22,29 17,-57 15,30-15,-58 15,-1-1,1 2,0-1,0 1,0 1,0 0,0 0,0 1,0 0,7 1,-15-1,59 10,1-2,0-3,0-3,287-2,-340 0,1 0,-1 1,1 0,-1 0,1 1,-1 0,0 1,0 0,0 0,0 1,0-1,-1 2,0-1,0 1,0 0,4 5,-4-4,0 0,0 0,1-1,0 0,-1 0,2-1,-1 0,0-1,1 0,0 0,0 0,7 0,185 35,-193-37,0-2,0 1,0-1,0 0,0-1,0 0,0 0,0-1,-1 0,1 0,-1-1,0 0,0 0,0-1,-1 1,1-2,-1 1,0-1,-1 1,5-7,3-2,-9 11,-1 0,1 0,-1 0,0-1,0 0,0 1,-1-1,1 0,-1-1,0 1,0 0,0-1,-1 1,1-1,-1 1,0-1,-1 0,1 0,1-17,-1 1,-1-1,-1 0,-1 1,-1-1,0 1,-2 0,-1 0,0 0,-2 1,0 0,-4-6,-96-117,88 123,-2 1,0 1,-1 1,0 1,-7-3,24 16,-10-8,-1 1,0 1,0 1,-1 0,0 2,-7-2,-11 1,-1 1,0 2,0 1,0 3,-24 2,16-1,0-1,0-2,-25-6,-158-31,187 33,0-1,0-3,1-1,1-2,0-2,-17-9,-25-17,32 15,-1 2,-1 2,-8 1,-336-93,383 111,-1-1,0 1,0 1,-1 1,1 0,0 0,-1 1,1 1,0 0,0 1,0 1,0 0,0 0,0 1,1 1,-1 0,1 1,0 1,-31 20,27-16</inkml:trace>
  <inkml:trace contextRef="#ctx0" brushRef="#br0" timeOffset="20450.573">7140 3342,'-16'-4,"-10"-2,0 0</inkml:trace>
  <inkml:trace contextRef="#ctx0" brushRef="#br0" timeOffset="22983.129">1498 2661,'101'-12,"0"4,69 4,-144 4,154 5,0 8,0 7,-2 8,-1 9,-2 6,160 64,-130-34,462 149,-569-195,189 63,-192-34,-25-33,-64-23,0 1,0 0,0 0,0 1,0 0,0 0,-1 0,1 0,-1 1,1 0,-1 1,4 2,44 59,-47-55,-3-4</inkml:trace>
  <inkml:trace contextRef="#ctx0" brushRef="#br0" timeOffset="23350.066">4345 3102,'0'1,"0"1,0-1,0 1,0-1,0 0,1 1,-1-1,0 1,1-1,-1 0,1 1,-1-1,1 0,0 0,-1 1,1-1,0 0,0 0,0 0,0 0,0 0,0 0,0 0,0 0,0 0,1 0,-1-1,0 1,0-1,1 1,-1-1,0 1,1-1,-1 0,1 1,-1-1,1 0,-1 0,0 0,1 0,-1 0,1-1,223 47,-203-41,-1 2,0 0,0 2,-1 0,0 1,0 1,-1 1,-1 0,0 2,-1 0,0 1,-1 1,-1 0,0 1,-1 1,-1 0,-1 0,-1 2,0-1,-1 2,-2-1,0 1,-1 0,-1 1,3 20,-8-32,-1-1,1 0,-2 1,0-1,0 1,0-1,-1 0,-1 0,0 0,0 0,0 0,-1-1,-1 1,1-1,-1 0,-1 0,1-1,-1 0,-1 0,1 0,-1-1,0 0,-1 0,-4 3,-21 7,-1-1,-1-1,0-2,0-1,-1-2,0-2,-1-1,0-1,0-3,-31-1,6 2,10-2</inkml:trace>
  <inkml:trace contextRef="#ctx0" brushRef="#br0" timeOffset="25000.124">268 1084,'28'125,"-11"-74,-13-66,-7 3,0 1,-1-1,0 1,-1 1,0-1,-1 1,0-1,0 2,-1-1,-1 1,1 0,-1 0,-8-5,13 11,-1-1,0 1,0 1,0-1,-1 0,1 1,-1 0,1 0,-1 0,1 1,-1 0,0-1,0 2,0-1,0 0,0 1,0 0,0 0,0 1,0-1,1 1,-1 0,0 1,0-1,0 1,1 0,-1 0,1 0,0 1,-1-1,1 1,0 0,1 0,-1 1,0-1,1 1,0-1,0 2,-5 8,0 0,1 1,0 0,2 0,-1 1,2 0,0-1,1 2,0-1,1 0,1 1,1-1,0 0,1 1,0-1,1 1,1-1,0 0,2 0,-1-1,2 1,3 6,-3-10,0 0,0-1,2 1,-1-1,1-1,1 1,-1-1,2-1,-1 0,1 0,0-1,1 0,0 0,0-2,0 1,1-1,-1-1,1 0,1-1,-1 0,0-1,1 0,-1-1,9 0,-2 0,0-1,0-1,0-1,-1-1,1 0,-1-1,1-1,-1-1,-1-1,1 0,-1-1,-1-1,1-1,-1 0,-1-1,0 0,-1-2,10-10,-19 19,-1-1,0 0,0 0,0 0,-1 0,0-1,0 1,0-1,-1 0,0 0,0 0,0 0,-1 0,0 0,0 0,0-1,-1 1,0 0,0-1,-1 1,1 0,-2 0,1 0,-1-1,1 1,-2 1,1-1,-1 0,-2-4,5 10,0 0,0-1,0 1,0 0,0-1,0 1,0 0,-1-1,1 1,0 0,0-1,0 1,0 0,-1 0,1-1,0 1,0 0,-1 0,1-1,0 1,0 0,-1 0,1 0,0 0,-1-1,1 1,0 0,-1 0,1 0,0 0,-1 0,1 0,0 0,-1 0,1 0,0 0,-1 0,1 0,0 0,-1 0,1 0,0 0,-1 0,1 1,0-1,-1 0,1 0,0 0,-1 0,1 1,0-1,0 0,-1 0,1 1,0-1,0 0,0 0,-1 1,1-1,0 0,0 1,0-1,0 0,0 1,0-1,-1 0,1 1,4 24,1-16,1 0,0-1,0 0,1 0,0-1,0 1,1-1,0-1,0 0,1 0,-1 0,1-1,1-1,-1 1,1-1,-1-1,1 0,0 0,0-1,6 0,-13-1,0 0,0 0,1 0,-1-1,0 1,1-1,-1 0,1 0,-1 0,0-1,1 1,-1-1,0 1,1-1,-1 0,0-1,0 1,0 0,0-1,0 0,0 0,0 0,-1 0,1 0,-1 0,1-1,-1 1,0-1,0 0,0 1,0-1,-1 0,1 0,-1 0,1-1,-1 1,0 0,-1 0,1-1,0 0,-1-2,-1-1,0 0,0 1,0-1,-1 1,0-1,0 1,0 0,-1 0,0 0,0 0,-1 0,1 1,-1-1,-1 1,1 0,-1 0,0 1,0-1,0 1,0 0,-1 0,0 1,1 0,-1 0,-1 0,1 1,-1-1,6 3,0-1,-1 1,1-1,-1 1,1-1,0 1,-1 0,1 0,-1-1,1 1,-1 0,1 0,-1 1,1-1,-1 0,1 0,-1 1,1-1,0 1,-1-1,1 1,0 0,-1-1,1 1,0 0,0 0,0 0,0 0,-1 0,2 0,-1 0,0 1,0-1,0 0,0 0,1 1,-1-1,0 0,1 2,1-1,1 0,-1 0,1 0,0-1,-1 1,1 0,0-1,0 1,1-1,-1 0,0 0,0 0,0 0,1 0,-1 0,1 0,-1-1,1 1,-1-1,1 0,-1 0,3 0,15 1,1-2,-1-1,0 0,1-2,-1 0,-1-1,1-1,-1-1,4-2,6-1,9-4,-22 8,0 0,1 1,-1 0,1 1,0 1,11 0,-24 4,1 0,0 1,0 0,-1 0,1 0,-1 1,0-1,1 1,-1 0,-1 0,1 0,0 1,-1-1,1 1,-1 0,0 0,-1 0,1 1,-1-1,1 1,-1-1,-1 1,1-1,-1 1,1 0,-1 2,9 18,-9-22,-1 0,1-1,0 1,0 0,0 0,0-1,1 1,-1-1,1 1,-1-1,1 0,0 1,0-1,0 0,0 0,0 0,0-1,1 1,-1 0,1-1,-1 1,1-1,-1 0,1 0,0 0,0 0,-1-1,1 1,0-1,0 0,0 1,0-1,0-1,0 1,-1 0,3-1,6-6,0 0,0-1,-1 0,1-1,-2 0,0 0,0-1,0 0,-1-1,-1 0,0 0,0-1,-1 0,-1 0,0 0,0-4,15-59,-3 121,-12-40,-1 0,1 0,0-1,0 1,0-1,1 0,0-1,0 0,0 0,0 0,1 0,0-1,-1 0,1-1,0 1,1-1,-1-1,0 1,0-1,1-1,-1 1,1-1,-1 0,0-1,1 0,-1 0,0-1,1 1,32-7</inkml:trace>
  <inkml:trace contextRef="#ctx0" brushRef="#br0" timeOffset="25616.333">1993 949,'-10'6,"0"1,1-1,0 2,0-1,0 1,1 1,0-1,1 1,0 1,1-1,-1 1,2 0,0 1,0-1,0 1,2 0,-1 0,1 1,3-9,0 0,0 0,0 1,0-1,0 0,1 0,0 0,-1 0,1 0,0 0,0 0,1-1,-1 1,1 0,-1 0,1-1,0 1,0-1,0 0,0 1,0-1,1 0,-1 0,1-1,-1 1,1 0,0-1,-1 0,1 1,0-1,0 0,0 0,0-1,0 1,0-1,0 1,1-1,-1 0,0 0,0-1,0 1,0 0,0-1,0 0,0 0,0 0,0 0,0 0,2-2,3-3,0 0,-1 0,1-1,-1 0,0 0,-1-1,0 0,0 0,-1-1,0 1,0-1,-1 0,0 0,-1-1,0 1,0-1,-1 0,0 0,-1 0,0 1,-1-1,0 0,0 0,-1-1,-3-37,-3 0,-2 1,-1 0,-3 0,-2 2,-2-1,-1 2,-15-23,-46-95,79 161,0 1,0-1,0 0,0 1,0-1,0 1,0-1,0 1,0-1,0 1,-1-1,1 1,0-1,0 1,0 0,-1-1,1 1,0-1,-1 1,1-1,0 1,-1 0,1-1,-1 1,1 0,0-1,-1 1,1 0,-1 0,1 0,-1-1,1 1,-1 0,1 0,-1 0,1 0,-1 0,1 0,-1 0,1 0,-1 0,0 0,1 0,-1 0,1 0,-1 0,1 1,-1-1,1 0,0 0,-1 0,1 1,-1-1,1 0,-1 1,-4 30,7 16,2 0,2-1,2 0,3 0,1-1,2-1,2 1,-1-5,1 0,2-1,1-1,13 15,-23-39,1 0,0 0,1-1,0 0,2-1,-1 0,1-1,1-1,0 0,0-1,1 0,8 2,-18-8,0-1,1 0,-1 0,1 0,-1-1,1 0,-1 0,1 0,0-1,-1 0,1 0,0 0,-1-1,1 0,0 0,-1 0,1-1,-1 0,0 0,1 0,-1 0,0-1,0 0,-1 0,1-1,-1 1,1-1,-1 0,0 0,-1 0,3-3,1-4,-1-1,0 1,0-1,-1-1,-1 1,0-1,-1 1,0-1,-1 0,0 0,-1-1,-1 1,0-9,-1 11,1 17,0 18,1-13,1 1,0-1,1 0,0 0,1 0,0 0,1-1,0 1,1-1,0 0,0-1,1 1,1-1,19 6,-15-15</inkml:trace>
  <inkml:trace contextRef="#ctx0" brushRef="#br0" timeOffset="25816.262">2273 562,'-18'5,"0"1,11-1,13-5,6-2</inkml:trace>
  <inkml:trace contextRef="#ctx0" brushRef="#br0" timeOffset="26367.246">2354 0,'110'291,"-55"-137,66 128,-109-259,0-1,2 0,0-1,2 0,0-1,5 3,-14-16,0 0,0-1,1 1,0-2,0 1,0-1,1 0,0-1,0 0,0 0,1-1,-1 0,1-1,-1 0,1-1,0 0,5 0,-8-1,0-1,0 0,0 0,0-1,-1 0,1 0,0-1,-1 0,0 0,0 0,0-1,0 0,0 0,-1 0,1-1,-1 0,-1 0,1 0,-1 0,1-1,-2 0,1 0,-1 0,3-6,6-15,-1 0,-1-1,-1-1,-2 1,0-6,3-11,-6 83,-5-34,1 0,0 1,0-1,0 0,0 0,1 0,-1 1,1-1,0 0,1 0,-1 0,1 0,0 0,0-1,0 1,0 0,0-1,1 0,0 1,0-1,0 0,0 0,0-1,0 1,1-1,-1 1,1-1,0 0,0-1,0 1,0 0,0-1,0 0,0 0,0 0,4-1,61-14,-36 0</inkml:trace>
  <inkml:trace contextRef="#ctx0" brushRef="#br0" timeOffset="26652.102">3062 335,'-14'-7,"-6"-4,-3-3,3 1</inkml:trace>
  <inkml:trace contextRef="#ctx0" brushRef="#br0" timeOffset="26949.683">2300 374,'5'-6,"19"-12,26-14,30-16,26-10,18-2,8 4,-2 11,-24 15</inkml:trace>
  <inkml:trace contextRef="#ctx0" brushRef="#br0" timeOffset="27268.5">3476 602,'18'-9,"0"0,-1 0,0-2,-1 0,0-1,-1-1,0 0,-1-1,-1 0,0-1,-1-1,7-10,-12 16,0 1,-1-1,0-1,-1 1,0-1,0 0,-1 0,2-11,-6 20,0 0,0 0,0 0,0 0,-1 0,1 0,-1 0,1 0,-1 0,0 0,0 0,0 0,0 0,0 0,0 1,-1-1,1 0,0 1,-1-1,0 1,1 0,-1-1,0 1,1 0,-1 0,0 0,0 0,0 1,0-1,0 0,0 1,0-1,0 1,0 0,0 0,0 0,-1 0,1 0,0 0,0 0,0 1,0-1,0 1,0-1,0 1,0 0,0 0,0 0,1 0,-1 0,0 0,0 1,-9 3,0 1,0 1,0 0,1 0,-1 1,2 0,0 1,0 0,0 1,1 0,0 0,1 0,0 1,1 0,0 1,1-1,0 1,1 0,1 0,-1 1,2-1,0 1,0-1,1 1,1 0,0-1,1 2,0-8,0 0,1 1,0-1,0 0,0 0,1 0,0 0,0 0,0-1,1 1,0-1,0 0,0 0,1-1,0 1,0-1,0 0,0 0,0 0,1-1,0 0,0 0,4 1,5 2,1-1,-1 0,1-2,0 0,0 0,0-2,0 0,0 0,3-2,11-1,-1-2,1-1,-1-2,0 0,0-2,-1-1,-1-2,5-3,14-8</inkml:trace>
  <inkml:trace contextRef="#ctx0" brushRef="#br0" timeOffset="28984.014">602 2327,'1'-9,"-1"0,1 1,1-1,0 1,0-1,0 1,1 0,0 0,1 0,0 0,0 1,1-1,0 1,0 0,0 1,1-1,0 1,2-2,-5 7,0 0,-1 0,1 0,0 0,0 0,0 1,0-1,0 1,0-1,-1 1,1 0,0 0,0 1,0-1,0 1,0-1,0 1,0 0,-1 0,1 0,0 0,-1 1,1-1,0 1,-1-1,0 1,2 2,56 59,104 170,-163-231,38 38,-38-39,0 0,0 0,0-1,0 1,0 0,0 0,1-1,-1 1,0 0,0-1,1 1,-1-1,1 0,-1 1,0-1,1 0,-1 0,1 0,-1 0,0 0,1 0,-1 0,0-1,1 1,-1 0,1-1,-1 1,0-1,0 0,1 1,-1-1,0 0,0 0,1 0,2-5,0 1,-1-1,0 0,0 0,0-1,-1 1,0-1,0 1,-1-1,0 1,0-1,0-5,0 4,9-199,-2 193,7 32,-11-11,2 0,-1 0,1 0,1-1,-1 0,1 0,0 0,0-1,1 0,-1 0,1-1,0 0,1 0,-1-1,1 0,-1 0,1-1,0 0,0-1,0 0,0 0,0-1,0 0,0-1,0 0,0 0,0-1,8-2,-8 0,0 1,0-1,0-1,0 1,-1-2,0 1,0-1,0 0,-1-1,0 1,0-2,-1 1,1-2,-5 7,0-1,0 1,0-1,0 1,0 0,1 0,-1 0,1 0,-1 0,1 1,0-1,0 1,-1 0,1 0,0 0,0 0,0 0,0 0,0 1,1 0,-1-1,0 1,0 0,0 1,0-1,0 1,0-1,0 1,0 0,0 0,0 0,44 17,-36-13,0 0,0-1,0 0,1-1,0 0,-1-1,1 0,0-1,0 0,0-1,0 0,-9-1,0 1,-1-1,1 0,-1 0,1 0,-1 0,0-1,1 1,-1-1,0 1,0-1,0 0,0 0,0 1,0-2,0 1,-1 0,1 0,-1 0,0-1,0 1,1-1,-2 1,1-1,0 1,0-1,-1 0,1 1,-1-1,0 0,0-1,0-1,0 0,0-1,0 1,-1 0,1 0,-1 0,-1 0,1 0,-1 0,0 0,0 1,0-1,-1 0,0 1,1 0,-3-2,-2 0,-1 0,0 0,-1 0,1 1,-1 1,0-1,0 2,0-1,-1 1,1 0,-1 1,0 0,0 1,0 0,1 1,-1 0,0 0,0 1,0 0,0 1,0 0,1 0,-1 1,-5 3,14-6,0 0,0 0,0 0,0 0,0 1,0-1,0 0,0 0,0 1,0-1,0 0,0 1,1-1,-1 1,0-1,0 1,0 0,1-1,-1 1,0 0,1 0,-1-1,0 1,1 0,-1 0,1 0,0 0,-1 0,1-1,0 1,-1 0,1 0,0 0,0 0,0 0,0 0,0 0,0 0,0 0,0 0,0 0,0 0,1 0,-1 0,0 0,1 0,-1 0,0 0,1-1,0 1,-1 0,1 0,-1 0,1-1,0 1,-1 0,1-1,0 1,0 0,0-1,-1 1,2-1,5 1,-1-1,1 0,0 0,0 0,0-1,-1 0,1-1,0 1,-1-1,1 0,-1-1,6-2,-4 2,272-129,-277 130,0 1,0 0,-1-1,1 1,0 0,0 0,0 0,0 1,0-1,0 1,1 0,-1-1,0 1,0 1,0-1,0 0,0 1,0 0,0-1,0 1,0 1,0-1,0 0,-1 1,1-1,0 1,-1 0,1 0,19 36,15 14,-31-48,-1-1,1 1,0-2,0 1,0 0,0-1,1-1,-1 1,1-1,-1 0,1 0,-1-1,1 1,-1-2,1 1,-1-1,1 0,-1 0,1-1,4-1,6-3,-1 0,0-1,0-1,-1 0,0-1,0-1,3-3,-8 5,0-1,-1 1,0-2,0 1,-1-1,0-1,-1 1,0-1,-1 0,0-1,0 0,-2 0,1 0,-2 0,1-1,-2 1,1-5,-3 17,0-1,-1 0,1 1,0-1,0 0,0 0,0 0,0 1,0-1,0 0,0 0,0 1,0-1,0 0,1 0,-1 1,0-1,1 0,-1 1,0-1,1 0,-1 1,1-1,-1 0,1 1,-1-1,1 1,-1-1,1 1,0-1,-1 1,1-1,0 1,-1 0,1-1,0 1,-1 0,1 0,0 0,0-1,-1 1,1 0,0 0,0 0,0 0,-1 0,1 0,0 0,0 1,-1-1,1 0,0 0,0 1,-1-1,1 0,0 1,-1-1,1 0,-1 1,1-1,0 1,-1-1,1 1,-1 0,1-1,-1 1,1-1,-1 1,0 0,1 0,108 124,-105-121,0 0,0 0,0 0,0 0,1-1,0 0,-1 0,1 0,0 0,0-1,1 0,-1 0,0 0,1-1,-1 0,1 0,-1 0,1-1,0 1,-1-1,1-1,0 1,-1-1,1 0,-1 0,1-1,0 0,16-12,-1 0,0-2,-1 0,-1-2,0 0,-1-1,-2 0,0-2,7-12,-15 24,27-38,-35 48,0-1,0 0,0 0,0 1,0-1,0 0,0 1,0-1,0 0,0 0,0 1,0-1,0 0,0 1,0-1,0 0,1 0,-1 1,0-1,0 0,0 0,1 0,-1 1,0-1,0 0,0 0,1 0,-1 0,0 1,0-1,1 0,-1 0,0 0,1 0,-1 0,0 0,0 0,1 0,-1 0,0 0,1 0,-1 0,0 0,1 0,-1 0,0 0,0 0,1 0,-1 0,0 0,0 0,1-1,-1 1,0 0,0 0,1 0,-1 0,0-1,0 1,0 0,1 0,-1-1,0 1,0 0,0 0,0-1,1 1,-1 0,0 0,0 27,0-24,-1-1,0-1,1 1,-1 0,1 0,-1 0,1 0,0 0,0 0,0 0,0 0,0-1,0 1,1 0,-1 0,0 0,1 0,0 0,-1-1,1 1,0 0,0 0,0-1,0 1,0-1,0 1,1-1,-1 1,0-1,1 0,-1 0,1 1,0-1,-1 0,1 0,0-1,0 1,-1 0,1-1,0 1,0-1,0 1,0-1,0 0,10-2,-1-1,0-1,0 0,0-1,-1 0,0 0,0-1,0 0,-1-1,1 0,2-4,-11 11,17-15,1 0,-2 0,0-2,-1 0,0-1,2-5,-17 22,0 0,0 0,0-1,0 1,0 0,-1-1,1 1,0 0,0-1,-1 1,1-1,-1 1,1-1,-1 1,0-1,0 1,0-1,0 0,0 1,0-1,0 1,0-1,0 1,-1-1,1 1,-1-1,1 1,-1-1,0 1,1-1,-1 1,0 0,0-1,0 1,0 0,0 0,0 0,0 0,-1 0,1 0,0 0,0 0,-1 0,1 1,-1-1,1 0,-1 1,1 0,-1-1,1 1,-1 0,1-1,-1 1,1 0,-1 0,-14-2,1 0,-1 1,1 1,-1 0,0 1,1 0,-1 2,1 0,0 0,0 2,0 0,0 0,1 2,0-1,-12 9,22-13,0 0,0 0,0 0,0 1,1-1,-1 1,1 0,0 0,-1 0,1 0,1 1,-1-1,1 1,-1 0,1 0,0 0,0 0,0 0,1 0,0 0,0 0,0 1,0-1,0 0,1 1,0-1,0 1,0-1,1 1,-1-1,1 0,0 1,0-1,1 0,-1 0,1 0,0 0,0 0,0 0,0 0,4 3,-1-3,1 0,-1 0,1 0,0-1,1 0,-1 0,0 0,1-1,0 0,-1-1,1 1,0-1,0 0,0-1,0 0,0 0,0 0,0-1,-1 0,1 0,0-1,0 0,-1 0,1 0,-1-1,6-3,22-14</inkml:trace>
  <inkml:trace contextRef="#ctx0" brushRef="#br0" timeOffset="29270.09">3062 1243,'-11'3,"-1"-1,1 2,0-1,0 2,0-1,0 2,1-1,0 1,0 1,0 0,1 0,0 1,1 0,-1 0,2 1,-1 0,1 1,1 0,-6 9,10-15,1-1,-1 1,1-1,0 1,0-1,0 1,0 0,1-1,0 1,0 0,0 0,0 0,0-1,1 1,-1 0,1-1,0 1,0 0,0-1,1 1,0-1,-1 0,1 1,0-1,0 0,1 0,-1 0,1-1,-1 1,1 0,0-1,0 0,0 0,0 0,1 0,1 1,22 10,0 0,1-3,1 0,0-1,2-2,63 21,-54-12,0 2,-1 2,-1 2,17 12,-49-29,0 0,1-1,0 0,0 0,0-1,0 1,1-2,-1 1,1-1,0 0,-1-1,1 0,0 0,0 0,0-1,0 0,0-1,0 0,3-1,-1-1,-1 1,-1-2,1 0,0 0,-1 0,0-1,0 0,0-1,-1 0,0 0,0 0,0-1,-1 0,1-2,8-14</inkml:trace>
  <inkml:trace contextRef="#ctx0" brushRef="#br0" timeOffset="37099.766">830 3557,'11'22,"9"20,7 13,6 12,5 5,-1 4,-1-2,0-6,-2-8,0-13,2-11,1-12,1-10,-2-12,-1-11,-6-10,-4-12,-8 0</inkml:trace>
  <inkml:trace contextRef="#ctx0" brushRef="#br0" timeOffset="37399.699">695 4011,'5'-7,"8"-6,13-11,16-8,17-7,14-7,11-1,6-1,3 4,-4 7,-17 10</inkml:trace>
  <inkml:trace contextRef="#ctx0" brushRef="#br0" timeOffset="37950.902">1592 3945,'6'-20,"-1"0,-1 0,-1 0,0-1,-2 1,0-1,-1 1,-1-1,-1 1,-1-1,-1 1,-1-1,3 15,-1 0,0 1,0-1,-1 0,0 1,0 0,0 0,0 0,-1 1,0-1,0 1,0 0,0 0,-1 1,1-1,-1 1,0 1,-5-3,36-4,0 3,107-12,-126 18,0 0,0 1,0-1,0 1,-1 0,1 1,0-1,0 1,-1 0,1 1,-1-1,0 1,0 0,0 0,0 1,0 0,-1-1,1 2,-1-1,2 3,86 176,-91-180,1-1,0 0,-1 0,1 0,0 0,1 0,-1 0,0 0,0-1,1 1,-1-1,1 0,-1 0,1 0,0 0,-1 0,1 0,0-1,0 1,-1-1,1 0,0 0,0 0,0 0,-1 0,1-1,0 1,0-1,-1 0,1 0,0 0,-1 0,1 0,0-1,6-3,-1-1,0 1,0-2,-1 1,1-1,-2 0,1-1,-1 0,2-2,0-1,0 0,-1-1,0 0,-1 0,0-1,-1 0,0 0,-1 0,-1 0,0-1,0 0,-2 1,0-1,0 0,-1 0,-1 1,0-1,-1 0,-3-11,-22-13,27 37,-1 0,0 1,1-1,-1 0,1 1,-1-1,0 1,0-1,1 1,-1-1,0 1,0 0,1-1,-1 1,0 0,0 0,0-1,0 1,0 0,1 0,-1 0,0 0,0 0,0 0,0 0,0 1,0-1,1 0,-1 0,0 1,0-1,0 0,1 1,-1-1,0 1,0-1,1 1,-1-1,1 1,-1 0,0-1,1 1,-1 0,1-1,-1 1,1 0,0 0,-1 0,1-1,-1 2,0 5,-1 0,1 0,0 1,0-1,1 0,0 1,0-1,1 0,0 0,0 1,1-1,0 0,0 0,1 0,0-1,0 1,0 0,1-1,0 0,0 0,3 2,-1-1,0 0,1 0,-1-1,1 0,1 0,-1-1,1 0,0 0,1-1,-1 0,1 0,-1-1,1 0,0-1,0 0,0 0,1-1,-1 0,0 0,0-1,1-1,-1 1,0-2,0 1,0-1,9-3,15-10</inkml:trace>
  <inkml:trace contextRef="#ctx0" brushRef="#br0" timeOffset="38983.132">2193 3035,'-62'-29,"62"28,-1 1,1 0,-1-1,1 1,-1 0,1 0,-1-1,1 1,-1 0,0 0,1 0,-1 0,1 0,-1 0,0 0,1 0,-1 0,1 0,-1 0,0 0,1 0,-1 0,1 1,-1-1,1 0,-1 0,0 1,1-1,-1 0,1 1,-1-1,1 0,0 1,-1-1,1 1,-1-1,1 1,0-1,-1 1,1-1,0 1,0-1,-1 1,1 0,0-1,0 1,0-1,0 1,0 0,0-1,0 1,0-1,0 1,0 0,0-1,0 1,0-1,0 1,0 0,1-1,-1 1,0-1,1 1,18 39,108 126,-68-97,79 120,-138-188,0-1,0 1,0-1,0 1,0-1,0 1,0-1,0 1,0-1,0 1,1-1,-1 1,0-1,0 0,1 1,-1-1,0 1,0-1,1 0,-1 1,0-1,1 1,-1-1,1 0,-1 0,1 1,-1-1,0 0,1 0,-1 1,1-1,-1 0,1 0,-1 0,1 0,-1 0,1 0,-1 0,1 0,-1 0,1 0,-1 0,1 0,-1 0,1 0,-1-1,1 1,-1 0,1 0,-1 0,0-1,1 1,-1 0,1 0,-1-1,1 1,3-32,-4 31,19-103,-18 100,0 0,1 0,-1 0,1 0,0 0,0 0,1 1,-1-1,1 1,0 0,0 0,0 0,0 0,0 0,1 0,-1 1,1 0,0 0,-1 0,1 0,0 0,0 1,2-1,1 3,0-1,0 1,0 1,0-1,0 1,-1 0,1 1,-1 0,0 0,1 0,-1 1,-1 0,1 0,-1 0,1 1,-1-1,0 2,-1-1,1 0,-1 1,0 0,-1 0,1 0,-1 0,1 2,-2-4,1 0,-1 0,0-1,0 2,-1-1,1 0,-1 0,0 0,0 1,0-1,0 0,-1 1,0-1,0 1,0-1,0 1,-1-1,1 0,-1 1,-1-1,1 0,0 1,-1-1,0 0,0-3,0-1,-1 0,1 1,0-1,0 0,0 0,0-1,-1 1,1 0,0-1,0 1,0-1,0 1,0-1,0 0,0 0,0 0,0 0,0-1,1 1,-1 0,0-1,1 1,-1-1,1 1,0-1,-1 0,1 0,0 0,0 0,0 0,0 0,0 0,1 0,-5-8,1 0,0 0,1 0,1-1,-1 1,2-1,-1 0,1 0,1 1,0-1,1 0,0 0,0 0,1-1,-1 7,0-1,0 1,1 0,0 0,-1 0,2 0,-1 0,0 0,1 0,0 1,0-1,1 1,-1 0,1 0,0 0,0 1,0-1,0 1,1 0,-1 0,1 1,0-1,0 1,0 0,0 0,0 0,0 1,1 0,-1 0,0 2,-1-1,0 1,1 0,-1 0,0 0,1 1,-1-1,0 1,0 0,0 1,-1-1,1 1,0-1,-1 1,0 0,1 0,-1 1,-1-1,1 0,0 1,-1 0,0 0,1 0,-2 0,1 0,0 0,0 2,43 55,-42-60,0 1,0 0,0 0,0-1,0 0,0 0,1 0,-1 0,1 0,-1-1,0 1,1-1,-1 0,1 0,-1 0,1-1,-1 1,1-1,-1 0,0 0,1 0,-1 0,0 0,0-1,0 1,0-1,0 0,0 0,0 0,-1-1,3-1,3-4,0 0,-1 0,1-1,-2 0,1 0,-1 0,-1-1,0 0,2-4,-4 6,1 1,-2 0,1-1,-1 1,0-1,0 0,-1 0,0 0,-1 1,0-1,0 0,0 0,-1 0,0 0,-1 0,0 1,0-1,-1 1,0-1,0 1,0 0,-1 0,-4-5,89 59,-77-44,1 1,0-1,0 0,0-1,0 1,1-1,-1 0,1 0,-1-1,1 0,0 0,-1 0,1 0,0-1,0 0,0 0,-1-1,1 1,0-1,0-1,-1 1,1-1,-1 0,1 0,-1-1,0 1,0-1,1-1,1-5,0-1,0 0,-1 0,0-1,-1 1,0-1,0-1,-1 1,-1 0,0-1,-1 0,0 0,-1 0,0 0,-1 0,0 0,-1 0,0 0,-1 1,0-1,-1 0,0 1,-4-8,12 30,-1-1,2 0,-1 0,1 0,1-1,-1 0,2 0,-1-1,1 0,1 0,-1-1,1 0,0 0,1-1,0 0,0-1,0 0,0-1,6 2,-8-5,-1 1,1-1,0 0,0-1,0 0,0 0,-1-1,1 0,0 0,0-1,-1 0,1 0,-1-1,1 0,3-2,7-7</inkml:trace>
  <inkml:trace contextRef="#ctx0" brushRef="#br0" timeOffset="39269.391">3103 2473,'-16'0,"-6"3,4 0,12 4,13 4,17 2,16-2,15 1,9-3,-7-2</inkml:trace>
  <inkml:trace contextRef="#ctx0" brushRef="#br0" timeOffset="39566.462">3637 2647,'9'-2,"0"-1,-1 0,1 0,-1-1,0 0,0 0,0-1,-1 0,0-1,0 1,0-1,0-1,-1 1,0-1,0 0,-1-1,0 1,-1-1,1 0,-1 0,-1 0,1-1,-2 0,2-4,-1 6,-1-1,0 0,-1 0,1 0,-1 0,-1 0,0 0,0 0,0 0,-1 0,-1-4,1 10,1-1,-1 0,0 0,0 1,0-1,0 1,-1-1,1 1,-1-1,0 1,1 0,-1-1,0 1,0 0,0 0,-1 1,1-1,0 0,-1 1,1-1,-1 1,0 0,1 0,-1 0,0 0,0 1,1-1,-1 1,0-1,0 1,0 0,0 0,-1 0,-3 2,-1 0,0 0,1 1,0 0,-1 0,1 1,0 0,1 0,-1 0,1 1,0 0,0 0,0 1,1 0,0 0,0 0,0 0,1 1,0 0,0 0,1 0,-1 0,2 0,-1 1,1 0,0-1,1 1,0 0,0 3,0-5,2 1,-1-1,1 0,0 1,0-1,1 0,-1 0,1 1,1-1,-1-1,1 1,0 0,1-1,-1 1,1-1,0 0,0 0,1-1,-1 1,1-1,0 0,0 0,3 1,6 3,-1 0,1-1,0-1,0 0,1-1,0-1,0 0,0-1,6 0,6 0,1-2,0-1,0-2,0 0,0-2,0-1,-1-1,0-1,0-2,-1 0,4-4,9-6</inkml:trace>
  <inkml:trace contextRef="#ctx0" brushRef="#br0" timeOffset="41421.847">1511 5201,'-8'-276,"8"268,-1-3,1 0,0 0,0 0,1 0,1 0,0 0,0 0,3-7,-4 17,0-1,-1 1,1-1,0 1,0-1,0 1,0 0,0-1,0 1,0 0,0 0,1 0,-1 0,0 0,1 0,-1 0,0 0,1 0,0 1,-1-1,1 1,-1-1,1 1,0-1,-1 1,1 0,-1 0,1 0,0 0,-1 0,1 0,0 1,-1-1,1 0,0 1,-1-1,1 1,1 0,56 35,-58-35,23 16,-2 1,0 1,-1 1,0 1,-2 1,-1 1,15 23,-32-45,0 0,0 0,-1-1,1 1,0 0,-1 0,1 0,-1 0,1 0,-1 0,0 0,1 0,-1 0,0 0,0 0,0 0,1 0,-1 0,0 0,0 0,-1 0,1 0,0 0,0 0,0 0,-1 0,1 0,-1 0,1 0,0 0,-1 0,0 0,1 0,-1 0,0 0,1-1,-1 1,0 0,0-1,1 1,-1 0,0-1,0 1,0-1,0 1,0-1,0 0,0 1,0-1,0 0,-1 0,-3 1,-1-1,1 0,0-1,-1 1,1-1,0 0,-1-1,1 1,0-1,0 0,0 0,0-1,0 1,0-1,3 1,0 1,-1 0,1-1,0 0,0 1,0-1,0 0,1 0,-1 0,0 0,1 0,-1-1,1 1,0 0,0-1,0 1,0-1,0 1,0-1,1 1,-1-1,1 0,0 1,0-1,0 1,0-1,0 0,1 1,-1-3,7-8,-1-1,2 1,0 0,0 0,1 1,1 0,0 1,0 0,1 0,3 0,-1-3,-9 11,5-8,1 1,0 1,1 0,0 0,0 1,1 0,0 1,1 1,5-3,-15 9,0 0,0 1,-1-1,1 1,0-1,0 1,0 0,-1 0,1 0,0 0,-1 1,1-1,-1 1,1 0,-1-1,0 1,0 0,0 0,0 0,0 1,0-1,-1 0,1 1,-1-1,1 1,-1 0,0-1,0 1,0 0,0 0,-1 0,1-1,-1 1,0 0,0 2,11 22,-10-24,0 0,0 0,0-1,0 1,1-1,-1 1,1-1,0 0,-1 0,1 1,0-1,0 0,1-1,-1 1,0 0,0-1,1 1,-1-1,1 0,0 1,-1-1,1-1,0 1,-1 0,1-1,0 1,0-1,0 0,-1 0,1 0,0 0,0 0,0-1,0 1,-1-1,1 0,2-1,2-2,0-1,-1-1,0 1,0-1,0 0,-1 0,1-1,-2 1,1-1,-1-1,0 1,0 0,-1-1,0 0,0 0,-1 0,0 0,-1 0,1 0,-2 0,1 0,-1-7,-1 11,0-1,0 1,0 0,-1 0,0-1,0 1,0 0,0 0,0 1,-1-1,0 0,0 1,0-1,0 1,0 0,-1 0,1 1,-1-1,0 1,0-1,0 1,0 0,0 1,0-1,-1 1,1 0,0 0,-1 0,-1 0,1 0,-1 0,0 0,0 1,1 0,-1 0,0 0,0 1,1 0,-1 0,0 0,1 1,-1 0,1 0,0 0,-1 1,1-1,0 1,0 0,1 1,-1-1,1 1,-4 4,5-4,0 0,0 0,0 0,0 1,1-1,0 1,0 0,0 0,0-1,1 1,0 0,0 1,0-1,1 0,0 0,0 0,0 0,0 0,1 0,0 0,0 0,0 0,1 0,-1 0,1 0,1 0,-1-1,1 1,-1-1,1 0,0 0,1 0,-1 0,1 0,-1-1,1 0,0 1,1-1,-1-1,0 1,1-1,0 1,-3-3,0 1,0 0,1-1,-1 1,0-1,1 0,-1 0,0 0,0 0,1 0,-1 0,0-1,0 1,1-1,-1 1,0-1,0 0,0 0,0 0,0 0,0-1,0 1,0 0,0-1,-1 1,1-1,0-1,13-15</inkml:trace>
  <inkml:trace contextRef="#ctx0" brushRef="#br0" timeOffset="41733.106">1912 4292,'-7'3,"-1"-1,1 1,0 1,1-1,-1 1,0 0,1 1,0 0,0 0,0 0,1 0,0 1,0 0,0 0,1 1,0-1,0 1,0 0,1 0,0 0,0 0,1 1,0-1,1 1,-1-1,1 1,1 0,-1 0,1-1,1 1,0 0,0-1,0 1,1 1,4 0,1-1,0 1,0-2,1 1,0-1,0 0,0-1,1 0,0 0,0-1,1 0,0-1,0 0,0 0,0-1,0 0,1-1,-1 0,1-1,2 0,16 6,-10-3,0 1,-1 1,0 1,0 0,0 2,-1 0,-1 0,1 2,8 7,-2 2,-19-14,1-1,0 0,1 0,-1 0,1-1,0 1,0-2,1 1,-1-1,1 1,-1-2,1 1,0-1,0 0,0 0,0-1,1 0,-1-1,0 1,1-1,1-1,4-3,-1 0,1-2,-1 1,0-2,0 0,0 0,-1-1,0 0,7-8,25-20</inkml:trace>
  <inkml:trace contextRef="#ctx0" brushRef="#br0" timeOffset="42352.261">3169 3998,'-4'-2,"1"1,-1 0,0-1,-1 1,1 0,0 1,0-1,0 1,0 0,0 0,-1 0,1 1,0-1,0 1,0 0,0 0,0 0,0 1,0 0,0-1,1 1,-1 1,1-1,-1 0,-2 4,-3 1,1 0,1 1,-1 0,1 0,1 1,0 0,0 0,0 1,-1 4,-20 83,26-95,1 1,0-1,-1 1,1-1,0 1,0-1,1 1,-1-1,1 1,-1-1,1 1,0-1,-1 1,1-1,1 0,-1 1,0-1,0 0,1 0,-1 0,1 0,0 0,0 0,0-1,-1 1,2 0,-1-1,0 0,0 1,0-1,1 0,-1 0,0 0,1 0,-1-1,2 1,6-2,-1 0,1 0,-1-1,1 0,-1-1,0 0,0 0,0-1,-1 0,1-1,-1 0,0 0,0-1,-1 0,1 0,-2-1,1 0,-1 0,1-1,0-2,45-75,-50 82,-1-1,1 0,-1 0,0 0,0 0,0 0,-1 0,0 0,1-1,-1 1,-1 0,1 0,-1 0,1 0,-1 0,0 0,-1 0,1 0,-1 0,0 0,1 1,-2-1,3 3,0 0,0 0,-1 1,1-1,0 0,0 0,-1 1,1-1,-1 1,1-1,-1 0,1 1,-1-1,1 1,-1-1,1 1,-1-1,1 1,-1-1,0 1,1 0,-1-1,0 1,0 0,1-1,-1 1,0 0,1 0,-1 0,0 0,0 0,0 0,1 0,-1 0,0 0,0 0,1 0,-1 0,0 1,1-1,-1 0,0 1,0-1,1 0,-1 1,1-1,-1 1,0-1,1 1,-1-1,1 1,-1-1,1 1,-1 0,1-1,0 1,-1 0,1-1,0 1,-1 0,1-1,0 1,0 0,0 0,0-1,-1 1,1 0,1 7,0-1,0 0,1 0,0 1,0-1,1 0,-1-1,2 1,-1 0,1-1,0 0,0 0,0 0,1 0,0-1,0 1,1-1,-1-1,3 2,-4-3,0 0,0 0,1 0,-1-1,1 1,-1-1,1 0,0-1,-1 1,1-1,0 0,0 0,0 0,0-1,0 0,0 0,1 0,-1-1,0 1,0-1,-1 0,1-1,0 1,0-1,0 0,-1 0,1-1,-1 1,0-1,0 0,4-3,2-3,0-1,-1 1,0-2,-1 1,0-1,-1 0,0-1,-1 0,0 0,-1 0,0-1,-1 1,0-1,-1 0,0 0,-1-1,-1 1,0-8,-1 18,0 1,0-1,0 1,0 0,-1-1,1 1,-1-1,1 1,-1 0,0 0,0-1,0 1,0 0,0 0,-1 0,1 0,-1 0,1 0,-1 1,0-1,0 0,1 1,0 1,0 1,0-1,0 1,0-1,0 1,0 0,0-1,0 1,0 0,1 0,-1-1,0 1,1 0,-1 0,0 0,1 0,-1 0,1 0,-1 0,1 0,0 0,0 0,-1 0,1 0,0 0,0 0,0 1,0-1,0 0,0 0,0 0,1 0,-1 0,0 1,1 4,0 0,0 0,0 0,1 0,0 0,0 0,0 0,1-1,0 1,0-1,0 0,1 0,0 0,0 0,0-1,0 1,1-1,-1 0,1-1,0 1,1-1,-1 0,0 0,1 0,0-1,0 0,-1 0,1 0,0-1,1 0,-1 0,0-1,0 0,0 0,2 0,16-5</inkml:trace>
  <inkml:trace contextRef="#ctx0" brushRef="#br0" timeOffset="42651.48">3369 3516,'-13'3,"-8"2,3 1,9-1,13-3,12-9,4-3</inkml:trace>
  <inkml:trace contextRef="#ctx0" brushRef="#br0" timeOffset="43416.428">3584 3303,'-16'-57,"16"58,0-1,0 0,0 0,1 0,-1 0,0 0,0 0,0 0,0 0,0 0,1 0,-1 0,0 1,0-1,0 0,1 0,-1 0,0 0,0 0,0 0,0 0,1-1,-1 1,0 0,0 0,0 0,0 0,1 0,-1 0,0 0,0 0,0 0,0 0,0 0,1-1,-1 1,0 0,0 0,0 0,0 0,0 0,0-1,0 1,0 0,15 20,-14-19,137 184,99 95,-221-262,-15-19,-1 1,1-1,-1 1,1-1,-1 1,1-1,-1 1,1-1,-1 0,0 1,1-1,-1 0,0 1,0-1,0 0,1 0,-1 1,0-1,0 0,0 0,0 1,0-1,0 0,-1 0,1 1,0-1,0 0,0 1,-1-1,1 0,0 1,-1-1,1 0,0 1,-1-1,1 1,-1-1,1 1,-1-1,0 1,1-1,-1 1,1-1,-2-3,-4-11,1-1,1 1,1-1,0 0,0 0,2 0,0 0,1 0,0 0,3-15,-1 27,-1 1,0 0,1-1,0 1,0 0,0 0,0 0,0 0,1 0,-1 1,1-1,0 1,0 0,-1 0,2 0,-1 0,0 0,0 0,0 1,1 0,-1-1,1 1,-1 1,1-1,0 0,-1 1,1 0,0 0,3 0,5 0,0 1,0 0,1 1,-1 0,0 1,0 1,-1-1,5 4,48 33,-62-39,0 1,-1-1,1 1,-1-1,1 1,-1 0,0-1,0 1,0 0,0 0,0 0,0 0,0 0,-1 0,1 0,-1 0,1 0,-1 0,0 0,0 1,0-1,0 0,0 0,0 0,-1 0,1 0,-1 0,1 0,-1 0,0 0,0 0,0 0,-1 1,-2 2,0-1,0 0,0 0,-1 0,0 0,0-1,0 0,0 0,-1 0,1-1,-1 0,1 0,-1 0,0-1,0 1,0-2,0 1,0 0,0-1,0 0,0-1,-3 0,6-1,0 1,1-1,-1 0,1 0,-1 0,1 0,0 0,0-1,0 1,0-1,0 1,1-1,-1 0,1 0,0 0,-1 0,1 1,1-2,-1 1,0 0,1 0,0 0,-1 0,1 0,0 0,1 0,-1-1,0 1,1 0,0 0,0 0,0 0,0 0,0 0,1 1,-1-1,2-1,10-26,1 0,2 2,1 0,1 1,2 0,0 2,2 0,13-11,-29 30,0-1,1-1,1 1,-1 1,1-1,0 1,1 0,-1 1,1 0,0 1,3-1,-10 5,1 0,-1 0,1 0,-1 1,0-1,1 1,-1 0,0 0,1 0,-1 0,0 0,0 0,0 1,0-1,0 1,0-1,0 1,-1 0,1 0,0 0,-1 0,0 0,1 0,-1 0,0 0,0 0,0 1,0-1,-1 0,1 1,-1-1,1 1,-1-1,0 1,9 19,-6-18,0 0,1 0,0 0,0 0,0-1,0 0,0 0,0 0,1 0,0 0,-1-1,1 0,0 0,0 0,0-1,1 0,-1 0,0 0,0 0,1-1,-1 0,0 0,0 0,1-1,-1 0,0 0,0 0,0-1,0 1,0-1,0 0,0-1,0 1,-1-1,1 0,-1 0,0-1,0 1,0-1,-1 0,1 0,-1 0,0 0,0-1,0 1,1-3,-1 2,1 0,-1 0,0 0,0-1,-1 1,0-1,0 0,0 0,-1 0,1 0,-1 0,-1 0,1 0,-1 0,0 0,-1 0,1 0,-1 0,0 0,-1 0,1 0,-1 0,-1 1,1-1,-1 1,0-1,0 1,0 0,-1 0,1 0,-1 1,-1-1,1 1,-1 0,1 0,-1 1,0-1,0 1,-1 0,1 1,-1-1,1 1,-7-2,7 3,-1 0,1 1,0-1,-1 1,1 0,-1 1,1-1,0 1,-1 0,1 1,0-1,0 1,0 0,0 0,0 1,0-1,1 1,-1 0,1 0,0 1,0-1,0 1,0 0,1 0,-1 0,1 1,0-1,-1 4,-2 1,2 0,-1 1,1 0,1 0,-1 0,2 0,0 0,0 1,0-1,2 1,-1-1,1 1,1 0,0 3,0-11,-1 0,1 1,0-1,0 0,0 0,1 0,-1 0,1 0,0 0,0 0,0-1,0 1,0 0,0-1,1 0,-1 0,1 1,-1-1,1-1,0 1,0 0,0-1,0 0,0 1,0-1,1 0,-1-1,0 1,0 0,1-1,-1 0,1 0,-1 0,0 0,1 0,-1-1,0 0,0 1,1-1,-1 0,0-1,0 1,0-1,28-11</inkml:trace>
  <inkml:trace contextRef="#ctx0" brushRef="#br0" timeOffset="43751.907">4466 2594,'-10'-7,"0"1,0 0,0 0,-1 2,1-1,-1 1,-1 1,1 0,-4-1,11 4,-1-1,1 0,-1 1,1 0,-1 0,1 0,0 1,-1 0,1 0,-1 0,1 0,0 0,-1 1,1 0,0 0,0 0,1 0,-1 1,0 0,1-1,-1 1,1 0,0 1,-3 2,3 0,0-1,0 1,0 0,0-1,1 1,0 0,1 0,-1 1,1-1,0 0,1 0,-1 1,1-1,0 0,1 1,0-1,0 0,0 0,1 1,0-1,0 0,0-1,1 1,0 0,0-1,0 1,1-1,-1 0,1 0,1 0,-1-1,1 0,0 0,0 0,0 0,0-1,1 1,4 1,25 12,0-1,0-2,1-1,1-3,5 1,-7-3,-1 2,0 1,-1 2,0 1,-1 1,4 5,-10-2,-21-13,0-1,0 0,1 0,0 0,-1-1,1 0,1 0,-1 0,0-1,1 0,-1 0,1 0,-1-1,1 0,0-1,0 1,3-1,6-5,-1-1,0 0,-1-1,0-1,0 0,-1-1,0 0,0-1,-1-1,3-3,10-6,87-77,-64 53</inkml:trace>
  <inkml:trace contextRef="#ctx0" brushRef="#br0" timeOffset="44950.022">1899 6057,'-6'-1,"0"1,0 0,0 0,0 1,0 0,0 0,0 0,0 1,0 0,1 0,-1 0,1 1,-1 0,1 0,0 0,0 1,0-1,1 1,-1 0,1 1,0-1,0 1,-2 4,-2 2,1 0,0 1,1 0,0 0,1 1,0-1,1 1,1 0,0 1,0 1,2-13,0 1,0-1,0 1,1 0,-1 0,1-1,-1 1,1 0,0-1,0 1,0 0,0 0,1 0,-1-1,1 1,0 0,-1-1,1 1,1-1,-1 1,0-1,0 1,1-1,0 0,-1 0,1 1,0-1,0-1,0 1,0 0,0 0,1-1,-1 1,0-1,1 0,-1 1,1-1,-1-1,1 1,1 0,5-4,-1 0,0-1,0 0,-1 0,1-1,-1 0,0 0,0 0,-1-1,0 0,0-1,0 0,0 0,-1 0,-1 0,1-1,-1 1,3-9,1 4,-1-1,0 0,-1 0,-1-1,0 1,0-1,-2 0,0-1,0 1,-1-1,-1 1,-1-1,0-10,0 24,0 0,0 0,0 0,0 1,0-1,0 0,0 0,0 0,0 0,0 0,-1 1,1-1,0 0,-1 0,1 0,0 1,-1-1,1 0,-1 1,1-1,-1 0,0 1,1-1,-1 1,0-1,1 1,-1-1,0 1,1-1,-1 1,0-1,0 1,0 0,1 0,-1-1,0 1,0 0,0 0,0 0,0 0,1 0,-1 0,-1 0,1 4,1-1,0 0,0 1,0-1,0 0,0 0,1 1,-1-1,1 0,0 0,0 1,0-1,0 0,1 0,-1 0,1 0,1 2,1 2,0-1,0 0,1 0,-1 0,1 0,0-1,1 1,-1-1,1-1,0 1,1-1,-1 0,1 0,-1-1,1 0,0 0,1-1,-1 0,0 0,0 0,1-1,-1 0,1-1,-1 0,1 0,0 0,-1-1,0 0,1 0,-1-1,0 0,1-1,-1 1,5-4,-1-4,-1-1,1 1,-2-2,0 1,0-2,-1 1,-1-1,0 0,-1 0,0-1,-1 0,0 0,-1 0,-1-1,0 1,-1-1,-1 0,0 0,-1 0,-2-14,-1-8,-1 1,-2 0,-1 0,-2 1,-1 0,-2 0,-2 1,-1 1,-1 0,-11-15,-16-7,42 55,-1 0,1 0,0 1,0-1,0 0,0 1,0-1,0 1,0 0,0-1,1 1,-1 0,0-1,0 1,0 0,1 0,-1 0,0-1,1 1,-1 0,1 0,-1 0,1 0,-1 0,1 0,0 0,0 1,-1-1,1 0,0 0,0 0,0 0,0 0,0 0,0 0,0 0,1 0,-1 2,0-3,-1 32,2 0,1 0,1 0,2 0,1 0,2-1,1 0,5 10,-7-19,2 0,0-1,1-1,1 1,1-2,0 0,2 0,13 13,-21-25,1 0,-1-1,2 0,-1 0,1-1,0 0,0 0,0-1,0 0,1 0,0-1,0 0,0-1,0 0,0 0,1-1,-1 0,0 0,1-1,-1-1,0 0,8-1,-3-2,0 0,-1 0,1-2,-1 1,0-2,-1 0,0 0,0-1,0-1,-1 0,0 0,-1-1,0-1,-1 1,0-2,0 1,-2-1,1-1,5-11,-4 5,-1 0,-1 0,0 0,-1-1,-1 0,-1 0,-1 0,-1 0,-1-1,0 1,-2-1,0 1,-4-17,-5-1,-2 0,-2 0,-2 1,-1 1,-1 1,-2 1,-2 0,-1 2,-13-14,-30-24,66 70,-1 0,1 0,-1-1,1 1,-1 0,1 0,-1 0,1 0,-1-1,1 1,-1 0,0 0,1 0,-1 0,1 0,-1 1,1-1,-1 0,1 0,-1 0,0 0,1 1,-1-1,1 0,-1 0,1 1,0-1,-1 0,1 1,-1-1,1 0,0 1,-1-1,1 1,-1-1,1 1,0-1,0 1,-1-1,1 1,0-1,0 1,0-1,0 1,0-1,-1 1,1 0,0-1,0 1,0-1,0 1,1-1,-1 1,0-1,0 1,0 0,0-1,1 1,-1-1,0 1,0-1,1 1,-1-1,0 0,1 1,-1-1,1 1,-1-1,1 1,6 23,0 0,2-1,1 0,1-1,6 9,-7-12,10 23,3 0,1-1,3-1,0-2,3-1,1-1,2-1,1-2,1-2,28 19,-55-44,1-1,0 0,0 0,0-1,1 0,-1 0,1-1,0-1,0 1,0-2,6 1,-14-2,0 0,-1 0,1 0,0 0,0-1,0 1,0-1,0 1,0-1,0 0,0 0,-1 0,1 0,0 0,-1 0,1 0,-1-1,1 1,-1 0,0-1,1 1,-1-1,0 0,0 0,10-19</inkml:trace>
  <inkml:trace contextRef="#ctx0" brushRef="#br0" timeOffset="45400.831">2528 5482,'-2'1,"1"1,0 0,1 0,-1 0,0 0,1 0,-1 0,1 1,-1-1,1 0,0 0,0 0,0 0,0 0,0 0,1 1,-1-1,1 0,-1 0,1 0,0 0,0 0,0 0,0 0,0-1,0 1,0 0,1-1,-1 1,1 0,-1-1,1 0,-1 1,1-1,0 0,0 0,0 0,0 0,1 1,5-2,-1-1,0 0,0 0,0 0,0-1,0 0,0-1,0 1,-1-1,1-1,-1 1,2-2,55-32,-1-3,55-47,71-47,-186 133,1-2,0 1,0-1,-1 1,2 0,-1 0,0 0,0 1,0-1,1 1,-1 0,1-1,-1 1,1 1,0-1,-1 1,1-1,0 1,-1 0,1 0,0 1,-1-1,1 1,-1 0,1 0,-1 0,1 0,-1 0,3 2,-2 4,0 0,0 0,-1 0,0 0,0 0,0 1,-1 0,0-1,-1 1,0 0,0 0,-1 0,0 2,5 24,25 45,-29-78,0 1,1 0,-1-1,1 1,-1-1,1 1,0-1,-1 0,1 1,0-1,0 0,0 0,0-1,0 1,0 0,0-1,0 1,0-1,0 1,1-1,-1 0,0 0,0 0,0 0,0-1,1 1,-1-1,0 1,0-1,0 1,0-1,0 0,0 0,0 0,0 0,1-2,8-6,-1 0,0-1,0 0,-1-1,0 0,-1 0,0-1,-1 0,0-1,-1 1,0-1,-1-1,-1 1,3-13,-3 14,-2 0,0-1,0 1,-1-1,0 1,-1-1,-1 0,-1-8,2 17,-1 0,0 0,0-1,0 1,0 0,-1 0,1 0,-1 1,0-1,0 0,-1 1,1-1,-1 1,0 0,0 0,0 0,0 0,0 0,-1 1,1-1,-1 1,1 0,-1 0,0 0,0 1,0-1,-1 1,1 0,1 1,-1-1,0 1,0 0,1 0,-1 1,0-1,1 1,-1-1,1 1,-1 1,0-1,1 0,0 1,-1-1,1 1,0 0,0 0,0 1,0-1,0 0,1 1,-1 0,1 0,0-1,-1 2,1-1,0 0,-1 3,-3 5,1 0,0 0,1 0,0 1,1-1,0 1,0 0,1 8,0-16,1 1,1-1,-1 1,0 0,1-1,0 1,0 0,1-1,-1 1,1 0,0-1,0 1,1-1,-1 0,1 1,0-1,0 0,1 0,-1 0,1 0,0 0,0-1,0 1,0-1,0 0,1 0,0 0,0 0,-1-1,2 1,-1-1,0 0,0 0,1-1,-1 1,1-1,3 1,-1-3,-1 0,1 0,0-1,-1 0,1 0,-1 0,0-1,1 0,-1 0,4-4,24-15</inkml:trace>
  <inkml:trace contextRef="#ctx0" brushRef="#br0" timeOffset="45702.406">3303 4572,'-1'0,"-83"-5,81 5,0 0,1 1,-1 0,0-1,0 1,1 0,-1 0,1 1,-1-1,1 0,-1 1,1 0,0-1,0 1,0 0,0 0,0 0,0 0,0 1,1-1,-1 0,1 1,0-1,0 1,0-1,0 1,0 0,0 0,1 8,0 0,1 0,0 0,0 0,1-1,1 1,0-1,0 1,1-1,1 0,0 0,0-1,0 1,1-1,1 0,0-1,0 0,0 0,7 5,41 41,2-3,3-2,52 32,-89-64,-9-5,1-1,0 0,1-1,0 0,0-1,1-1,0-1,0-1,1 0,-1-1,1-1,1 0,-1-1,1-2,-1 0,1 0,-1-2,1 0,-1-2,1 0,19-9,0-2,0-2,-2-1,10-8,13-7</inkml:trace>
  <inkml:trace contextRef="#ctx0" brushRef="#br0" timeOffset="46300.496">3449 6323,'-11'2,"0"1,0-1,0 2,0-1,0 2,1-1,-1 1,1 1,1 0,-1 0,1 1,0 1,1-1,-1 1,1 0,1 1,0 0,0 0,1 1,0 0,0 0,1 0,1 1,0-1,0 1,1 0,0 0,1 1,1-1,0 0,0 1,1 2,-1-11,1 0,0 0,0 0,1 0,-1 0,1 0,-1 0,1 0,0 0,0 0,0-1,0 1,1 0,-1 0,1-1,0 1,0-1,0 0,0 1,0-1,0 0,0 0,1 0,-1-1,1 1,-1-1,1 1,0-1,0 0,0 0,-1 0,1 0,0 0,0-1,0 1,0-1,0 0,0 0,0 0,0 0,0-1,0 1,2-1,6-5,0 0,0-1,0 0,-1-1,0 0,0 0,-1-1,0 0,-1-1,0 0,-1 0,1-1,-2 0,0 0,0 0,-1-1,0 0,-1 0,-1 0,2-11,-1 3,0 1,-2 0,0-1,-1 1,-1-1,-1 0,-1 1,-1-1,0 1,-1 0,-1 0,-1 0,-1 1,-1 0,0 0,-4-5,-19-35,-3 1,-34-45,50 90,24 42,10 20,2-1,2 0,2-2,3-1,1 0,2-2,12 12,-31-45,0 0,1-1,0 0,1-1,0 0,0-1,0 0,1 0,1-1,-1-1,5 1,23 6</inkml:trace>
  <inkml:trace contextRef="#ctx0" brushRef="#br0" timeOffset="47150.151">2875 6752,'-101'-26,"97"26,1 0,-1 0,1 0,0 0,-1 1,1 0,0-1,0 1,-1 0,1 0,0 1,0-1,0 1,0-1,0 1,1 0,-1 0,0 0,1 0,0 1,-1-1,1 1,0 0,0-1,0 1,1 0,-1 0,1 0,-1 1,1-1,0-1,0 0,0 1,0-1,1 1,-1-1,1 1,0-1,-1 1,1-1,0 1,1 0,-1-1,0 1,1-1,-1 1,1-1,0 1,0-1,0 0,0 1,0-1,1 0,-1 0,0 0,1 0,0 0,0 0,-1 0,1-1,0 1,0 0,0-1,1 0,-1 1,0-1,3 1,1 0,0 0,0 0,0 0,0-1,1 0,-1 0,0 0,1-1,-1 0,1 0,-1-1,0 1,1-2,-1 1,1-1,0-1,1 0,-1-1,0 0,0 0,0 0,-1-1,1 0,-1-1,0 1,-1-1,1 0,-1-1,0 1,-1-1,1 0,-2 0,1-1,-1 1,3-8,1-8,0-1,-1 0,-2 0,0-1,-1-22,-2 47,-1 1,0-1,0 0,0 0,0 1,1-1,-1 0,0 0,0 1,0-1,1 0,-1 0,0 0,0 0,1 1,-1-1,0 0,1 0,-1 0,0 0,1 0,-1 0,0 0,0 0,1 0,-1 0,0 0,1 0,-1 0,0 0,1 0,-1 0,0 0,0 0,1 0,-1 0,0-1,1 1,-1 0,0 0,0 0,1-1,-1 1,0 0,0 0,0 0,1-1,-1 1,0 0,0 0,0-1,0 1,0 0,1-1,-1 1,0 0,0 0,0-1,0 1,0 0,0-1,0 1,0 0,0-1,0 1,0 0,0-1,0 1,-1 0,21 23,-16-17,-2-2,1-1,0 1,0-1,0 0,0 1,1-1,0-1,-1 1,1-1,0 1,0-1,0 0,1 0,-1-1,0 1,1-1,-1 0,1 0,-1-1,1 1,-1-1,1 0,0 0,-1 0,1-1,-1 0,1 0,15-6,-1-1,0 0,0-2,-1 0,0-1,-1-1,5-5,-4 5,24-19,-6 4</inkml:trace>
  <inkml:trace contextRef="#ctx0" brushRef="#br0" timeOffset="48050.033">3985 6177,'-1'-19,"-1"0,-1 1,0-1,-2 1,0-1,-1 1,0 1,-2-1,0 1,-1 1,-1 0,0 0,-1 0,-1 2,0-1,-1 1,-1 1,-12-10,26 22,1 1,-1-1,1 0,0 0,-1 1,1-1,0 0,-1 1,1-1,0 0,0 1,0-1,0 1,0 0,0-1,-1 1,1 0,0-1,0 1,0 0,0 0,0 0,0 0,0 0,0 0,0 0,0 0,0 0,0 0,0 1,0-1,0 0,0 1,0-1,0 1,0-1,-1 1,1-1,1 1,19 0,179-35,-197 34,-1-1,1 1,-1-1,1 1,0 0,-1 0,1 0,-1 0,1 1,-1-1,1 1,-1-1,1 1,-1 0,1 0,-1 0,0 0,1 1,-1-1,0 1,0-1,0 1,0 0,0-1,-1 1,1 0,0 0,-1 0,0 1,1-1,-1 0,0 1,0-1,1 3,7 37,-10-38,1-1,0 1,0-1,0 1,1-1,-1 0,1 1,0-1,-1 1,2-1,-1 0,0 0,1 0,-1 0,1 0,0 0,0 0,0 0,0-1,1 1,-1-1,1 1,-1-1,1 0,0 0,0 0,0-1,0 1,0-1,0 0,0 1,1-1,-1-1,0 1,4 0,3-3,0 0,0-1,0 0,0-1,-1 0,1 0,-1-1,0-1,-1 1,1-1,-1-1,-1 1,1-1,-1-1,0 0,0 0,-1 0,4-7,-2 5,-1-1,0 1,0-2,-1 1,0-1,-1 0,-1 0,0 0,0-1,-1 1,-1-1,0 0,-1 0,0 0,-1 0,-1 0,0 1,0-1,-1 0,-1 0,0 1,-5-13,-27-13,35 37,-1 0,0 1,0-1,0 0,0 1,0-1,0 1,1 0,-1-1,0 1,0 0,-1 0,1-1,0 1,0 0,0 0,0 0,0 0,0 0,0 0,0 1,0-1,0 0,0 1,0-1,0 0,0 1,0-1,0 1,1-1,-1 1,0 0,0-1,0 1,1 0,-1 0,0-1,1 1,-1 0,1 0,-1 0,1 0,-1 0,1 0,-1 0,1 1,-3 7,1 0,-1 1,2 0,0 0,0-1,0 1,2 0,-1 0,1 0,0-1,1 1,0 0,1-1,0 1,0-1,1 0,1 0,-1-1,1 1,1-1,0 1,-1-3,0 1,0-1,1-1,0 1,0-1,0 0,1-1,0 1,0-1,0 0,0-1,0 0,1 0,0-1,-1 1,1-2,0 1,0-1,0 0,0-1,0 0,0 0,0-1,0 0,0 0,0-1,0 0,-1 0,1-1,-1 0,1-1,33-23,-7-4</inkml:trace>
  <inkml:trace contextRef="#ctx0" brushRef="#br0" timeOffset="48566.491">4719 5321,'-1'1,"-9"9,-1 0,1 1,1 0,0 1,0 0,1 0,1 1,-6 13,13-24,0 0,0 1,0-1,0 0,1 1,-1-1,1 0,-1 1,1-1,0 0,0 0,0 0,0 0,0 0,0 0,1 0,-1 0,1 0,-1 0,1-1,0 1,0-1,0 1,0-1,0 0,0 0,0 0,0 0,0 0,0 0,1 0,-1-1,0 1,1-1,-1 0,0 0,1 1,-1-2,0 1,1 0,-1 0,0-1,2 0,131 4,-104-5,0 2,0 1,0 1,-1 2,12 4,-38-8,0 1,0 0,-1 1,1-1,0 1,0-1,-1 1,1 0,-1 0,0 1,1-1,-1 1,0 0,-1-1,1 1,0 1,-1-1,0 0,1 1,-1-1,-1 1,1-1,0 1,-1 0,0 0,0 0,0 0,0 0,-1 0,1 0,-1 0,0 0,-1 0,1 0,0 0,-1 0,0 0,0 0,0-1,-2 5,1-3,-1 0,1 1,-1-1,0 0,0-1,0 1,-1 0,0-1,0 0,0 0,0 0,-1 0,1-1,-1 0,0 0,0 0,0 0,0-1,-1 0,1 0,-2 0,5-2,0 0,0 0,1 0,-1 0,0 0,1 0,-1-1,0 1,1-1,-1 1,1-1,-1 0,1 0,-1 1,1-1,-1 0,1 0,0-1,-1 1,1 0,0 0,0-1,0 1,0 0,0-1,0 1,0-1,1 1,-1-1,1 0,-1 1,0-2,-6-57,7 47,1 1,0 0,1-1,0 1,1 0,0 0,1 1,1-1,0 1,0-1,1 2,0-1,1 1,0 0,1 0,0 0,1 1,0 1,0 0,0 0,1 0,6-2,-14 9,0 0,0 0,0 1,0-1,0 1,0-1,0 1,0 0,0 0,0-1,0 1,0 1,0-1,0 0,0 0,0 1,0-1,0 1,0 0,0 0,0 0,-1 0,1 0,0 0,-1 0,1 0,0 1,0 0,33 54,-12-15,-17-35,1-1,-1 1,1-2,-1 1,1-1,1 0,-1 0,1-1,-1 0,1 0,0-1,0 0,0 0,0-1,1 0,-1-1,0 1,0-2,0 1,1-1,-1 0,0-1,0 0,0 0,0-1,-1 0,1 0,-1-1,0 0,6-4,9-8</inkml:trace>
  <inkml:trace contextRef="#ctx0" brushRef="#br0" timeOffset="48868.221">5094 5160,'-20'16,"-12"10,-5 5,2 2,12-12,15-16,17-16,7-6</inkml:trace>
  <inkml:trace contextRef="#ctx0" brushRef="#br0" timeOffset="49150.034">5268 5482,'5'16,"3"12,7 5,9-2,10-8,17-19,14-20,13-21,-7-5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10:32:40.8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612 1834,'-2'23,"1"18,1 14,3 9,0 5,1 3,-1-6,-1-6,-3-8,-2-12,-2-10,-2-10,-1-8</inkml:trace>
  <inkml:trace contextRef="#ctx0" brushRef="#br0" timeOffset="484.549">479 2021,'-3'-29,"-1"6,2 0,1 0,0 0,2 0,1 0,4-22,-5 41,0 0,0-1,1 1,-1 0,1 0,0 1,0-1,1 0,-1 1,1-1,-1 1,1 0,0-1,0 2,1-1,-1 0,1 1,-1-1,1 1,0 0,0 0,0 0,0 1,0 0,0-1,0 1,1 1,-1-1,0 1,0-1,1 1,-1 0,0 1,1-1,-1 1,0 0,0 0,4 1,-1 1,-1 0,0 0,1 0,-1 1,-1 0,1 0,0 0,-1 1,0-1,0 1,0 1,-1-1,0 1,0 0,0-1,-1 2,1-1,-2 0,1 1,-1-1,0 1,0 0,0 0,-1 0,0 0,-1 5,1 1,-1 1,-1 0,0 0,0 0,-2-1,0 1,0-1,-1 0,-1 0,0 0,-1 0,0-1,-3 3,2-5,0 1,-1-1,0 0,-1-1,-1 0,1 0,-1-1,-6 4,26-18,0 1,1 0,0 1,0 0,0 1,0 0,1 1,-1 0,1 1,0 0,10 1,-15 0,-1 0,0 1,1 0,-1 0,0 0,0 1,0 0,0 0,0 1,-1 0,1 0,-1 0,1 0,-1 1,0 0,0 0,-1 1,1-1,-1 1,0 0,-1 0,4 5,-3-3,-1 1,0 0,0 0,-1 0,0 0,0 0,-1 0,0 1,0-1,-1 0,0 1,0-1,-1 1,0-1,-1 0,0 0,0 0,-1 0,0 0,0 0,-1-1,0 1,0-1,-1 0,0 0,0 0,0-1,-1 0,0 0,0-1,-1 1,0-1,0-1,0 1,0-1,-1 0,1-1,-1 0,0 0,-1 0,-3 0,-1 0,1-1,0-1,-1 0,1 0,-1-1,1-1,-1 0,1-1,-1 0,-9-4,21 6,1 1,-1-1,1 0,-1 0,1 0,-1 0,1 0,-1 0,1 0,-1 0,1 0,0 0,-1 0,1 0,-1 0,1-1,-1 1,1 0,-1 0,1 0,0-1,-1 1,1 0,-1 0,1-1,0 1,-1 0,1-1,0 1,0 0,-1-1,1 1,0-1,0 1,-1-1,1 1,0 0,0-1,0 1,0-1,0 1,0-1,0 1,0-1,0 1,0-1,0 1,0-1,0 1,0 0,0-1,0 1,0-1,1 1,-1-1,0 1,0 0,0-1,1 1,-1-1,0 1,1 0,-1-1,0 1,1 0,-1-1,0 1,1 0,-1 0,1-1,33-13,-32 13,30-9</inkml:trace>
  <inkml:trace contextRef="#ctx0" brushRef="#br0" timeOffset="784.242">1200 2221,'41'11,"-40"-10,0-1,1 1,-1-1,0 1,0-1,1 1,-1-1,1 0,-1 0,0 0,1 0,-1 0,0 0,1 0,-1 0,0 0,1-1,-1 1,0 0,1-1,-1 1,0-1,0 0,1 1,-1-1,0 0,0 0,0 0,0 0,0 0,0 0,0 0,0 0,-1 0,1 0,0 0,-1 0,1-1,0 1,-1 0,0-1,1 1,-1 0,0-1,1 1,-1 0,0-1,0 1,0 0,-1-1,1 1,0-1,0 1,-3-3,1 1,-1 0,0 0,0 0,0 0,-1 0,1 1,-1-1,1 1,-1 0,0 0,1 0,-1 1,0-1,0 1,-1 0,1 0,0 0,0 1,0-1,-1 1,1 0,0 1,-2-1,5 0,0 0,0 1,1-1,-1 0,0 1,0-1,0 1,0-1,0 1,1-1,-1 1,0-1,0 1,1 0,-1-1,0 1,1 0,-1 0,1-1,-1 1,1 0,-1 0,1 0,-1 0,1 0,0 0,0 0,0 0,-1 0,1 0,0-1,0 1,0 0,0 0,0 0,1 0,-1 0,0 0,0 0,1 0,-1 0,0 0,1 0,-1 0,1-1,-1 1,1 0,7 11</inkml:trace>
  <inkml:trace contextRef="#ctx0" brushRef="#br0" timeOffset="1433.342">1908 1727,'-11'-4,"-1"1,0 1,0-1,0 2,0 0,0 1,0 0,0 0,0 1,0 1,0 0,0 1,-11 4,16-5,1 1,-1-1,1 1,0 1,-1 0,2-1,-1 2,0-1,1 1,0 0,0 0,0 0,1 1,-1-1,1 1,1 0,-1 0,1 1,0-1,1 1,-1 0,1 0,1-1,-1 3,1-4,1 1,0-1,0 1,0-1,1 1,-1-1,1 1,1-1,-1 0,1 1,0-1,0 0,1 0,-1 0,1 0,0-1,0 1,1-1,-1 0,2 1,88 68,-20-31,-53-33,0 2,-1 0,-1 1,0 1,-1 0,0 1,-1 1,-1 1,-13-14,0 0,0 0,0 1,-1-1,1 0,-1 1,1-1,-1 1,0 0,0-1,0 1,0 0,-1 0,1-1,-1 1,0 0,0 0,0 0,0 0,0-1,0 1,-1 0,0 0,1 0,-1-1,0 1,0 0,0-1,-1 1,1-1,-2 2,-3 4,-1-1,0 0,0 0,-1 0,0-1,0 0,-1 0,1-1,-1 0,-1-1,1 0,0-1,-1 1,0-2,0 1,0-2,-8 2,16-3,1 0,-1 0,1 0,-1 0,1 0,-1 0,1 0,-1 0,1-1,-1 1,1-1,-1 1,1-1,0 1,-1-1,1 0,0 0,-1 0,1 0,0 0,0 0,0 0,0 0,0 0,0 0,0 0,0-1,0 1,1 0,-1-1,0 1,1-1,0 1,-1-1,1 1,-1-2,12-56,10 15,2 2,2 1,2 1,7-6,35-55,-51 75,-1 0,-2-2,-1 0,-1 0,-1-1,-1-1,-2 0,2-17,-10 45,0 0,-1-1,0 1,1-1,-1 1,0-1,0 1,0 0,0-1,-1 1,1-1,-1 1,1 0,-1-1,0 1,0 0,0-1,0 1,0 0,-1 0,1 0,-2-1,-14 21,12 4,1 0,1 0,1 0,1 1,2-1,0 1,1-1,1 0,1 1,1 1,19 83,5-1,33 77,-54-162,-2-9</inkml:trace>
  <inkml:trace contextRef="#ctx0" brushRef="#br0" timeOffset="2433.113">1949 2008,'16'5,"1"1,0-2,1 0,-1-2,1 1,-1-2,1-1,0 0,-1-1,12-2,-8 2,295-18,-278 23,-38-4,1 0,-1 1,1-1,-1 0,1 1,-1-1,1 0,-1 1,1-1,-1 1,0-1,1 1,-1-1,0 1,1-1,-1 1,0-1,0 1,1 0,-1-1,0 1,0-1,0 1,0 0,0-1,0 1,0-1,0 1,0 0,0-1,0 1,0-1,0 1,-1 0,1-1,0 1,0-1,-1 1,1-1,0 1,-1-1,1 1,-1-1,1 1,0-1,-1 0,1 1,-1-1,1 0,-1 1,1-1,-1 0,0 1,-100 93,101-93,0 0,0 0,0 0,0 0,0 0,1 0,-1 0,0 0,1 0,-1 0,0 0,1 0,-1 0,1-1,-1 1,1 0,0 0,-1 0,1-1,0 1,0 0,0-1,-1 1,1-1,0 1,0-1,0 1,0-1,0 0,0 1,0-1,0 0,0 0,0 0,0 1,0-1,0 0,0-1,0 1,0 0,0 0,0 0,0 0,0-1,0 1,0-1,0 1,-1 0,1-1,1 0,10-2,-1 0,1-1,-1 0,1-1,-1 0,-1-1,1 0,-1-1,0 0,0 0,-1-1,0-1,-1 1,0-1,0-1,-1 1,2-4,-9 13,0 0,0 0,0 1,0-1,0 0,0 0,0 0,0 1,0-1,0 0,1 0,-1 0,0 1,0-1,0 0,0 0,0 0,0 0,1 1,-1-1,0 0,0 0,0 0,0 0,1 0,-1 0,0 1,0-1,0 0,0 0,1 0,-1 0,0 0,0 0,1 0,-1 0,0 0,0 0,0 0,1 0,-1 0,0 0,0 0,0 0,1 0,-1 0,0 0,0-1,0 1,1 0,-1 0,0 0,0 0,0 0,0 0,0-1,1 1,-1 0,0 0,0 0,0 0,0-1,0 1,0 0,0 0,0 22,0-18,-1 2,0-1,0 1,1-1,0 1,0-1,0 1,0-1,1 1,0-1,0 0,1 1,-1-1,1 0,1 0,-1 0,0 0,1 0,0 0,0-1,1 1,-1-1,1 0,0 0,0-1,0 1,1-1,-1 0,2 1,1-1,0-1,0 1,1-1,-1 0,1-1,0 0,-1 0,1-1,0 0,0 0,-1-1,1 0,0 0,-1-1,1 0,-1 0,0-1,1 1,-1-2,-1 1,1-1,0 0,-1-1,0 1,0-1,0 0,0-1,-1 0,0 0,0 0,-1 0,0 0,0-1,0 0,-1 0,0 0,0-1,14-80,-15 87,1-1,0 0,0 1,-1 0,1-1,0 1,0 0,0 0,1 1,-1-1,0 1,0 0,0-1,0 1,0 1,1-1,-1 0,0 1,0 0,0-1,0 1,0 0,0 1,0-1,2 2,-4-3,6 2,0 0,0 1,-1-1,1 1,-1 1,0-1,0 1,0 0,-1 0,1 1,-1-1,0 1,0 1,-1-1,1 1,-1-1,0 1,-1 0,0 1,0-1,0 0,0 1,0 5,3 23,-6-30,0 0,0 0,0 0,1 0,-1 0,1 0,0-1,1 1,-1 0,1-1,0 1,0-1,0 1,1-1,0 0,0 0,0 0,0-1,0 1,1-1,-1 1,1-1,0 0,0-1,0 1,1-1,-1 1,1-1,0 0,1-1,1 0,-1-1,1 0,-1 0,0 0,1-1,-1 0,0 0,1 0,-1-1,0 0,0 0,0-1,0 1,-1-1,1-1,-1 1,0-1,0 0,0 0,1-2,4-3,-1-1,0 0,0 0,-1-1,-1 0,0-1,0 1,-1-1,3-11,1-12,-2-1,-1 0,-2 0,-1-1,-2 1,-1-1,-3 1,-1-3,-1-16,-2 0,-3 1,-3-8,3 50,6 38,-1 66,5 0,4-1,3 1,7 10,-11-81,1 1,1 0,1-1,0 0,2-1,9 16,-15-30,1 1,0-1,1 0,-1 0,1 0,1-1,-1 0,1 0,0 0,0 0,0-1,0 0,1-1,0 1,0-1,0 0,0-1,0 0,0 0,1 0,2-1,21-2,-6-5</inkml:trace>
  <inkml:trace contextRef="#ctx0" brushRef="#br0" timeOffset="2749.58">3232 1780,'23'-7,"25"-6,26-4,24-4,24 1,17 0,9 4,-21 5</inkml:trace>
  <inkml:trace contextRef="#ctx0" brushRef="#br0" timeOffset="3051.791">4355 1995,'23'4,"20"2,18 0,11-2,6-1,0-1,-4-3,-10-1,-13-1,-16-2,-14 0</inkml:trace>
  <inkml:trace contextRef="#ctx0" brushRef="#br0" timeOffset="3335.138">4689 1753,'29'11,"-2"0,1 2,-2 2,0 0,0 2,13 12,-25-17,-1 0,-1 1,0 0,-1 1,0 1,-1 0,-1 0,0 1,2 7,-8-15,1 1,-2-1,1 1,-1-1,-1 1,1 0,-1 0,-1-1,0 1,0 0,-1 0,0 0,0 0,-1-1,0 1,-1-1,0 1,0-1,0 0,-1 0,-6 7,-1-1,0 0,-1 0,-1-1,0-1,0 0,-1-1,0 0,-1-2,-1 1,-12 5,4-4</inkml:trace>
  <inkml:trace contextRef="#ctx0" brushRef="#br0" timeOffset="-1479.875">5651 416,'-7'2,"-1"0,1 1,0 0,0 0,0 0,0 1,0 0,1 1,0-1,0 1,0 1,0-1,1 1,0 0,0 0,1 0,-1 1,2-1,-1 1,0 0,1 0,-1 5,4-8,0 0,0 0,0-1,1 1,0 0,-1-1,1 1,0 0,1-1,-1 1,1-1,0 0,-1 1,1-1,1 0,-1 0,0 0,1 0,-1-1,1 1,0-1,0 0,2 2,77 40,-73-40,1 0,0 0,0-1,0 0,0-1,1 0,-1 0,1-1,-1-1,1 0,-1 0,1-1,-1 0,0-1,1 0,-1-1,0 0,7-4,-14 6,0-1,-1 0,1-1,-1 1,0 0,1-1,-1 1,0-1,0 0,-1 1,1-1,-1 0,1 0,-1 0,0-1,0 1,0 0,0 0,-1 0,0-1,1 1,-1 0,0-1,0 1,-1 0,1-1,-1 1,0 0,0 0,0 0,-1-3,-2-5,-1 0,-1 0,0 1,0-1,-1 1,0 1,-1-1,-1 0,-86-68,91 76,-1-1,1 1,-1 0,1 0,-1 0,0 0,0 1,1 0,-1 0,0 1,0-1,0 1,0 0,0 0,0 0,0 1,0 0,0 0,0 0,0 1,1 0,-1-1,0 2,1-1,1 0,0 0,0 1,1-1,-1 1,0 0,1 0,-1 0,1 0,0 0,0 0,0 0,1 1,-1-1,1 1,0 0,0-1,0 1,0 0,1-1,-1 1,1 0,0 0,0 0,0-1,1 1,-1 0,1 0,0-1,0 1,0-1,1 1,-1-1,1 1,0-1,0 0,0 1,0-1,1-1,1 3,5 2,0-1,0 0,1 0,0-1,0 0,0-1,0 0,1 0,0-1,0-1,0 0,5 0,37 6</inkml:trace>
  <inkml:trace contextRef="#ctx0" brushRef="#br0" timeOffset="-1131.038">6066 470,'-2'1,"1"0,0 0,-1 1,1-1,0 1,0-1,0 1,0 0,0-1,1 1,-1 0,0-1,1 1,-1 0,1 0,0 0,0 0,-1-1,1 1,0 0,1 0,-1 0,0 0,0 0,1-1,-1 1,1 0,0 0,-1-1,1 1,0 0,0-1,0 1,0-1,0 1,1-1,-1 1,0-1,1 0,0 1,67 37,1-30,-68-9,0 0,0-1,0 1,0-1,0 1,0-1,0 0,0 0,0 1,0-2,0 1,0 0,-1 0,1 0,0-1,-1 1,1-1,-1 0,0 1,1-1,-1 0,0 0,0 1,0-1,0 0,0 0,-1 0,1 0,-1-1,1 1,-1-1,-1-5,0 0,0 0,-1 1,0-1,-1 0,0 1,0 0,-1 0,1 0,-1 0,-1 0,0 1,1 0,-2 0,1 0,-1 0,0 1,0 0,0 0,-1 1,-6-4,11 7,-1-1,1 1,-1 0,0-1,1 1,-1 0,0 0,0 1,1-1,-1 1,0-1,0 1,0 0,0 0,0 0,0 0,1 1,-1-1,0 1,0 0,0 0,1 0,-1 0,0 0,1 0,-1 1,1-1,-1 1,1 0,0 0,0 0,0 0,0 0,0 0,0 0,1 1,-1-1,1 1,-1-1,1 1,0 0,-1 1,0 1,0-1,1 1,-1 0,1-1,0 1,0 0,0 0,0 0,1 0,0 0,0 0,1 0,-1 0,1 0,0 0,0-1,1 1,-1 0,1-1,0 1,0-1,1 1,0-1,-1 0,1 0,0 0,1 0,-1-1,1 1,0-1,0 0,0 0,0 0,0-1,0 0,1 1,-1-1,3 0,79 15,-45-14</inkml:trace>
  <inkml:trace contextRef="#ctx0" brushRef="#br0" timeOffset="-797.951">6413 497,'-2'3,"1"-1,-1 1,0 0,1 0,-1 0,1 0,0 1,0-1,0 0,1 0,-1 1,1-1,0 0,0 1,0-1,0 1,0-1,1 0,-1 0,1 1,0-1,0 0,1 0,-1 0,0 0,1 0,0 0,0 0,0 0,0-1,0 1,2 1,3 3,-1-1,2 1,-1-1,1-1,0 1,0-1,0-1,1 0,0 0,0 0,1-1,-4 0,1-1,-1-1,1 1,-1-1,1 0,0 0,0-1,-1 0,1 0,0-1,0 0,-1 0,1 0,-1-1,1 0,-1 0,0-1,1 1,-1-2,0 1,-1 0,1-1,-1 0,0-1,0 1,0-1,0 0,-1 0,0 0,0-1,0 0,2-4,-3 2,1-1,-2 1,1-1,-1 0,0 0,-1 0,0 0,0 0,-1 0,0-1,-1 1,0 0,-1 0,1 0,-2 0,1 1,-2-3,2 6,0 0,0 0,0 1,-1-1,0 1,0-1,0 1,-1 0,1 1,-1-1,0 0,0 1,0 0,0 0,-1 0,1 0,-1 1,0 0,1 0,-1 0,0 1,0-1,0 1,-1 0,1 1,0-1,0 1,0 0,-1 0,-1 1,-3 0,1 1,-1 0,1 1,0 0,0 0,0 1,0 0,1 1,0 0,0 0,0 1,0 0,1 0,0 0,0 1,1 0,0 1,0 0,0-1,1 2,1-1,-1 1,1-1,1 1,-1 0,2 1,-1-1,1 0,1 2,0 15</inkml:trace>
  <inkml:trace contextRef="#ctx0" brushRef="#br0" timeOffset="-2298.035">4141 550,'23'0,"18"3,17 0,14-1,10 1,6-2,-2 0,-3-2,-10-4,-14-3,-18-3,-15 1</inkml:trace>
  <inkml:trace contextRef="#ctx0" brushRef="#br0" timeOffset="-2016.262">4516 363,'262'73,"-259"-72,8 1,0 0,-1 2,1-1,-1 1,0 0,0 1,-1 1,1-1,-1 1,0 1,-1 0,1 0,-1 0,-1 1,1 1,-2-1,4 5,-9-9,0 1,0-1,-1 1,1-1,-1 1,0-1,0 0,-1 1,1-1,-1 1,0-1,0 0,0 1,-1-1,0 0,1 0,-1 0,-1 0,1 0,-1-1,-1 3,-68 70,-161 109,211-164</inkml:trace>
  <inkml:trace contextRef="#ctx0" brushRef="#br0" timeOffset="-5050.358">411 377,'-5'57,"-1"0,-4 0,-2-1,-2 0,-3-1,-20 45,29-76,-39 76,39-99,9-16,65-277,-10-19,-55 307,-1 2,0 0,0 1,0-1,0 0,0 0,1 0,-1 1,0-1,1 0,-1 1,1-1,0 0,0 1,-1-1,1 1,0-1,0 1,1-1,-1 1,0 0,0 0,1-1,-1 1,0 0,1 0,-1 0,1 1,0-1,-1 0,1 0,-1 1,3-1,1 4,0 1,0-1,-1 1,1 0,-1 1,0-1,0 1,0 0,0 0,-1 0,0 0,0 1,0-1,5 9,20 34,-2 1,-2 1,-2 1,-3 1,-2 1,-2 0,-2 2,-2 3,28 183,-34-225,-1-8</inkml:trace>
  <inkml:trace contextRef="#ctx0" brushRef="#br0" timeOffset="-4747.843">184 817,'16'5,"17"-1,18-6,16-7,14-6,5-3,-11 1</inkml:trace>
  <inkml:trace contextRef="#ctx0" brushRef="#br0" timeOffset="-4449.594">1093 737,'6'18,"-5"-16,-1 0,0 0,0 0,1 0,0 0,-1 0,1 0,0 0,0-1,0 1,0 0,0-1,0 1,0-1,0 1,1-1,-1 1,1-1,-1 0,1 0,-1 1,1-1,0 0,0-1,-1 1,1 0,2 0,-2-2,0-1,0 0,0 1,0-1,0 0,-1 0,1 0,-1 0,1 0,-1 0,0-1,0 1,0 0,0-1,0 1,0-1,-1 1,1-1,-1 1,1-1,-1 1,0-1,0 1,0-1,-1 0,1 1,-1-1,1 1,-1-1,0 1,1-1,-1 0,1 0,-1 0,0 1,1-1,-1 0,-1 1,1-1,0 0,-1 1,1 0,-1-1,0 1,1 0,-1 0,0 0,0 0,-1 0,1 0,0 1,-1-1,1 1,-1-1,1 1,-1 0,0 0,1 0,-1 0,0 1,0-1,0 1,1 0,-1 0,0 0,0 0,0 0,0 0,0 1,1 0,-1-1,0 1,0 0,1 0,-1 1,1-1,-1 0,-1 2,3-1,-1 0,1 0,-1 0,1 0,0 0,0 1,0-1,0 0,0 1,0-1,1 0,-1 1,1-1,0 1,0-1,0 1,0-1,0 1,0-1,1 1,-1-1,1 1,-1-1,1 1,0-1,0 0,0 0,1 1,-1-1,0 0,1 0,-1 0,1 0,0-1,0 1,1 1,18 13</inkml:trace>
  <inkml:trace contextRef="#ctx0" brushRef="#br0" timeOffset="-3916.065">1708 270,'-22'-1,"1"2,-1 1,0 1,1 0,-1 2,1 0,0 2,1 0,0 1,0 1,0 1,1 1,1 1,0 0,-12 11,26-20,0-1,1 1,-1 0,1 0,0 1,0-1,0 1,1-1,-1 1,1 0,-1 0,1 0,1 0,-1 1,1-1,-1 0,1 1,0-1,1 1,-1-1,1 1,0-1,0 1,0-1,1 1,-1 0,1-1,0 0,1 1,-1-1,1 0,0 1,0-1,0 0,0-1,3 4,7 4,1 0,0-1,1-1,0 0,0 0,1-2,0 0,14 4,7 5,98 62,-126-73,-1 1,0 0,-1 1,0-1,0 1,0 1,-1-1,0 1,0 0,-1 0,0 0,0 1,-1-1,0 1,1 7,-3-14,-1 1,1 0,-1 0,0-1,0 1,0 0,0-1,0 1,0 0,-1 0,1-1,-1 1,0 0,0-1,0 1,0-1,0 1,-1-1,1 0,-1 1,1-1,-1 0,0 0,0 0,0 0,0-1,0 1,0 0,-1-1,1 1,0-1,-1 0,1 0,-1 0,0 0,1 0,-1-1,0 1,1-1,-1 0,0 0,1 0,-1 0,0 0,0 0,1-1,-2 0,0-1,1-1,-1 0,1 0,0 0,0-1,1 1,-1-1,1 0,-1 0,1 1,0-2,1 1,-1 0,1 0,-1 0,1-1,1 1,-1 0,1-1,-1 1,1-1,1 1,-1-1,0 1,1 0,0-1,0 1,1 0,-1 0,1-1,0 1,1-2,15-39,3 1,1 0,2 2,14-18,37-66,-61 103,-1 0,-1-2,-1 0,-1 0,-2 0,0-1,-2-1,0 1,-2-1,0-15,-6 24,-6 35,3 64,2 0,5 0,3 0,5 14,-4-37,2 1,3-2,2 1,13 28,-25-81,0-1,1 1,0-1,0 1,0-1,1 0,-1 0,1 0,0 0,0-1,0 1,1-1,-1 1,4 1,5 0</inkml:trace>
  <inkml:trace contextRef="#ctx0" brushRef="#br0" timeOffset="-2850.27">1721 590,'55'15,"-42"-14,73 4,0-4,1-4,2-3,91-4,-170 10,-5-1,-1 0,1 1,-1 0,0 0,1 0,-1 0,1 1,-1-1,0 1,1 0,-1 1,0-1,0 1,0 0,0 0,0 0,0 0,1 2,-4-1,-1 0,0 0,0 0,0 0,0 0,0-1,-1 1,1 0,-1 0,0 0,0 0,0-1,0 1,-1 0,1-1,-1 1,1-1,-1 1,0-1,0 0,0 0,0 0,0 0,0 0,-1 0,1-1,-1 1,-1 0,2 0,-46 35,36-29,0 0,1 1,0 0,0 1,1 0,1 1,-1 0,-5 10,15-21,-1 1,0-1,1 1,0 0,-1 0,1-1,-1 1,1 0,0 0,-1-1,1 1,0 0,0 0,0 0,0 0,-1-1,1 1,0 0,1 0,-1 0,0 0,0-1,0 1,0 0,1 0,-1 0,0 0,1-1,-1 1,1 0,-1-1,0 1,1 0,0-1,-1 1,1 0,-1-1,1 1,0-1,-1 1,1-1,0 1,0-1,0 0,39 1,-26-6,-1-1,0 0,0-1,-1 0,0-1,0 0,-1-1,0 0,-1-1,0 0,0 0,-1-1,0-1,2-5,2-2,-13 19,1 0,-1 0,1 0,-1-1,1 1,-1 0,1 0,-1 0,1 0,-1 0,1 0,-1 0,1 0,-1 0,1 0,-1 1,1-1,-1 0,1 0,-1 0,1 0,-1 1,1-1,-1 0,0 1,1-1,-1 0,1 1,-1-1,0 0,1 1,-1-1,0 1,0-1,1 1,-1-1,0 0,0 1,0-1,1 1,-1-1,0 1,0-1,0 1,0-1,0 1,0-1,0 1,0-1,0 1,0-1,0 1,-1-1,1 1,0-1,0 1,0-1,-1 1,1-1,0 1,-1-1,1 1,0 2,2 12,1 0,0 0,0 0,2-1,0 1,1-1,6 12,-10-22,0 0,1 0,0 0,-1 0,1 0,1 0,-1-1,0 1,1-1,0 0,0 0,0 0,0-1,0 1,1-1,-1 0,1 0,-1-1,1 1,-1-1,1 0,0-1,0 1,0-1,0 0,2 0,-3 0,0-1,-1 0,1 0,-1-1,1 1,-1-1,1 1,-1-1,0 0,0 0,0-1,0 1,0-1,-1 1,1-1,-1 0,1 0,-1 0,0 0,0-1,0 1,-1 0,1-1,24-85,-15-49,-11 137,0 0,0 0,0 0,1 0,-1 0,0 0,1-1,-1 1,1 0,-1 0,1 1,0-1,-1 0,1 0,0 0,0 0,0 1,0-1,-1 0,1 0,0 1,0-1,0 1,0-1,1 1,-1 0,0-1,0 1,0 0,0 0,0-1,0 1,0 0,1 0,-1 0,0 1,0-1,0 0,0 0,0 1,0-1,1 1,51 21,-42-16,1 0,-4-4,0 1,-1 1,1-1,-1 1,0 0,0 1,0 0,0 0,-1 0,0 1,0 0,0 0,-1 0,0 1,0 0,-1 0,0 0,0 0,2 7,-2 18,-5-28,1 0,-1 0,1 0,0 0,1 0,-1 0,1 0,0 0,0 0,0-1,0 1,1 0,-1 0,1-1,0 1,0-1,0 0,1 1,-1-1,1 0,0-1,0 1,0 0,0-1,3 3,-1-6,0 1,0 0,0-1,0 0,0 0,0-1,0 1,0-1,-1 0,1 0,-1-1,1 1,-1-1,0 0,0 0,0 0,0-1,-1 0,1 1,1-4,8-8,0-1,-1 0,-1-1,0-1,-1 1,-1-1,-1-1,-1 0,0 0,-1 0,1-15,4-25,-3 0,-2 0,-3-22,-1-4,-4-1,-8-46,4 95,0 29,3 25,0 55,3 0,7 49,-5-96,-1-8,1 41,3 0,3 0,2-1,2 0,14 35,-25-85,1-1,0 0,0 1,1-1,0 0,0 0,0-1,1 1,0-1,0 1,0-1,1-1,0 1,0 0,0-1,0 0,1 0,-1-1,1 0,0 0,0 0,1 0,-1-1,0 0,6 0,-10-2,0 0,-1 0,1-1,0 1,0-1,0 0,-1 0,1 1,0-1,-1 0,1 0,-1 0,1-1,-1 1,1 0,-1-1,0 1,1-1,-1 1,0-1,0 0,9-17</inkml:trace>
  <inkml:trace contextRef="#ctx0" brushRef="#br0" timeOffset="-2664.826">2964 377,'-15'2,"-9"1,8 0,17-1,27-3,29-5,30-7,25-6,19-3,-13 1</inkml:trace>
  <inkml:trace contextRef="#ctx0" brushRef="#br0" timeOffset="5633.345">5585 1780,'-9'9,"0"0,1 0,1 1,0 0,0 1,1-1,0 1,0 1,2-1,-1 1,2-1,-1 1,1 0,1 0,0 1,1-1,1 0,0 1,0-1,1 1,0-1,2 0,-1 0,1 1,2-6,1 0,-1-1,1 0,0 0,1 0,-1-1,1 1,0-2,0 1,1-1,-1 0,1-1,0 1,0-1,0-1,1 0,-1 0,0-1,1 0,-1 0,1-1,0 0,-1 0,1-1,-1 0,0-1,1 0,-1 0,5-3,-7 3,0 0,0 0,-1-1,1 0,-1 0,1 0,-1-1,0 0,-1 0,1 0,-1 0,1-1,-1 0,-1 0,1 0,-1 0,0 0,0-1,0 0,-1 1,0-1,0 0,0 0,-1 0,0 0,0-1,0-4,0-6,-1 0,0 0,-1 0,-1 0,-1 0,0 0,-1 1,-1-1,-5-9,9 21,0 1,0-1,-1 1,1 0,-1-1,0 1,-1 0,1 0,-1 0,0 1,0-1,0 1,0-1,0 1,-1 0,0 0,1 1,-1-1,0 1,0-1,-1 1,1 1,0-1,-1 1,1-1,-1 1,1 0,-1 1,0-1,1 1,-1 0,1 0,-1 1,-3 0,-1 1,0 0,1 1,-1 0,0 0,1 1,-1 1,1-1,1 1,-1 0,1 1,-1 0,1 0,1 1,0 0,0 0,0 0,1 1,-1-1,2 1,-1 1,0 2,5-5,1 0,-1 1,1-1,0 0,1 0,0 0,-1 0,2 0,-1 0,1-1,0 1,0-1,0 0,1 0,0 0,0 0,0 0,1-1,-1 0,1 0,0 0,0-1,1 1,-1-1,5 1,24 19</inkml:trace>
  <inkml:trace contextRef="#ctx0" brushRef="#br0" timeOffset="6083.769">6213 2061,'25'-277,"-12"175,-11 85,-14 35,7-2,0 0,2 0,0 0,0 1,2-1,0 1,1-1,1 1,0-1,1 1,1-1,0 0,1 0,1 0,1-1,0 1,1-1,1 0,6 8,73 89,-71-95</inkml:trace>
  <inkml:trace contextRef="#ctx0" brushRef="#br0" timeOffset="6502.731">6601 1980,'-40'-303,"39"355,4 23,3 0,3 0,3-1,16 49,8-32,-25-75</inkml:trace>
  <inkml:trace contextRef="#ctx0" brushRef="#br0" timeOffset="8999.834">5464 1326,'1'-1,"-1"0,0 1,0-1,0 1,0-1,1 0,-1 1,0-1,0 1,1-1,-1 1,1-1,-1 1,0 0,1-1,-1 1,1-1,-1 1,1 0,-1-1,1 1,-1 0,1-1,-1 1,1 0,0 0,-1 0,1 0,-1 0,1-1,0 1,-1 0,1 0,-1 0,1 0,0 1,-1-1,1 0,-1 0,1 0,-1 0,1 1,0-1,0 0,1 0,568-29,-526 27,835-61,-879 62,1 1,-1 0,1 0,-1 0,0 0,1 1,-1-1,0 0,1 0,-1 0,1 0,-1 0,0 0,1 0,-1 1,0-1,1 0,-1 0,0 1,0-1,1 0,-1 0,0 1,0-1,1 0,-1 1,0-1,0 0,0 1,0-1,1 0,-1 1,0-1,0 0,0 1,0-1,0 1,0-1,0 0,0 1,0-1,0 0,0 1,0-1,0 1,0-1,-1 0,1 1,0-1,0 0,0 1,0-1,-1 0,1 1,0-1,0 0,-1 0,1 1,0-1,-1 0,1 0,0 1,-1-1,1 0,0 0,-1 0,1 0,0 1,-1-1,1 0,-5 9,-1 12,2 1,0 0,2 1,0-1,1 0,1 1,2-1,1 8,-2-6,8 63,3-1,5 0,3-1,3-1,4-1,4-2,5 3,-3-11,-13-34,-2 1,-2 1,-1 0,-2 1,-3 1,-1 0,0 12,-7-47,-1 0,-1 0,1 0,-1 0,-1 0,1 0,-2 0,1 0,-1-1,0 1,0 0,-1-1,0 1,0-1,-1 0,0 0,0-1,-1 1,0-1,0 0,0 0,-1 0,0-1,0 0,0 0,-1-1,0 1,0-1,0-1,0 1,0-1,-1-1,1 1,-1-1,0-1,-2 1,-245-6,-114 7,-321 45,452-19,224-35,11-2,-26 3,25 1,0 0,1 0,-1 0,1 0,0-1,0 0,0 1,1-1,0 0,0 0,0 0,0-1,1 1,0 0,0-1,0 1,1-1,0 0,-2-4,-39-391,-53-370,86 683,4-1,5-51,8 83,32 65,-3-11,4-4</inkml:trace>
  <inkml:trace contextRef="#ctx0" brushRef="#br0" timeOffset="175884.337">6297 1892,'-3'-2,"0"1,0 0,0 0,0 0,0 0,0 0,0 1,-1-1,1 1,0 0,0 0,-1 0,1 0,0 1,0-1,0 1,-1 0,-1 0,5-1,-43 13,1 1,1 2,0 2,1 2,-26 18,57-34,-318 194,285-169,29-14,31-19,101-53,91-61,-191 108,104-62,-3-5,-3-5,-4-5,34-38,-54 23,-92 101,0 0,0 1,0-1,0 0,0 0,0 0,-1 0,1 0,0 0,0 0,-1 0,1 0,-1 0,1-1,-1 1,1 0,-1 0,0-1,1 1,-1 0,0 0,0-1,0 1,0 0,0 0,0-1,0 1,-1 0,1 0,0-1,-1 1,1 0,-1 0,1 0,-1 0,0-1,1 1,-1 0,0 0,0 0,0 1,0-2,-6 2,-1 0,1 0,0 1,0-1,0 2,0-1,0 1,0 0,1 0,-1 1,0 0,1 0,-1 1,-6 1,-122 62,4 5,-102 75,202-127,-456 310,434-289,34-23,19-18,0 0,0 0,0-1,1 1,-1 0,0 0,0 0,0-1,1 1,-1 0,0 0,0 0,1 0,-1-1,0 1,0 0,1 0,-1 0,0 0,1 0,-1 0,0 0,1 0,-1 0,0 0,0 0,1 0,-1 0,0 0,1 0,-1 0,0 0,0 0,1 0,-1 1,0-1,0 0,1 0,-1 0,0 0,0 1,1-1,-1 0,0 0,0 0,0 1,1-1,-1 0,0 0,0 1,0-1,0 0,0 1,0-1,1 0,-1 0,0 1,0-1,0 0,0 1,0-1,0 0,0 1,131-59,732-390,-746 375,-108 54,-36 16,-134 41,-204 89,-25 28,252-99,-22 9,137-55,27-9,39-16,727-328,-646 281,-107 50,-32 14,-336 145,-160 78,488-216,51-24,-14 8,681-332,-612 291,-88 40,-92 26,-100 47,-119 59,238-87,76-28,22-9,54-13,0-3,38-15,-20 6,-89 24,165-43,118-13,-280 56,6-1,1 0,0 1,-1 0,1 1,0 0,0 1,-1 0,8 2,-19-2,0-1,1 1,-1-1,0 1,0-1,1 1,-1 0,0 0,0-1,0 1,0 0,0 0,0 0,0 0,0 0,-1 1,1-1,0 0,0 0,-1 0,1 1,-1-1,1 0,-1 1,0-1,0 0,1 1,-1-1,0 0,0 1,0-1,0 1,-1-1,1 0,0 1,-1-1,1 0,-1 1,1-1,-1 0,1 0,-1 1,0-1,0 0,1 0,-1 0,0 0,-1 0,-10 17,-1-1,-1-1,-1 0,0-1,-1-1,-6 5,21-19,-128 101,-4-6,-4-7,-94 45,177-103,36-14,22-8,36-6,42-16,-1-3,69-25,-103 28,537-156,-541 161,-25 7,-28 14,-194 100,-401 183,583-280,67-29,10-6,1163-394,-1170 402,-37 12,-34 11,-716 280,650-254,20-8</inkml:trace>
  <inkml:trace contextRef="#ctx0" brushRef="#br0" timeOffset="179784.223">6565 1598,'-149'126,"132"-108,-59 55,3 3,3 4,-14 26,82-103,0-1,0 0,0 0,1 0,-1 0,0 0,1 1,0-1,-1 0,1 1,0-1,0 1,1-1,-1 1,0-1,1 1,0 0,-1-1,1 1,0-1,0 1,1 0,-1-1,0 2,26 1,98-52,69-58,-4-7,60-55,-120 80,-48 32,-72 50,-21 16,-132 110,-36 17,-65 51,167-114,77-75,0 1,0-1,1 1,-1 0,0-1,1 1,-1 0,1-1,-1 1,1 0,-1 0,1 0,-1 0,1-1,0 1,-1 0,1 0,0 0,0 0,0 0,0 0,0 0,0 0,0 0,0 0,0-1,0 1,0 0,1 0,-1 0,0 0,1 0,-1 0,0 0,1-1,33 5,9-13,-1-1,-1-3,0-1,-1-3,18-9,-40 18,107-50,-3-5,31-25,-150 85,-3 2,0 1,0-1,0 0,0 0,1 0,-1 1,0-1,0 0,0 0,-123 95,75-61,2 2,1 1,1 3,3 2,-24 31,65-72,-5 4,0 1,0 0,1 0,0 1,0-1,1 1,0 0,0 0,0 0,1 0,0 0,1 0,-1 1,1 3,1-9,1-1,-1 1,1 0,0 0,-1-1,1 1,0 0,0-1,0 1,0-1,0 1,1-1,-1 1,0-1,1 0,-1 0,1 1,-1-1,1 0,-1-1,1 1,0 0,0 0,-1-1,1 1,0-1,0 1,0-1,0 0,-1 0,2 0,62-1,-15-9,1-3,-2-2,0-2,0-2,30-19,52-18,-107 49,-24 7,1 0,-1 1,0-1,1 1,-1-1,1 0,-1 1,0-1,1 1,-1-1,0 1,0-1,1 1,-1 0,0-1,0 1,0-1,0 1,0-1,0 1,0 0,0-1,0 1,0-1,0 1,0-1,0 1,0 0,0-1,-1 1,1-1,0 1,0-1,-1 1,1-1,0 1,-1-1,1 0,-1 1,1-1,0 1,-1-1,1 0,-1 1,1-1,-1 0,1 1,-1-1,1 0,-1 0,1 0,-2 1,-32 33,-1-2,-2-1,-33 21,51-38,6-4,-24 18,-1-1,-1-2,-1-2,-18 6,58-29,0 0,0-1,0 1,0 0,0-1,0 1,0 0,0-1,0 1,-1 0,1-1,0 1,0 0,0 0,0-1,-1 1,1 0,0-1,0 1,-1 0,1 0,0 0,-1-1,1 1,0 0,0 0,-1 0,1 0,0 0,-1-1,1 1,156-98,-118 77,155-92,-191 112,1 1,-1-1,0 0,0 0,0 0,0 0,0-1,0 1,0-1,0 1,-1-1,1 1,0-1,-1 0,1 0,-1 0,0 0,0 0,0 0,0 0,0 0,0-1,0 1,-1 0,1 0,-1-1,0 1,1 0,-1-1,0 1,-1 0,1-1,0 1,-1 0,1-1,-1 1,1 0,-1 0,0-1,0 1,-11-8,-1 1,0 0,0 1,0 1,-1 0,0 1,-1 0,1 1,-1 1,0 0,-4 0,7 1,-109-23,-1 5,-1 5,-32 4,1 0,-110-26,262 37,-65-20,66 21,-1-1,1 0,-1 0,1 0,-1 0,1 0,0 0,0-1,-1 1,1 0,0-1,0 1,0-1,1 1,-1-1,0 1,1-1,-1 0,0 1,1-1,0 0,-1 1,1-1,0 0,0 1,0-1,0 0,0 0,1 1,-1-1,0 0,1 1,-1-1,1 0,0 1,-1-1,1 0,7-11,1 0,0 0,1 1,0 0,1 1,0 0,0 0,5-1,6-8,75-73,-96 93,0-1,0 0,0 1,0-1,-1 1,1-1,0 0,0 0,0 1,0-1,-1 0,1 0,0 0,-1 0,1 0,-1 0,1 0,-1 0,0 0,1 0,-1 0,0 0,0-1,1 1,-1 0,0 0,0 0,0 0,-1 0,1 0,0 0,0-1,0 1,-1 0,1 0,-1 0,1 0,-1 0,1 0,-1 0,0 0,1 0,-1 1,0-1,0 0,1 0,-1 1,0-1,0 0,0 1,0-1,0 1,0-1,0 1,0-1,-1 1,-11-1,1 0,-1 1,0 0,1 1,-1 1,1 0,-1 1,1 0,-2 1,-11 2,-323 98,162-45,181-57,14-2,16-4,112-38,-2-6,11-12,29-21,-151 64,-24 16,1 0,-1 1,0-1,0 1,0-1,0 1,0-1,0 0,0 1,0-1,0 1,0-1,0 1,0-1,0 0,-1 1,1-1,0 1,0-1,-1 1,1-1,0 1,-1-1,1 1,0-1,-1 1,1 0,-1-1,1 1,-1-1,1 1,-1 0,1 0,-1-1,1 1,-1 0,1 0,-1-1,1 1,-1 0,1 0,-1 0,0 0,1 0,-1 0,1 0,-1 0,0 0,1 0,-1 0,1 1,-1-1,1 0,-1 0,1 1,-1-1,1 0,-1 0,1 1,-1-1,-27 2,0 2,1 0,-1 2,1 1,-1 1,1 0,-440 139,372-109,96-38,-1 1,0-1,0 0,0 0,1 0,-1 0,0 0,0 0,1 0,-1 1,0-1,0 0,0 0,0 0,1 0,-1 1,0-1,0 0,0 0,0 0,0 1,0-1,1 0,-1 0,0 0,0 1,0-1,0 0,0 0,0 1,0-1,0 0,0 0,0 1,0-1,0 0,0 0,0 1,-1-1,1 0,0 0,0 0,0 1,0-1,0 0,0 0,-1 0,1 1,0-1,0 0,0 0,0 0,-1 0,1 1,0-1,0 0,0 0,-1 0,1 0,0 0,0 0,-1 0,1 0,0 0,23 1,157-40,-137 28,413-125,-415 122,-28 8,-30 11,-25 9,-9 2</inkml:trace>
  <inkml:trace contextRef="#ctx0" brushRef="#br0" timeOffset="173951.807">5563 4204,'-14'-4,"0"-2,7-2,5 0</inkml:trace>
  <inkml:trace contextRef="#ctx0" brushRef="#br0" timeOffset="176668.137">5441 3977,'2'-19,"1"0,1 0,0 0,2 1,0 0,0 0,2 1,1-1,4-6,-4 6,25-50,-4 14,-3-3,-2 0,-3-1,-2-1,-3-1,-2-4,-47 220,16-8,6 1,7 45,3-148,-21 166,19-188,2-24,0 1,1-1,-1 0,0 1,0-1,0 1,1-1,-1 0,0 0,0 1,1-1,-1 0,0 1,0-1,1 0,-1 0,0 0,1 1,-1-1,1 0,-1 0,0 0,1 0,-1 0,0 0,1 0,-1 0,1 0,-1 0,0 0,1 0,-1 0,1 0,-1 0,0 0,1 0,-1 0,0 0,1 0,-1-1,0 1,1 0,-1 0,0-1,1 1,-1 0,0 0,1-1,-1 1,0 0,0-1,0 1,1 0,-1-1,0 1,0 0,0-1,0 1,0 0,1-1,-1 0,0 1,15-16</inkml:trace>
  <inkml:trace contextRef="#ctx0" brushRef="#br0" timeOffset="177317.52">6044 3910,'65'-300,"-19"109,-5-2,-39 184,-4 21,2-12,-25 141,7 1,6 1,5 70,9 46,-2-259,0 1,-1 0,1 0,0-1,-1 1,1 0,0 0,0 0,0-1,0 1,0 0,0 0,0 0,0 0,0-1,0 1,0 0,0 0,0 0,1-1,-1 1,0 0,1 0,-1-1,0 1,1 0,-1-1,1 1,-1 0,1-1,0 1,-1-1,1 1,0-1,-1 1,1-1,0 1,-1-1,1 0,0 1,0-1,-1 0,1 0,0 0,0 0,0 1,0-1,0 0,7-12</inkml:trace>
  <inkml:trace contextRef="#ctx0" brushRef="#br0" timeOffset="177767.721">6604 3723,'0'29,"-1"-6,1 1,2-1,0 1,1-1,4 15,-5-32,-1-1,1 1,1 0,-1-1,1 0,0 1,0-1,1 0,-1-1,1 1,0-1,0 1,1-1,-1 0,1-1,0 1,0-1,0 0,0 0,1-1,-1 1,1-1,0 0,1 0,6 0,1-1,-1-1,0 0,0 0,0-1,0-1,0 0,0-1,0 0,0-1,-1 0,0-1,1-1,-2 0,1 0,-1-1,0-1,-1 0,1 0,-2-1,1-1,-1 1,-1-1,0-1,0 0,-1 0,0 0,-1-1,0 0,-1 0,-1 0,1-1,-2 0,0 1,-1-1,0-1,0-2,-2 6,0 0,0 0,-1 0,0 0,-1 0,0 0,0 0,-1 1,0-1,-1 1,0 0,-1 0,0 0,0 0,-1 1,0 0,0 0,-1 1,0 0,0 0,-1 0,0 1,0 0,0 1,-1-1,0 2,0-1,0 1,0 1,-1 0,0 0,1 1,-1 0,-8 0,5 2,0 1,-1 1,1 0,0 1,0 0,0 1,0 0,1 1,0 1,0 0,0 1,1 0,0 0,0 2,-2 1,-7 7,1 1,1 1,1 0,1 1,0 1,1 1,-4 9,-9 26,8-8</inkml:trace>
  <inkml:trace contextRef="#ctx0" brushRef="#br0" timeOffset="182033.929">1 1491,'7'-14,"4"41,-2 20,-3 1,-1-1,-3 1,-2 26,1-33,0 135,2 106,13 2,-16-255,2-1,2 1,0-1,2 0,1 0,1 0,2-1,0 0,2-1,1-1,10 16,-17-34,1-1,0 1,0-1,0-1,1 1,0-1,0-1,0 1,0-1,1-1,-1 0,1 0,0 0,0-1,0-1,0 0,1 0,5 0,18-1,0-2,-1-1,1-1,19-6,422-93,-217 74,1 11,247 15,191-11,-615 9,199-16,225 16,-423 9,34 3,1-6,13-5,53-9,-179 14,0 0,0-1,1 1,-1-1,0 0,0 0,0-1,1 1,-1-1,0 0,0 0,0-1,0 1,0-1,-1 0,1 0,0 0,-1 0,1-1,-1 1,0-1,0 0,0 0,0 0,0 0,-1-1,0 1,1-1,-1 0,0 1,-1-1,1 0,-1 0,0 0,0 0,2-33,-1 0,-2-1,-2 1,-2 0,-1 1,-8-30,-2-24,-58-581,70 643,-1 1,-1 0,-2 0,-1 0,0 1,-2 0,-1 0,-1 2,-16-24,24 44,-1 1,0 0,0 0,0 0,0 1,-1 0,1 0,-1 0,1 0,-1 1,0 0,0 1,1-1,-1 1,0 0,0 0,0 1,1 0,-1 0,0 0,-1 1,-11 0,-336 10,194-11,-105 17,-582 122,504-89,-2-15,-78-12,-11-12,231 7,159-11,0-3,0-1,0-3,0-1,-15-3,-47-14,125 22,4 0</inkml:trace>
  <inkml:trace contextRef="#ctx0" brushRef="#br0" timeOffset="183450.815">3342 2814,'3'-10,"5"22,-2 1,24 31,2-2,1-1,3-1,1-3,1 0,3-3,5 3,50 30,3-5,3-4,2-4,20 3,-15-5,210 97,-307-145,-1-1,1 1,0-2,0 0,0 0,0-1,0 0,0-1,0-1,0 0,0 0,8-3,63-6,-81 10,-1 0,0 0,1 0,-1 0,0-1,1 1,-1-1,0 1,0-1,1 1,-1-1,0 0,0 1,0-1,0 0,0 0,0 0,0 0,0 0,0 0,0 0,0 0,-1 0,1-1,0 1,-1 0,1 0,-1-1,0 1,1 0,-1-1,0 0,2-11</inkml:trace>
  <inkml:trace contextRef="#ctx0" brushRef="#br0" timeOffset="183868.063">4546 3281,'19'20,"2"0,0-2,0-1,2-1,0 0,25 11,-30-18,0 0,-1 1,0 1,-1 0,0 2,-1 0,0 0,-1 1,-1 1,0 0,-1 1,-1 1,9 17,-15-24,-1 0,0 1,-1 0,0 0,0 0,-1 0,-1 0,0 0,-1 1,0-1,0 0,-1 1,-1-1,0 0,0 0,-1 0,-1 0,0-1,0 1,-1-1,0 0,-1 0,0-1,0 1,-1-1,-1-1,1 1,-1-2,-1 1,-1 1,-20 10,-1 0,-1-2,0-2,-1-1,0-1,-23 4,33-5,23-12,0 0,1 0,-1 0,0 0,0 0,1 0,-1 0,0 0,1 0,-1 0,0 0,0 0,1 0,-1 0,0 0,0 0,1 0,-1 0,0 1,0-1,1 0,-1 0,0 0,0 0,1 0,-1 1,0-1,0 0,0 0,1 0,-1 1,0-1,0 0,0 0,0 1,0-1,0 0,1 0,-1 1,0-1,0 0,0 0,0 1,0-1,0 0,0 1,0-1,0 0,0 0,0 1,0-1,11-1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8:53.30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17,'1414'-14,"-1290"17,-111-5,-7-1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8:53.68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106 37,'-1'1,"0"0,0 0,1 0,-1 0,0 0,0 0,0 1,1-1,-1 0,1 0,-1 1,1-1,-1 0,1 1,0-1,0 1,0-1,0 0,0 1,0-1,0 0,0 1,0-1,0 1,1-1,-1 0,1 1,-1-1,1 0,-1 0,1 1,0-1,0 0,0 0,-1 0,1 0,1 1,0-3,0-1,-1 1,1 0,0-1,-1 1,1-1,-1 0,1 1,-1-1,0 0,0 0,0 0,0 0,0 0,0 0,-1 0,1 0,0 0,-1 0,0 0,0 0,1-1,-1 1,0 0,-1 0,1 0,0 0,-1 0,0-1,0 1,0 0,0 0,-1 1,1-1,-1 0,1 0,-1 1,0-1,0 1,0-1,0 1,0 0,0 0,0 0,0 0,0 0,0 0,-1 1,1-1,0 1,-1-1,1 1,0 0,-1 0,1 0,0 0,-1 1,1-1,0 0,0 1,-1 0,1-1,0 1,0 0,0 0,0 0,0 1,0-1,0 0,0 1,0-1,1 1,-1 0,1 0,-1-1,1 1,-1 1,-17 20,3 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8:53.97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96 117,'0'0,"1"0,0-1,-1 1,1 0,0 0,-1 0,1-1,0 1,-1 0,1 0,-1-1,1 1,-1-1,1 1,-1 0,1-1,-1 1,1-1,-1 1,1-1,-1 1,0-1,1 0,-1 1,0-1,0 1,1-1,-1 0,0 1,0-1,0 0,0 1,0-1,0 0,0 1,0-1,0 0,0 1,0-1,0 0,0 1,-1-1,1 0,0 1,-1-1,1-4,0 1,-1-1,0 1,0-1,0 1,-1-1,1 1,-1 0,0 0,0 0,-1 0,1 0,-1 0,0 0,0 1,0 0,0-1,-1 1,1 0,-1 1,0-1,0 1,0-1,-1 1,3 1,1 1,-1 0,0 0,1 0,-1 0,0 0,1 0,-1 0,1 1,-1-1,0 0,1 1,-1-1,1 1,-1 0,1 0,-1-1,1 1,0 0,-1 0,1 0,0 0,0 1,0-1,0 0,0 0,0 1,0-1,0 0,0 1,1-1,-1 1,1-1,-1 1,1 0,-1-1,1 1,0-1,0 1,0 0,0-1,0 1,0 0,0-1,1 1,-1-1,0 1,1 0,-1-1,1 1,0-1,0 0,-1 1,1-1,0 1,0-1,0 0,1 1,2 1,0 1,0-1,1 0,-1 0,1-1,0 1,-1-1,1 0,0 0,1-1,-1 1,0-1,0-1,0 1,1 0,-1-1,2 0,34 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8:52.0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150 120,'-8'3,"0"0,0 1,1 0,-1 0,1 1,0 0,0 0,1 0,-1 1,1 0,0 0,1 1,0 0,0 0,0 0,1 0,0 1,0-1,1 1,0 0,-3 8,1 0,0 1,2-1,0 1,1 0,0-1,1 1,1 0,2 12,-1-17,0 0,1 0,1-1,0 1,0-1,1 1,1-1,-1 0,2-1,0 1,0-1,1 0,0-1,1 1,0-2,0 1,1-1,0 0,0-1,1 0,0 0,0-1,1 0,-1-1,1-1,4 2,-11-5,1-1,-1 1,1-1,-1 0,1 0,-1 0,1 0,-1-1,1 0,-1 0,1 0,-1 0,0-1,0 0,0 0,0 0,0 0,0-1,0 1,-1-1,1 0,-1 0,0-1,0 1,0 0,0-1,-1 0,1 0,0-1,3-8,0 0,0 0,-1 0,-1-1,-1 1,0-1,0 0,0-14,-1-1,-1 0,-1 0,-1-1,-2 1,-1 0,-2 1,0-1,-2 1,-1 0,-8-15,16 38,-1 1,1-1,-1 1,-1 0,1 0,0 0,-1 0,0 0,0 1,0-1,0 1,-1 0,1 0,-1 0,0 0,0 1,0-1,0 1,0 0,0 0,-1 1,1-1,-1 1,1 0,-1 0,0 1,1-1,-1 1,0 0,1 0,-1 1,0-1,1 1,-1 0,1 0,-1 1,1-1,-1 1,-6 7,1 0,0 1,0 0,1 0,0 1,1 0,0 1,0 0,2 0,-1 0,2 1,0 0,0 0,1 1,1-1,0 1,1 0,0 0,1 0,0-2,0 1,0 0,1 0,1-1,0 1,0 0,2-1,-1 1,2-1,0 0,0 0,1 1,15 23</inkml:trace>
  <inkml:trace contextRef="#ctx0" brushRef="#br0" timeOffset="512.144">492 39,'5'-38,"-2"40,21 91,17 77,8 92,-44-240,-5-22,0 1,1-1,-1 1,1-1,-1 0,1 0,-1 1,1-1,-1 0,1 0,-1 0,1 1,-1-1,1 0,-1 0,1 0,-1 0,1 0,-1 0,1 0,0 0,-1 0,1-1,-1 1,1 0,-1 0,1 0,-1-1,1 1,-1 0,1 0,-1-1,0 1,1 0,-1-1,1 1,-1-1,0 1,1 0,-1-1,0 1,1-1,-1 1,0-1,0 1,0-1,1 1,-1-1,0 1,0-1,0 1,0-1,0 0,0 1,0-1,0 1,0-1,0 1,0-1,-1 1,1-1,2-2,3-8,0 0,1 0,1 0,-1 1,2 0,-1 0,1 1,1 0,0 1,0 0,0 0,1 1,1 0,-1 0,1 1,0 1,0 0,-9 4,0 1,-1 0,1-1,0 1,-1 0,1 0,0 0,0 0,-1 0,1 0,0 0,0 1,-1-1,1 1,0-1,-1 1,1 0,-1 0,1-1,-1 1,1 0,-1 0,1 0,-1 1,0-1,0 0,1 0,-1 1,0-1,0 1,0-1,-1 1,1-1,0 1,-1 0,1-1,-1 1,1 0,-1-1,0 1,0 0,1 0,-1 0,0 4,1 1,-1-1,-1 1,1-1,-1 0,0 1,0-1,-1 0,0 1,0-1,-2 3,-2 2,-1-1,-1 1,0-1,0 0,-1-1,0 0,-1-1,0 1,0-2,-1 0,0 0,0-1,0 0,-1-1,0 0,-5 1,16-5,0 0,-1 0,1 0,0-1,-1 1,1 0,-1-1,1 1,-1-1,1 1,-1-1,1 0,-1 1,1-1,-1 0,0 0,1 0,-1-1,1 1,-1 0,1 0,-1-1,1 1,-1-1,1 1,-1-1,1 0,0 0,-1 0,1 1,0-1,0 0,0-1,-1 1,1 0,0 0,0 0,1-1,-1 1,0 0,0-1,1 1,-1-1,0 1,1 0,0-1,-1 0,1 1,0-1,0 1,0-1,0 1,0-1,0 1,0-1,0 0,1 1,-1-1,1 1,-1-1,1 1,0-1,13-19,4 1</inkml:trace>
  <inkml:trace contextRef="#ctx0" brushRef="#br0" timeOffset="886.651">1242 326,'-14'-6,"0"1,0 0,0 1,-1 1,1 0,-1 1,-14 0,23 2,0 0,-1 0,1 0,0 1,-1 0,1 1,0-1,0 1,0 0,0 1,1-1,-1 1,1 0,-1 1,1-1,0 1,0 0,1 1,-4 3,6-6,1-1,-1 1,1 0,0 0,-1 0,1 0,0 0,1 0,-1 0,0 0,0 0,1 1,-1-1,1 0,0 0,0 1,0-1,0 0,0 0,0 1,1-1,-1 0,1 0,-1 0,1 1,0-1,0 0,0 0,0 0,0 0,0 0,1-1,-1 1,1 0,-1 0,1-1,0 1,-1-1,3 1,80 45,-28-25,-31-13,0 0,-1 2,-1 1,20 13,-40-24,0 0,-1 1,0-1,1 1,-1 0,0-1,0 1,0 0,0 0,0 1,0-1,0 0,-1 1,1-1,-1 1,0-1,0 1,0-1,0 1,0 0,0 0,-1 0,1-1,-1 1,0 0,0 0,0 0,0 0,-1-1,1 1,-1 0,1 0,-1 0,0-1,0 1,-1 0,1-1,-1 2,-7 4,-1-1,0 1,0-2,-1 1,0-1,0-1,0 0,0-1,-1 0,0-1,0 0,0-1,0 0,-5 0,-88 10,55-7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8:55.2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0,'2'0,"4"0,4 0,6 0,8 0,8 3,10 0,10 0,8-1,3 2,2 0,-1-1,-4 0,-7-1,-11-1,-10-1,-8 0,-9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9:03.9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0 774,'7'2,"0"-1,-1 0,1 0,0 0,-1-1,1 0,0-1,0 0,-1 0,1 0,-1-1,1 0,-1 0,1 0,-1-1,0 0,0 0,4-3,0 0,0 0,-1 0,1 0,-1-1,-1-1,1 0,-1 0,-1 0,0-1,0 0,0 0,-1-1,-1 0,1 0,1-8,-6 17,0-1,-1 0,1 0,-1 0,1 0,-1 1,0-1,0 0,0 0,0 0,0 0,0 0,-1 0,1 0,-1 1,1-1,-1 0,1 0,-1 0,0 1,0-1,0 0,0 1,0-1,-1 1,1-1,0 1,-1 0,1 0,-1-1,1 1,-1 0,1 0,-1 0,0 1,0-1,1 0,-1 1,0-1,0 1,0-1,0 1,0 0,1 0,-1 0,0 0,0 0,0 0,0 1,0-1,0 1,1-1,-3 1,-1 1,0 0,-1 1,1-1,0 1,1 0,-1 0,0 1,1 0,0-1,0 1,0 0,0 1,1-1,-1 1,1 0,0 0,1 0,-1 0,1 0,0 0,0 1,1-1,0 1,-1-1,2 1,-1 0,1-1,0 1,0 0,0 0,1-1,0 1,0-1,1 1,-1-1,1 1,0-1,1 0,-1 0,4 4,3 0,0 0,1 0,0-2,0 1,1-1,0 0,0-1,1-1,-1 0,1 0,0-1,1 0,-1-1,1-1,-1 0,1-1,0 0,0-1,12-1,-18 1,-1-1,0 0,0 0,0 0,0-1,0 0,0 0,0-1,0 1,-1-1,1 0,-1-1,0 1,0-1,0 0,-1 0,1-1,-1 0,0 1,0-1,-1 0,1-1,-1 1,2-6,-2 1,1 1,0-1,1 1,0 0,1 0,-1 0,2 1,-1 0,1 0,0 1,1 0,0 0,0 1,0 0,1 0,0 1,0 0,0 0,1 1,-1 1,1-1,0 2,4-2,-10 4,-1 1,0-1,0 0,1 1,-1 0,0 0,0 0,0 0,0 0,0 1,0-1,0 1,-1 0,1 0,-1 0,1 0,-1 0,0 1,1-1,-1 1,0-1,-1 1,1 0,0 0,-1 0,0 0,1 0,-1 0,0 0,-1 0,1 0,0 1,1 7,0 1,-1 0,0-1,-1 1,0 0,-1 0,0-1,-2 7,-14 17,19-61,111-164,-89 145,-2-1,-2-1,-2-1,-2 0,-2-2,-3 1,-1-2,-3 1,-2-1,-2-1,-11-3,7 55,1-1,-1 1,0 0,1-1,-1 1,0 0,1 0,-1 0,0-1,0 1,1 0,-1 0,0 0,1 0,-1 0,0 0,0 1,1-1,-1 0,0 0,1 0,-1 1,0-1,1 0,-1 1,0-1,1 0,-1 1,1-1,-1 1,1-1,-1 1,1 0,-1-1,1 1,-1-1,1 1,0 0,-1-1,1 1,0 0,0-1,-1 1,1 0,-8 17,1 0,0 0,1 1,1 0,1 1,1-1,0 0,2 1,0 7,-2 3,2-1,1 1,2-1,1 1,1-1,1 0,2 0,0-1,3 0,0 0,1-1,2 0,1-1,1 0,1-2,1 0,7 7,-19-25,1 0,0-1,0 1,0-1,1 0,0-1,0 1,0-2,0 1,1-1,-1 0,1 0,0-1,0 0,0 0,0-1,0 0,0-1,0 1,6-2,-9-2,0 0,0 0,0-1,-1 1,1-1,-1 0,0-1,0 1,0-1,-1 0,1 0,-1 0,0 0,-1 0,1-1,-1 1,0-1,0 0,-1 1,0-1,0 0,0 0,-1 0,0-1,7-112,-7 119,-1 0,1-1,-1 1,1 0,-1 0,1 0,-1 0,0 0,1 0,-1 0,1 0,-1 0,1 0,-1 0,1 0,-1 0,1 0,-1 0,1 0,-1 1,1-1,-1 0,1 0,-1 1,1-1,-1 0,1 1,-1-1,1 0,0 1,-1-1,1 1,0-1,-1 1,1-1,0 1,0-1,-1 1,1-1,0 1,0-1,0 1,0-1,0 1,0-1,0 1,0-1,0 1,0 0,0-1,0 1,0-1,0 1,0-1,1 1,-5 11,0 0,1 0,1 1,0-1,0 1,1-1,1 1,0-1,1 1,1-1,-1 1,3 5,-3-12,1-1,-1 0,1 0,0 0,0 0,0 0,1 0,0 0,0-1,0 1,0-1,1 0,0 0,0 0,0-1,0 1,0-1,1 0,0 0,-1 0,1-1,0 0,0 0,0 0,1 0,-1-1,0 0,1 0,3 0,38-14,-32-2</inkml:trace>
  <inkml:trace contextRef="#ctx0" brushRef="#br0" timeOffset="260.303">588 187,'25'0,"30"0,29 0,23 0,14 0,0-4,-19-3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8:59.3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779 732,'-29'-1,"0"2,0 2,0 0,0 2,-21 6,42-8,-1-1,1 1,0 1,0-1,0 1,1 1,-1-1,1 1,0 1,0-1,1 1,0 0,0 1,0 0,1 0,0 0,0 0,1 1,0-1,0 1,0 2,3-7,-1 0,1 0,0 0,0 0,1 0,-1 1,1-1,-1 0,1 0,0 1,0-1,0 0,1 1,-1-1,1 0,0 0,0 0,0 1,0-1,0 0,1 0,-1-1,1 1,0 0,0 0,0-1,0 1,1-1,-1 0,0 0,1 0,0 0,-1 0,1 0,0-1,2 2,5-2,1 1,0-2,-1 1,1-1,-1-1,1 0,-1 0,1-1,-1-1,0 0,1 0,-2-1,1 0,0 0,-1-1,0-1,0 1,0-2,-1 1,0-1,0 0,0-1,-1 0,-1 0,1-1,5-12,-1 0,-1-1,-1 0,-1 0,-1-1,0 0,-2 0,-1 0,-1-1,-1 0,-1 0,-1 1,-1-1,-2-6,3 27,0-39,-2 0,-1 1,-3-1,-3-10,-1 26,9 26,1 0,0-1,0 1,-1 0,1-1,0 1,-1 0,1 0,0-1,-1 1,1 0,0 0,-1 0,1 0,0-1,-1 1,1 0,-1 0,1 0,0 0,-1 0,1 0,-1 0,1 0,0 0,-1 0,1 0,-1 0,1 0,0 0,-1 1,1-1,-1 0,1 0,0 0,-1 1,1-1,0 0,-1 0,1 1,0-1,0 0,-1 0,1 1,0-1,0 0,-1 1,1-1,0 1,0-1,0 0,0 1,0-1,0 1,-1-1,1 0,0 1,0-1,0 1,0-1,0 1,-8 25,1 0,1 1,1-1,1 1,1 0,2 14,-1-14,2 1,0 0,2-1,1 0,2 1,0-1,2-1,3 9,-5-22,1 1,0-1,0 0,2 0,-1-1,2 0,-1 0,2-1,-1 0,2-1,-1 0,1 0,1-2,0 1,0-1,7 3,-10-6,0 0,0-1,1 0,-1-1,1 0,0 0,0-1,0 0,0-1,0 0,0 0,0-1,1-1,-1 1,0-2,0 1,0-2,7-2,-8 0,-2-1</inkml:trace>
  <inkml:trace contextRef="#ctx0" brushRef="#br0" timeOffset="958.749">260 855,'-10'-8,"0"0,0 1,-1 1,0 0,0 0,0 1,-1 0,0 1,-6-1,13 4,1 0,0 0,-1 0,1 1,-1 0,1-1,-1 2,1-1,0 0,-1 1,1 0,-1 0,1 1,0-1,0 1,0 0,0 0,0 0,0 0,1 1,-1-1,1 1,-1 0,1 0,0 0,0 1,-2 3,1-2,1 0,-1 1,1 0,1-1,-1 1,1 0,0 0,0 1,1-1,0 0,0 1,0-1,1 0,0 1,0-1,0 1,1-1,0 0,1 1,-1 0,1-5,-1 0,1 0,0 1,-1-1,1 0,0-1,0 1,0 0,1-1,-1 1,0-1,1 1,-1-1,1 0,-1 0,1 0,-1-1,1 1,0-1,-1 1,1-1,0 0,-1 0,1 0,0 0,-1 0,1-1,0 1,-1-1,1 0,5-1,0 0,-1 0,1-1,-1 0,0-1,0 1,0-1,-1-1,6-4,-7 4,0 0,0-1,0 0,-1 0,0 0,0 0,-1-1,0 1,0-1,-1 0,1 0,-1 0,-1 0,1-2,0-1,5 4,-3 29,-2-11,1-6,1-1,0 0,0 0,0 0,0 0,1-1,-1 0,1 0,1 0,-1-1,0 1,1-1,-1 0,1-1,0 1,0-1,0-1,0 1,1-1,-1 0,0 0,0-1,1 0,-1 0,6-1,47 5,-2-2</inkml:trace>
  <inkml:trace contextRef="#ctx0" brushRef="#br0" timeOffset="1882.389">1120 964,'9'-16,"0"0,0-1,-2 0,0 0,-1 0,-1-1,-1 0,0 0,-1-1,-1 1,-1-1,0 1,-2-1,0 1,-1 0,-1-1,0 1,-12-10,23 37,196 74,-199-79,-1-1,0 1,0 0,0 0,0 0,0 0,-1 1,0 0,0-1,0 1,0 0,-1 1,0-1,0 0,-1 1,1-1,-1 1,0-1,0 1,-1-1,0 1,0 0,0-1,-1 1,0 3,0-4,0 0,0 0,1 0,-1 0,1 0,0 0,1 0,0-1,-1 1,1 0,1 0,-1 0,1-1,0 1,0-1,0 1,0-1,1 0,0 0,0 0,0 0,0 0,1-1,0 1,-1-1,1 0,0 0,0-1,1 1,-1-1,4 2,4-3,-1 0,0 0,1-1,-1 0,1-1,-1-1,1 0,-1 0,0-1,0 0,0-1,-1-1,1 1,-1-2,0 1,-1-2,1 1,-1-1,0 0,-1-1,0 0,0-1,5-6,-9 10,1 0,-1-1,0 1,0-1,-1 0,1 0,-2 0,1-1,0 1,-1-1,-1 1,1-1,-1 0,0 0,0 0,-1 1,0-1,0 0,-1 0,0 0,0-2,-1 7,1 0,-1 0,1 1,-1-1,0 1,0-1,0 1,0-1,0 1,0 0,0 0,0 0,0 0,0 0,-1 1,1-1,0 1,-1-1,1 1,0 0,-1 0,1 0,0 0,-1 0,1 1,0-1,-1 1,1 0,0-1,0 1,-1 0,1 0,0 0,0 1,0-1,0 0,1 1,-1-1,0 1,0 0,1-1,-1 1,1 0,0 0,-1 0,1 0,0 0,0 1,-4 3,1 0,-1 0,1 1,0-1,1 1,0 0,0 0,0 1,1-1,0 0,0 1,1 0,0-1,0 1,1 0,0-1,0 1,1 0,0-1,1 1,-1-1,1 1,1-1,-1 0,1 0,1 0,-1 0,1 0,0-1,1 1,0-1,-1 0,2-1,-1 1,1-1,0 0,4 3,90 29,-50-28</inkml:trace>
  <inkml:trace contextRef="#ctx0" brushRef="#br0" timeOffset="2976.823">2226 637,'-11'0,"0"1,0 0,0 1,0 0,0 0,0 1,1 1,-10 4,17-7,0 0,0 1,0 0,0-1,0 1,1 0,-1 0,1 0,-1 0,1 1,0-1,0 1,0-1,0 1,0 0,1 0,-1 0,1 0,0 0,0 0,0 0,0 0,0 0,1 1,-1-1,1 0,0 1,0-1,0 0,1 0,0 3,3 5,2-1,-1 1,1-1,1-1,0 1,0-1,1 0,0-1,1 0,-1 0,2-1,-1 0,1-1,0 0,0 0,1-1,5 6,-3-3,120 92,-132-100,0 1,0 0,1-1,-1 1,0 0,0 0,0 0,0 0,0 0,0 0,0 0,0 0,-1 0,1 1,0-1,-1 0,1 0,-1 1,1-1,-1 0,0 1,1-1,-1 0,0 1,0-1,0 1,0-1,0 0,0 1,-1-1,1 1,0-1,-1 0,1 1,-1-1,1 0,-1 0,0 1,1-1,-2 1,-4 0,-1-1,1 0,-1 0,0 0,1-1,-1 1,0-2,0 1,1-1,-1 0,0 0,1-1,-1 0,1 0,0-1,-6-3,6 5,0-1,0 0,0-1,0 1,0-1,1 0,-1-1,1 1,0-1,0 0,0 0,1-1,-1 0,1 0,0 0,-1-1,6 4,-1-1,0 1,1 0,-1 0,1 0,0 0,0 0,0 0,0 1,0-1,0 0,0 0,0 1,1-1,-1 1,1-1,-1 1,1-1,0 1,-1 0,1 0,0 0,0 0,0 0,0 0,0 0,0 1,0-1,0 1,1-1,-3 1,117-39,-90 32,0-1,-1-2,0 0,0-2,-1-1,5-4,-29 17,1-1,0 1,-1-1,1 1,-1-1,1 0,-1 1,1-1,-1 0,0 0,1 0,-1 0,0 0,0-1,0 1,0 0,0 0,0-1,0 1,0-1,0 1,-1-1,1 1,-1-1,1 1,-1-1,1 1,-1-1,0 0,0 1,0-1,0 0,0 1,0-1,0 0,0 1,-1-1,1 1,-1-1,1 0,-1 1,0-1,0 1,1 0,-1-1,0 1,0 0,0-1,0 1,-1 0,1 0,-1-1,0 2,-1-1,0 1,1-1,-1 1,0 0,0 0,1 0,-1 0,0 0,0 1,1-1,-1 1,0 0,1 0,-1 0,1 0,-1 0,1 0,-1 1,1-1,0 1,0 0,0 0,0 0,0 0,0 0,0 0,1 0,-1 0,1 1,0-1,-1 1,1-1,0 1,1-1,-1 1,0 0,1-1,-1 1,1 0,0 0,0-1,0 1,0 0,0 0,1-1,-1 1,1 0,0 4,-1-1,1 1,0-1,0 1,1-1,0 0,0 0,1 0,-1 0,1 0,1 0,-1-1,1 1,0-1,0 0,0 0,1-1,0 1,0-1,0 0,0 0,1-1,-1 1,1-1,0 0,1-1,1 2,1 0,-1-1,1-1,0 0,0 0,1 0,-1-1,0-1,0 1,1-2,-1 1,0-1,0-1,0 1,0-2,0 1,0-1,2-2,3-2,-2-1,1 0,-1-1,0 0,-1-1,0-1,-1 0,0 0,0-1,-1 0,-1-1,6-10,3-11,0-1,-3 0,-1-1,4-19,0-5,-2-1,-4 0,-2-1,-3 0,-2 0,-4-20,-20-28,18 106,1 0,-1 0,0 0,0 0,0 0,0 0,-1 1,1-1,-1 1,0 0,0-1,-1 1,1 1,-1-1,1 0,-1 1,0 0,0 0,0 0,0 0,0 1,0 0,-2-1,1 2,0-1,1 1,-1 1,0-1,1 1,-1 0,1 0,-1 0,1 1,-1-1,1 1,0 0,0 0,0 1,0-1,0 1,0 0,1 0,-1 0,1 1,0-1,-1 2,-54 90,48-69,1 1,2 0,0 0,2 0,1 1,1 0,1 0,2 0,1 0,1 0,1 0,1 0,2-1,1 0,1 0,1 0,1-1,2-1,0 0,2 0,1-1,1-1,0-1,2 0,1-1,0-1,13 9,-23-22,1 0,0-1,1 0,-1 0,1-1,0-1,1 0,-1 0,1-1,9 1,-15-4,0 1,0-1,0 0,0 0,0-1,0 0,0 0,-1 0,1-1,0 0,-1 0,1 0,-1-1,0 1,1-1,-1-1,-1 1,1-1,0 0,-1 0,0 0,2-2,48-84,-47 127,-8-32,0 0,0-1,1 1,-1 0,1-1,1 1,-1 0,1 0,-1-1,1 1,1 0,-1-1,1 1,-1-1,1 0,1 1,-1-1,0 0,1 0,0-1,0 1,0 0,1-1,-1 0,1 0,-1 0,1 0,0 0,0-1,1 0,1 1,-2-2,1 0,-1-1,1 0,-1 0,1 0,-1 0,1-1,-1 0,0 0,1 0,-1 0,0-1,0 1,0-1,0 0,0 0,0-1,0 1,-1-1,1 0,-1 0,0 0,0 0,0-1,0 1,-1-1,1 0,-1 0,0 1,0-2,0 1,-1 0,1 0,-1 0,0-1,0 1,-1-1,1 1,-1-1,0 1,0 0,-1-1,0-2,1-2,0 0,-1 0,0 0,0 1,-1-1,-1 0,1 1,-1-1,-1 1,0 0,0 0,0 0,-1 1,0 0,0 0,-1 0,0 0,-1 1,-5-5,10 9,0 1,0 0,0 0,0 1,0-1,0 0,0 1,0-1,0 1,0-1,0 1,0 0,0 0,0 0,0 0,-1 1,1-1,0 0,0 1,0-1,0 1,0 0,0 0,0 0,1 0,-1 0,0 0,0 0,1 1,-1-1,1 1,-1-1,1 1,0-1,-1 1,1 0,0 0,0 0,0-1,0 1,1 0,-1 0,0 0,1 0,-1 1,1 1,-8 27,4 0</inkml:trace>
  <inkml:trace contextRef="#ctx0" brushRef="#br0" timeOffset="3392.743">3579 937,'34'-323,"-34"322,0 0,0 0,0-1,0 1,1 0,-1 0,0-1,0 1,1 0,-1 0,1 0,-1 0,1 0,0-1,-1 1,1 0,0 0,0 0,0 1,0-1,-1 0,1 0,0 0,1 1,-1-1,0 0,0 1,0-1,0 1,0 0,1-1,-1 1,0 0,0-1,1 1,-1 0,0 0,0 0,1 0,-1 1,0-1,0 0,1 0,161 62,-160-61,0-1,1 1,-1 0,0-1,0 2,-1-1,1 0,0 0,0 1,0 0,-1-1,1 1,-1 0,0 0,1 0,-1 1,0-1,0 1,0-1,-1 1,1-1,0 1,-1 0,0 0,0 0,0 0,0 0,0 0,-1 0,1 0,-1 0,0 0,0 1,0-1,0 0,0 0,-1 0,0 1,-20 36,18-36,0 0,0 1,0 0,1 0,-1 0,1 0,0 0,1 0,-1 1,1-1,0 1,0 2,2-6,1 1,-1-1,1 1,-1-1,1 0,0 1,0-1,0 0,0 0,0 0,0-1,1 1,-1-1,0 1,1-1,-1 0,1 1,0-1,-1-1,1 1,0 0,0-1,0 1,-1-1,1 0,0 0,0 0,0 0,0-1,0 1,0 0,34 1,-1-2,1-1,0-3,-1 0,1-3,-1 0,36-10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8:57.2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257 519,'-7'-3,"-1"0,0 1,0-1,0 1,0 1,0 0,0 0,0 0,-1 1,1 0,0 1,0 0,0 0,0 1,0 0,0 0,0 1,0 0,1 1,-1-1,1 1,0 1,0-1,1 1,-1 0,1 1,0 0,1 0,-5 5,6-5,1 0,-1 1,1-1,0 1,1 0,0 0,0 0,0 0,1 0,0 0,0 1,1-1,0 2,0-6,0 0,1 1,-1-1,1 0,0 1,0-1,0 0,0 0,1 0,-1 0,1 0,0 0,-1-1,2 1,-1-1,0 1,0-1,1 1,-1-1,1 0,0 0,-1-1,1 1,0 0,0-1,0 0,0 0,1 0,2 1,2-2,0 0,0 0,0 0,0-1,1-1,-1 0,-1 0,1 0,0-1,-1 0,1 0,-1-1,0 0,0 0,0-1,-1 0,1 0,-1 0,0-1,-1 0,1 0,-1-1,-1 1,1-1,-1 0,0 0,-1-1,0 1,0-1,2-6,-5 13,8-19,-8 20,0 0,0 1,0-1,-1 0,1 0,0 0,0 1,0-1,0 0,0 0,0 1,0-1,0 0,0 0,1 1,-1-1,0 0,0 0,0 1,0-1,0 0,0 0,0 0,0 1,1-1,-1 0,0 0,0 0,0 0,0 1,1-1,-1 0,0 0,0 0,0 0,1 0,-1 0,0 0,0 1,1-1,-1 0,0 0,0 0,1 0,-1 0,0 0,0 0,1 0,-1 0,0 0,0 0,0-1,1 1,-2 7,1 0,0 0,0 0,0 0,1 0,0 0,1 0,-1 0,1 0,1-1,-1 1,1-1,0 1,1-1,-1 0,1 0,0-1,1 1,-1-1,1 0,0 0,1-1,-1 1,1-1,0 0,5 3,-4-6,0 1,-1-1,1 1,0-2,0 1,0-1,-1 0,1-1,0 1,0-1,-1-1,1 1,0-1,-1 0,0-1,1 0,-1 0,0 0,0 0,-1-1,1 0,0-1,11-9,-2 1,0-2,0 0,-2-1,0 0,9-15,-6 6,-1-2,0 0,-2 0,-2-1,0-1,-2 0,-1 0,-1-1,-2 0,-1 0,-1-1,-2 1,0-1,-4-16,2 35,-1 0,-1 0,0 0,-1 0,0 0,0 1,-6-10,8 18,0-1,0 1,0 0,0 0,0-1,-1 1,1 1,-1-1,0 0,0 1,0-1,0 1,0 0,-1 0,1 0,-1 1,1-1,-1 1,0 0,0 0,1 0,-1 0,0 0,0 1,0 0,-2 0,0 3,-1-1,1 1,0 1,-1-1,2 1,-1 1,0-1,1 1,0-1,0 1,0 1,1-1,0 1,0 0,0 0,1 0,0 0,0 1,0-1,1 1,0 0,0 0,1-1,0 1,0 3,-6 13,2 1,1 0,1 1,2-1,0 1,1-1,1 1,2-1,0 0,2 0,0 0,2 0,0-1,2 0,0-1,2 0,0 0,2-1,0 0,1-1,2-1,6 6,-15-17,1-1,0 0,0 0,1-1,0 0,0-1,1 0,-1 0,1-1,0 0,0-1,0 0,1 0,-1-1,1-1,0 0,-1 0,1-1,0 0,-1-1,1 0,-1-1,1 0,-1-1,0 0,1-1,-1 1,-1-2,1 0,-1 0,0-1,4-2,-5-1,0 0,0 0,-1 0,0-1,0 0,-1-1,-1 1,0-1,0 0,-1 0,0-1,0-4,23 107,-23-86,-1 0,1 0,0-1,0 1,0-1,1 0,-1 0,1-1,0 1,0-1,0 0,1-1,-1 1,1-1,-1 0,1 0,0-1,0 1,0-1,0-1,0 1,0-1,0 0,0 0,0-1,0 0,-1 0,1 0,0-1,0 0,-1 0,1 0,-1-1,1 0,-1 0,0 0,0 0,-1-1,5-3,-4 2,0 0,-1 0,1-1,-1 1,0-1,0 0,0 0,-1 0,0-1,-1 1,1-1,-1 1,0-1,-1 0,1 0,-2 0,1 0,-1 0,0 0,0 0,0 0,-1 0,-1 0,1 0,-1 1,0-1,0 0,-1 1,0 0,0-1,-1 1,0 0,0 1,0-1,0 1,-1-1,0 1,0 1,-4-4,3 5,-1 1,1-1,-1 1,1 0,-1 0,0 1,0 0,0 0,0 1,1 0,-1 0,0 0,0 1,0 0,0 1,1-1,-1 1,0 1,1-1,0 1,-1 0,1 0,1 1,-1 0,0 0,1 0,0 1,0 0,0 0,0 0,1 0,0 2,2-5,1 1,0-1,1 1,-1 0,0-1,1 1,-1 0,1 0,0-1,0 1,0 0,0 0,1 0,-1-1,1 1,0 0,-1-1,1 1,1 0,-1-1,0 1,0-1,1 0,0 1,-1-1,1 0,0 0,0 0,0 0,0 0,0-1,1 1,0 0,28 20</inkml:trace>
  <inkml:trace contextRef="#ctx0" brushRef="#br0" timeOffset="1118.091">1897 424,'-20'-5,"0"1,0 1,0 1,-1 0,1 1,0 2,-15 1,27-1,0 0,0 1,0 0,0 0,0 1,1 0,-1 0,1 1,0 0,0 0,0 1,0-1,1 2,0-1,0 1,0 0,1 0,0 0,0 1,-1 1,4-5,1 1,-1-1,1 0,-1 0,1 1,0-1,0 0,1 1,-1-1,1 1,0-1,0 1,0-1,0 1,0-1,1 1,0-1,-1 1,1-1,0 1,1-1,-1 0,1 0,-1 0,1 0,0 0,0 0,1 0,-1-1,0 1,1-1,0 1,-1-1,1 0,0 0,0 0,0 0,0-1,1 1,1 0,21 7,1-1,-1-1,1-1,0-1,1-2,-1 0,1-2,-1-1,16-3,31-2,0-2,0-4,-1-3,-1-3,58-23,-124 38,10-3,0-1,-1-1,1 0,-1 0,-1-2,7-4,-20 12,0 1,0-1,0 1,0-1,0 0,0 1,0-1,0 0,0 0,-1 0,1 0,0 0,0 0,-1 0,1 0,0 0,-1 0,1 0,-1 0,0-1,1 1,-1 0,0 0,0 0,0-1,0 1,0 0,0 0,0-1,0 1,0 0,0 0,-1 0,1-1,-1 1,1 0,-1 0,1 0,-1 0,1 0,-1 0,0 0,0 0,1 0,-1 0,0 0,0 1,0-1,0 0,0 0,0 1,0-1,0 1,-2-1,-5-3,0 1,-1 0,1 1,-1 0,0 0,1 1,-1 0,0 1,0-1,0 2,0-1,0 1,1 1,-1 0,0 0,1 0,-1 1,1 0,0 1,0 0,0 0,1 1,-1 0,1 0,0 1,1 0,-1 0,1 1,0-1,1 1,0 0,0 1,0-1,1 1,0 0,-2 8,5-14,0 0,1 1,-1-1,1 1,0-1,0 1,0-1,0 1,0-1,1 1,-1-1,1 1,-1-1,1 1,0-1,0 0,0 0,0 1,0-1,1 0,-1 0,1 0,-1 0,1 0,0-1,0 1,0 0,0-1,0 1,0-1,0 0,0 0,1 0,-1 0,0 0,1 0,-1 0,0-1,1 1,101 4,-87-6,0-2,0 0,0-1,0-1,-1-1,0 0,0-1,0 0,-1-1,0-1,-1-1,0 0,4-5,-15 13,0-1,0 0,-1 0,1 0,-1 0,0 0,0-1,0 1,0 0,-1-1,1 0,-1 1,0-1,0 0,0 0,-1 1,1-1,-1 0,0 0,0 0,0 0,-1 0,1 1,-1-1,0 0,0 0,0 1,-1-1,1 0,-1 1,-1-2,3 4,0 1,-1-1,1 1,-1-1,1 0,-1 1,1-1,-1 1,1-1,-1 1,1-1,-1 1,0-1,1 1,-1 0,0-1,0 1,1 0,-1 0,0-1,0 1,1 0,-1 0,0 0,0 0,1 0,-1 0,0 0,0 0,1 0,-1 0,0 1,0-1,1 0,-1 1,0-1,1 0,-1 1,0-1,1 0,-1 1,0-1,1 1,-1 0,1-1,-1 1,1-1,0 1,-1 0,1-1,-1 1,1 0,0-1,-1 2,-11 41,12-35,-1 0,2 1,-1-1,1 0,0 0,1 1,0-1,0 0,1 0,0-1,1 1,-1-1,1 1,1-1,-1 0,1 0,1-1,-1 0,1 0,0 0,0 0,1-1,0 0,-1-1,2 1,-1-1,0-1,1 1,0-1,0-1,0 1,0-2,0 1,0-1,1 0,1 0,-6-2,0 1,1-1,-1 0,0 0,0 0,0 0,0-1,0 0,0 0,0 0,0 0,-1-1,1 1,-1-1,0 0,0 0,0 0,0 0,0-1,-1 1,1-1,-1 0,0 1,0-1,0 0,-1-1,27-110,-25 82,-3 23,1 0,0 0,0 0,1 1,0-1,1 0,0 1,0-1,1 1,2-3,-5 10,1 0,-1 0,1 1,-1-1,1 1,0-1,0 1,0 0,0-1,-1 1,2 0,-1 0,0 1,0-1,0 0,0 1,0-1,1 1,-1 0,0-1,0 1,1 0,-1 1,0-1,0 0,1 1,-1-1,0 1,0-1,0 1,0 0,0 0,2 1,59 48,-11 45,-50-86,1 0,0 0,1-1,0 1,0-1,1 0,0 0,0-1,1 0,0 0,1 0,-1 0,1-1,0 0,1-1,-1 1,1-1,0-1,0 0,1 0,5 2,4-3,1 0,0-2,0 0,-1-1,1-1,0 0,-1-2,1 0,-1-1,0-1,0 0,0-2,-1 0,0-1,14-8,-24 11,1-1,-1 1,-1-2,1 1,-1 0,0-1,-1 0,0-1,0 1,0-1,-1 0,0 0,1-4,-4 8,1 1,-1-1,0 0,0 0,-1 1,1-1,-1 0,1 0,-1 0,0 1,-1-1,1 0,-1 0,1 1,-1-1,0 0,-1 1,1-1,-1 0,1 1,-1 0,0-1,0 1,-1 0,1 0,-1 0,1 1,-1-1,0 0,0 1,0 0,-1-1,1 1,0 0,-1 0,1 1,0-1,0 1,-1 0,1 0,0 0,-1 0,1 1,-1 0,1-1,-1 1,1 0,-1 1,1-1,-1 0,1 1,-1 0,1 0,-1 0,1 0,0 1,0-1,0 1,0 0,0 0,0 0,0 0,0 0,1 1,-1-1,1 1,-2 2,0 1,-1 0,1 0,1 0,-1 0,1 1,0 0,1-1,-1 1,1 0,1 0,-1 0,1 1,0-1,1 0,0 0,0 1,1-1,0 1,1-1,0 1,1-1,0 0,0 0,0 0,1 0,0 0,1-1,-1 0,1 0,0 0,1 0,0-1,-1 0,2 0,-1 0,0-1,1 0,0-1,0 1,4 0,16 8,1-3,0 0,0-1,1-2,8 0,39 5</inkml:trace>
  <inkml:trace contextRef="#ctx0" brushRef="#br0" timeOffset="1506.053">4286 492,'-32'-12,"19"5,0 2,-1 0,0 1,0 0,0 1,-13-1,24 4,-1 0,1 1,0-1,0 1,0-1,-1 1,1 0,0 0,0 1,0-1,1 0,-1 1,0 0,1 0,-1 0,1 0,-1 0,1 0,0 1,0-1,0 1,0-1,0 1,1 0,-1 0,1 0,-1 2,-19 86,20-87,0 0,0 0,1 0,-1 0,1 0,0 0,0 0,1 0,-1 0,1 0,0 0,0 0,0-1,0 1,0 0,1 0,0-1,0 1,0-1,0 0,1 1,-1-1,1 0,0 0,0-1,0 1,0 0,0-1,0 0,1 0,0 0,-1 0,1-1,0 1,-1-1,1 0,0 0,0 0,0 0,0-1,0 0,6-3,0 0,-1 0,1-1,-1 0,0-1,0 0,0-1,-1 0,0 0,0-1,-1 1,0-2,0 1,0-1,-1 0,0-1,-1 1,0-1,0 0,-1 0,0-1,0 1,-1-1,-1 0,1 0,-1-6,-2 4,-3 32,3-15,1 0,0-1,0 1,0 0,0-1,1 1,0-1,0 1,0-1,0 0,1 0,0 0,0 0,0-1,0 1,0-1,1 1,0-1,-1 0,1-1,0 1,0-1,1 1,-1-1,0-1,2 1,121 30,-56-23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9:09.0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247 596,'-6'-4,"0"1,1-1,-1 2,0-1,0 1,-1 0,1 0,0 0,-1 1,1 0,-1 0,1 1,-1 0,0 0,1 0,-1 1,1 0,-1 0,1 1,0 0,-1 0,-3 2,3 1,0 0,0 0,0 0,1 1,0 0,0 0,0 1,1-1,0 1,0 1,1-1,-1 0,2 1,-1 0,1 0,1 0,-1 1,1-1,1 0,-1 1,1-1,1 9,0-15,1 0,-1 0,1 0,-1 0,1 0,0 0,0 0,0 0,0 0,0 0,1 0,-1 0,0-1,1 1,0-1,-1 1,1-1,0 1,0-1,-1 0,1 0,0 0,0 0,0 0,0-1,1 1,-1 0,0-1,0 0,0 1,0-1,2 0,69-10,-64 7,0 0,0-1,-1 1,1-2,-1 1,0-1,-1 0,1-1,-1 0,0 0,0-1,-1 0,0 0,0 0,-1-1,1 0,-2 0,1 0,-1 0,-1-1,1 0,-1 0,-1 0,1-6,-8-8,-12 33,14-5,0 1,1-1,0 1,0 0,0 0,0 0,1 0,0 0,1 0,-1 0,1 0,0 0,0 0,1 1,0-1,0 0,1 0,-1-1,1 1,1 0,-1 0,1-1,0 1,0-1,0 0,1 0,0 0,0-1,0 1,0-1,1 0,0 0,0-1,0 1,0-1,1 0,3 2,-2-3,1 0,-1 0,0-1,0 0,1 0,-1 0,0-1,1 0,-1-1,0 0,1 0,-1 0,0-1,0 0,0-1,0 1,0-1,-1 0,1-1,-1 0,4-3,1-1,-1-1,0-1,0 1,-1-2,-1 1,1-1,-2 0,0-1,0 0,-1 0,2-7,7-26,-2-1,-2-1,-3 0,-1-1,-2 1,-3-1,-2-28,0 71,1-9,0-1,0 0,-2 1,0-1,0 1,-1-1,-1 1,-1 0,0 0,-1 0,0 0,-1 1,0 0,-5-6,9 17,-1 0,0 0,1 0,-1 1,0-1,0 1,0-1,0 1,0 0,-1 1,1-1,0 0,0 1,-1 0,1 0,0 0,0 0,-1 0,1 1,0-1,0 1,-1 0,1 0,0 0,0 0,0 1,0-1,1 1,-1 0,0-1,1 1,-1 1,1-1,-1 0,1 1,0-1,0 1,0-1,0 1,1 0,-1 0,1 0,0 0,-1 1,-9 20,0-1,2 2,1-1,1 1,0 0,2 1,2-1,0 1,1 0,2 0,0 0,2 0,2 7,-1-8,1 0,1 0,2 0,0 0,2-1,0-1,2 1,9 14,-13-25,1-1,1 0,0 0,0-1,1 0,0-1,1 0,0-1,1 0,0-1,0 0,1 0,0-2,0 1,12 2,-20-7,0 0,1-1,-1 0,1 0,-1 0,1-1,-1 0,1 0,-1 0,0-1,1 0,-1 0,1 0,-1 0,0-1,0 0,0 0,0-1,0 1,0-1,-1 0,1 0,-1-1,0 1,0-1,0 0,0 0,-1-1,0 1,1-1,-2 1,1-1,0 0,-1 0,4-9,-1 0,-1 0,0 0,-1 0,0-1,-1 1,-1-1,0 1,-2-15,2 28,-1 0,0 0,0 0,0 1,1-1,-1 0,0 0,0 0,0 0,0 0,-1 0,1 0,0 1,0-1,0 0,-1 0,1 0,0 0,-1 0,1 1,-1-1,1 0,-1 0,1 1,-1-1,0 0,1 1,-1-1,0 1,0-1,1 1,-1-1,0 1,0 0,0-1,1 1,-1 0,0-1,0 1,0 0,0 0,0 0,0 0,0 0,1 0,-1 0,0 0,0 0,0 0,0 1,0-1,0 0,1 1,-1-1,0 0,0 1,0-1,1 1,-1-1,0 1,1 0,-1-1,0 1,1 0,-1-1,1 1,-1 0,1 0,-5 4,1 0,0 1,0 0,0 0,1 0,-1 0,2 1,-1-1,1 1,0 0,0 0,1-1,0 1,0 0,0 0,1 0,0 0,1 0,-1 0,1 0,1 0,-1 0,1 0,1 0,-1-1,1 1,0-1,0 0,1 0,0 0,0 0,1-1,2 3,10 4,0-2,0 0,1 0,0-2,1-1,0 0,0-1,1-1,-1-1,1 0,0-2,0 0,0-2,10 0,33 0</inkml:trace>
  <inkml:trace contextRef="#ctx0" brushRef="#br0" timeOffset="606.803">1380 759,'-2'-9,"0"0,-1 1,0 0,0-1,-1 1,0 1,-1-1,0 0,0 1,0 0,-1 0,0 1,0-1,-1 1,0 1,0-1,0 1,-1 1,1-1,-5-1,9 6,1-1,0 1,-1-1,1 1,0 0,-1 0,1 0,0 0,-1 1,1-1,0 0,0 1,-1 0,1 0,0-1,0 1,0 1,0-1,0 0,0 0,0 1,0-1,0 1,1-1,-1 1,1 0,-1 0,1 0,0 0,-1 0,1 0,0 0,0 0,1 0,-1 0,0 1,-1 2,1 0,-1 1,1-1,0 0,1 0,-1 1,1-1,0 1,1-1,-1 0,1 1,0-1,0 0,0 0,2 4,2-3,-1 0,1-1,0 1,1-1,-1 0,1 0,0 0,0-1,1 0,-1 0,1-1,0 0,0 0,0 0,0-1,0 0,1 0,-1-1,1 0,-1-1,1 1,-1-1,1-1,-1 1,1-2,-1 1,1-1,-1 0,0 0,0 0,0-1,0-1,0 1,-1-1,0 0,1 0,4-5,46-62,-50 97,5 61,-11-84,0 0,1 0,-1-1,0 1,1 0,0-1,0 0,0 1,0-1,0 0,0 0,0 0,1 0,-1 0,1 0,-1-1,1 1,0-1,-1 0,1 0,0 0,0 0,0 0,0-1,0 1,0-1,3 0,4-1,0-2,0 1,0-1,0-1,0 1,-1-2,1 1,-1-2,-1 1,1-1,-1 0,0-1,0 0,0 0,-1-1,-1 1,1-2,1-2,8-11,-2 0,0-1,-2 0,0-1,-1 0,-2-1,-1 0,0-1,2-22,1-16,-4 0,-2-1,-3-29,-14-89,-1 155,-8 44,9 11,2 1,1 0,2 0,0 1,2 0,1 0,1 13,-2-6,1 1,2-1,2 1,2 0,1-1,1 0,3 1,0-1,3-1,1 0,1 0,2-1,12 21,-10-32,-3-8</inkml:trace>
  <inkml:trace contextRef="#ctx0" brushRef="#br0" timeOffset="883.615">1722 473,'-14'-14,"-7"-5,0-1,11 3,13 4,19 4,19 4,19 2,13 3,6 2,-2 2,-13 0</inkml:trace>
  <inkml:trace contextRef="#ctx0" brushRef="#br0" timeOffset="1092.057">2090 759,'-1'6,"-2"-2,1 1,0 0,1 0,-1 0,1 0,0 1,0-1,0 0,1 0,0 1,0-1,0 0,1 1,-1-1,1 0,1 0,-1 0,1 0,0 0,0 0,0 0,1 0,-1-1,1 1,1-1,1 2,-3-5,0 0,0 0,0 0,1 0,-1 0,1-1,-1 1,1-1,-1 1,0-1,1 0,-1 0,1 0,-1-1,1 1,-1 0,1-1,-1 0,0 1,1-1,-1 0,0 0,0-1,0 1,1 0,-1-1,-1 1,1-1,0 0,1-1,2-2,0 0,-1 0,0-1,0 1,0-1,-1 0,0-1,0 1,0 0,1-5,-3 4,1-1,-1 0,0 0,-1 1,0-1,0 0,0 0,-1 0,-1 0,1 1,-1-1,0 1,-1-1,0 0,1 4,0 0,1 0,-1 0,-1 1,1-1,0 1,-1 0,0 0,1 0,-1 0,0 0,-1 0,1 1,-1 0,1-1,-1 1,1 1,-1-1,0 0,0 1,0 0,0 0,0 0,0 0,0 1,0 0,-3-1,4 2,0 0,0-1,0 1,0 0,0 0,0 1,0-1,0 1,1-1,-1 1,0 0,1 0,-1 0,1 0,0 1,0-1,0 1,0-1,0 1,1 0,-1-1,1 1,-1 0,1 0,0 0,0 0,1 0,-1 0,0 1,1-1,0 0,0 0,0 0,0 1,0-1,1 0,0 0,-1 0,1 0,0 0,0 0,1 1,8 23</inkml:trace>
  <inkml:trace contextRef="#ctx0" brushRef="#br0" timeOffset="1815.168">2432 759,'-1'-6,"-1"0,0 0,0 0,-1 0,1 0,-1 1,0-1,-1 1,1 0,-1 0,0 0,-1 0,1 1,-1-1,1 1,-3 0,6 3,0 1,-1-1,1 1,-1 0,1-1,0 1,-1 0,1 0,-1 0,1 0,-1 0,1 0,-1 0,1 1,-1-1,1 0,0 1,-1-1,1 1,-1 0,1-1,0 1,0 0,0 0,-1 0,1 0,0 0,0 0,0 0,0 0,0 0,1 1,-1-1,0 0,0 2,-17 50,16-48,1 0,0 0,1 1,-1-1,1 0,0 1,0-1,1 1,-1-1,1 0,0 1,1-1,-1 0,1 0,0 0,0 0,1 0,0-1,-1 1,2-1,-1 1,0-1,1 0,0 0,0-1,0 1,0-1,0 0,1 0,0 0,-1-1,1 1,0-1,3 0,-1 1,0-1,0-1,0 1,0-1,1-1,-1 1,0-1,1 0,-1-1,0 0,0 0,1-1,-1 1,0-2,0 1,-1-1,1 0,0 0,-1-1,0 0,0 0,0 0,0-1,-1 0,5-5,-8 4,-1 1,0-1,0 0,-1 0,0 0,0 0,0 0,-1 0,0 0,0 1,0-1,-1 0,1 1,-2-1,1 1,0-1,-1 1,0 0,0 0,-1 0,0 0,1 1,-4-3,-4-9,10 15,1 1,0 0,-1-1,1 1,0 0,0-1,-1 1,1-1,0 1,0 0,0-1,-1 1,1-1,0 1,0-1,0 1,0-1,0 1,0-1,0 1,0 0,0-1,0 1,0-1,0 1,1-1,-1 1,0-1,0 1,0 0,0-1,1 1,-1-1,0 1,1 0,-1-1,0 1,1 0,-1-1,0 1,1 0,-1-1,0 1,1 0,-1 0,1 0,-1-1,1 1,-1 0,0 0,1 0,-1 0,1 0,-1 0,1 0,-1 0,1 0,-1 0,1 0,-1 0,1 0,-1 0,0 0,1 1,-1-1,1 0,-1 0,43 8,-36-6,17 3,-12-4,0 2,0-1,-1 2,1-1,-1 2,1-1,-1 1,-1 1,2 1,-10-4,0 0,0 0,0 0,-1 1,1-1,-1 0,0 1,0-1,0 1,0-1,-1 1,1 0,-1-1,0 1,0-1,0 1,-1 0,1-1,-1 1,0-1,0 1,0-1,-1 1,1-1,-1 0,1 0,-1 0,0 0,-1 1,-10 31,12-32,0 0,0 0,0 0,0 0,1 0,-1 0,1 0,0 0,0 0,0 0,1 1,-1-1,1 0,-1 0,1 0,0 0,0 0,0 0,1 0,-1-1,1 1,0 0,-1-1,1 1,0-1,1 0,-1 1,0-1,1 0,-1 0,1-1,-1 1,1 0,0-1,0 0,0 0,0 1,1-1,3 1,1 0,-1-1,1 0,0 0,0 0,0-1,-1-1,1 1,0-1,0 0,-1-1,1 0,-1 0,1-1,-1 1,0-2,0 1,0-1,0 0,-1 0,0-1,0 0,0 0,0-1,-1 1,0-1,0 0,0-1,-1 1,0-1,0 0,-1 0,0 0,0 0,-1-1,1 1,-2-1,1 1,-1-1,0-7,0 14,-1 0,0 0,0 0,0 0,1 0,-1-1,0 1,0 0,-1 0,1 0,0 0,0 0,0 0,-1 0,1 0,0 0,-1 0,1 0,-1 0,0 0,1 1,-1-1,1 0,-1 0,0 0,0 1,0-1,1 0,-1 1,0-1,0 1,0-1,0 1,0-1,0 1,0 0,0-1,0 1,0 0,0 0,0 0,0 0,0 0,0 0,0 0,0 0,-1 0,1 0,0 0,0 1,0-1,0 1,0-1,1 0,-1 1,0 0,0-1,0 1,0 0,0-1,1 1,-1 0,-4 5,1 0,0 0,1 1,-1-1,1 1,1 0,-1 0,1 0,0 0,1 1,0-1,0 0,0 1,1-1,0 0,1 1,-1-1,1 0,1 1,-1-1,1 0,1 2,41 65,-17-45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9:12.2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 1,'-9'2,"-1"1,11 2,16 3,22 0,23-2,22-3,17-3,8-2,2 1,-19-1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9:18.5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186 607,'-7'-1,"-1"0,0 1,1 0,-1 0,0 1,1 0,-1 0,1 1,-1 0,1 0,0 1,-1 0,1 0,1 1,-1-1,0 2,1-1,0 1,0 0,1 0,-1 0,1 1,0 0,0 0,1 0,0 1,3-5,0-1,0 1,0 0,0 0,0 0,0 0,1 0,-1 0,1 0,0 0,-1 0,1 0,0 0,0 0,0 0,1 0,-1 0,0 0,1 0,-1 0,1 0,0 0,0 0,0 0,0 0,0-1,0 1,0 0,0-1,1 1,-1 0,1-1,-1 0,1 1,-1-1,1 0,0 0,0 0,0 0,-1 0,1 0,0-1,1 1,8 1,0-1,0-1,0 1,0-2,0 1,0-2,0 1,-1-2,1 1,0-1,-1-1,0 0,0 0,0-1,0-1,-1 1,0-2,0 1,0-1,-1 0,0-1,0 0,-1 0,0-1,-1 0,0 0,0 0,0-2,6-17,-1-1,-2 1,0-2,-2 1,-1-1,-2 0,-1 0,-1-1,-2 1,0-1,-3 1,0 0,-2 0,-1 0,-2-1,7 27,0-9,-2 0,1 1,-2-1,0 1,0 0,-1 0,-1 0,0 0,-7-10,12 21,1 0,-1 0,0 0,0 0,1 1,-1-1,0 0,0 0,0 0,0 1,0-1,0 0,0 1,0-1,0 1,0-1,0 1,0 0,0-1,-1 1,1 0,0 0,0 0,0 0,0 0,-1 0,1 0,0 0,0 0,0 1,0-1,-1 0,1 1,0-1,0 1,0-1,0 1,0 0,0-1,0 1,0 0,1 0,-1-1,0 1,0 0,1 0,-1 0,0 0,0 1,-26 58,18-23,2-1,1 1,3 0,0 0,3 0,1 0,1 0,2 0,8 30,-7-46,1 0,1 0,0 0,2-1,0 0,1-1,1 0,1-1,13 17,-16-25,0 0,0-1,1 0,0 0,0-1,1 0,0-1,1 0,0-1,0 0,0-1,0 0,1-1,0 0,0-1,11 1,-18-4,0 1,0-1,0 0,0 0,0-1,0 0,0 0,0-1,0 1,-1-1,1 0,0-1,-1 0,0 1,1-2,-1 1,0-1,-1 1,1-1,-1-1,1 1,-1 0,-1-1,1 0,-1 0,1 0,-1-1,-1 1,1-1,-1 1,0-1,1-5,2-9,0 0,-2 0,0-1,-1 1,-1 0,-1-1,-1 1,-1-5,-13-23,14 47,1 0,-1 1,0-1,1 0,-1 0,0 1,1-1,-1 0,0 1,0-1,0 1,1-1,-1 1,0-1,0 1,0 0,0-1,0 1,0 0,0 0,0-1,0 1,0 0,0 0,0 0,0 0,0 1,0-1,0 0,0 0,0 0,0 1,1-1,-1 1,0-1,0 1,0-1,0 1,0-1,1 1,-1 0,0-1,1 1,-1 0,0 0,1 0,-5 4,1 2,0-1,0 0,0 1,1 0,0 0,0 0,1 0,0 0,0 1,1-1,0 1,0-1,1 1,0-1,0 1,1-1,-1 1,2 2,0-3,1 1,0-1,0 0,0 0,1 0,0 0,1-1,-1 0,1 0,0 0,1 0,-1-1,1 0,0 0,1 0,-1-1,1 0,0 0,0-1,3 2,47 21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9:19.0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 0,'-4'16,"5"13,2 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9:18.8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14 247,'-2'20,"-1"15,0 8,0 3,2-1,0-4,3-4,3-8,1-9</inkml:trace>
  <inkml:trace contextRef="#ctx0" brushRef="#br0" timeOffset="516.159">205 519,'13'-7,"-1"0,0-1,0-1,-1 0,0 0,0-1,-1-1,0 1,-1-2,-1 1,0-1,0-1,-1 1,0-1,-2 0,1-1,-1 0,-1 1,1-11,-4 22,-1 0,0-1,1 1,-1 0,0-1,0 1,-1 0,1-1,0 1,-1 0,1 0,-1-1,0 1,0 0,0 0,0 0,0 0,0 0,-1 0,1 0,0 0,-1 0,0 1,1-1,-1 1,0-1,0 1,0 0,0 0,0-1,0 1,0 1,-1-1,1 0,0 0,0 1,-1-1,1 1,0 0,-1 0,1 0,0 0,-2 0,-4 3,-1 0,0 0,1 1,0 0,0 0,0 1,0 0,1 1,0-1,0 1,0 1,1-1,0 1,0 1,1-1,0 1,0-1,1 1,-1 1,2-1,0 1,0-1,0 1,1 0,-1 9,3-12,1 1,-1-1,2 1,-1-1,1 0,0 1,0-1,0 0,1 0,0 0,0-1,1 1,0-1,0 1,0-1,0 0,1-1,0 1,0-1,0 0,0 0,1-1,-1 1,1-1,0-1,0 1,0-1,1 0,-1 0,0-1,1 0,0 0,43 12</inkml:trace>
  <inkml:trace contextRef="#ctx0" brushRef="#br0" timeOffset="955.981">710 192,'-6'6,"0"0,1 0,-1 1,2-1,-1 1,1 1,0-1,0 0,1 1,0 0,0 0,1 0,0 0,1 0,-1 0,2 1,-1-1,1 0,0 1,1-1,0 0,0 0,1 1,0-1,0 0,1 0,0-1,0 1,1-1,4 6,86 93,-5-8,-88-97,-1-1,1 1,0 0,-1-1,1 1,-1 0,1 0,-1-1,1 1,-1 0,1 0,-1 0,0-1,1 1,-1 0,0 0,0 0,0 0,0 0,0 0,0 0,0 0,0 0,0 0,0-1,0 1,0 0,-1 0,1 0,0 0,-1 0,1-1,-1 1,1 0,-1 0,1 0,-1-1,1 1,-1 0,0-1,1 1,-1-1,0 1,0-1,0 1,1-1,-1 1,0-1,0 0,0 1,0-1,0 0,0 0,1 0,-1 0,0 0,0 0,0 0,0 0,0 0,0 0,0 0,0 0,0-1,1 1,-2-1,-2 2,0-1,1-1,-1 1,0-1,0 1,0-1,0 0,0 0,1-1,-1 1,1-1,-1 0,1 0,-1 0,1 0,0-1,0 1,0-1,0 0,1 0,-1 0,1 0,0 0,0 0,0-1,0 1,0-1,1 0,-1 1,1-1,0 0,0 0,1 0,-1 1,1-1,0 0,0 0,0 0,0 0,1 0,0 0,0 0,5-11,0 1,2 0,-1 0,2 1,0 0,0 1,1 0,1 0,0 1,1 0,0 1,0 1,1 0,0 0,1 1,0 1,0 0,13-3,-23 8,50-17,-52 18,-1 1,0 0,1-1,-1 1,0 0,1 0,-1 0,1 0,-1 0,0 0,1 0,-1 1,0-1,1 0,-1 1,0-1,0 1,1-1,-1 1,0 0,0 0,0-1,0 1,0 0,0 0,0 0,0 0,0 0,0 0,0 1,0-1,-1 0,1 0,-1 0,1 1,-1-1,0 98,-4-58,3-28,1 1,1-1,0 0,1 1,0-1,1 0,0 0,4 7,-5-15,0-1,0 1,0 0,1-1,-1 1,1-1,0 0,1 0,-1 0,1 0,-1-1,1 1,0-1,1 0,-1 0,0-1,1 1,0-1,-1 0,1 0,0-1,0 1,1-1,16 1</inkml:trace>
  <inkml:trace contextRef="#ctx0" brushRef="#br0" timeOffset="1222.269">1174 1,'-4'9,"0"10,3 11,3 1</inkml:trace>
  <inkml:trace contextRef="#ctx0" brushRef="#br0" timeOffset="1687.046">1325 615,'11'-25,"-1"-1,-2 0,0-1,-2 0,-1 0,-1 0,-1 0,-2-1,-1-26,0 45,4-112,-3 119,0 0,0 0,0 1,1-1,-1 1,1-1,-1 1,1 0,-1 0,1-1,0 1,-1 0,1 0,0 1,0-1,0 0,0 1,0-1,0 1,0-1,0 1,0 0,0 0,0 0,0 0,0 0,0 1,0-1,0 0,0 1,0 0,0-1,0 1,-1 0,1 0,0 0,0 0,-1 0,1 1,-1-1,2 1,3 1,18 6,-1 0,-1 2,0 0,0 2,-1 0,0 2,-1 0,-17-11,-1-1,1 0,-1 1,0-1,0 1,-1-1,1 1,-1 0,1 0,-1 0,0 0,-1 0,1 0,-1 0,0 0,0 0,0 0,0 0,-1 0,0 0,1 0,-1 0,-1 0,1 0,-1 0,1-1,-1 1,0-1,-1 1,1-1,0 0,-1 1,-2 1,-21 52,25-55,1 1,0-1,0 0,0 1,0-1,0 0,0 1,1-1,-1 1,1-1,-1 0,1 0,0 1,0-1,0 0,0 0,1 0,-1 0,0 0,1 0,-1 0,1-1,0 1,0 0,0-1,-1 1,2-1,-1 0,0 0,0 0,0 0,0 0,1 0,-1 0,0-1,1 1,89 12,-80-13,0 0,0-1,0 0,0-1,0-1,-1 1,1-2,-1 0,0 0,0-1,0 0,-1-1,0 0,0-1,0 0,-1 0,0-1,0-1,-1 1,0-1,-1 0,0-1,0 0,-1 0,0-1,-1 0,-1 2,0-1,-1 0,0 0,-1 0,0 0,-1 0,0 0,0 0,-1-1,0 1,-1 0,-1-1,2 10,-1-1,0 1,1 0,-1 0,0 0,0 0,0 0,0 0,0 1,0-1,0 0,0 0,0 1,-1-1,1 1,0-1,0 1,-1-1,1 1,0 0,0-1,-1 1,1 0,0 0,-1 0,1 0,0 0,-1 1,1-1,0 0,-1 1,1-1,0 0,0 1,0 0,-1-1,1 1,0 0,0-1,0 1,0 0,0 0,0 0,0 0,0 0,1 0,-1 0,0 0,1 0,-1 1,0-1,1 0,-1 0,1 0,0 1,-1-1,-6 11,0-1,0 1,1 0,0 0,1 0,0 1,1 0,1 0,0 0,-1 13,3-19,1 0,-1 0,1 0,1 0,-1 0,1 0,1 1,-1-2,1 1,0 0,1 0,-1 0,1-1,1 0,-1 1,1-1,0-1,1 1,-1-1,1 1,2 0,7 4,0-1,1-1,0-1,0 0,1-1,-1 0,2-2,-1 1,0-2,1 0,14 0,46 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9:35.2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1,'12'292,"-9"-113,2-152,-5-27,0 1,1-1,-1 0,0 1,1-1,-1 0,0 1,1-1,-1 0,1 0,-1 0,0 1,1-1,-1 0,1 0,-1 0,1 0,-1 0,1 0,-1 0,1 0,-1 0,0 0,1 0,-1 0,1 0,-1 0,1 0,-1-1,1 1,-1 0,0 0,1 0,-1-1,1 1,-1 0,0-1,1 1,-1 0,0-1,1 1,-1 0,0-1,0 1,1-1,-1 1,0 0,0-1,0 1,0-1,27-32,-25 27,1 1,0 0,1 0,-1 0,1 1,0-1,1 1,-1 0,0 0,1 0,0 1,0-1,0 1,1 1,-1-1,1 1,-1 0,1 0,0 0,0 1,3-1,-7 3,1-1,0 1,-1-1,1 1,-1 0,1 0,-1 0,0 1,1-1,-1 1,0-1,0 1,0 0,0-1,0 1,0 0,0 0,-1 0,1 1,-1-1,0 0,1 1,-1-1,0 1,0-1,-1 1,1 0,12 73,-13-74,1 1,-1 0,0 0,0-1,0 1,0 0,0-1,0 1,-1 0,1-1,-1 1,0 0,0-1,0 1,0-1,0 0,-1 1,1-1,-1 0,1 0,-1 1,0-1,0-1,0 1,0 0,0 0,0-1,-1 1,1-1,-1 0,1 0,-1 0,1 0,-1 0,1 0,-1-1,0 1,1-1,-1 0,0 0,1 0,-1 0,0 0,0 0,-1-1,0-1,1 1,-1 0,1-1,0 0,0 0,-1 0,2 0,-1 0,0-1,0 1,1-1,-1 0,1 0,0 0,0 0,0 0,0 0,0 0,1-1,0 1,-1-1,1 1,1-1,-1 1,0-1,1 0,0 1,0-1,0 0,0 0,0 1,1-1,0 1,0-1,0 0,0 1,0-1,1 1,-1 0,1 0,0-1,0 1,0 0,1 0,-1 1,10-10,0 1,1 0,0 1,1 1,0 0,0 1,1 1,0 0,0 1,1 0,7-1,-21 6,0-1,0 1,0 0,1 0,-1 0,1 0,-1 0,1 0,-1 1,1-1,-1 1,1 0,0 0,-1 0,1 0,-1 0,1 0,0 1,-1-1,1 1,-1 0,1 0,-1 0,0 0,1 0,-1 0,0 1,0-1,0 1,0-1,0 1,0 0,0 0,0 0,0 2,11 123,-13-121,0-1,0 1,1-1,0 1,0-1,0 1,0-1,1 0,0 1,0-1,0 0,1 0,0-1,0 1,0 0,1-1,-1 0,1 0,0 0,0 0,0 0,1-1,-1 0,1 0,0 0,0-1,0 1,0-1,4 1,11-2</inkml:trace>
  <inkml:trace contextRef="#ctx0" brushRef="#br0" timeOffset="247.328">465 69,'-5'14,"4"9,1 1</inkml:trace>
  <inkml:trace contextRef="#ctx0" brushRef="#br0" timeOffset="528.575">656 315,'12'21,"0"1,-1 0,-1 1,-2 0,0 1,-1 0,-2 0,0 0,-2 1,0 1,-3-20,0-5,-1 0,1-1,0 1,-1-1,1 1,0-1,0 1,-1 0,1-1,0 1,0 0,0-1,0 1,0 0,0-1,0 1,0 0,0-1,0 1,0 0,0-1,1 1,-1 0,0-1,0 1,1-1,-1 1,0-1,1 1,-1 0,1-1,-1 1,1-1,-1 0,1 1,-1-1,1 1,-1-1,1 0,-1 1,1-1,0 0,-1 0,1 1,0-1,-1 0,1 0,-1 0,1 0,0 0,-1 0,1 0,0 0,-1 0,1 0,0 0,-1 0,1-1,0 1,-1 0,15-12,-1 0,-1 0,0-2,0 1,-2-2,0 0,4-6,-9 13,55-83,-65 95,1 0,1 1,-1 0,1-1,0 1,0 0,0 0,0 0,1 0,0 0,0 1,0-1,1 0,0 0,0 1,0-1,1 0,0 0,-1 1,2-1,-1 0,1 0,0 0,0 0,0-1,1 1,-1 0,1-1,3 4,63 20,-31-22</inkml:trace>
  <inkml:trace contextRef="#ctx0" brushRef="#br0" timeOffset="1228.726">1339 424,'-4'-8,"0"0,-1 0,0 0,-1 1,1 0,-1 0,-1 0,1 1,-3-2,7 7,-1-1,1 0,-1 1,1-1,-1 1,1 0,-1 0,0 0,0 0,1 0,-1 1,0-1,0 1,0 0,0-1,0 1,0 1,0-1,0 0,1 1,-1 0,0-1,0 1,0 0,1 0,-1 1,1-1,-1 1,1-1,-2 2,0-1,1 1,-1 0,1-1,0 1,-1 1,1-1,1 0,-1 1,0-1,1 1,0 0,0 0,0 0,0 0,1 0,-1 1,1-1,0 0,0 1,1-1,-1 1,1-1,0 1,1-1,-1 0,1 1,-1-1,1 1,0-1,1 0,-1 0,1 0,0 0,0 0,0 0,1 0,-1 0,1-1,0 1,0-1,0 0,0 0,2 1,1-1,-1-1,1 1,-1-1,1-1,0 1,-1-1,1 0,0 0,0-1,0 1,0-1,0-1,0 1,0-1,0 0,0 0,-1-1,1 0,0 0,-1 0,1-1,-1 1,0-1,0-1,0 1,0-1,-1 1,0-2,1 1,-1 0,-1-1,3-2,-13 76,7-66,0 0,1 0,-1 0,1 0,0 0,0-1,0 1,0 0,0 0,1-1,-1 1,1 0,0-1,0 0,0 1,0-1,0 0,0 0,1 0,-1 0,1-1,-1 1,1-1,0 1,0-1,-1 0,1 0,0 0,0 0,0-1,0 1,0-1,0 0,0 0,0 0,0 0,0 0,0-1,0 1,0-1,0 0,0 0,0 0,0 0,-1 0,1-1,0 1,-1-1,1 0,0 0,4-9,0 0,-1 0,0-1,0 0,-1 0,-1 0,0 0,-1-1,0 1,-1-1,0 0,-1-11,1 9,13-112,-14 125,-1 0,1 0,0 1,0-1,0 0,0 1,0-1,0 0,1 1,-1 0,0-1,1 1,-1 0,1-1,0 1,-1 0,1 0,0 1,0-1,-1 0,1 0,0 1,0-1,0 1,0 0,0-1,0 1,0 0,0 0,0 0,0 1,0-1,-1 0,1 1,1-1,68 21,-68-20,1 0,-1 0,1 0,-1 1,0-1,1 1,-1-1,0 1,0 0,0 1,0-1,-1 0,1 1,0-1,-1 1,0 0,0 0,0 0,0 0,0 0,0 0,-1 1,0-1,1 1,-1-1,-1 1,1-1,0 1,-1-1,0 1,0 3,-32 65,26-64,1 1,1-1,0 1,0 0,1 0,0 1,0-1,1 1,0-1,0 9,3-14,1 0,0 1,0-1,0 0,0 0,0 0,1-1,-1 1,1-1,0 1,1-1,-1 0,0 0,1 0,0-1,-1 1,1-1,0 0,0 0,0 0,1-1,-1 1,0-1,1 0,-1 0,1-1,-1 1,1-1,-1 0,2 0,30 4,0-1,0-1,0-2,0-2,5-2,30-4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9:33.3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248 391,'-16'-5,"-1"0,0 1,0 1,0 1,0 1,-8 0,19 1,1 1,-1-1,1 1,0 0,0 0,0 1,0 0,0 0,0 0,0 0,0 1,1 0,-1 0,1 0,0 1,0-1,0 1,0 0,1 0,-1 0,1 1,-1 2,1-4,1 1,0 0,1 0,-1 0,1 0,-1 0,1 0,0 0,1 1,-1-1,1 0,0 1,0-1,0 0,0 1,1-1,0 0,0 0,0 0,0 0,1 1,-1-2,1 1,0 0,0 0,1 0,-1-1,1 0,0 1,0-1,0 0,0 0,0-1,1 1,-1 0,1-1,0 0,0 0,0 0,1 0,24 8,1 0,0-3,0 0,1-2,-1-1,1-1,0-2,0-1,0-1,0-2,0-1,-9 3,0-1,0 0,1-2,-1 0,-1-2,1 0,-1-1,0-1,-1-2,0 0,0 0,-1-2,7-6,2-28,-28 45,1 0,-1-1,0 1,1 0,-1 0,0-1,0 1,0 0,0 0,0-1,0 1,-1 0,1 0,0-1,-1 1,1 0,0 0,-1 0,0 0,1-1,-1 1,0 0,1 0,-1 0,0 0,0 1,0-1,0 0,0 0,0 0,0 1,0-1,0 1,0-1,0 1,-1-1,1 1,0-1,-1 1,0-1,1 1,-1 0,0-1,1 1,-1 0,1 0,-1 0,1 0,-1 0,0 0,1 0,-1 1,1-1,-1 0,1 1,-1-1,1 1,-1 0,1 0,0-1,-1 1,1 0,0 0,0 0,-1 0,1 0,0 1,0-1,0 0,0 0,1 1,-1-1,0 1,1-1,-1 1,0-1,1 1,0-1,-1 1,1-1,0 1,0 0,-1 2,0 1,1 0,0 0,0 0,0 0,0-1,1 1,0 0,0 0,0-1,1 1,-1 0,2 2,2-1,0 0,1 0,-1 0,1-1,0 1,1-2,-1 1,1-1,0 0,0 0,0 0,0-1,1 0,-1-1,1 0,0 0,0-1,0 0,0 0,0 0,0-1,0-1,0 1,-1-1,1-1,0 1,1-2,-5 1,0-1,0 0,-1 0,1 0,-1-1,0 1,1-1,-2 0,1 1,0-1,-1-1,0 1,1 0,-2-1,1 1,-1-1,1 1,-1-1,0 0,-1 1,1-1,-1 0,0 0,0 0,-1 1,1-1,-1 0,0 1,0-1,-1 0,1 1,-1-1,0 1,0 0,-1 0,1 0,-1 0,0 0,0 0,0 1,-3-3,0 0,0 1,0 0,0 0,-1 1,0-1,1 2,-1-1,-1 1,1 0,0 0,-1 1,0 0,1 0,-1 1,0 0,0 0,0 1,-4 0,10 0,1 0,-1 0,1 0,-1 0,1 1,-1-1,1 0,0 1,-1-1,1 0,-1 1,1 0,0-1,-1 1,1 0,0 0,0 0,0 0,0 0,0 0,0 0,0 0,0 0,-1 1,1 5</inkml:trace>
  <inkml:trace contextRef="#ctx0" brushRef="#br0" timeOffset="1172.879">1409 459,'-10'-8,"-1"0,0 0,0 1,0 1,-1 0,0 1,0 0,0 0,-1 1,0 1,0 1,-10-2,18 3,-1 1,1 0,-1 0,0 0,1 0,-1 1,0 0,1 0,-1 1,1-1,0 1,0 0,-1 1,1-1,1 1,-1 0,0 1,1-1,-1 1,1-1,0 1,0 1,1-1,-1 0,1 1,0 0,0 0,1 0,-1 0,1 1,0-3,0-1,0 1,1 0,-1 0,1 0,0 1,-1-1,2 0,-1 0,0 1,1-1,-1 0,1 1,0-1,0 1,1-1,-1 0,1 1,-1-1,1 0,0 1,0-1,0 0,1 0,-1 0,1 0,0 0,0 0,0-1,0 1,0-1,1 1,-1-1,1 0,-1 1,1-2,0 1,0 0,0 0,0-1,0 0,0 1,0-1,1 0,0 0,3-2,-1 1,0-1,0 0,0-1,0 1,0-1,0 0,-1-1,1 1,-1-1,1 0,-1-1,0 1,0-1,0 0,-1 0,0-1,1 1,-1-1,2-4,3-4,-1 1,0-1,-1-1,-1 0,0 1,-1-2,0 1,-1-2,5-32,-3 0,-2 0,-1-1,-5-45,1 65,-3-47,4 75,0 1,1 0,-1-1,0 1,0-1,0 1,0 0,0-1,0 1,0 0,0-1,0 1,0-1,0 1,0 0,0-1,0 1,0 0,0-1,0 1,0 0,-1-1,1 1,0 0,0-1,0 1,-1 0,1-1,0 1,0 0,-1-1,1 1,0 0,0 0,-1 0,1-1,0 1,-1 0,1 0,0 0,-1 0,1 0,-1-1,1 1,0 0,-1 0,1 0,0 0,-1 0,1 0,-1 0,1 0,0 0,-1 1,1-1,0 0,-1 0,1 0,0 0,-1 0,1 1,0-1,-1 0,1 0,0 1,-1-1,-13 24,1 10,2 1,1 0,2 1,1-1,2 1,2 1,0 30,3-52,-1 1,2 0,0 0,1-1,1 1,0-1,1 0,1 0,0 0,1 0,0-1,1 0,1 0,0-1,1 0,1 0,0-1,0 0,3 0,21 14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9:32.3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0,'0'30,"2"-1,2 0,0 1,2-2,1 1,11 25,-18-50,1 0,0 0,0 0,0-1,0 1,1 0,0-1,-1 1,1-1,1 1,-1-1,0 0,1 0,0 0,-1 0,1 0,0-1,1 1,-1-1,0 0,1 0,-1 0,1 0,0-1,-1 1,1-1,0 0,0 0,0 0,0-1,0 0,0 1,0-1,0-1,0 1,1-1,6-6,-1-1,1 0,-1-1,-1-1,1 1,-2-1,1-1,-2 1,1-2,-1 1,-1-1,0 0,-1 0,0 0,-1-1,0 0,-1 0,0 0,-2 0,2-12,0-27,-15 80,9-12,0 0,1 0,1 1,0-1,2 1,-1-1,3 5,-3-14,2-1,-1 0,0 0,1 0,0-1,1 1,-1 0,1-1,0 1,1-1,-1 0,1 0,0 0,0-1,1 0,-1 1,1-1,0-1,0 1,0-1,1 1,26 8,-3-5</inkml:trace>
  <inkml:trace contextRef="#ctx0" brushRef="#br0" timeOffset="373.582">575 15,'-5'14,"1"0,0 1,2 0,0 0,0 0,1 0,1 0,1 0,0 5,0-13,0-1,1 1,-1-1,1 0,0 1,1-1,0 0,0-1,0 1,0 0,1-1,0 0,0 0,1 0,-1 0,1-1,0 1,0-1,1 0,-1-1,1 0,1 1,-2-1,1 0,-1-1,1 0,0 0,-1-1,1 1,0-1,0-1,0 1,0-1,0 0,0 0,0-1,0 1,0-2,0 1,0 0,-1-1,1 0,0-1,-1 1,0-1,1 0,-1 0,0-1,-1 1,1-1,-1 0,1 0,-1-1,-1 1,1-1,0 0,-1 0,0 0,0-1,2-6,-1-1,-1 1,1-1,-2 1,0-1,0 0,-2 0,1 0,-2 0,1 0,-3-8,3 22,-1-1,1 0,0 1,-1-1,1 0,-1 0,1 1,0-1,-1 0,1 0,-1 0,1 0,-1 0,1 0,-1 1,1-1,-1 0,1 0,-1 0,1 0,0-1,-1 1,1 0,-1 0,1 0,-1 0,1 0,-1-1,1 1,0 0,-1 0,1-1,-1 1,1 0,0-1,-1 1,1 0,0-1,-1 1,1 0,0-1,0 1,-1-1,1 1,0 0,0-1,0 1,0-1,0 1,0-1,-1 1,1-1,0 1,0-1,0 1,1-1,-1 1,0-1,0 1,0-1,0 1,0 0,0-1,1 1,-1-1,0 1,-1 6,-1 1,1 0,0 0,1 0,0-1,0 1,1 0,-1 0,1-1,1 1,-1 0,1-1,1 1,-1-1,1 0,0 0,0 0,1 0,0 0,0-1,0 1,0-1,1 0,0-1,0 1,1-1,-1 0,1 0,0-1,0 1,3 0,49 20,2-6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9:15.8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4698 847,'-11'0,"1"0,-1 1,0 0,1 1,-1 0,1 1,0 0,0 1,0 0,0 1,1-1,-1 2,1-1,1 2,-1-1,1 1,0 0,0 1,1 0,-3 4,9-10,-1 0,1-1,0 1,0 0,0 0,1 0,-1 1,0-1,1 0,0 0,-1 0,1 0,0 0,0 1,0-1,0 0,1 0,-1 0,0 0,1 1,0-1,-1 0,1 0,0 0,0 0,0 0,0-1,1 1,-1 0,0 0,1-1,-1 1,1-1,0 1,0-1,-1 0,1 0,0 1,1-1,17 8,0-1,1-1,0-1,0 0,1-2,0 0,0-2,0 0,0-2,10 0,10 0,0-1,1-2,-1-1,-1-3,1-1,-2-3,13-5,6-17,-60 36,0 1,0-1,0 0,1 1,-1-1,1 0,0 1,0-1,0 1,0-1,0 0,1 1,0-1,0 0,0 0,0 1,0-1,1 0,-1 0,1 0,0 0,0 0,0-1,0 1,0-1,1 1,-1-1,1 0,-1 0,1 0,0 0,0 0,0-1,0 1,0-1,0 0,1 0,-1 0,0 0,3 0,-2 0,1 1,-1-1,1 0,-1 0,1-1,0 1,-1-1,1 0,0-1,-1 1,1-1,0 0,-1 0,1 0,-1 0,1-1,-1 0,0 0,0 0,0 0,0-1,0 0,0 0,-1 0,1 0,-1 0,0-1,0 1,2-5,-3 4,0-1,0 0,-1-1,0 1,0 0,0 0,0 0,-1-1,0 1,0 0,-1-1,1 1,-1 0,0 0,-1 0,1 0,-1 0,0 0,0 0,-1 0,1 1,-1-1,0 1,0 0,-1-1,1 2,-1-1,0 0,-1 0,-2-2,1 0,-1 0,0 1,0 1,-1-1,0 1,0 0,0 1,0 0,0 0,0 1,-1 0,1 0,-1 1,0 0,1 0,-7 1,14 0,0 0,0-1,0 1,0 0,0 0,0 0,0 0,0 0,0 0,1 0,-1 0,0 0,0 0,0 0,0 1,0-1,0 0,0 1,0-1,0 1,1-1,-1 1,0-1,0 1,0 0,1-1,-1 1,0 0,1-1,-1 1,1 0,-1 0,1 0,-1 0,1-1,0 1,-1 0,1 0,0 0,0 0,0 0,-1 0,1 0,0 0,0 0,0 0,1 0,-1 0,0 0,0 0,0 0,1 0,-1-1,1 1,-1 0,0 0,1 0,-1 0,1 0,0-1,-1 1,1 0,0-1,-1 1,2 0,11 5,1-1,0 0,0-1,0-1,0 0,1-1,-1 0,1-1,0-1,-1-1,2 0,-7 1,345-22,-350 22,-1-1,1 1,-1-1,1 1,-1 0,1 0,-1 1,1-1,-1 1,1 0,-1 0,1 0,-1 0,0 0,0 1,1-1,-1 1,0 0,0 0,-1 0,1 1,0-1,-1 1,0-1,1 1,-1 0,0 0,1 2,8 45,-12-46,1 1,1-1,-1 0,1 0,-1 0,1 0,0 0,1 0,-1 0,1 0,-1 0,1 0,0-1,1 1,-1-1,0 0,1 1,0-1,0 0,0-1,0 1,1 0,-1-1,2 1,4 0,0-1,0 0,0-1,0 0,0 0,0-1,0 0,0-1,0 0,0 0,0-1,0 0,0-1,0 0,-1 0,0-1,1 0,-1 0,-1-1,1 0,-1 0,0-1,0 0,0-1,-1 1,0-1,0 0,4-7,23-74,-32 97,0-1,1 1,0-1,0 0,1 1,0-1,0 0,1-1,0 1,0-1,1 1,0-1,1-1,5 7,69 47,-36-38</inkml:trace>
  <inkml:trace contextRef="#ctx0" brushRef="#br0" timeOffset="639.8">6678 928,'-13'-5,"1"0,-1 1,-1 1,1 0,0 0,-1 2,1-1,-1 2,0 0,-11 1,19 0,0 0,-1 0,1 1,0 0,0 0,0 0,1 1,-1 0,1 0,-1 0,1 1,0-1,0 1,0 0,1 1,-1-1,1 1,0 0,1 0,-1 0,1 1,0-1,0 1,0 1,2-3,-1 0,1 0,-1 0,1 1,0-1,1 0,-1 1,1-1,0 0,0 1,0-1,1 1,-1-1,1 0,0 1,0-1,1 0,-1 0,1 0,0 0,0 0,0 0,1-1,-1 1,1-1,0 1,0-1,0 0,1 0,-1 0,0-1,1 1,0-1,0 0,0 0,0 0,1 0,5 1,1-1,0 0,0-1,0 0,0 0,0-1,0-1,0 0,0 0,0-1,0-1,0 0,-1 0,1-1,-1 0,0-1,0 0,-1-1,1 0,-1 0,-1-1,1 0,-1 0,0-1,-1 0,0-1,0 0,-1 0,0 0,0-1,-1 0,0 0,-1 0,2-10,2-15,-2 0,-1 0,-2-1,-1 1,-2-1,-2 1,-1-1,-2 1,-5-20,1 9,-1 1,-3-1,-2 2,-1 0,-8-11,-11 2,35 54,-1-1,0 0,0 0,0 0,1 0,-1 1,0-1,1 0,-1 1,0-1,0 0,1 1,-1-1,1 1,-1-1,0 1,1-1,-1 1,1 0,-1-1,1 1,0 0,-1-1,1 1,0 0,-1-1,1 1,0 0,0 0,0-1,-1 1,1 0,0 0,0 0,0-1,0 1,1 0,-1 0,0-1,0 1,0 0,0 1,-3 49,2 1,2 0,2-1,2 0,8 26,-7-33,2 0,2 0,2-1,2 0,1-1,3-1,1 0,2-1,12 14,-30-48,1 1,0-2,0 1,1 0,-1-1,1 0,0 0,1 0,-1-1,1 0,0 0,0 0,1-1,-1 1,0-2,1 1,0-1,0 0,0 0,0-1,0 0,0 0,0-1,0 1,0-2,0 1,0-1,0 0,0 0,0-1,0 0,4-2,2-6,-1 0,0-1,0 0,-1 0,-1-2,0 1,-1-1,0-1,-1 1,0-1,-1-1,-1 0,0 0,0-3,2-3,-7 21,-1 1,0-1,0 0,0 0,0 0,0 0,1 0,-1 0,0 0,0 0,0 0,0 1,1-1,-1 0,0 0,0 0,0 0,1 0,-1 0,0 0,0 0,0 0,1 0,-1 0,0-1,0 1,0 0,0 0,1 0,-1 0,0 0,0 0,0 0,-2 31,1-22,-2 13,1-11,1 0,0 0,0 0,1 0,0 0,1 0,0 0,1 0,0 0,1 0,0-1,3 7,9 0,1-6</inkml:trace>
  <inkml:trace contextRef="#ctx0" brushRef="#br0" timeOffset="888.194">7143 492,'-14'2,"-7"3,0 6,3 3,6-1</inkml:trace>
  <inkml:trace contextRef="#ctx0" brushRef="#br0" timeOffset="1333.003">7375 0,'31'56,"-2"0,-2 2,-3 1,-3 1,-2 1,-3 1,-2 0,-4 1,-2 0,-1 30,-3-15,-4-38,3-1,1 0,1 0,11 33,-15-67,0 1,1-1,-1-1,1 1,1 0,-1 0,0-1,1 1,0-1,0 0,1 0,-1 0,1 0,0-1,0 1,0-1,0 0,0 0,1-1,-1 1,1-1,0 0,0 0,0-1,0 1,0-1,0 0,0 0,5-1,4-1,0-1,0-1,-1 0,1-1,-1 0,0-1,0-1,0 0,-1 0,0-2,0 1,-1-2,0 1,0-1,-1-1,0 0,-1-1,0 1,-1-2,0 1,0-1,-2 0,1-1,-2 0,3-6,-17 145,10-121,-1 0,1 0,1 0,-1 0,1 0,0 0,0 0,0 0,1-1,-1 1,1-1,0 0,1 1,-1-2,1 1,0 0,0-1,0 1,0-1,0 0,1-1,-1 1,1-1,0 0,1 1,24 6</inkml:trace>
  <inkml:trace contextRef="#ctx0" brushRef="#br0" timeOffset="1597.295">8071 628,'-17'-2,"-9"-1,-1 0</inkml:trace>
  <inkml:trace contextRef="#ctx0" brushRef="#br0" timeOffset="1875.551">7593 409,'25'-2,"28"-1,23 0,19 0,-6 2</inkml:trace>
  <inkml:trace contextRef="#ctx0" brushRef="#br0" timeOffset="2125.88">8384 1092,'10'-1,"0"-1,-1 0,0-1,1 0,-1-1,0 0,-1 0,1-1,-1 0,0-1,0 0,0 0,-1 0,0-1,0 0,-1 0,0-1,0 0,-1 0,0 0,0-1,-1 0,0 0,-1 0,1 0,-2-1,0 1,0-1,0 1,-1-1,0-9,-16-61,14 78,0 0,0 0,0 0,0 0,0 0,0 1,-1-1,1 0,-1 1,1-1,-1 1,0-1,0 1,0 0,1 0,-1-1,0 1,0 1,-1-1,1 0,0 0,0 1,0 0,0-1,-1 1,1 0,0 0,0 0,-1 0,1 0,0 1,0-1,0 1,-2 0,-6 4,0 1,0 0,1 0,0 1,0 0,1 1,0 0,0 0,1 1,0 0,1 0,0 0,0 1,1 0,0 0,1 1,0-1,0 2,1-6,1 0,-1 0,1 0,1 0,-1 0,1 0,0 1,0-1,1 1,0-1,0 0,0 1,1-1,0 1,0-1,1 0,0 0,0 0,0 0,1 0,0 0,0 0,0-1,1 0,0 1,0-1,0-1,0 1,1-1,0 1,0-1,3 1,5 1,1 0,-1-1,1 0,1-1,-1-1,0-1,2 1,47 4</inkml:trace>
  <inkml:trace contextRef="#ctx0" brushRef="#br0" timeOffset="-2867.756">0 614,'31'-2,"-1"-2,0-1,-1-1,1-1,-1-2,-1-1,0-2,0 0,-1-2,-1-1,3-3,-11 9,-1-1,1 0,-2-2,0 0,0 0,-1-2,0 0,-1-1,-1 0,-1-1,0 0,-1-1,6-13,-15 28,-1-1,0 0,-1 0,1 0,0 0,-1 0,0 0,0 0,0 0,0 0,0 0,0 0,-1 0,0 0,1 0,-1 0,0 0,0 0,-1 1,1-1,-1 0,1 1,-1-1,0 1,0 0,0-1,0 1,0 0,0 0,-1 0,1 1,-1-1,1 0,-1 1,0 0,-2-1,0 0,0 0,0 1,0-1,0 1,0 1,0-1,-1 1,1 0,0 0,0 0,0 1,0-1,0 1,-1 1,1-1,1 1,-1 0,0 0,0 0,1 1,-2 0,-3 6,2 0,-1 1,1 0,1 0,0 0,0 1,1 0,1 0,0 0,0 0,1 1,0-1,1 1,0 0,1 0,1 0,0 0,0 3,1 84,4 0,16 91,-2-27,-9-75,-5 0,-3 1,-4-1,-4 1,-4-2,-11 36,12-86</inkml:trace>
  <inkml:trace contextRef="#ctx0" brushRef="#br0" timeOffset="-2524.156">14 1079,'144'-65,"84"-23,-91 36,70-25,-206 77,1-1,0 0,0-1,0 1,0 1,0-1,0 0,0 0,0 1,0-1,0 1,1 0,-1-1,0 1,0 0,0 0,1 1,-1-1,0 0,0 1,0-1,0 1,0 0,0 0,0 0,0 0,0 0,0 0,0 0,0 1,-1-1,1 1,0-1,-1 1,0-1,1 2,-1 6,0 0,0 0,-1 0,0 0,-1 0,0 0,-1 0,0 0,0 1,-5 27,6-32,0-1,0 1,1 0,-1 0,1 0,0 0,0 0,1 0,-1 0,1-1,0 1,1 0,-1 0,1-1,0 1,0-1,0 1,1-1,0 0,26-2,-14-10</inkml:trace>
  <inkml:trace contextRef="#ctx0" brushRef="#br0" timeOffset="-2273.826">792 355,'-7'7,"2"12,10 11,8 10,1-1</inkml:trace>
  <inkml:trace contextRef="#ctx0" brushRef="#br0" timeOffset="-2069.38">1079 1011,'10'-5,"0"-1,-1 0,0-1,0 0,-1 0,1-1,-2 0,1 0,-1 0,0-1,-1-1,0 1,0-1,-1 0,-1 0,1 0,-2-1,1 0,-2 0,1 0,-1 0,-1 0,0 0,-1 0,0 0,-1 0,0-1,-1-6,2 16,0 0,0-1,0 1,0 0,-1 0,1-1,0 1,-1 0,0 0,1 0,-1 0,0 0,0 0,0 0,0 0,-1 0,1 0,0 1,-1-1,0 0,1 1,-1-1,0 1,1 0,-1 0,0-1,0 1,0 0,0 1,0-1,0 0,-1 0,1 1,0 0,0-1,0 1,-1 0,1 0,0 0,0 0,0 0,-2 1,-2 5,0 1,1 0,0 1,0-1,0 1,1 0,0 0,1 0,0 1,0-1,0 1,1 0,1-1,-1 1,2 0,-1 0,1 4,0-12,-2 9,0 0,1 0,0 0,1 0,0 0,0-1,1 1,1 0,-1 0,2 0,-1-1,1 1,1-1,0 0,0 0,1 0,0 0,0-1,1 0,0 0,0-1,1 1,0-1,1-1,5 5,1-4,-1 0,1-2,0 0,0 0,1-1,-1-1,5 0,42 6</inkml:trace>
  <inkml:trace contextRef="#ctx0" brushRef="#br0" timeOffset="-1843.977">1884 737,'-16'-2,"-12"1,-9 6,-7 6,-3 9,2 8,3 5,8 3,9 1,10 3,16-3,19-4,22-5,21-8,19-7,16-8,-10-6</inkml:trace>
  <inkml:trace contextRef="#ctx0" brushRef="#br0" timeOffset="-1006.156">2513 874,'-11'-3,"-7"-4,0 1,0 1,0 1,-1 1,0 0,1 1,-1 1,0 1,0 1,0 1,0 0,-5 2,20-2,0-1,0 1,0 0,0 0,0 1,1-1,-1 1,0 0,1-1,0 2,0-1,0 0,0 1,0-1,1 1,0 0,0 0,0 0,0 0,0 0,1 0,0 0,-1 1,2-1,-1 1,0-1,1 0,0 1,0-1,1 1,-1-1,1 1,0-1,0 0,0 1,0-1,1 0,0 0,0 0,0 0,0 0,1-1,-1 1,1-1,0 1,0-1,0 0,3 2,2 0,1 0,0 0,1-1,-1 0,1 0,0-1,0 0,0-1,0 0,1-1,-1 0,0-1,1 0,-1 0,0-1,0-1,1 1,-1-2,0 1,0-2,-1 1,1-1,-1 0,0-1,0 0,4-4,-6 3,-1 0,0 0,0 0,-1-1,0 0,0 0,-1 0,0-1,0 1,-1-1,0 0,0 0,-1 0,0-1,1-3,-5 23,2 0,-1 0,1 0,1 0,0 0,1 0,0 0,0-1,3 6,-4-11,1 0,-1 0,1 0,1 0,-1 0,1-1,-1 1,1-1,0 0,1 0,-1 0,1 0,0-1,0 1,0-1,0 0,1 0,-1 0,1-1,-1 0,1 1,0-2,5 2,-7-2,0-1,0 0,1 0,-1 0,0 0,0-1,0 1,0-1,0 1,0-1,0 0,0-1,0 1,0 0,0-1,-1 0,1 1,-1-1,1 0,-1 0,0-1,0 1,1 0,-2-1,1 1,0-1,0 0,-1 0,1-1,32-92,-32 89,35-150,-36 155,-1-1,1 0,0 1,-1-1,1 1,0-1,0 1,1-1,-1 1,1-1,-1 1,1 0,-1 0,1 0,0 0,0 0,0 0,0 1,1-1,-1 1,0-1,1 1,-1 0,1 0,-1 0,1 0,0 0,-1 1,1-1,0 1,-1-1,1 1,0 0,0 0,-1 1,4-1,3 6,0 0,-1 0,1 1,-1 0,0 0,-1 1,0 0,0 1,0-1,-1 1,-1 0,0 1,0-1,0 1,-1 0,-1 0,0 1,0-1,0 6,9 38,-12-46,1 0,-1-1,2 1,-1-1,1 1,0-1,0 0,1 1,0-1,1-1,-1 1,1 0,1-1,-1 0,1 0,0 0,0 0,1-1,0 0,0 0,0-1,0 1,7 2,-4-5,1 0,0-1,0 0,0-1,0 0,0-1,0 0,0 0,0-1,-1 0,1-1,-1 0,1 0,-1-1,0 0,0-1,-1 0,1-1,-1 1,0-1,-1-1,1 0,-1 0,-1 0,1-1,-1 0,-1 0,1-1,-1 1,-1-1,0 0,0-1,-1 1,0 0,0-1,-1 0,-1 0,1 0,-2 0,1-4,-1 11,0 0,0 0,-1 0,1 0,-1 0,1 0,-1 1,0-1,0 0,-1 0,1 0,0 1,-1-1,0 1,1-1,-1 1,0-1,0 1,-1 0,1 0,0 0,-1 0,1 1,-1-1,1 1,-1-1,0 1,0 0,0 0,0 0,1 1,-1-1,0 0,0 1,0 0,0 0,-1 0,1 0,0 0,0 1,0-1,1 1,-3 1,0 0,-1 1,1 0,0 0,0 1,1 0,-1 0,1 0,0 0,0 0,0 1,1 0,-1 0,1 0,0 0,1 1,-1-1,1 1,0-1,0 1,1 0,0 0,0-1,0 1,1 0,-1 0,2 0,-1 0,1 0,-1 0,2 0,-1 0,1 0,0-1,0 1,0-1,1 1,0-1,0 0,0 0,0 0,1 0,11 4,0 0,1-1,0-1,0 0,0-1,1-1,0 0,0-1,0-1,0-1,1-1,-1 0,13-1,-16 0,66 4</inkml:trace>
  <inkml:trace contextRef="#ctx0" brushRef="#br0" timeOffset="10041.58">519 2075,'2'-2,"0"0,-1-1,1 1,0-1,-1 1,1-1,-1 0,0 1,0-1,0 0,0 0,0 0,0 0,-1 0,0 0,0 0,0 0,0 0,0 0,0 0,-1 0,1 0,-1 0,0 0,0 0,0 1,0-1,-1 0,1 0,-1 1,1-1,-1 1,0 0,0-1,0 1,0 0,-1 0,1 0,0 1,-1-1,1 0,-1 1,-2-1,0 0,-1 1,0 0,1 0,-1 1,0 0,0 0,1 0,-1 0,0 1,1 0,-1 1,0-1,1 1,-1 0,1 0,0 1,0-1,0 1,0 0,0 1,1-1,-1 1,1 0,0 0,-1 1,-4 5,1 0,-1 1,2-1,-1 2,2-1,-1 1,2 0,0 0,0 0,-1 8,4-16,0 1,0 0,1-1,0 1,0 0,0 0,1 0,-1 0,1 0,0 0,0 0,1 0,0 0,0 0,0 0,0 0,1-1,0 1,0-1,0 1,0-1,1 1,0-1,0 0,0 0,0 0,0-1,1 1,0-1,0 0,0 0,0 0,0-1,1 1,3 1,-2-3,1 0,-1-1,0 1,1-1,-1 0,1-1,-1 0,1 0,-1 0,1-1,-1 1,0-2,0 1,0-1,0 0,-1 0,1 0,-1-1,4-2,2-3,-1 0,1-1,-1 0,-1-1,0 0,0 0,-1-1,3-7,-2 1,-1 0,-1 0,-1-1,0 0,-1 0,-1 0,-1-1,-1 1,-1-1,0 0,-2-9,-4-36,-3 1,-14-52,14 76,4 22,18 39,-1 22,-2 1,-2 1,-2 0,-1 0,-3 0,-2 25,12 113,9-97,-21-84,-1 0,1 1,0-1,0 0,1 0,-1 0,0 0,1 0,-1 0,1-1,0 1,-1 0,1-1,0 1,0-1,0 0,0 0,0 1,1-1,-1-1,0 1,0 0,1 0,-1-1,0 0,1 1,-1-1,1 0,-1 0,0 0,1 0,-1-1,0 1,1-1,-1 1,5-3,0 0,-1 0,0 0,1-1,-1 0,0 0,-1-1,1 0,-1 0,0 0,0 0,-1-1,1 0,-1 0,0 0,-1 0,1-1,44-117,-34 76,-9 75,-5-7,0 1,0 0,1 0,1 0,1 0,1 0,3 11,19 4,-12-27</inkml:trace>
  <inkml:trace contextRef="#ctx0" brushRef="#br0" timeOffset="10507.874">874 1748,'68'33,"-51"-27,1 0,-1 2,-1 0,1 1,-2 1,1 0,-1 1,-1 1,0 0,0 1,-2 0,1 1,-2 1,0 0,-1 0,0 1,1 4,36 178,-47-196,1 1,0-1,-1 1,1-1,0 0,0 1,1-1,-1 0,0 0,1 0,-1 0,1 0,0 0,0-1,-1 1,1 0,0-1,1 1,-1-1,0 0,0 0,0 0,1 0,-1 0,1 0,-1-1,0 1,1-1,-1 0,1 0,-1 1,1-2,-1 1,1 0,-1 0,1-1,-1 1,1-1,-1 0,0 0,1 0,-1 0,0 0,0-1,1 1,9-6,-1 0,1-1,-1 0,-1-1,0 0,0-1,0 0,-1 0,-1-1,0-1,-1 1,0-1,0 0,-1 0,-1-1,0 0,-1 0,0 0,-1-1,-1 1,0-1,0-1,-3 28,0 0,1 1,0-1,1 1,0-1,1 0,1 1,0 0,2-4,1-1,-1 1,2-1,-1 0,2-1,-1 0,1 0,0 0,0-1,1 0,0-1,0 0,1-1,0 1,0-2,0 1,0-2,1 1,-1-1,1-1,0 0,0 0,0-1,5-1,52 8</inkml:trace>
  <inkml:trace contextRef="#ctx0" brushRef="#br0" timeOffset="11240.881">2594 2322,'2'-5,"4"-20,1 0,1 1,1 0,1 0,1 1,1 0,1 1,1 1,3-3,-14 20,0 0,0 1,0-1,1 1,-1 0,1-1,0 2,0-1,0 0,1 1,-1 0,0 0,1 0,0 0,-1 1,1 0,0 0,0 0,-1 1,1-1,0 1,0 0,0 1,0-1,0 1,-1 0,1 0,0 0,0 1,-1 0,1 0,-1 0,0 0,0 1,1-1,-2 1,1 0,0 1,3 4,0 0,-1 0,0 1,0 0,-1 1,0-1,-1 1,0 0,-1 0,0 0,0 0,-1 1,0-1,-1 1,0 0,-1-1,0 1,-1 0,1-8,-1 0,0 1,0-1,0 0,0 0,0 0,-1 0,1 0,-1 0,0 0,0 0,0-1,0 1,-1 0,1-1,0 0,-1 0,0 0,0 0,1 0,-1 0,0-1,-1 1,1-1,0 0,0 0,0 0,-1-1,1 1,-2 0,4-3,-1 1,0-1,1 1,0-1,-1 0,1 1,0-1,0 0,0 0,0 0,0 0,0 0,1 0,-1 0,1 0,-1 0,1 0,0 0,0-1,0 1,0 0,0 0,0 0,0 0,1 0,-1 0,1-1,0 0,7-32,1 0,1 1,2 0,9-18,13-35,-23 55,-1-1,-1 0,-2 0,-2-1,0 0,-3 0,-1 0,-1-1,-5-27,5 56,-1-1,1 1,-2 0,1 0,-1 0,0 0,0 0,-1 0,1 0,-1 1,-1-1,1 1,-1 0,0 0,3 4,1 1,-1 0,1-1,-1 1,1 0,-1 0,1 0,-1 0,0 0,1-1,-1 1,1 0,-1 0,0 0,1 1,-1-1,1 0,-1 0,0 0,1 0,-1 0,1 1,-1-1,1 0,-1 1,1-1,-1 0,1 1,-1-1,1 0,-1 1,1-1,0 1,-1-1,1 1,0-1,-1 1,1-1,0 1,0-1,-1 1,1 0,0-1,0 1,0-1,0 1,0 0,0-1,0 1,0-1,0 1,-3 16,1 0,1 1,0-1,1 1,1-1,1 0,0 1,2-1,3 11,-4-10,20 93,5-2,17 33,-39-121,1 0,1 0,1-1,1-1,1 1,0-2,2 1,0-2,1 0,6 5,21 2,-25-22</inkml:trace>
  <inkml:trace contextRef="#ctx0" brushRef="#br0" timeOffset="11502.182">2704 1816,'-16'-5,"-11"-1,5 1,15 2,25 3,28 3,30 1,24 0,19 2,10 4,2 6,-21-1</inkml:trace>
  <inkml:trace contextRef="#ctx0" brushRef="#br0" timeOffset="12292.72">3701 2062,'-278'3,"269"-2,1 1,-1 0,1 0,-1 1,1 0,0 0,0 1,0 0,1 0,0 1,-1 0,-4 5,9-7,-1 0,1 0,0 1,1-1,-1 1,1-1,-1 1,1 0,0 0,0 0,1 0,-1 0,1 0,0 1,0-1,1 0,-1 1,1-1,0 0,0 1,0-1,0 1,1-1,0 0,0 1,0 0,1-1,0 0,0 0,0 0,0-1,0 1,1 0,-1-1,1 1,0-1,0 0,1 0,-1 0,1-1,-1 1,1-1,0 0,0 0,0 0,0 0,0 0,0-1,0 0,1 0,1 0,4 1,1-1,-1 0,1-1,-1 0,1-1,-1 0,1 0,-1-1,8-3,-6 1,0 0,0-1,-1 0,0-1,0 0,-1-1,1 0,-2-1,1 0,-1 0,0-1,-1 0,0-1,0 0,-1 0,0-1,-1 0,0 0,0-2,-13 117,7-100,0 0,1 1,-1-1,1 0,0 0,1 0,-1 0,1 0,0 0,0 0,0 0,0-1,1 1,-1-1,1 1,0-1,0 0,0 0,0 0,1-1,-1 1,1-1,0 0,0 0,-1 0,1 0,1-1,-1 0,0 1,0-1,0-1,1 1,-1-1,0 0,0 0,1 0,-1 0,0-1,1 1,-1-1,0 0,0-1,4-1,-3 1,-1-1,1 0,0-1,-1 1,0-1,0 0,0 0,0 0,0 0,-1-1,0 1,0-1,0 0,-1 0,1 0,-1 0,-1-1,1 1,-1 0,1-4,8-114,-10 120,-1-31,0 25,0 0,1 0,0 0,1 0,-1 0,2 0,-1 0,1 0,3-8,-3 14,0 1,0-1,0 0,0 1,1-1,-1 1,1 0,-1-1,1 1,0 0,0 1,0-1,0 1,0-1,0 1,0 0,1 0,-1 0,0 0,1 1,-1 0,1-1,-1 1,2 0,82 12,-80-10,1 0,0 1,-1-1,0 2,0-1,0 1,0 0,0 0,-1 1,1 0,-1 0,-1 0,1 1,-1 0,0 0,0 0,0 1,-1 0,0 0,-1 0,1 0,-1 0,-1 1,2 4,3 74,-7-73,0 1,1 0,0-1,1 1,1-1,0 0,2 4,-4-14,1-1,-1 1,1 0,0 0,-1-1,2 1,-1-1,0 1,0-1,1 0,-1 0,1 0,-1 0,1 0,0-1,0 1,0-1,0 0,0 0,0 0,0 0,0 0,0-1,1 1,-1-1,0 0,0 0,1 0,-1-1,3 0,6 0,-1-2,1 0,0 0,-1-1,0 0,0-1,9-5,-9 4,1-1,-1-1,0 1,0-2,-1 0,-1 0,1-1,-1 0,-1 0,0-1,0 0,-1-1,-1 0,0 0,0 0,-1-1,-1 1,0-1,-1 0,0 0,0-13,-3 21,0-1,-1 1,0 0,0-1,0 1,-1 0,1 0,-1 0,0 0,-1 0,1 1,-1-1,0 1,2 2,0 1,0-1,-1 1,1-1,0 1,0 0,-1 0,1 0,-1-1,1 1,-1 1,1-1,-1 0,0 0,1 1,-1-1,0 0,0 1,1 0,-1-1,0 1,0 0,0 0,1 0,-1 0,0 1,0-1,0 0,1 1,-1-1,0 1,0-1,1 1,-1 0,1 0,-1 0,1 0,-1 0,1 0,-4 4,0 0,1 0,0 1,0-1,1 1,-1 0,1 0,0 0,1 0,-1 1,1-1,1 1,-1-1,1 1,0 0,1 0,0-1,0 1,0 0,1 0,0-1,0 1,2 4,0-3,2-1,-1 0,1 0,0-1,0 1,1-1,0 0,0 0,1-1,-1 0,1 0,0-1,0 0,1 0,-1 0,1-1,0 0,0-1,0 1,0-2,0 1,1-1,5 0,157 14,-86-15</inkml:trace>
  <inkml:trace contextRef="#ctx0" brushRef="#br0" timeOffset="12980.931">5640 2103,'23'0,"24"0,21-2,11-4,10 0,4 1,-6 0,-10 3,-13 0,-16 1,-18 1,-16 0,-14 0,-8 1,-5-1,-4 0,-2 0,1 0</inkml:trace>
  <inkml:trace contextRef="#ctx0" brushRef="#br0" timeOffset="13275.143">5694 2253,'17'2,"14"1,16 1,11-2,10 0,8-1,4 0,-1-1,-9 0,-7 0,-14 2,-12 1,-12-3,-11-3,-8-4,-4-5,-3-1</inkml:trace>
  <inkml:trace contextRef="#ctx0" brushRef="#br0" timeOffset="13645.152">6323 1829,'48'29,"1"-2,1-3,11 3,76 37,-115-54,-1 1,-1 2,1 0,-2 1,0 1,-1 1,0 0,-1 1,-1 1,5 9,-18-23,-1 0,0 0,0 1,-1-1,1 0,-1 1,0-1,0 1,0 0,-1-1,1 1,-1 0,-1-1,1 1,0-1,-1 1,0 0,0-1,-1 1,1-1,-1 0,0 1,0-1,0 0,0 0,-1 0,0-1,0 1,0 0,0-1,-1 0,1 0,-1 0,-1 1,-26 18,-1-1,-1-2,-1-1,0-1,-2-2,1-2,-36 9,55-17,-32 10,9-4</inkml:trace>
  <inkml:trace contextRef="#ctx0" brushRef="#br0" timeOffset="16044.117">7838 2130,'-3'-9,"-1"0,-1 0,0 0,0 1,0 0,-1 0,-1 0,1 0,-1 1,0 1,-1-1,0 1,-4-3,11 9,-1-1,0 0,0 1,0-1,1 1,-1 0,0 0,0 0,0 0,0 0,0 0,0 0,1 0,-1 1,0-1,0 1,0-1,1 1,-1 0,0 0,1 0,-1 0,0 0,1 0,-1 0,1 0,0 0,-1 1,1-1,0 1,0-1,0 1,0 0,-25 59,23-53,1 0,0 1,0-1,1 1,0-1,0 1,1 0,0-1,1 1,0 0,0-1,1 1,0-1,0 1,1-1,0 0,1 0,1 1,-3-6,0-1,0 0,1 0,-1 0,1 0,-1-1,1 1,0-1,-1 0,1 1,0-1,0 0,0-1,0 1,0 0,0-1,0 0,0 0,1 0,-1 0,0 0,0-1,0 1,0-1,0 0,0 0,0 0,0 0,-1 0,2-1,6-3,-1 0,0-1,0 0,-1-1,0 1,0-2,-1 1,3-4,-1 0,0-1,-1 0,0-1,-1 1,0-2,-1 1,-1-1,0 0,-1 0,-1 0,0 0,0-1,-2 1,1-11,-3 17,-1 26,2-14,-3 13,2-1,0 0,0 1,2-1,0 0,1 1,0-1,1 0,1 0,1 0,0-1,1 1,1-1,0-1,3 4,-7-15,-1 0,1 0,0 0,1 0,-1-1,0 1,1-1,-1 0,1 0,0 0,0-1,0 1,0-1,0 0,0 0,0 0,0-1,0 1,0-1,0 0,0 0,1-1,-1 1,0-1,0 0,0 0,0 0,0-1,0 1,-1-1,1 0,0 0,-1 0,0-1,1 1,-1-1,0 0,0 0,0 0,-1 0,1 0,-1-1,1 1,-1-1,0 1,1-5,3-10,-1-1,0-1,-2 1,0-1,-1 1,-1-1,-1 0,-1 0,0 1,-2-1,0 1,-3-6,6 24,0 0,-1 0,1 0,-1 0,1 0,0 0,0 0,0-1,0 1,0 0,0 0,0 0,0 0,0 0,0 0,1 0,-1 0,0 0,1 0,-1 0,0 0,1 0,0 0,-1 0,1 1,-1-1,1 0,0 0,0 0,-1 1,1-1,0 0,0 1,0-1,0 1,0-1,0 1,0-1,0 1,0 0,0 0,0-1,0 1,0 0,0 0,0 0,0 0,0 0,1 0,23 2,0 1,0 2,-1 0,1 1,-1 2,0 0,8 6,-25-12,0 0,0 0,0 1,0 1,-1-1,1 1,-1 0,0 0,0 1,0-1,-1 2,0-1,0 0,0 1,0 0,-1 0,0 0,-1 1,1-1,-1 1,0 0,-1 0,1 1,-1 116,-1-122,-1 0,1-1,-1 1,1 0,0-1,0 1,0 0,0-1,0 1,0-1,0 1,0-1,0 0,1 0,-1 1,1-1,-1 0,1 0,-1 0,1-1,0 1,-1 0,1 0,0-1,0 1,-1-1,1 0,0 1,0-1,0 0,60-1,-58 1,11-2,0 0,1-1,-1 0,0-2,0 1,-1-2,0 0,0-1,0 0,1-2,-10 5,1 1,-1-1,0 0,0 0,-1-1,1 0,-1 1,0-1,-1-1,1 1,-1-1,0 1,0-1,0 0,-1 0,0 0,0 0,-1 0,0-1,0 1,0 0,-1-1,0 1,0 0,-1-6,1 8,0 1,0-1,0 1,-1 0,0-1,1 1,-1 0,0-1,-1 1,1 0,0 0,-1 0,0 0,0 0,0 0,0 0,0 1,0-1,-1 1,1 0,-1-1,0 1,1 0,-1 0,0 1,0-1,-1 1,1 0,0-1,0 1,-1 0,1 1,0-1,-1 1,1 0,-1-1,1 1,0 1,-1-1,1 0,-1 1,1 0,0 0,-1 0,1 0,0 0,0 1,0-1,0 1,0 0,-1 1,0 3,0-1,0 1,0 0,1 0,0 1,1-1,-1 0,1 1,0 0,1-1,-1 1,2 0,-1 0,1 0,0 0,0 0,1 0,-1 0,2-1,-1 1,1 0,0 0,0-1,1 1,0-1,0 0,0 0,1 0,0-1,0 1,1-1,-1 0,1 0,0 0,3 1,11 6,0-1,1-1,1-1,-1 0,2-2,-1 0,1-2,0 0,0-1,0-2,0 0,18-1,49 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9:37.7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82,'2'53,"3"0,2-1,10 35,-15-73,1-1,0 1,1-1,0 0,1-1,1 1,0-1,0 0,1 0,6 6,-12-16,0-1,1 1,-1-1,1 0,-1 1,1-1,-1 0,1 0,0 0,0 0,-1-1,1 1,0 0,0-1,0 1,0-1,0 0,0 0,0 1,0-1,0 0,0-1,0 1,0 0,0-1,0 1,0-1,-1 1,1-1,0 0,0 0,0 0,-1 0,1 0,-1 0,1-1,-1 1,1 0,-1-1,1 0,50-68,-52 69,10-17,0-1,-2 1,0-1,-2-1,0 0,-1 0,-1 0,0 0,-1-16,-4 48,1 1,0 0,1-1,1 1,0-1,0 1,1-1,1 0,0 0,0 0,1 0,1-1,0 0,1 0,0 0,0-1,1 0,1-1,-1 1,2-2,-1 1,7 3,11 1</inkml:trace>
  <inkml:trace contextRef="#ctx0" brushRef="#br0" timeOffset="576.486">616 232,'0'13,"2"0,0 0,0-1,1 1,0-1,2 1,-1-1,1 0,1-1,0 1,1-1,0 0,0-1,5 4,-8-8,1 0,0-1,0 0,0 0,1 0,-1-1,1 0,0 0,1-1,-1 1,0-1,1 0,0-1,0 0,0 0,0 0,0-1,0 0,0-1,0 1,1-1,-1-1,0 1,0-1,0-1,2 0,-2-1,0 0,-1-1,0 0,0-1,0 1,0-1,0 0,-1-1,0 1,0-1,-1 0,1 0,-1-1,-1 1,1-1,-1 0,0 0,-1 0,0 0,0-1,0 1,-1 0,0-1,0 1,-1-1,0 1,-1-1,1 1,-2-3,26 61,-19-39,1 0,0-1,1 0,0 0,0 0,1-1,0 0,1-1,0 0,7 5,-11-10,0 0,0-1,1 0,-1 0,1 0,0 0,-1-1,1 0,0-1,0 1,0-1,1 0,-1-1,0 1,0-1,0 0,1-1,-1 1,0-1,0-1,0 1,0-1,1 0,2-3,-1 1,1-1,-1-1,0 1,0-2,-1 1,0-1,0 0,-1 0,1-1,-1 1,-1-2,0 1,0 0,-1-1,0 0,0 0,-1-1,0 1,1-9,-1 86,-3-64,0 1,1 0,0 0,0-1,0 1,0 0,1-1,0 1,0-1,0 0,1 0,-1 0,1 0,0 0,0 0,0-1,1 1,-1-1,1 0,0 0,0 0,0-1,0 1,2 0,15 4</inkml:trace>
  <inkml:trace contextRef="#ctx0" brushRef="#br0" timeOffset="833.791">1339 1,'3'12,"9"5,3 1</inkml:trace>
  <inkml:trace contextRef="#ctx0" brushRef="#br0" timeOffset="1098.041">1954 301,'-7'-7,"-10"-4,-8-1,-9 2,-7 2,-2 8,3 8,7 10,8 8,11 8,17 4,18 1,18-7,20-6,13-8,9-8,2-10,-14-3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9:47.4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810 31,'-2'-3,"0"1,1 0,-1 0,0 0,0 0,0 0,0 0,-1 1,1-1,0 1,-1-1,1 1,-1 0,1 0,-1 0,0 0,1 0,-1 1,0-1,0 1,1 0,-1 0,0 0,0 0,0 0,-1 1,-258 0,246 0,1 2,1-1,-1 2,0 0,1 1,0 0,0 1,-9 6,-28 10,25-12,1 2,1 1,0 1,0 1,2 1,0 1,0 1,2 1,-11 13,24-23,1 0,1 1,0 0,0 0,1 0,0 0,1 1,0-1,0 1,1 0,1 0,0 0,1 0,-1 0,2 0,0 0,1 6,1-5,0 0,0 0,1 0,0-1,1 0,1 0,0 0,0-1,1 0,0 0,0 0,8 6,1-3,-1-1,2 0,0-1,0-1,1-1,0 0,0-1,1-1,17 3,4 4,6 1,1-3,0-2,44 3,28 6,-69-10,0-2,1-3,37-1,56 21,87-21,-202-3,-1 1,0-1,0-1,0-1,-1-2,1-1,-1-1,9-4,-26 7,-1 0,0-1,-1 0,1 0,-1-1,0 0,0-1,0 0,-1 0,0-1,0 1,0-2,-1 1,0-1,2-7,-1 0,-1 0,-1-1,0 0,0 0,-2-1,0 1,-1-1,-1 0,0 1,-1-8,0 24,-2-156,-3 143,-1 0,-1 0,0 1,0 0,-2 0,1 1,-1 0,-1 0,0 1,0 0,-1 1,0 0,-1 1,0 1,0-1,-6-1,-9-7,-1 1,0 1,-1 2,-1 1,0 1,0 1,-1 2,0 1,0 1,0 2,-1 1,1 2,-194 5,-89 18,311-23,-116 11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6:49:53.2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1438 163,'-123'-52,"-28"21,-3 6,-193-28,19 51,294 6,0 2,1 0,-1 3,1 0,1 2,0 2,-8 5,37-17,0 0,-1 0,1 0,0 1,0-1,-1 1,1 0,0 0,1 0,-1 0,0 1,1-1,-1 1,1-1,0 1,0 0,0 0,0 0,0 0,1 0,-1 0,1 1,0-1,0 1,0-1,0 2,1 11,0-1,1 0,1 0,0 1,1-1,1-1,0 1,1 0,1-1,0 0,1-1,0 1,1-1,1 0,0-1,0 0,1-1,1 0,0 0,1-1,28 23,1-3,2-1,1-2,1-2,1-2,1-2,1-2,0-2,2-3,20 3,-12-5,1-3,1-3,-1-2,1-2,0-3,-1-3,28-7,-4-3,1-5,53-20,-126 36,-1 0,1-1,-1-1,0 0,0 0,-1-1,1 0,-1-1,0 0,-1 0,0-1,0 0,-1-1,0 0,0 0,-1 0,0-1,-1 1,0-2,0 1,5-95,-8 99,-1 0,0 0,0 0,0-1,-1 1,0 0,0 0,-1 0,1 0,-1 0,-1 0,1 0,-1 0,0 0,0 0,-1 1,1-1,-1 1,-1 0,1-1,-1 1,0 1,-1-2,-13-8,-1 2,-1 0,0 1,0 1,-1 1,0 0,0 2,-1 1,0 0,-23-2,-176-38,178 34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3:03.4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25,'1000'0,"-975"1,56-10,-72 1,-8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3:04.21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549 0,'-387'223,"373"-216,4-3,0 0,0 1,0 1,1-1,-1 1,1 1,1 0,-1 0,1 1,1 0,-1 0,1 1,1-1,0 2,0-1,1 1,-4 9,9-16,0 0,1 1,0-1,-1 0,1 0,1 0,-1 0,0 0,1 0,-1 0,1 0,0 0,0-1,0 1,1-1,-1 1,0-1,1 0,0 0,-1 0,1 0,0-1,0 1,0-1,0 1,0-1,0 0,1-1,-1 1,0 0,0-1,1 0,-1 1,1-1,8 3,70 20,-1 4,-2 3,71 39,-141-64,-8-3,-1-1,1 0,0 0,0 0,0 0,0 0,0-1,0 1,0 0,0 0,0-1,0 1,0 0,1-1,-1 0,0 1,0-1,1 1,-1-1,0 0,1 0,-1 0,0 0,1 0,-1 0,0 0,0 0,1-1,-1 1,0 0,1-1,-1 1,0-1,0 1,0-1,0 0,0 0,1 1,-1-1,0 0,0 0,8-110,-9 83,1-58,-5 0,-3 0,-13-53,1 92,8 38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3:09.1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335 94,'-26'12,"1"2,1 1,1 1,0 1,1 1,0 0,2 2,0 1,1 0,2 1,-9 15,18-28,1 0,0 1,1 0,0 0,1 0,0 1,0 0,1 0,0 0,1 1,1-1,0 1,0 0,1-1,0 1,1 0,1 0,0 0,0-1,1 1,1 0,0-1,0 0,1 0,1 0,0 0,1 2,12 6,1-1,0 0,1-1,1-2,0 0,1-1,1-1,0-1,1-1,0-1,1-1,0-1,0-2,12 2,74 15,1-4,82 1,52 8,-208-23,98 16,126 2,-94-22,-62-2,-1 4,0 5,24 9,-40-1,0-4,87 1,813-15,-619 2,-312-4,1-2,-2-3,52-15,-94 19,0 0,-1-1,0-1,0 0,0-1,-1-1,0 0,0-1,-1 0,-1-1,1 0,-2 0,0-2,0 1,-1-1,-1 0,0-1,-1 0,0-1,-2-4,0-1,-2 1,0-1,-2 0,0 0,-1 0,-1 0,0 0,-2 1,0-1,-2 1,0-1,-1 1,-1 1,0-1,-2 1,0 1,-1-1,-9-11,3 7,0 1,-2 1,0 0,-1 1,-1 1,-1 1,0 1,-2 0,1 2,-19-8,-14-5,-2 2,0 3,-2 3,-9-1,-27 1,0 3,-1 5,0 4,-28 4,35 0,-537-12,-156 12,-150 77,635-19,290-54,0 1,-1-1,1-1,-1 1,1-1,-1-1,0 1,1-1,0 0,-1-1,-1 0,3 1,0 1,0 0,0 1,0-1,0 1,1 0,-1 1,0-1,1 1,-1 0,1 1,-1-1,1 1,0 0,0 0,0 1,0 0,1-1,0 2,0-1,0 0,0 1,-3 5,-12 9,13-15,0 1,1 0,0 0,0 0,0 1,1-1,-1 1,1 0,1 1,-1-1,1 1,0 0,1-1,0 1,0 0,0 0,1 1,-1 2,5 181,-2-185,-1 0,1 0,1 0,-1 0,1 0,0-1,0 1,0-1,1 1,0-1,0 0,1 0,-1 0,1-1,0 1,0-1,0 0,5 3,95 55,137 11,-159-51,35 4,1-5,113 6,-21-12,79-8,385 6,-489-12,159 21,12-3,128 7,-407-21,-11 0,0-3,53-6,-113 4,31-2,-1-2,0-1,0-2,-1-1,1-2,-2-2,17-7,-51 19,5-2,0 0,-1 1,1-2,0 1,-1 0,0-1,1 0,-1 0,0 0,-1-1,1 1,0-1,-1 0,0 0,0 0,0 0,-1-1,1 1,-1-1,0 1,0-1,-1 0,1 0,-1 0,5-112,-4 108,-1-1,0 1,0-1,-1 0,-1 1,0-1,0 0,-1 1,0-1,0 1,-1 0,0 0,-1 0,0 0,-1 0,0 1,0 0,-2-2,-20-17,-1 2,-1 1,-1 1,-1 2,-1 1,-1 1,-1 2,-21-7,54 24,-107-44,-2 5,-1 5,-2 4,-1 6,-52-2,-151-15,-79 9,260 23,-481-2,405 13,-350 0,467 6,1 3,0 5,1 4,-5 5,23-6,38-11,0 2,0 2,2 1,-16 8,45-19,1 0,-1 1,0 0,0 0,1 0,0 1,0 0,0 0,0 0,0 1,1-1,0 1,0 0,0 0,1 0,0 1,0 0,0-1,0 1,1 0,0 0,0 0,0 3,2 7,0-1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08:18.1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1326 3691,'27'-128,"21"-114,-11-2,0-161,-15 156,-17 177,4 1,2 0,4 1,3 1,16-40,-32 103,1-3,1 0,-1 0,2 1,-1 0,1 0,0 0,1 0,-1 1,2 0,2-3,-8 10,0 0,0-1,0 1,0 0,0 0,0 0,0 1,0-1,0 0,0 0,0 1,0-1,0 0,0 1,0-1,0 1,0-1,0 1,0-1,-1 1,1 0,0-1,0 1,-1 0,1 0,-1 0,1-1,0 1,-1 0,1 0,-1 0,0 0,1 0,-1 0,0 0,0 0,0 0,1 0,-1 0,0 0,0 0,0 0,-1 0,1 0,0 0,0 0,0 0,-1 0,1 0,-1 0,1 0,-1 0,1 0,-1 0,1 4,9 25,-1-19</inkml:trace>
  <inkml:trace contextRef="#ctx0" brushRef="#br0" timeOffset="1248.358">1285 3349,'8'61,"-2"1,-4-1,-3 56,-1-47,-20-314,11 174,12 69,0 0,0-1,-1 1,1 0,0 0,0 0,0 0,0 0,0 0,1 0,-1 1,0-1,0 0,0 1,1-1,-1 1,0-1,1 1,-1-1,1 1,-1 0,0 0,1 0,-1 0,1 0,-1 0,0 0,1 0,-1 0,1 1,-1-1,0 1,1-1,-1 1,0-1,0 1,1 0,-1-1,0 1,0 0,0 0,1 1,6 0,208 41,-215-43,0 0,0 0,-1 0,1 0,0 0,0 0,0 0,0 0,-1 1,1-1,0 0,0 0,-1 1,1-1,0 1,-1-1,1 1,0-1,-1 1,1-1,0 1,-1 0,1-1,-1 1,1 0,-1-1,0 1,1 0,-1-1,0 1,1 0,-1 0,0 0,0-1,0 1,0 0,0 0,0 0,0 0,0-1,0 1,0 0,0 0,0 0,-1-1,1 1,0 0,-24 38,16-30,-37 54,2 2,-34 67,62-100</inkml:trace>
  <inkml:trace contextRef="#ctx0" brushRef="#br0" timeOffset="2979.946">1995 1260,'0'-11,"0"18,0 20,-3 42,-2-1,-3 0,-15 54,19-149,6-524,-3 557,1 0,0 0,1 0,-1 0,1-1,0 1,1 0,-1-1,1 1,0-1,0 1,1-1,0 0,0 0,0 0,1 0,-1-1,1 1,0-1,0 0,1 0,-1 0,1-1,0 0,0 1,0-2,0 1,1-1,-1 0,1 0,-1 0,1-1,3 1,1-4,0 0,-1-1,1 0,-1 0,0-1,0 0,0-1,-1 0,1-1,-1 1,-1-2,1 1,-1-1,0 0,0 0,-1-1,0 0,0 0,-1-1,0 1,-1-1,0 0,0 0,0-4,-8 48,-8 74,6 0,7 93,0-105,2-23,0-63</inkml:trace>
  <inkml:trace contextRef="#ctx0" brushRef="#br0" timeOffset="3226.318">2473 1328,'-5'18,"-1"12,0 6,1 3,2-1,0-5,2-5,1-5,2-7,4-11,0-6</inkml:trace>
  <inkml:trace contextRef="#ctx0" brushRef="#br0" timeOffset="3476.703">2541 1150,'-9'-4,"-4"0,2 3,6 5,9 3,8 4,3-1</inkml:trace>
  <inkml:trace contextRef="#ctx0" brushRef="#br0" timeOffset="3664.721">2692 1260,'4'18,"5"11,4 6,8 1,4 1,4-1,-2-2,-1-1,-2-3,-3-4,-2-6,-6-4,-3-5</inkml:trace>
  <inkml:trace contextRef="#ctx0" brushRef="#br0" timeOffset="3914.046">2883 1314,'-17'12,"-9"10,-5 9,-3 6,3 4,5-1,5-2,8-4,5-4,4-7</inkml:trace>
  <inkml:trace contextRef="#ctx0" brushRef="#br0" timeOffset="4535.383">2978 1615,'14'0,"1"0,-1-1,1-1,-1 0,0-1,1 0,-1-2,-1 1,1-1,-1-1,0-1,0 0,0 0,-1-1,-1-1,1 0,7-9,-16 15,0 0,0-1,0 1,-1-1,0 0,0 1,0-1,0 0,0 0,-1-1,0 1,0 0,0 0,0-1,0 1,-1 0,0-1,0 1,0 0,-1-1,0 1,1 0,-1-1,-1 1,1 0,-1 0,1 0,-1 0,0 0,-1 0,1 1,-1-1,1 1,-2-1,2 2,0 2,0-1,0 0,0 0,0 1,0-1,-1 1,1-1,0 1,0 0,0 0,-1 0,1 0,0 0,0 1,0-1,-1 1,1-1,0 1,0 0,0 0,0 0,0 0,0 0,1 0,-1 0,0 1,0-1,1 1,-1-1,1 1,-1 0,1 1,-37 65,36-63,0 0,0 1,1-1,0 1,0-1,1 1,0-1,-1 1,2 0,-1-1,1 1,0-1,0 1,0-1,1 1,0-1,0 0,0 0,1 0,-1 0,1 0,0-1,1 1,-1-1,1 0,0 0,0 0,0 0,1-1,-1 1,1-1,4 2,-1-1,1-1,-1 0,0 0,1-1,-1 0,1-1,0 1,0-2,0 1,-1-1,1-1,0 1,0-1,0-1,-1 0,1 0,-1-1,0 0,1 0,-1-1,0 0,-1 0,1-1,-1 0,0-1,0 1,-1-1,0-1,0 1,0-1,0 0,-1 0,-1-1,1 1,0-3,3-11,0 0,-1-1,-1 0,-2 0,0-1,-1 1,-1-8,-2 28,0 1,0 0,0-1,0 1,0 0,1-1,-1 1,0 0,1-1,-1 1,1 0,-1 0,1-1,-1 1,1 0,0 0,0 0,0 0,-1 0,1 0,0 0,0 0,0 0,1 0,-1 1,0-1,0 0,0 1,1-1,-1 1,0-1,0 1,1 0,-1-1,0 1,1 0,-1 0,0 0,1 0,-1 0,0 0,1 0,-1 1,1-1,16 2,0 1,0 1,-1 1,1 0,-1 1,0 1,15 9,-30-15,0 0,-1 0,1 1,0-1,-1 1,1-1,-1 1,0 0,0-1,1 1,-1 0,0 0,0 0,-1 0,1 0,0 0,-1 0,1 0,-1 0,0 0,1 1,-1-1,0 0,0 0,-1 0,1 0,0 0,-1 1,0 0,-26 63,18-48,8-15,-25 68,25-69,1 0,-1 1,1-1,-1 0,1 1,0-1,0 1,0-1,0 0,0 1,1-1,-1 0,1 1,0-1,-1 0,1 0,0 1,0-1,0 0,1 0,-1 0,0 0,1-1,0 1,-1 0,1 0,0-1,0 1,0-1,10 3,0 0,0 0,1-2,-1 1,1-2,-1 1,1-2,0 0,0 0,-1-1,7-2,64-17,-54 8</inkml:trace>
  <inkml:trace contextRef="#ctx0" brushRef="#br0" timeOffset="5891.976">83 3513,'-4'-44,"1"0,2 0,2 0,2 0,2 0,2 1,4-8,-7 25,13-73,26-139,-11-2,-1-192,-31 376,-2-1,-3 1,-2 0,-6-19,11 66,2 5,-1-1,0 1,0-1,0 1,0 0,-1-1,0 1,1 0,-2 0,1 0,0 0,-1 1,0-1,0 1,-1-2,3 5,-1 0,0 1,1-1,-1 0,1 1,-1-1,1 1,-1-1,1 1,-1 0,1-1,-1 1,1 0,0 0,-1 0,1 0,0 1,0-1,0 0,0 0,0 1,0-1,0 0,1 1,-1-1,0 1,1-1,-1 1,1-1,-1 1,1 0,0 0,0-2,-18 48,3 4</inkml:trace>
  <inkml:trace contextRef="#ctx0" brushRef="#br0" timeOffset="7160.03">70 3199,'9'42,"-1"-1,-2 1,-1 0,-3 1,-2-1,-2 23,1-49,-33-223,27 178,-31-123,38 151,-1 1,1-1,0 0,0 0,0 0,-1 1,1-1,0 0,0 0,0 1,0-1,0 0,0 0,1 0,-1 1,0-1,0 0,0 0,1 1,-1-1,0 0,1 1,-1-1,1 0,-1 1,1-1,-1 0,1 1,-1-1,1 1,0-1,-1 1,1-1,0 1,-1 0,1-1,0 1,-1 0,1 0,0-1,0 1,-1 0,1 0,0 0,0 0,0 0,-1 0,1 0,0 0,0 0,0 0,40 16,90 53,-129-67,1-1,0 1,-1 0,1-1,-1 1,1 1,-1-1,0 0,0 1,0-1,0 1,0-1,-1 1,1 0,-1 0,0 0,0 0,0 0,0 0,0 0,-1 0,1 0,-1 0,0 0,0 0,0 1,0-1,-1 0,1 0,-1 0,0 0,1 0,-2 0,1 0,0 0,-1 0,-107 168,66-94,36-60</inkml:trace>
  <inkml:trace contextRef="#ctx0" brushRef="#br0" timeOffset="8637.425">97 549,'0'19,"0"15,2 14,3 9,4 8,1 6,3 3,0-2,-1-6,-3-10,-4-14</inkml:trace>
  <inkml:trace contextRef="#ctx0" brushRef="#br0" timeOffset="8934.138">1 385,'8'-1,"1"-1,-1 1,1 1,-1 0,1 0,0 1,-1 0,1 0,-1 1,0 0,1 0,-1 1,0 0,0 1,-1 0,1 0,-1 0,0 1,0 0,0 1,-1-1,1 1,2 3,0 1,0 0,-1 0,-1 0,0 1,0 0,-1 1,0 0,-1 0,0 0,-1 0,0 1,-1-1,0 5,-2-11,-1 0,0 0,0 0,0 0,-1 0,0 0,0 0,0 0,-1 0,0 0,0 0,0 0,-1-1,0 1,0-1,0 0,-1 0,0 0,0 0,0-1,0 0,-3 2,-6 5,-1-1,-1 0,0-1,-1 0,1-2,-2 0,-2 1,-4 1</inkml:trace>
  <inkml:trace contextRef="#ctx0" brushRef="#br0" timeOffset="10866.874">397 904,'-7'3,"-1"1,1-1,0 1,0 1,1-1,-1 1,1 0,0 1,0-1,1 1,-1 0,1 1,0 1,3-5,0-1,0 1,0 0,0 1,1-1,0 0,-1 0,1 1,0-1,1 0,-1 1,1-1,-1 1,1-1,0 1,0-1,1 1,-1-1,1 1,-1-1,1 1,0-1,1 0,-1 1,0-1,1 0,0 0,0 0,0 0,2 2,1-1,0 0,0-1,0 0,1 0,0 0,-1-1,1 1,0-1,0-1,0 1,0-1,0 0,1-1,-1 1,0-1,0 0,0-1,1 1,-1-1,0-1,0 1,0-1,0 0,0 0,-1-1,1 0,-1 0,1 0,-1-1,0 1,2-3,-3 1,0 1,0-1,0 1,-1-1,1 0,-2 0,1-1,0 1,-1-1,0 1,0-1,-1 0,1 0,-1 1,-1-1,1 0,-1 0,0 0,0 0,-1 0,1 0,-2 0,1 0,0 0,-1 1,0-1,-1 1,1-1,-1 1,0 0,0 0,-1 0,1 0,-1 1,0-1,-1 0,-2-3,1 0,-2 1,1 0,-1 0,1 1,-2 0,1 0,-1 1,0 0,0 1,0 0,-1 0,-5-1,6 5,21 5,25 0,0-3,0 0,0-3,18-3,47 1,-100 2,1 0,0 1,-1 0,1-1,0 1,0 0,-1 1,1-1,0 0,-1 1,1-1,0 1,-1 0,1 0,-1 0,1 0,-1 1,1-1,-1 0,0 1,0 0,0 0,0-1,0 1,0 0,0 1,0-1,-1 0,1 0,-1 1,0-1,0 1,0-1,0 1,0-1,0 1,-1 0,0 5,0-7,-1 1,1 0,-1-1,1 1,0 0,-1 0,1 0,0-1,0 1,0 0,0 0,1 0,-1-1,0 1,1 0,-1 0,1-1,0 1,0 0,-1-1,1 1,0-1,0 1,0-1,1 0,-1 1,0-1,1 0,-1 0,0 0,1 0,-1 0,1 0,0 0,-1 0,1 0,0-1,-1 1,1-1,0 0,0 1,-1-1,1 0,0 0,0 0,0 0,8-3,-1-1,0 0,0-1,-1 1,1-2,-1 1,0-1,0 0,-1-1,0 0,0 0,0-1,-1 0,0 0,-1 0,0-1,1-1,-3 3,1 1,-1-1,-1 0,1 0,-1-1,-1 1,1 0,-1-1,0 1,-1 0,0-1,0 1,-1-2,1 9,0 1,0-1,0 1,0-1,-1 1,1-1,0 0,0 1,-1-1,1 1,0-1,-1 0,1 1,0-1,-1 0,1 1,-1-1,1 0,-1 1,1-1,0 0,-1 0,1 0,-1 0,1 1,-1-1,1 0,-1 0,1 0,-1 0,1 0,-1 0,1 0,-1 0,1 0,-1 0,1-1,-1 1,1 0,-1 0,1 0,-1-1,1 1,-1 0,1 0,0-1,-1 1,1 0,0-1,-1 1,1 0,0-1,-1 1,1-1,0 1,0-1,-1 1,1-1,0 1,0-1,0 1,-1 4,0 1,1 0,0 0,0 0,1 0,-1 0,1 0,0 0,0 0,1-1,-1 1,1 0,0-1,1 1,-1-1,1 0,0 0,0 0,0 0,0 0,0-1,1 1,0-1,0 0,0 0,0 0,0-1,1 0,-1 1,1-1,-1-1,1 1,0-1,0 0,0 0,-1 0,1-1,0 1,0-1,0-1,0 1,0-1,4 0,-4-1,-1 0,0 0,0 0,0 0,-1 0,1-1,-1 0,1 0,-1 0,0 0,0 0,0-1,0 1,-1-1,1 0,-1 1,0-1,0 0,-1-1,1 1,-1 0,0 0,0-1,0 1,0-1,-1 1,0 0,0-1,0 1,-1-5,2 1,15-115,-12 149,-4-3,-1-15,1-1,0 1,0 0,0-1,1 1,0 0,1-1,-1 0,1 1,1-1,0 0,0 0,0 0,1 0,1 2,-2-7,0 0,0-1,-1 0,1 0,0 0,0 0,0 0,0 0,0-1,1 1,-1-1,0 0,0 0,0 0,0-1,0 1,0-1,0 1,0-1,0 0,0 0,0 0,0-1,0 1,-1-1,1 0,-1 1,1-1,-1 0,1-1,-1 1,0 0,0 0,0-1,-1 0,1 1,0-1,-1 0,0 0,0 1,1-2,10-24,-1 0,-1 0,-1-1,-2-1,0 1,-3-1,0 0,-1-29,-1 34,0 16,0 25,-1-4,16 128,7 39,-9 0,-6 63,-14-177,-1-76,13-258,-6 252,2-110,-6-1,-12-74,14 201,1 0,-1 0,1 0,-1 1,1-1,-1 0,1 0,0 0,0 0,0 0,-1 0,1 1,0-1,0 0,0 0,0 0,0 0,1 0,-1 0,0 0,0 0,1 0,-1 1,0-1,1 0,-1 0,1 0,-1 1,1-1,-1 0,1 0,0 1,-1-1,1 0,0 1,-1-1,1 1,0-1,0 1,0 0,0-1,-1 1,1 0,0-1,0 1,0 0,0 0,0 0,0 0,0 0,0 0,-1 0,1 0,0 0,0 0,0 0,0 1,0-1,0 0,13 5,-1 1,1 0,-1 1,0 0,-1 1,1 0,-2 1,1 0,-1 1,-1 1,0-1,0 2,1 2,-10-13,0 0,1 1,-1-1,0 0,0 1,-1-1,1 1,0-1,0 1,-1-1,1 1,-1 0,1-1,-1 1,0 0,0-1,0 1,0 0,0-1,0 1,0 0,0-1,-1 1,1 0,-1-1,1 1,-1 0,1-1,-1 1,0-1,0 1,0-1,0 0,0 1,0-1,0 0,-1 0,1 0,0 0,-1 0,1 0,0 0,-1 0,0 0,1-1,-1 1,1-1,-1 1,0-1,0 1,-3 1,0 0,-1-1,1 1,-1-1,0 0,1 0,-1-1,0 0,1 0,-1 0,0 0,-2-2,7 2,1 0,-1 0,1-1,0 1,-1 0,1-1,0 1,-1 0,1-1,0 1,-1-1,1 1,0 0,0-1,0 1,-1-1,1 1,0-1,0 1,0 0,0-1,0 1,0-1,0 1,0-1,0 1,0-1,0 1,0-1,0 1,0-1,0 1,1-1,-1 1,0 0,0-1,1 1,-1-1,0 1,0 0,1-1,-1 1,0 0,1-1,-1 1,1 0,-1-1,0 1,1 0,-1 0,1 0,-1-1,0 1,1 0,0 0,24-18,-6 6,1 2,1 0,0 1,0 1,1 1,15-3,-35 10,0 0,-1 0,1 0,0 1,0-1,-1 0,1 1,0-1,0 1,-1 0,1-1,0 1,-1 0,1 0,-1 0,1 0,-1 0,0 0,1 1,-1-1,0 0,0 1,0-1,0 1,0-1,0 1,0 0,-1-1,1 1,-1 0,1-1,-1 1,1 0,-1 0,0-1,0 1,0 0,0 0,0 0,0 0,11 32,-8-31,1 0,0-1,-1 1,1-1,0 0,0 0,1-1,-1 1,0-1,0 0,1 0,-1 0,1-1,-1 1,0-1,1 0,-1-1,1 1,-1-1,1 1,-1-1,0-1,0 1,1-1,-1 1,0-1,0 0,-1-1,2 0,2-1,1-1,-1-1,0 0,-1 0,1 0,-1-1,-1 0,1 0,-1 0,0-1,-1 1,1-1,-2 0,1-1,-1 1,0-1,-1 1,0-1,0 0,-1 0,0 0,-1 0,0-4,0 10,-1 0,0 0,1 0,-1 1,0-1,0 0,0 1,-1-1,1 1,-1-1,1 1,-1 0,0-1,0 1,0 0,0 0,0 0,0 1,-1-1,1 0,-1 1,1 0,-1 0,1-1,-1 1,0 1,0-1,1 0,-1 1,0-1,0 1,0 0,0 0,0 0,1 0,-1 1,0-1,0 1,0 0,1-1,-1 1,0 0,1 1,-1-1,1 0,-1 1,-1 1,-3 1,0 0,0 1,1 0,-1 0,1 1,0 0,1 0,0 0,0 0,-2 5,5-9,0 1,0-1,1 1,-1 0,1 0,0 0,0 0,0 0,0 0,0 0,1 0,-1 0,1 0,0 0,0 0,0 1,0-1,0 0,1 0,0 0,0 0,-1 0,2 0,-1 0,0 0,1 0,-1-1,1 2,38 19,-17-17</inkml:trace>
  <inkml:trace contextRef="#ctx0" brushRef="#br0" timeOffset="11133.161">2090 3,'-14'-2,"-9"1,-5 4,-1 5,3 6,6 6,6 4,7 2,11 2,8 0,2-4</inkml:trace>
  <inkml:trace contextRef="#ctx0" brushRef="#br0" timeOffset="11397.453">2131 413,'5'14,"4"7,2 2,2-3,3-4,4-6,5-4,6-8,4-5,3-7,-4-1</inkml:trace>
  <inkml:trace contextRef="#ctx0" brushRef="#br0" timeOffset="11813.509">2692 208,'5'-21,"1"1,1 0,1 0,1 1,1 0,0 1,7-8,-17 25,0 1,0-1,0 1,0-1,0 1,0 0,1-1,-1 1,0-1,0 1,0-1,1 1,-1 0,0-1,0 1,1 0,-1-1,0 1,1 0,-1-1,1 1,-1 0,0 0,1 0,-1-1,1 1,-1 0,0 0,1 0,-1 0,1 0,-1 0,1 0,-1-1,1 1,-1 1,1-1,-1 0,0 0,1 0,-1 0,1 0,-1 0,1 0,-1 1,0-1,1 0,-1 0,1 1,-1-1,0 0,1 0,-1 1,0-1,1 0,-1 1,0-1,0 1,1-1,-1 0,0 1,0-1,0 1,0-1,1 1,-1-1,0 0,0 1,0 0,5 40,-4-31,7 55,3 0,2-1,7 12,-18-74,-1 0,1 1,-1 0,0-1,0 1,0-1,0 1,0 0,0 0,-1 0,0-1,1 1,-1 0,0 0,0 0,-1 0,1-1,-1 1,1 0,-1 0,0-1,0 1,0 0,0-1,0 1,-1-1,1 1,-1-1,0 0,0 1,0-1,0 0,0 0,0-1,0 1,0 0,-1-1,1 1,-1-1,1 0,-18 4,26-7,287-63,-255 56</inkml:trace>
  <inkml:trace contextRef="#ctx0" brushRef="#br0" timeOffset="12059.849">3319 372,'0'0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08:33.0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90 1604,'35'-690,"-28"458,-11-1,-18-99,5 226,9 95,6 36,4 9</inkml:trace>
  <inkml:trace contextRef="#ctx0" brushRef="#br0" timeOffset="1047.27">49 1358,'-1'1,"0"0,0-1,0 1,0 0,1 0,-1 0,0 0,0 0,1 0,-1 0,1 0,-1 0,1 1,-1-1,1 0,0 0,-1 0,1 1,0-1,0 0,0 0,0 1,0-1,0 0,1 0,-1 0,0 1,0-1,1 0,-1 0,45 256,-29-193,-12-76,-7-25,-2 0,-1 0,-2 0,-11-31,12 42,-48-108,105 145,196-1,-242-10,-2 0,0-1,-1 1,1-1,0 1,0 0,-1 0,1 0,0 0,0 0,-1 0,1 0,0 1,0-1,-1 1,1-1,0 1,-1 0,1 0,-1-1,1 1,-1 0,1 0,-1 0,0 1,1-1,-1 0,0 0,0 1,0-1,0 1,0-1,0 1,0-1,-1 1,1 0,0 0,-41 60,-116 115,131-141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08:35.5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6 649,'-2'17,"-1"13,2 13,4 7,2 4,1 3,3-1,2-2,-1-2,0-6,1-6,1-7,-2-10</inkml:trace>
  <inkml:trace contextRef="#ctx0" brushRef="#br0" timeOffset="309.17">170 499,'5'0,"3"4,1 12,1 14,-1 13,-2 14,-2 11,-3 8,0 2,0-2,1-5,2-10,2-11,1-9,0-12,-1-10</inkml:trace>
  <inkml:trace contextRef="#ctx0" brushRef="#br0" timeOffset="729.05">6 1045,'59'-10,"0"-2,-2-3,1-3,-2-2,-1-2,0-3,39-25,-86 45,5-1,0-1,-1-1,0 0,-1 0,0-1,0-1,0-1,-11 11,1 0,-1-1,1 1,-1-1,1 1,0-1,-1 1,1-1,-1 1,0-1,1 1,-1-1,1 0,-1 1,0-1,0 0,1 1,-1-1,0 0,0 0,0 1,0-1,0 0,0 1,0-1,0 0,0 0,0 1,0-1,0 0,0 1,-1-1,1 0,0 1,-1-1,1 0,0 1,-1-1,1 1,-1-1,1 0,-1 1,1-1,-1 1,1-1,-1 1,1 0,-1-1,0 1,1 0,-1-1,0 1,1 0,-1 0,0-1,1 1,-1 0,0 0,0 0,1 0,-1 0,0 0,0 0,-49 1,43 0,1 0,0 1,-1 0,1 0,0 0,0 1,0 0,0 0,1 0,-1 1,1 0,0 0,0 0,1 1,-1-1,1 1,0 0,0 1,0-1,1 1,0-1,0 1,0 0,1 0,0 1,0-1,1 0,-1 1,1-1,1 1,-1-1,1 1,0-1,1 1,-1-1,1 1,1-1,-1 0,1 1,0-1,1 0,-1 0,1 0,3 4,1-2,0-1,0 0,1 0,0 0,0-1,0 0,1-1,0 0,0 0,0-1,1 0,-1-1,1 0,0-1,0 1,0-2,0 0,2 0,11 1,0-2,0-1,0 0,0-2,0 0,-1-2,12-4,14-6</inkml:trace>
  <inkml:trace contextRef="#ctx0" brushRef="#br0" timeOffset="1565.318">1085 827,'-2'-4,"-1"0,0 0,0 0,0 1,-1-1,1 1,-1 0,1 0,-1 0,0 0,0 1,-1-1,1 1,0 0,-1 1,0-1,1 1,-1 0,0 0,1 0,-1 0,0 1,0 0,0 0,1 0,-1 1,0 0,0 0,1 0,-1 0,0 1,1 0,0-1,-1 2,1-1,-1 1,0 2,0 0,1 0,-1 1,1-1,1 1,-1 0,1 0,0 0,0 0,1 0,0 1,0 0,0-1,1 3,0-6,0 1,1-1,0 0,-1 0,1 1,1-1,-1 0,0 0,1 1,-1-1,1 0,0 0,0 0,1 0,-1 0,0 0,1 0,0 0,0-1,0 1,0-1,0 1,0-1,1 0,-1 0,1 0,-1 0,1 0,0 0,1 0,2 0,-1 0,1-1,0 1,0-1,0-1,0 1,0-1,0 0,0 0,0 0,0-1,0 0,0-1,-1 1,1-1,0 0,-1 0,1-1,-1 1,0-1,0-1,0 1,1-2,1 0,1-1,-2 1,1-2,-1 1,0-1,0 0,-1 0,0-1,0 0,-1 0,0 0,0 0,-1 0,0-1,0-1,0-20,-2 21,-3 22,2-10,-1 0,1 1,0-1,0 0,0 1,0-1,0 0,1 1,-1-1,1 0,0 1,0-1,0 0,1 0,-1 0,1 0,0 0,0 0,0-1,0 1,0 0,0-1,1 0,-1 1,1-1,0 0,-1-1,1 1,0 0,0-1,0 1,0-1,1 0,-1 0,0 0,0-1,1 1,-1-1,1 0,0 1,2-2,0 1,0-1,0 0,-1 0,1 0,0-1,-1 0,1 0,-1-1,0 1,0-1,0 0,0 0,0-1,0 0,-1 0,0 0,0 0,0 0,0-1,-1 0,1-1,6-9,-1-1,-1 1,0-2,-1 1,-1-1,3-14,3-18,-3-2,-2 1,-2-1,-2 0,-3 0,-1 0,-3 1,-2-1,-9-30,14 77,-2-14,0 0,-2 0,0 0,-1 1,-1 0,-1 0,-4-6,12 22,0 0,-1 0,1 0,0 0,0 1,-1-1,1 0,-1 0,1 1,-1-1,1 0,-1 0,0 1,1-1,-1 1,0-1,1 1,-1-1,0 1,0-1,1 1,-1-1,0 1,0 0,0 0,1-1,-1 1,0 0,0 0,0 0,0 0,0 0,0 0,0 0,1 0,-1 0,0 0,0 1,0-1,0 0,0 1,1-1,-1 0,0 1,0-1,1 1,-1 0,0-1,1 1,-1-1,0 1,1 0,-1-1,1 1,-1 0,1 0,0-1,-1 2,-19 52,13-9,2 1,2 0,2-1,2 1,2 0,2 0,2-1,11 38,-13-59,1 0,1-1,1 0,1-1,1 0,1 0,1-1,1 0,1-1,0 0,2-2,5 5,-16-18,1 0,0 0,0-1,1 0,-1-1,1 1,0-1,0-1,0 1,0-1,1 0,-1-1,0 0,1 0,-1 0,1-1,-1 0,1-1,-1 0,1 0,-1 0,0-1,0 0,1-1,-1 1,-1-1,1-1,0 1,-1-1,0 0,0-1,0 0,0 1,-1-2,1 1,1-4,0 2,-1-1,1 0,-2-1,1 1,-1-1,0 0,-1-1,0 1,-1-1,0 0,0 0,-1 0,0 0,-1 0,0 0,-1 0,0-1,0 1,-1 0,-1 0,-1-7,2 15,0 0,-1-1,1 1,0 0,-1 0,0 0,1 0,-1 1,0-1,0 0,0 1,0-1,-1 1,1 0,0 0,0 0,-1 0,1 0,-1 0,1 1,-1-1,1 1,-1-1,1 1,-1 0,1 0,-1 0,1 1,-1-1,1 0,-1 1,1 0,-1-1,1 1,0 0,-1 1,1-1,0 0,0 0,0 1,0 0,0-1,0 1,0 0,0 0,1 0,-1 0,1 0,0 0,-1 0,1 1,0-1,0 0,0 1,1-1,-1 1,-2 1,1 0,0 0,-1 1,2-1,-1 1,0-1,1 1,0 0,0-1,0 1,1 0,-1 0,1 0,0-1,1 1,-1 0,1 0,0 0,0-1,1 1,-1 0,1-1,0 1,0-1,1 0,-1 0,1 0,0 0,0 0,0 0,2 1,2 0,0-1,0 0,0 0,0-1,1 0,-1 0,1-1,0 0,0 0,0-1,0 0,7 1,21-2</inkml:trace>
  <inkml:trace contextRef="#ctx0" brushRef="#br0" timeOffset="1824.625">1359 431,'13'-19,"20"-8,19-4,20 0,12 4,2 6,-3 7,-16 5</inkml:trace>
  <inkml:trace contextRef="#ctx0" brushRef="#br0" timeOffset="2209.624">1973 649,'12'-25,"-1"0,-1-2,-1 1,-1-1,-2 0,0-1,-2 1,-1-1,-1-12,-2 33,-1 5,1 1,0-1,-1 1,1-1,0 0,0 1,0-1,1 1,-1-1,0 1,0-1,1 0,-1 1,1-1,0 1,-1-1,1 1,0 0,0-1,0 1,0 0,0 0,0-1,0 1,0 0,0 0,1 0,-1 0,0 1,1-1,1-1,14-2,0 1,0 0,1 2,-1-1,1 2,-1 1,1 0,5 2,-19-3,0 1,0-1,0 1,0 0,-1 1,1-1,0 1,0-1,-1 1,1 0,-1 1,0-1,1 0,-1 1,0 0,0 0,-1 0,1 0,-1 0,1 1,-1-1,0 0,-1 1,1 0,0 0,-1-1,0 1,0 0,0 0,0 0,-1 0,1 0,-1 0,0 1,-19 108,1-30,18-82,0 1,0 0,0 0,0-1,0 1,1 0,-1 0,0 0,1-1,-1 1,1 0,0-1,-1 1,1-1,0 1,0-1,0 1,0-1,0 1,1-1,-1 0,0 0,1 1,-1-1,1 0,-1 0,1-1,-1 1,1 0,0 0,-1-1,1 1,0-1,-1 1,1-1,67 5,-67-5,150-25,-112 13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09:26.5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55 173,'0'14,"0"16,0 15,0 11,3 5,0 2,2-1,0-3,0-10,-2-11,-1-12</inkml:trace>
  <inkml:trace contextRef="#ctx0" brushRef="#br0" timeOffset="231.346">1 200,'9'17,"13"9,11 8,10 2,4 0,2 1,-4-3,-4-4,-7-6,-10-5,-5-6,-8-5</inkml:trace>
  <inkml:trace contextRef="#ctx0" brushRef="#br0" timeOffset="477.274">328 9,'-7'-7,"-2"5,0 12,5 16,4 14,7 14,6 10,4 6,1 1,4 0,1-6,2-6,2-12,-5-13</inkml:trace>
  <inkml:trace contextRef="#ctx0" brushRef="#br0" timeOffset="963.978">628 378,'-8'-9,"-1"-1,1-1,1 1,0-1,1 0,0-1,0 1,1-1,1 0,0 0,1-1,0 1,1-1,0 0,1 0,0 0,1 1,1-1,1-8,-1 18,0 0,0-1,0 1,0 1,0-1,1 0,-1 0,1 0,0 1,0-1,0 1,0 0,1-1,-1 1,0 0,1 0,0 1,-1-1,1 0,0 1,0 0,0-1,0 1,0 0,0 1,3-2,88 0,-75 4,-13-3,1 0,-1 1,1 0,0 1,-1-1,1 1,-1 1,1-1,-1 1,0 0,0 0,1 1,-2 0,1 0,0 0,-1 1,1 0,-1 0,0 0,0 1,-1 0,1 0,-1 0,0 0,0 1,-1-1,0 1,0 0,0 0,-1 0,1 0,-2 1,1-1,-1 1,-1 2,-1 0,0 0,0 0,-1 0,0 0,-1 0,0 0,-1-1,1 1,-5 4,-11 33,18-45,1 0,-1 0,1 0,0 0,-1 0,1 0,0 0,-1 0,1 0,0 0,0 0,0 1,0-1,0 0,0 0,0 0,1 0,-1 0,0 0,1 0,-1 0,0 0,1 0,-1 0,1 0,0 0,-1 0,1 0,0 0,0 0,-1 0,1-1,0 1,0 0,0-1,0 1,0-1,0 1,0-1,0 1,0-1,49 1,-9-10,0-2,0-2,-1-2,14-8,36-21,-73 35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09:21.6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7087 2188,'-14'21,"2"1,1 0,0 1,2 1,1 0,0 0,2 1,-3 4,-43 163,7 2,9 2,9 1,-1 192,15-82,12-298,2-5,-1 0,0 0,0 0,-1 0,1 0,-1 0,0 0,0-1,0 1,0 0,-1-1,1 1,-1 0,0-1,0 0,0 0,-1 1,1-1,-3 1,-11-13,11-2</inkml:trace>
  <inkml:trace contextRef="#ctx0" brushRef="#br0" timeOffset="604.348">6637 3485,'29'102,"-3"1,10 101,-26-154,-10-50,0 0,1 0,-1-1,0 1,0 0,0 0,0 0,0 0,0 0,0 0,0 0,1-1,-1 1,0 0,0 0,0 0,0 0,0 0,1 0,-1 0,0 0,0 0,0 0,0 0,0 0,1 0,-1 0,0 0,0 0,0 0,0 0,1 0,-1 0,0 0,0 0,0 0,0 0,0 0,1 0,-1 0,0 1,0-1,0 0,0 0,0 0,2-19,-4-27,-2 0,-2 0,-2 0,-2 1,-2 0,-2 1,-15-31,21 58,11 23,5-1,-1 1,1-1,-1 0,1-1,1 0,-1 0,0-1,1 0,0-1,0 1,0-2,0 1,0-1,0-1,0 0,0 0,3-1,-4 2,24-2,-25 1,0-1,1 1,-1 0,0 0,0 1,0 0,0 0,0 1,0 0,-1 0,6 3,-10-3,-1 1,1-1,-1 1,1-1,-1 1,0 0,0-1,0 1,-1 0,1 0,-1 0,1 0,-1 0,0 0,0 0,0 0,0 0,-1 0,1-1,-1 1,0 0,0 0,0 0,0-1,0 1,-1 0,1-1,-2 2,3-4,-19 40,-1-2,-2-1,-1-1,-2 0,-1-2,-4 1,1-2</inkml:trace>
  <inkml:trace contextRef="#ctx0" brushRef="#br0" timeOffset="2359.557">7470 1532,'0'21,"0"14,0 8,0 3,0-1,0-4,0-3,0-10</inkml:trace>
  <inkml:trace contextRef="#ctx0" brushRef="#br0" timeOffset="2947.506">7387 1423,'0'-6,"1"0,-1 1,1-1,0 1,1-1,-1 1,1 0,0 0,0 0,1 0,0 0,-1 0,2 0,-1 1,0-1,1 1,0 0,0 0,0 1,1-1,-1 1,1 0,0 0,0 0,0 1,0 0,1-1,13-4,-1 1,1 1,0 1,0 0,0 2,1 0,5 1,-17 0,0 1,0 1,0-1,1 1,-1 1,0-1,0 2,-1-1,1 1,3 1,-8-2,0-1,-1 1,1 0,-1-1,1 1,-1 0,0 1,0-1,0 0,0 1,0-1,0 1,0-1,-1 1,0 0,1 0,-1-1,0 1,-1 0,1 0,0 0,-1 0,1 0,-1 0,0 1,0-1,0 0,-1 0,1 0,-5 12,0-1,-1-1,0 1,-1-1,-1 0,0-1,0 0,-1 0,-1-1,0 0,-1 0,0-1,0-1,-1 0,0 0,-4 0,-92 57,107-66,0 0,-1 0,1 0,0 1,0-1,0 0,0 1,0-1,0 1,0-1,0 1,0 0,0-1,0 1,0 0,0 0,1 0,-1 0,0 0,0-1,1 1,-1 0,1 1,-1-1,1 0,-1 0,1 0,0 0,0 0,-1 0,1 0,0 1,0-1,0 0,0 0,0 0,0 0,1 1,-1-1,0 0,0 0,1 0,-1 0,1 0,-1 0,1 0,0 0,-1 0,1 0,0 0,-1 0,1 0,0-1,0 1,0 0,0 0,22 16,-1-2,2 0,0-1,1-2,12 5,-25-12,-2 1,0 0,0-1,0 0,1 0,0-1,0-1,0 0,0-1,1 0,-1 0,1-1,-1-1,1 0,-1-1,1 0,-1 0,0-1,1-1,-1 0,9-4,-10 1,0-1,0 0,0-1,-1-1,0 1,0-1,-1-1,-1 1,1-1,-2-1,1 1,-1-1,-1-1,0 1,-1-1,0 1,0-1,-2 0,1-1,-1 1,-1-6,0 16,-1 0,1 0,-1 0,0 0,0 0,0 0,0 0,0 0,0 0,0 0,-1 0,1 0,-1 0,0 0,1 0,-1 0,0 0,0 0,0 1,0-1,0 0,-1 1,1-1,-1 0,1 1,-1 0,1-1,-1 1,0 0,1 0,-1 0,0 0,0 0,0 0,0 1,0-1,0 1,0-1,0 1,0 0,0 0,0 0,0 0,0 0,0 0,0 0,0 1,0-1,0 1,-1 0,-2 2,0 0,1 1,-1 0,1 0,0 0,1 0,-1 1,1-1,-1 1,1 0,1 0,-1 0,1 0,0 0,0 1,0-1,1 1,0-1,0 1,0 0,1-1,0 1,0 0,0 0,1-1,0 1,0 0,0-1,1 1,0-1,0 0,0 1,0-1,1 0,0 0,0-1,1 1,3 3,1-1,1-1,0 0,0-1,1 0,-1-1,1 0,0 0,0-1,1 0,-1-1,1 0,-1-1,1 0,-1 0,1-1,2-1,31-2</inkml:trace>
  <inkml:trace contextRef="#ctx0" brushRef="#br0" timeOffset="3791.043">8357 1341,'-4'2,"0"0,-1 1,1-1,0 1,0 0,0 0,1 0,-1 1,1-1,0 1,0 0,0 0,0 0,1 0,-1 0,1 1,0-1,1 1,-1-1,1 1,0 0,0 0,0-1,1 1,-1 0,1 0,0 0,1 0,-1 0,1 0,0-1,0 1,1 0,1 2,5 7,2 0,0-2,0 1,1-1,1-1,0 0,1 0,0-1,3 1,30 25,-45-35,0-1,0 1,0-1,0 1,-1 0,1-1,0 1,0 0,-1 0,1-1,0 1,-1 0,1 0,-1 0,1 0,-1 0,1 0,-1 0,0 0,0 0,1 0,-1 0,0 0,0 0,0 0,0 0,0 0,0 0,0 0,-1 0,1 0,0 0,0 0,-1 0,1 0,-1 0,1-1,-1 1,1 0,-1 0,1 0,-1 0,0-1,1 1,-1 0,0-1,0 1,0 0,0-1,1 1,-1-1,-1 1,-11 5,-1 0,0-1,0 0,0-1,0-1,-1 0,1-1,-1-1,-7 0,21 0,0-1,0 0,-1 1,1-1,0 0,0 1,0-1,0 0,-1 0,1 0,0 0,0 0,0 0,-1-1,1 1,0 0,0-1,0 1,0 0,0-1,0 1,0-1,0 0,0 1,0-1,0 0,0 0,0 1,0-1,1 0,-1 0,0 0,0 0,1 0,-1 0,1 0,-1 0,1-1,0 1,-1 0,1 0,0 0,0 0,0-1,0 1,0 0,0 0,0 0,0-1,0 1,0 0,1 0,-1 0,0 0,1 0,-1 0,1-1,-1 1,1 0,0 0,0 0,14-16,0 1,1 0,1 2,0 0,1 0,1 2,4-3,42-29,-56 39,0-1,0 0,-1 0,1-1,-2 0,1 0,-1-1,0 0,0 0,-1-1,0 1,-1-2,0 1,0 0,-1-1,0 0,-1 0,0 0,-1-1,0 1,0-6,-1 16,-1-1,0 1,0-1,0 1,0-1,0 0,1 1,-1-1,0 1,-1-1,1 0,0 1,0-1,0 1,0-1,0 0,0 1,-1-1,1 1,0-1,-1 1,1-1,0 1,-1-1,1 1,0-1,-1 1,1-1,-1 1,1 0,-1-1,1 1,-1 0,1 0,-1-1,0 1,1 0,-1 0,1 0,-1-1,1 1,-1 0,0 0,1 0,-1 0,0 0,1 0,-1 0,1 0,-1 1,1-1,-1 0,0 0,1 0,-1 1,1-1,-1 0,1 1,-1-1,1 0,-1 1,1-1,-1 1,1-1,0 1,-1-1,-27 34,23-24,1 1,0-1,0 1,1 0,0 0,1 0,0 1,1-1,0 0,1 9,0-14,0-1,1 1,-1 0,1-1,0 1,1 0,0-1,0 1,0-1,0 0,1 0,0 0,0 0,0 0,1 0,-1-1,1 0,0 0,0 0,1 0,4 3,2-2,0 0,1-1,-1 0,1-1,0 0,0-1,0 0,0-1,1 0,-1-1,0 0,1-1,-1-1,0 0,0 0,0-1,0-1,-1 0,1 0,-1-1,7-5,-8 3,-1 0,1 0,-1-1,-1 0,0-1,0 0,-1 0,0-1,0 1,-1-2,0 1,-1-1,0 1,-1-2,0 1,-1 0,1-8,3-16,-2-1,-1 0,-2 0,-2 0,-1-6,-4-30,-3 0,-3 1,-2 0,-5 1,-15-41,6 49,27 62,0 0,-1-1,1 1,-1 0,1 0,-1 0,1 0,-1-1,1 1,0 0,-1 0,1 0,-1 0,1 0,-1 0,1 0,-1 1,1-1,-1 0,1 0,-1 0,1 0,0 1,-1-1,1 0,-1 0,1 1,0-1,-1 0,1 1,0-1,-1 0,1 1,0-1,-1 0,1 1,0-1,0 1,0-1,-1 1,1-1,0 0,0 1,0-1,0 1,0-1,0 1,0-1,0 1,0-1,0 1,0-1,0 1,0-1,0 1,0-1,1 0,-1 1,0-1,0 1,1-1,-1 0,-7 49,3 1,2-1,2 1,3 4,-3-45,0 34,1 1,2-1,1 0,3 0,2 0,1-1,3 0,1-1,2 0,18 33,-26-62,1 0,0-1,0 0,1 0,1-1,0 0,0-1,1 0,-7-6,-1 0,1 0,-1 0,1-1,0 0,0 1,0-2,0 1,1-1,-1 0,0 0,1 0,-1-1,0 1,1-1,-1-1,1 1,-1-1,0 0,1 0,-1 0,3-2,16-10</inkml:trace>
  <inkml:trace contextRef="#ctx0" brushRef="#br0" timeOffset="3980.536">8781 1082,'-14'0,"-7"0,2 0,14-2,22-4,26-5,30-7,25-11,21-6,-9 1</inkml:trace>
  <inkml:trace contextRef="#ctx0" brushRef="#br0" timeOffset="12265.737">4233 3799,'106'-309,"131"-442,-193 580,-7-3,-8-1,-1-75,-24 186,1 99,-1-2</inkml:trace>
  <inkml:trace contextRef="#ctx0" brushRef="#br0" timeOffset="13105.493">5448 3744,'-23'-77,"-4"1,-16-27,14 32,-202-454,-47-38,248 503,-4 1,-2 1,-2 2,-3 2,-19-18,55 66,-1-1,1 2,-1-1,0 1,-1 0,1 0,-1 0,0 1,-1 0,1 1,-4-2,11 5,1 0,-1 0,0 0,0 0,1 0,-1 0,0 0,1 0,-1 0,0 0,0 1,1-1,-1 0,0 0,0 0,1 0,-1 0,0 1,0-1,0 0,1 0,-1 0,0 1,0-1,0 0,0 0,1 0,-1 1,0-1,0 0,0 1,0-1,0 0,0 0,0 1,0-1,0 0,0 0,0 1,0-1,0 0,0 1,0-1,0 0,0 0,0 1,0-1,0 0,0 0,-1 1,1-1,0 0,0 0,0 1,0-1,-1 0,1 0,0 0,0 1,0-1,-1 0,1 0,0 0,0 0,-1 0,56 41,-21-19</inkml:trace>
  <inkml:trace contextRef="#ctx0" brushRef="#br0" timeOffset="14313.333">5244 3553,'-9'-3,"7"4,18 13,22 27,-18-16,2-2,1 0,0-1,2-2,0 0,2-2,17 10,-5-18,-39-11,1 0,-1-1,0 1,1 0,-1-1,0 1,0-1,0 1,0 0,0-1,0 1,-1 0,1-1,0 1,0 0,-1-1,1 1,-1 0,0 0,1 0,-1-1,0 1,0 0,1 0,-1 0,0 0,0 0,0 0,0 0,-1 0,-30-34,-3 1,0 2,-2 1,-17-10,29 23,0 0,-2 2,0 1,0 1,-16-5,102 6,-15-1,-1-1,0-2,19-13,83-32,-144 61,0 0,0 0,0 1,1-1,-1 0,0 1,0-1,0 1,0-1,1 1,-1 0,0-1,0 1,1 0,-1 0,0 0,1 0,-1 0,0 0,0 0,1 1,-1-1,0 0,0 1,1-1,-1 1,0-1,0 1,0 0,0-1,0 1,0 0,0 0,0-1,0 1,0 0,0 0,0 0,-1 0,1 1,0-1,-1 0,1 0,-1 0,-10 108,7-95,0 0,1 0,0 0,2 0,-1 0,2 0,0 0,1 0,0 0,1 0,0 0,1-1,1 1,0-1,1 0,0-1,1 1,8 9,6 1</inkml:trace>
  <inkml:trace contextRef="#ctx0" brushRef="#br0" timeOffset="15778.297">4260 3512,'-3'-11,"5"26,-4 24,-1 1,-2-1,-1 0,-3 0,-7 20,0 5,15-61,0-2,1 0,-1 1,0-1,1 0,-1 0,1 0,-1 1,1-1,0 0,-1 1,1-1,0 0,0 1,0-1,0 0,0 1,0-1,0 0,1 1,-1-1,0 0,1 1,-1-1,1 0,-1 0,1 1,0-1,0 0,-1 0,1 0,0 0,0 0,0 0,1 1,4-5,1 1,-1-1,-1 1,1-2,0 1,-1-1,1 0,-1 0,0 0,-1-1,1 1,10-9,56-51,-3-3,33-44,-95 105,-6 6,0 0,0 0,0-1,-1 1,1 0,0 0,0 0,0 0,-1 0,1 0,0 0,0 0,0 0,0-1,-1 1,1 0,0 0,0 0,0 0,0-1,0 1,0 0,-1 0,1 0,0-1,-5 2,-1 0,0-1,1 0,-1 0,0-1,1 0,-1 1,0-2,1 1,0-1,-1 0,1 0,0 0,0-1,0 0,0 0,0 0,-3-4,-6-1,-128-80,138 86,3 1,1 0,-1 0,0 0,0 0,0 1,1-1,-1 0,0 1,0-1,0 0,0 1,0 0,0-1,0 1,-1-1,1 1,0 0,0 0,0 0,0 0,0 0,0 0,-1 0,1 0,0 0,0 0,0 1,0-1,0 0,0 1,0-1,0 1,0-1,0 1,0-1,0 1,0 0,0 0,0-1,1 1,-1 0,0 0,1 0,-1 0,0 0,1 0,-1 0,-43 98,14-32</inkml:trace>
  <inkml:trace contextRef="#ctx0" brushRef="#br0" timeOffset="17906.055">2826 549,'0'1,"0"-1,0 1,0-1,1 0,-1 1,0-1,0 1,0-1,0 1,0-1,0 0,1 1,-1-1,0 0,0 1,0-1,1 0,-1 1,0-1,1 0,-1 1,0-1,1 0,-1 0,0 1,1-1,-1 0,1 0,-1 0,0 0,1 1,-1-1,1 0,-1 0,0 0,1 0,-1 0,1 0,-1 0,1 0,-1 0,0 0,1 0,-1-1,1 1,-1 0,0 0,1 0,-1 0,1-1,-1 1,0 0,1 0,-1-1,0 1,0 0,1-1,-1 1,0 0,1-1,-1 1,0 0,0-1,0 1,0-1,1 1,28 43,-2 2,-2 1,3 12,-7-16,6 12,91 160,-85-178,-32-36,0 0,-1 0,1 0,0 0,-1 0,1 0,0-1,-1 1,1 0,-1 0,1-1,0 1,-1 0,1-1,-1 1,1-1,-1 1,1-1,-1 1,1-1,-1 1,0-1,1 1,-1-1,0 0,1 1,-1-1,0 1,0-1,0 0,0 1,1-1,-1 0,0 1,0-1,0 0,0 1,0-1,0 0,-1 0,4-30,-1 0,-2 0,-1 1,-1-1,-2 0,-2-1,-16-83,-6 0,-9-14,16 67,52 93,37 55,-31-41</inkml:trace>
  <inkml:trace contextRef="#ctx0" brushRef="#br0" timeOffset="18753.785">3537 904,'-4'-9,"0"0,-1 0,1 0,-2 0,1 1,-1 0,-1 0,1 0,-1 1,-1 0,1 0,-2 1,8 5,-1 0,1 0,-1 0,0 1,1-1,-1 0,0 1,1 0,-1-1,0 1,0 0,1 0,-1 0,0 0,0 0,1 1,-1-1,0 0,0 1,1-1,-1 1,1 0,-1-1,0 1,1 0,-1 0,1 0,0 0,-1 0,1 1,0-1,0 0,-1 1,1-1,0 1,-28 58,26-50,-1 0,2 1,-1-1,2 1,-1 0,2 0,-1-1,1 1,1 0,0 0,1-1,0 1,0 0,1-1,1 1,-4-9,1-1,0 1,0 0,0-1,0 1,0-1,0 0,0 1,0-1,0 0,1 0,-1 0,1 0,-1 0,1 0,-1 0,1 0,-1 0,1-1,0 1,-1-1,1 1,0-1,0 0,-1 0,1 0,0 0,0 0,-1 0,1 0,0 0,0-1,-1 1,1-1,0 1,-1-1,1 0,0 1,49-48,-44 37,-1-2,0 1,-1 0,0-1,-1 0,0 0,-1 0,-1-1,0 1,-1-1,0-4,-2 28,6 77,-5-85,1 1,-1-1,1 0,-1 0,1 1,0-1,0 0,0 0,0 0,0 0,0 0,1 0,-1-1,1 1,-1 0,1-1,0 1,-1-1,1 1,0-1,0 0,0 0,0 0,0 0,0 0,1 0,-1 0,0-1,0 1,1-1,-1 0,0 0,1 0,-1 0,0 0,0 0,1 0,1-1,6-4,0 1,0-1,0-1,-1 0,0 0,0-1,-1 0,1 0,-1-1,-1 0,0-1,0 0,-1 0,1 0,1-6,7-11,-2-1,0-1,-2 0,-1-1,-2 0,0 0,-2 0,-1-1,-2 0,-1-1,-1 1,-1 0,-3-13,2 24,0 1,-1-1,-2 1,1-1,-2 1,0 1,-2-1,0 1,0 0,-2 0,0 1,-1 0,0 1,-2 0,-10-11,20 24,0 0,0 0,0 1,0-1,0 1,0-1,-1 1,1 0,0 0,-1 0,1 0,-1 1,1-1,-1 0,1 1,-1 0,1 0,-1 0,0 0,1 0,-1 0,1 1,-1-1,1 1,-1-1,1 1,-1 0,1 0,0 0,-1 1,1-1,0 1,0-1,0 1,0-1,-1 3,-4 6,0 1,1 0,0 0,0 0,2 1,-1 0,2 0,-1 0,2 0,0 1,0-1,1 1,0-1,1 1,1 0,0 2,2 11,0-1,1 1,2-1,0 0,2-1,1 1,0-1,2-1,1 0,1-1,1 0,0-1,2 0,0-1,2-1,0-1,1 0,1-2,0 0,4 1,-19-12,1-1,0 1,0-1,0 0,1-1,0 1,-1-1,1-1,0 1,0-1,0 0,1-1,-1 0,0 0,1 0,-1-1,1 0,-1-1,0 1,1-2,-1 1,0-1,0 0,0 0,0-1,0 0,0 0,-1-1,0 1,1-1,-1-1,-1 1,1-1,2-3,5-13,-1 0,0-1,-2 0,-1-1,-1 0,0-1,-2 0,-1-1,5 110,18 7,-27-89,1-1,-1 1,0 0,1 0,0-1,0 1,-1-1,2 0,-1 1,0-1,0 0,1 0,-1 0,1-1,-1 1,1-1,0 1,-1-1,1 0,0 0,0 0,0 0,0-1,0 1,0-1,0 0,0 1,0-1,1-1,13-3</inkml:trace>
  <inkml:trace contextRef="#ctx0" brushRef="#br0" timeOffset="19015.48">4179 330,'7'10,"11"4,3 1</inkml:trace>
  <inkml:trace contextRef="#ctx0" brushRef="#br0" timeOffset="20220.305">4642 467,'-10'0,"3"-2,-1 1,1 1,0 0,-1 0,1 0,0 0,-1 1,1 1,0-1,0 1,0 0,0 1,0 0,0 0,1 0,-1 1,1 0,0 0,0 1,1-1,-1 1,1 1,-5 5,6-6,1 1,-1 0,1 0,0 0,1 0,0 0,0 1,0-1,0 1,1 0,1-1,-1 1,1 0,0 0,0-1,1 1,0 0,0-1,0 1,1-1,0 1,0-1,1 1,-1-5,-1 0,0 0,1-1,-1 1,1-1,-1 1,1-1,0 0,-1 0,1 1,0-1,0 0,0-1,0 1,0 0,0 0,0-1,0 1,0-1,0 0,0 0,0 0,1 0,-1 0,0 0,0 0,0-1,0 1,0-1,0 1,0-1,0 0,0 0,0 0,1-1,58-49,-48 33,-2-2,0 1,-1-1,-1-1,-1 0,-1 0,-1 0,-1-1,0 0,-2 0,0-1,-2 1,-1 0,0-1,-2 1,0 0,-2 0,0 0,-1 0,-2 1,0-1,-5-7,9 19,-2 1,1 0,-1 0,0 0,-1 1,0-1,-1 1,1 1,-1-1,-1 1,-1-1,8 8,0-1,-1 0,1 0,0 1,-1-1,1 1,-1-1,1 1,-1-1,1 1,-1 0,1 0,-1 0,1 0,-1 0,1 0,-1 0,1 0,-1 1,1-1,-1 0,1 1,-1 0,1-1,0 1,-1 0,1-1,0 1,-1 0,1 0,0 0,0 0,0 0,0 1,0-1,0 0,0 1,-25 55,22-40,1-1,1 1,0 0,1-1,1 1,1 0,0 0,1-1,1 1,1-1,0 1,1-1,0 0,2-1,0 1,0-2,2 1,0-1,0 0,1 0,1-1,0-1,1 0,0-1,1 0,1 0,-1-2,1 0,1 0,0-1,0-1,0 0,1-2,0 1,0-2,1 0,-1-1,1-1,3 0,-7-2,0-1,-1 0,1-1,-1-1,1 0,-1 0,0-1,0-1,-1 0,1-1,8-6,-14 9,0-1,0-1,0 1,0-1,-1 0,0 0,0-1,0 1,-1-1,0 0,0 0,-1-1,1 1,-1-1,-1 0,1 0,-1 0,0 0,-1 0,0 0,0-2,-1 6,0 0,0-1,0 1,0-1,-1 1,0-1,0 1,0 0,0 0,0-1,-1 1,1 0,-1 0,0 0,0 0,0 1,0-1,-1 0,1 1,-1 0,1-1,-1 1,0 0,0 1,0-1,0 0,0 1,0-1,0 1,-1 0,1 0,0 1,-1-1,1 1,-3-2,0 2,1-1,-1 1,0 0,0 0,0 0,0 1,1 0,-1 0,0 0,1 1,-1 0,1 0,0 0,-1 1,1 0,0 0,1 0,-1 1,-1 0,3-1,-1 1,1-1,0 1,0 0,0-1,0 1,1 0,0 1,0-1,0 0,0 1,1-1,-1 1,1 0,0-1,1 1,-1 0,1-1,0 1,0 0,0 0,1-1,0 1,0 0,0-1,0 1,1-1,-1 1,1-1,1 0,-1 1,0-1,1 0,0-1,0 1,0 0,0-1,1 0,-1 0,1 0,0 0,1 1,3-2,0 0,0 0,0-1,0 0,0 0,0-1,0 0,1 0,-1-1,0 0,0-1,0 0,-1 0,1 0,0-1,-1 0,1-1,-1 1,0-2,0 1,-1-1,1 0,-1 0,0 0,0-1,-1 0,0-1,0 1,0-1,-1 0,0 0,0 0,-1 0,0-1,0 1,1-8,15 48,-16-30,-1-1,1 1,-1-1,1 0,0 0,0 0,0 0,0-1,0 1,0-1,0 0,1 1,-1-2,0 1,1 0,-1-1,1 1,-1-1,1 0,-1 0,1 0,-1-1,1 1,-1-1,0 0,1 0,-1 0,0 0,0-1,0 1,0-1,0 0,0 0,0 0,0 0,-1 0,1-1,-1 1,1-1,-1 0,1-2,3-7,-1 0,0-1,-1 0,-1 0,0 0,-1-1,0 1,-1 0,0-1,-1 1,-1-1,0 0,1-1,-4-67,5 80,0 0,1 0,-1 1,1-1,-1 0,1 1,-1-1,1 1,0-1,0 1,0 0,0 0,0 0,0 0,0 0,0 0,0 0,0 1,1-1,-1 1,0 0,0 0,1 0,-1 0,0 0,0 0,1 0,-1 1,0-1,0 1,1-1,-1 1,0 0,0 0,0 0,12 1,113 9,-124-10,0-1,-1 1,1 0,0 0,0 0,-1 0,1 1,-1-1,1 1,-1 0,0-1,0 1,1 0,-1 0,0 0,-1 1,1-1,0 0,-1 1,1-1,-1 1,0-1,0 1,0 0,0 0,0-1,-1 1,1 0,-1 0,0 0,1 0,-1 0,-1-1,1 1,-1 2,1-5,-1 5,1-1,-1 0,1 1,0 0,0-1,0 1,0-1,1 1,0-1,0 0,0 1,0-1,1 0,0 0,0 1,0-1,0-1,0 1,1 0,0 0,0-1,0 0,0 1,0-1,1-1,-1 1,1 0,0-1,0 0,2 2,2-2,-1-1,0 1,1-1,-1-1,0 1,1-1,-1-1,1 1,-1-1,1 0,-1-1,0 0,0 0,0-1,0 1,0-1,-1-1,1 0,-1 0,0 0,0 0,0-1,0 0,-1 0,4-5,2-3,-1 1,0-1,-1-1,0 0,-1 0,-1-1,0 0,-1 0,0 0,-1-1,0-5,-3 16,-1-1,1 1,-1-1,0 0,-1 1,1-1,-1 0,0 1,-1-1,1 0,-1 1,0-1,-1 0,1 1,-1 0,0-1,0 1,-1 0,-2-4,4 8,1 1,-1-1,0 1,1-1,-1 1,0-1,0 1,1 0,-1-1,0 1,0 0,0 0,0 0,1-1,-1 1,0 0,0 0,0 0,0 1,0-1,1 0,-1 0,0 0,0 1,0-1,1 0,-1 1,0-1,0 0,1 1,-1-1,0 1,1-1,-1 1,0 0,1-1,-1 1,1 0,-1-1,1 1,-1 0,1 0,0-1,-1 1,1 0,0 0,-1 0,-12 42,12-36,0 0,0 1,1-1,1 1,-1-1,1 1,0-1,1 0,-1 0,2 0,-1 0,1 0,0 0,0 0,1-1,0 1,0-1,0 0,1-1,0 1,0-1,0 0,1 0,0 0,0-1,0 0,0 0,1 0,0-1,2 1,92 24,-54-22</inkml:trace>
  <inkml:trace contextRef="#ctx0" brushRef="#br0" timeOffset="20995.39">3578 1341,'138'388,"-129"-360,-4-10,1 0,0-1,1 0,0 0,2-1,0 1,1-2,9 12,-17-25,0 1,1-1,-1 0,0 0,1-1,0 1,-1-1,1 1,0-1,-1 0,1 0,0 0,0 0,0 0,0-1,0 1,0-1,0 0,0 0,0 0,0 0,0-1,0 1,0-1,0 1,0-1,0 0,0-1,0 1,-1 0,1-1,0 1,-1-1,0 0,1 0,-1 0,0 0,1-1,19-19,-1 0,-1-2,-1-1,-1 0,-2-1,0-1,-2-1,-1 0,0-2,12-40,-32 87,5-12,0 0,0-1,1 1,0 0,0 0,0 0,1 0,0 0,0 0,0 0,0 0,1 0,0 0,0 0,0 0,0 0,1 0,0 0,0-1,0 1,1-1,0 0,-1 1,2-1,-1-1,0 1,1 0,-1-1,1 1,0-1,0 0,1-1,-1 1,0-1,1 0,0 0,-1 0,1 0,0-1,0 0,0 0,5 0,23-7,-3-4</inkml:trace>
  <inkml:trace contextRef="#ctx0" brushRef="#br0" timeOffset="21280.634">4206 1382,'-17'10,"-4"4,-2 3,3 1,5-3</inkml:trace>
  <inkml:trace contextRef="#ctx0" brushRef="#br0" timeOffset="22623.05">3523 1614,'25'-22,"0"1,1 2,1 1,0 0,6 0,-9 4,61-35,2 3,2 3,2 5,2 4,73-16,-160 48,121-16,-122 18,-1 0,1 0,-1 1,1-1,-1 1,1 0,-1 0,0 1,1-1,-1 1,0 0,0 0,0 0,0 1,0-1,-1 1,1 0,-1 0,0 0,0 1,0-1,0 1,0 0,-1-1,0 1,1 0,14 94,-18-91,1-1,-1 0,1 1,0-1,1 1,-1-1,1 1,1-1,-1 0,1 0,0 0,1 0,-1 0,1 0,0 0,1-1,-1 1,1-1,0 0,0 0,1-1,0 1,-1-1,1 0,1 0,-1-1,1 1,1 0,-2-3,-1 0,1 0,-1 0,1 0,-1-1,1 0,-1 0,1 0,-1-1,1 1,-1-1,1 0,-1 0,0-1,1 1,-1-1,0 0,0 0,0-1,0 1,-1-1,1 0,-1 1,1-2,-1 1,0 0,0-1,2-2,1-3,0-1,-1 1,0-1,0 0,-1 0,0 0,-1-1,0 1,0-1,-1 0,0-5,-9-77,7 92,0 1,0-1,0 1,0-1,0 1,0-1,0 1,0-1,0 0,-1 1,1-1,0 1,0-1,0 1,-1-1,1 1,0-1,-1 1,1 0,0-1,-1 1,1-1,0 1,-1 0,1-1,-1 1,1 0,-1-1,1 1,-1 0,1 0,-1 0,1-1,-1 1,1 0,-1 0,1 0,-1 0,1 0,-1 0,1 0,-1 0,0 0,1 0,-1 0,1 0,-1 1,-11 23,11-21,0 1,0 0,1-1,-1 1,1 0,0 0,0 0,0-1,0 1,1 0,-1 0,1-1,0 1,0 0,1-1,-1 1,1-1,0 1,-1-1,2 0,-1 0,0 0,1 0,-1 0,1 0,0-1,0 1,0-1,0 0,0 0,0 0,1 0,-1-1,1 1,-1-1,1 0,0 0,4 1,1-1,-1 0,0 0,1-1,-1 0,0 0,0-1,1 0,-1-1,0 0,0 0,0 0,0-1,-1 0,1-1,-1 0,0 0,0-1,0 0,0 0,-1 0,0-1,0 0,-1 0,1 0,-1-1,-1 0,1 0,-1 0,0 0,-1-1,0 0,0 0,1-5,-2 4,0 1,0-1,-1 0,0 0,-1 1,0-1,0 0,-1 0,0 1,0-1,-1 0,0 1,-3-6,5 14,0 1,0-1,0 0,0 1,0-1,-1 0,1 0,0 1,0-1,0 0,0 0,-1 0,1 1,0-1,0 0,-1 0,1 0,0 0,0 1,-1-1,1 0,0 0,-1 0,1 0,0 0,-1 0,1 0,0 0,0 0,-1 0,1 0,0 0,-1 0,1 0,0 0,-1 0,1 0,0 0,0 0,-1-1,1 1,0 0,0 0,-1 0,1 0,0-1,0 1,-1 0,1 0,0-1,0 1,0 0,0 0,-1-1,1 1,0 0,0 0,0-1,0 1,0 0,0-1,0 1,0 0,0-1,0 1,0 0,0 0,0-1,0 1,0 0,-6 24,6-18,0 0,0 0,1 0,0 0,0 0,0 0,1 0,-1 0,2 0,-1 0,1-1,-1 1,1-1,1 0,-1 0,1 0,0 0,0-1,0 1,1-1,0 0,0-1,0 1,0-1,0 0,1 0,-1 0,1-1,0 0,-1 0,1 0,0-1,0 0,1 0,-1-1,0 1,0-1,0-1,0 1,0-1,0 0,4-1,1-1,0 0,0-1,0-1,0 0,-1 0,0-1,0 0,0 0,-1-1,0-1,0 0,-1 0,0 0,0-1,-1 0,0-1,-1 0,0 0,-1 0,1 0,-2-1,0 0,0 0,-1 0,0-1,-1 1,-1-1,0 0,0 1,-1-7,0 14,0 0,-1 0,1 0,-1 0,0 0,0 0,0 0,-1 0,1 0,-1 1,0-1,0 0,0 1,-1 0,1-1,-1 1,0 0,0 1,0-1,0 0,0 1,0-1,-1 1,1 0,-1 0,0 1,0-1,-1 0,2 4,0 0,0 0,0 0,0 0,0 1,0-1,0 1,1 0,0 0,-1 0,1 0,0 0,0 0,1 0,-1 1,1-1,0 1,-1-1,2 1,-1-1,0 1,1 0,-1-1,1 1,0 0,0-1,1 1,-1 0,1-1,0 2,0 1,0 1,0 0,1 0,0 0,0-1,0 1,1-1,0 0,0 0,1 0,0 0,0 0,0-1,1 1,0-1,0-1,0 1,0-1,1 0,0 0,0 0,0-1,0 0,0 0,1 0,-1-1,1 0,0 0,0-1,0 0,2 0,-2 1,1-1,0-1,-1 1,1-1,-1-1,1 1,0-1,-1 0,1-1,-1 0,0 0,1-1,-1 0,0 0,-1 0,1-1,-1 0,1-1,-1 1,0-1,-1 0,1-1,-1 1,0-1,0 0,-1 0,0-1,3-4,-2-3,-1-1,0 0,-1 0,0 0,-1 0,-1 0,0-1,-1 1,-1 0,-1 0,0-1,0 1,-2 0,0 1,-1-1,-6-13,-16-9,53 34,197-17,-221 20,0 0,1 0,-1 0,0 1,0-1,0 1,0-1,0 1,0-1,-1 1,1 0,0 0,0 0,0 0,-1 0,1 1,0-1,-1 0,1 1,-1-1,0 1,1 0,-1-1,0 1,0 0,0 0,0-1,-1 1,1 0,0 1,5 65,-6-29,1-35,-1 0,1 1,-1-1,1 1,1-1,-1 0,1 0,-1 1,1-1,0 0,1-1,-1 1,1 0,-1-1,1 1,0-1,0 0,1 0,-1 0,1 0,-1-1,1 1,0-1,0 0,0 0,0 0,0-1,1 0,-1 1,0-2,1 1,-1 0,1-1,-1 0,1 0,-1 0,1 0,-1-1,1 0,-1 0,2-1,7-3,0-1,-1-1,0 0,0-1,-1-1,0 1,0-2,-1 1,0-2,-1 1,0-1,-1 0,0-1,-1 0,0 0,-1-1,2-6,-3 10,-2 0,1-1,-1 0,-1 1,0-1,0 0,-1 0,0 0,0 0,-1 0,-1 0,0 0,0 0,-1 0,0 0,-1 1,0-1,0 1,-1-1,-1 1,1 1,-1-1,-6-7,10 14,0 0,-1 1,1-1,0 1,-1-1,1 1,-1-1,0 1,1 0,-1 0,0 0,0 0,1 0,-1 0,0 0,0 1,0-1,0 1,0-1,0 1,0 0,0 0,0 0,-1 0,1 0,0 0,0 0,0 1,0-1,0 1,0 0,0-1,1 1,-1 0,0 0,0 0,0 1,1-1,-1 0,1 1,-1-1,0 1,-2 5,1-1,-1 1,1 0,0 0,1 0,0 0,0 0,1 1,0-1,0 1,0-1,1 1,0-1,1 1,-1-1,2 1,-1-1,1 0,0 0,0 1,1-1,0-1,0 1,1 0,0-1,0 0,0 0,1 0,0 0,0-1,4 3,2-1,0 0,0-1,1-1,-1 0,1-1,0 0,1-1,-1 0,1-1,-1 0,1-1,0 0,-1-1,1-1,0 0,-1-1,10-2,21-5</inkml:trace>
  <inkml:trace contextRef="#ctx0" brushRef="#br0" timeOffset="22869.378">6773 576,'-7'-7,"-3"-2</inkml:trace>
  <inkml:trace contextRef="#ctx0" brushRef="#br0" timeOffset="24808.328">505 3198,'-7'-20,"2"-1,0 0,2-1,0 1,1-1,1 1,1-1,2-3,0 15,2-1,0 1,0 0,1 1,0-1,0 1,1 0,0 0,1 1,0-1,0 2,1-1,0 1,0 0,1 0,0 1,0 1,1-1,-1 2,1-1,0 1,0 0,1 1,-1 1,1-1,-1 2,1-1,0 2,-1-1,1 1,0 1,0 0,-1 0,1 1,1 1,18 8,-1 0,-1 2,0 1,16 11,40 20,-69-35,2-2,-1 0,1-1,1-1,-1-1,1 0,0-1,0-1,0-1,0 0,1-2,-1 0,0 0,0-2,1-1,-1 0,-1-1,7-3,1-6,0-2,-2-1,0-1,-1-1,0-1,-2-1,0-1,-2-1,0 0,8-16,-9 17,-15 18,0 0,0 0,0 1,0-1,0 1,0-1,1 1,0 0,-1 0,1 0,0 0,0 0,0 1,0-1,0 1,0 0,0 0,0 0,1 0,-1 1,0-1,1 1,-1 0,0 0,1 0,1 1,238 72,-234-71,24 5,0-1,1-1,-1-2,1-1,4-2,-21-3,0-1,0-1,-1-1,1 0,-1-1,-1-1,1 0,-1-1,-1-1,5-4,11-5,2-3,-23 14,0 1,1 0,0 1,0 0,0 0,1 1,-1 1,1-1,0 2,1 0,-1 0,1 1,-1 0,1 1,0 0,-1 1,8 1,140 57,-90-29,-23-12,-30-12,-1-1,0 2,0 0,-1 1,0 0,0 1,0 1,-1 0,0 1,-1 0,10 12,6 43,-25-53</inkml:trace>
  <inkml:trace contextRef="#ctx0" brushRef="#br0" timeOffset="29645.732">123 1150,'0'59,"2"24,-3 0,-5 0,-2-1,-16 58,16-115,8-25,0 1,-1-1,1 0,0 0,-1 0,1 0,0 0,-1 0,1 1,0-1,-1 0,1 0,0 0,-1 0,1 0,0 0,-1-1,1 1,0 0,-1 0,1 0,0 0,-1 0,1 0,0-1,-1 1,1 0,0 0,0 0,-1-1,1 1,0 0,0 0,-1-1,1 1,0 0,0-1,0 1,-1 0,1 0,0-1,0 1,0 0,0-1,0 1,0 0,0-1,0 1,0 0,0-1,0 1,0-1,0 1,0 0,0-1,0 1,0 0,0-1,1 1,-1 0,0 0,0-1,0 1,1 0,-1-1,0 1,0 0,1 0,-1 0,0-1,16-195,16-90,-18 223,-13 63,0-1,0 1,0-1,0 1,0-1,0 1,0 0,0-1,0 1,0 0,0 0,1 0,-1 0,0 0,0 0,0 0,0 0,0 0,0 1,0-1,0 0,1 1,-1-1,0 1,0-1,-1 1,1-1,0 1,0 0,0 0,0-1,0 1,-1 0,1 0,0 0,-1 0,1 0,-1 0,1 0,-1 0,1 0,-1 0,0 0,1 0,-1 0,0 0,0 0,0 1,0-1,97 201,-66-128,91 176,-107-224</inkml:trace>
  <inkml:trace contextRef="#ctx0" brushRef="#br0" timeOffset="30722.367">0 1600,'25'-2,"-1"-1,0-1,0-1,0-1,-1-1,20-9,-25 10,99-40,-2-4,-2-5,6-10,-81 43,-68 44,2 0,0 2,2 1,0 1,2 1,-10 16,6 23,28-63,-1-1,1 0,0 0,0 0,1 0,-1 0,0 0,1 0,-1 0,1 0,0 0,0 0,-1 0,1-1,0 1,1 0,-1 0,0-1,0 1,1-1,-1 1,1-1,-1 0,1 1,0-1,-1 0,1 0,0 0,0 0,0-1,0 1,0 0,1-1,6 2,0-2,0 1,0-1,0-1,0 0,0 0,0-1,0 0,0 0,0-1,-1 0,1-1,-1 0,0 0,0-1,0 0,-1 0,0-1,0 0,2-2,0-1,1-1,-2 0,1-1,-2 1,1-2,-1 1,-1-1,0 0,-1-1,0 1,-1-1,-1 0,0 0,0 0,0-13,0-11,-2 0,-1 1,-2-1,-1 0,-3-9,0 9,0-1,-3 1,-1 0,-2 0,-1 1,-17-30,30 66,0 1,0 0,0-1,-1 1,1 0,0-1,-1 1,1 0,0-1,-1 1,1-1,-1 1,1-1,-1 1,1-1,-1 1,1-1,-1 1,0-1,1 0,-1 0,0 1,1-1,-1 0,0 0,1 1,-1-1,0 0,1 0,-1 0,0 0,1 0,-1 0,0 0,0 0,1-1,-1 1,0 0,1 0,-1 0,0-1,1 1,-1 0,1-1,-1 1,0-1,1 1,-1-1,1 1,-1-1,1 1,-1-1,1 1,0-1,-1 1,1-1,0 30,1 0,1 0,1 0,2 0,1 0,1-1,2 1,4 15,1-1,2 0,1-1,3-1,3 2,-13-26,0-1,1 0,1 0,0-1,1-1,1 0,0-1,1 0,0-1,1-1,1 0,-1-1,3-1,-17-7,0-1,0 1,0-1,0 0,1 0,-1 0,0 0,1 0,-1-1,0 1,1-1,-1 1,1-1,-1 0,1 0,-1 0,1-1,-1 1,1 0,-1-1,1 0,-1 1,0-1,1 0,-1 0,0 0,0-1,0 1,1 0,-1-1,-1 0,1 1,0-1,1-1,1-7,-1 0,0-1,-1 1,0 0,-1-1,0 0,0 1,-1-1,-1 1,0-1,0 1,-1-1,-4-23,-1 1,-2 0,-2 1,-3-6,-1-6,14 43,0-1,0 1,0 0,0-1,0 1,1-1,-1 1,0-1,1 1,-1-1,1 1,0-1,0 1,-1-1,1 0,0 1,0-1,1 0,-1 1,0-1,0 1,1-1,-1 1,1-1,-1 1,1-1,0 1,0-1,0 1,-1 0,1-1,0 1,1 0,-1 0,0 0,0 0,0 0,1 0,-1 0,0 0,1 0,-1 1,1-1,-1 0,1 1,-1 0,1-1,1 1,19-2,1 2,0 1,-1 0,1 2,-1 1,0 0,5 3,-23-6,0 0,-1 0,1 0,0 1,0 0,-1 0,1 0,-1 0,1 0,-1 1,0-1,0 1,0 0,0 0,-1 0,1 0,-1 1,0-1,0 1,0-1,0 1,-1 0,1 0,-1 0,0 0,0 0,0 0,-1 0,1 2,2 43,8 45,-9-90,-1-1,0 0,1 0,-1 0,1 0,0 0,0 0,0 0,1 0,-1-1,0 1,1-1,0 0,0 0,0 0,0 0,0 0,0 0,0-1,0 0,1 1,-1-1,0 0,1-1,-1 1,9-1,0-1,0 0,0 0,0-1,-1-1,1 0,-1 0,0-1,0-1,0 0,0 0,-1-1,0 0,0-1,-1 0,1-1,-2 0,1 0,-1-1,0 0,-1 0,0-1,-1 0,3-5,-3 5,-1-1,0 1,-1-1,0 0,-1 0,0 0,-1 0,1-10,-2 17,-1-1,1 1,-1-1,0 0,-1 1,1-1,-1 1,0 0,0-1,0 1,-1 0,1-1,-1 1,0 0,0 0,-1 0,1 1,-1-1,0 0,0 1,0 0,0 0,-3-2,4 3,0 1,-1-1,1 1,-1 0,1 0,-1 0,1 0,-1 0,0 0,1 1,-1-1,0 1,1 0,-1-1,0 1,0 1,1-1,-1 0,0 1,0-1,1 1,-1 0,0 0,1 0,-1 0,1 0,0 1,-1-1,1 1,0 0,0-1,0 1,0 0,0 0,-1 1,0 1,0 1,0-1,0 0,0 1,0 0,1-1,0 1,0 0,0 0,1 1,0-1,0 0,0 0,1 1,-1-1,1 0,0 1,1 0,0-1,0 0,1 0,-1 0,1-1,0 1,0-1,1 0,-1 1,1-1,0 0,0 0,0-1,1 1,-1-1,1 1,0-1,0 0,0 0,1-1,-1 0,0 1,1-1,4 1,4 1,0 0,-1-1,1-1,1 0,-1-1,0 0,0-1,7-1,24-3</inkml:trace>
  <inkml:trace contextRef="#ctx0" brushRef="#br0" timeOffset="31291.354">1871 877,'-9'2,"0"1,1 1,-1-1,1 1,0 1,0 0,1 0,-1 0,-1 3,7-6,0-1,1 1,-1-1,1 1,-1 0,1 0,0 0,0 0,0-1,0 1,0 1,0-1,0 0,1 0,-1 0,1 0,0 0,-1 1,1-1,0 0,0 0,0 1,1-1,-1 0,1 0,-1 0,1 0,0 1,-1-1,1 0,0 0,0 0,1 0,-1-1,0 1,1 0,-1-1,1 1,-1 0,2 0,12 11,1 0,1 0,0-2,1 0,0-1,9 3,65 40,-83-46,0 0,-1 1,0-1,0 1,-1 1,0 0,0 0,2 6,-7-13,-1 0,0 1,1-1,-1 1,0-1,0 1,-1-1,1 1,-1 0,1-1,-1 1,0 0,0 0,0-1,0 1,0 0,-1 0,1-1,-1 1,0 0,1-1,-1 1,-1-1,1 1,0-1,-1 1,1-1,-1 0,1 0,-1 0,0 0,0 0,0 0,0 0,-1-1,0 1,0 1,0-1,0 0,0 0,-1 0,1 0,-1-1,1 0,-1 1,0-1,1-1,-1 1,0 0,0-1,1 0,-1 0,0 0,0 0,0 0,1-1,-1 0,0 0,-2-1,5 1,1-1,-1 0,0 0,1 0,-1 1,1-1,0 0,0 0,0 0,0 0,0 0,0 1,0-1,1 0,-1 0,0 0,1 0,0 1,-1-1,1 0,0 0,0 1,0-1,0 1,0-1,0 1,1-1,-1 1,0 0,1 0,-1-1,1 1,-1 0,1 0,-1 0,37-39,-12 15,-2-2,-1-1,-1 0,-1-2,7-14,-22 33,0 0,0 0,-1-1,-1 0,0 0,0 0,-1 0,-1 0,0-1,-1 1,0-5,-1 16,0-1,1 1,-1 0,-1-1,1 1,0 0,0-1,0 1,-1 0,1-1,-1 1,1 0,-1 0,1-1,-1 1,0 0,1 0,-1 0,0 0,0 0,0 0,0 0,0 0,0 0,0 1,0-1,-1 0,1 1,0-1,0 0,0 1,-1 0,1-1,0 1,-1 0,1 0,0-1,-1 1,1 0,0 0,-1 0,1 1,0-1,-1 0,1 1,0-1,-1 0,1 1,0-1,0 1,-1 0,1 0,0-1,0 1,0 0,0 0,0 0,0 0,0 0,-5 5,1 1,0 0,0 0,0 0,1 0,0 1,1 0,-1-1,1 1,1 1,0-1,0 0,0 0,1 1,0-1,1 1,0-1,1 1,-1-1,1 1,1-1,0 1,0-1,1 0,-1 0,2 0,-1-1,1 1,1-1,-1 1,1-1,0-1,4 4,3 1,0-1,1 0,1-1,0-1,0 0,0-1,1 0,0-1,0-1,1-1,-1 0,6 0,25 6</inkml:trace>
  <inkml:trace contextRef="#ctx0" brushRef="#br0" timeOffset="32546.842">177 2229,'0'-1,"0"-1,1 1,-1 0,1-1,-1 1,0-1,0 0,1 1,-1-1,0 1,0-1,-1 1,1-1,0 1,0-1,-1 1,1-1,-1 1,1-1,-1 1,0-1,0 1,1 0,-1 0,0-1,0 1,0 0,0 0,-1 0,1 0,0 0,0 0,-1 0,1 0,0 1,-1-1,1 0,-1 1,1-1,-1 1,1 0,-1-1,1 1,-1 0,1 0,-1 0,0 0,-5 3,0 0,0 0,0 0,0 1,0 0,1 1,0-1,0 1,0 1,0-1,1 1,0 0,0 0,1 0,-1 1,1 0,1-1,-1 2,1-1,1 0,-1 0,1 1,0 0,1-1,0 3,0-6,0 0,1 0,-1 0,1 0,0 0,0 0,1-1,-1 1,1 0,0 0,0 0,0 0,0-1,1 1,-1-1,1 1,0-1,0 1,0-1,1 0,-1 0,1 0,0-1,-1 1,1 0,1-1,-1 0,0 0,0 0,1 0,-1 0,1-1,0 1,1-1,10 1,1 0,0-2,-1 0,1 0,0-2,-1 0,1 0,-1-2,0 0,0 0,0-2,0 0,-1 0,0-1,0-1,-1-1,4-3,4 0,-1-1,0-1,-1 0,-1-2,0 0,-1-1,-1-1,-1 0,0-1,-1-1,8-16,-14 7,-9 29,1 0,0 0,0 1,-1-1,1 0,0 0,0 1,-1-1,1 0,0 0,-1 0,1 1,0-1,-1 0,1 0,-1 0,1 0,0 0,-1 0,1 0,0 0,-1 0,1 0,-1 0,1 0,0 0,-1 0,1 0,0 0,-1-1,1 1,0 0,-1 0,1 0,0 0,-1-1,1 1,0 0,0 0,-1-1,1 1,0 0,0-1,-1 1,1 0,0 0,0-1,0 1,0-1,-1 1,1 0,0-1,0 1,0 0,0-1,0 1,0 0,0-1,0 1,0-1,0 1,0 0,0-1,0 1,1 0,-1-1,0 1,0 0,0-1,0 1,-2 2,-1-1,0 1,1 0,-1 0,1 0,-1 0,1 1,0-1,0 1,0-1,0 1,0 0,1 0,-1 0,1 0,0 0,0 0,0 0,0 0,1 0,-1 1,1-1,0 0,0 0,0 1,0-1,0 0,1 0,-1 1,1-1,0 0,0 0,0 0,1 0,-1 0,1 0,-1 0,1-1,0 1,0-1,0 1,1-1,-1 0,1 1,-1-1,1-1,-1 1,2 0,6 1,-1-1,1 0,0 0,0-1,0-1,0 0,0 0,0-1,-1 0,1 0,0-2,0 1,-1-1,1 0,7-4,-16 6,1 1,-1-1,0 0,1 1,-1-1,0 0,0 1,0-1,0 0,1 0,-1 0,0 0,-1 0,1-1,0 1,0 0,0 0,-1-1,1 1,0 0,-1-1,0 1,1 0,-1-1,0 1,1-1,-1 1,0-1,0 1,0 0,0-1,-1 1,1-1,0 1,-1-1,1 1,0 0,-1-1,0 1,1 0,-1 0,0-1,0 1,1 0,-1 0,0 0,0 0,0 0,-1 0,1 0,0 0,0 0,-2 0,-6-5,-1 1,1 0,-1 1,0 0,-1 1,1 0,-1 0,1 1,-1 0,-7 1,-29-8,47 9,1 1,-1-1,0 0,1 0,-1 0,1 0,-1 0,0 0,1 0,-1 0,1 0,-1 0,0 0,1 0,-1 0,1-1,-1 1,0 0,1 0,-1 0,0-1,1 1,-1 0,0 0,1-1,-1 1,0 0,1 0,-1-1,0 1,0 0,1-1,-1 1,0-1,0 1,0 0,0-1,0 1,1 0,-1-1,0 1,0-1,0 1,0-1,0 1,0 0,0-1,0 1,0-1,-1 1,1 0,0-1,0 1,0 0,0-1,0 1,-1-1,1 1,0 0,0-1,-1 1,1 0,0 0,-1-1,1 1,0 0,-1-1,3 0,31-16,1 2,1 1,0 1,1 2,0 1,1 3,23-3,-55 9,0 0,0 0,1 0,-1 1,0 0,0 0,0 0,0 1,1-1,-1 1,0 0,0 1,0-1,-1 1,1 0,0 1,-1-1,1 1,-1 0,0 0,1 0,-2 0,1 1,0-1,-1 1,1 0,-1 0,0 1,-1-1,1 1,1 3,13 113,-16-120,-1 0,0-1,1 1,-1 0,0 0,1-1,-1 1,1-1,-1 1,1 0,0-1,-1 1,1-1,0 1,-1-1,1 1,0-1,-1 0,1 1,0-1,0 0,-1 0,1 1,0-1,0 0,0 0,-1 0,1 0,0 0,0 0,0 0,-1 0,1 0,0-1,0 1,0 0,-1 0,1-1,0 1,-1-1,1 1,0 0,0-1,-1 1,1-1,-1 0,1 1,0-1,33-31,-33 30,13-13,-1-1,-1-1,0 0,-1-1,-1 0,-1 0,0-1,-2 0,0 0,-1-1,3-20,-9 30,-2 16,-2 19,4-22,0 0,0 0,1 0,-1 0,1 0,0 0,-1 0,1 0,1 0,-1 0,0 0,1-1,-1 1,1-1,0 1,0-1,0 1,0-1,0 0,1 0,-1 0,1 0,-1-1,1 1,0-1,-1 1,1-1,0 0,0 0,0 0,0 0,0-1,0 1,0-1,0 0,1 0,-1 0,0 0,0-1,2 1,90-16,-46 3</inkml:trace>
  <inkml:trace contextRef="#ctx0" brushRef="#br0" timeOffset="32968.218">1665 1791,'-6'-1,"1"1,-1-1,0 1,0 0,1 0,-1 1,0 0,1 0,-1 0,0 1,1 0,0 0,-1 0,1 0,0 1,0 0,0 0,0 1,1-1,0 1,-1 0,1 0,1 0,-1 1,0 0,1-1,0 1,0 0,1 0,-1 1,1-1,-1 6,2-7,1 0,-1 0,1 0,0 0,1 0,-1 0,1 0,0 0,0 0,0 0,0 0,1 0,-1 0,1 0,0-1,0 1,0-1,1 0,-1 1,1-1,0 0,0-1,0 1,0 0,0-1,1 1,-1-1,1 0,0-1,-1 1,1 0,0-1,0 0,0 0,0 0,0-1,0 1,0-1,0 0,1 0,-1 0,0 0,3-2,0 1,-1-1,1 0,-1-1,0 1,0-1,0 0,0-1,0 1,-1-1,1-1,-1 1,0-1,0 1,-1-1,0-1,1 1,-2-1,1 1,-1-1,0 0,0-1,0 1,0-4,2-6,0 0,-1-1,-1 0,0 1,-2-1,0 0,-1-1,-1-15,-7-12,-2-1,-2 1,-1 1,-3 0,-2 1,-8-12,-1 0,20 57,9 61,8-2,3 0,2-1,3-1,3 0,2-1,2-2,3-1,19 27,-17-35</inkml:trace>
  <inkml:trace contextRef="#ctx0" brushRef="#br0" timeOffset="33572.117">1324 2284,'1'24,"2"0,0 1,1-1,1 0,1-1,2 1,0-1,2 1,-4-12,-1-1,2 0,0 0,0-1,1 1,0-2,1 1,0-1,0-1,1 0,0 0,1 0,6 2,-12-7,1 0,0 0,0 0,0-1,1 0,-1-1,0 1,1-1,-1 0,1-1,-1 1,1-1,-1-1,1 1,-1-1,1 0,-1-1,0 1,1-1,-1-1,0 1,0-1,-1 0,1 0,0-1,-1 1,2-2,1-3,1 0,-1 0,-1-1,1 0,-2 0,1-1,-1 0,0 0,-1 0,-1-1,1 1,-2-1,1 0,-2-1,1 1,-1 0,-1-1,0 1,-1-1,0 1,-2-10,2 20,1 0,-1 0,0 0,0 0,0 0,0-1,0 1,0 0,0 0,0 0,-1 0,1 0,0 0,-1 0,1 0,0 0,-1 1,1-1,-1 0,0 0,1 0,-1 0,0 1,1-1,-1 0,0 0,0 1,0-1,1 1,-1-1,0 1,0-1,0 1,0-1,0 1,0 0,0 0,0-1,0 1,0 0,0 0,0 0,0 0,0 0,0 0,0 1,0-1,0 0,0 0,0 1,0-1,0 1,0-1,0 1,0-1,0 1,0 0,-2 3,-1 1,1-1,1 1,-1 0,1 0,0 0,0 1,0-1,1 0,0 1,0-1,0 1,1-1,0 1,0-1,0 1,1-1,-1 1,1-1,1 1,-1-1,1 0,0 1,0-1,0 0,1 0,0-1,3 5,0-4,0-1,0 0,1 0,-1-1,1 0,0 0,0 0,0-1,0 0,0 0,0-1,0 0,1-1,-1 1,1-1,-1 0,0-1,1 0,-1 0,0-1,0 0,0 0,0 0,0-1,0 0,-1-1,7-3,11-10</inkml:trace>
  <inkml:trace contextRef="#ctx0" brushRef="#br0" timeOffset="34347.628">1379 2447,'47'-36,"72"-32,4 5,2 5,2 6,15 2,-85 33,-86 43,24-22,-4 2,-1 0,1 0,1 1,-1 1,1-1,0 1,1 1,0 0,-4 5,11-12,-1 0,1 0,0 0,-1 0,1 0,0 0,0 0,1 0,-1-1,0 1,0 0,1 0,0 0,-1 0,1-1,0 1,0 0,-1 0,1-1,1 1,-1-1,0 1,0-1,1 1,-1-1,0 0,1 0,-1 0,1 1,0-1,-1-1,1 1,0 0,0 0,0-1,-1 1,1-1,0 1,0-1,0 0,0 0,0 0,0 0,0 0,-1 0,1-1,0 1,0 0,0-1,300 3,-300-2,-1-1,0 1,0-1,0 1,0-1,1 1,-1 0,0 0,0 0,0 0,1 0,-1 0,0 0,0 0,1 0,-1 0,0 1,0-1,0 0,1 1,-1-1,0 1,0 0,0-1,0 1,0 0,0-1,0 1,0 0,-1 0,1 0,0 0,0 0,-1 0,1 0,0 0,-1 0,1 0,-1 1,0-1,1 0,-1 0,0 0,0 1,1-1,-1 0,0 0,0 1,0-1,-1 0,-6 9,-1-1,-1-1,0 1,0-2,0 1,-1-1,0-1,-1 1,1-2,-1 1,-7 1,16-6,1 0,0 0,0 0,0 0,0 0,0 0,-1 0,1 0,0 0,-1-1,1 1,-1 0,1-1,-1 1,1-1,-1 1,1-1,-1 0,1 0,-1 0,0 0,1 0,-1 0,1 0,-1 0,1-1,-1 1,1 0,-1-1,1 1,-1-1,1 0,-1 0,1 1,0-1,0 0,-1 0,1 0,0 0,0-1,0 1,0 0,0 0,0-1,0 1,0-1,25-84,-13 59,14-39,-3-1,-3-2,-2 0,-4 0,0-31,-10 74,0-4,-1 0,-1 0,-1 1,-2-1,-1-3,3 33,0 1,0-1,-1 1,1-1,0 1,-1-1,1 1,0-1,-1 1,1-1,0 1,-1-1,1 0,-1 1,1-1,-1 1,1-1,0 0,-1 0,0 1,1-1,-1 0,1 0,-1 0,1 0,-1 1,1-1,-1 0,0 0,1 0,-1 0,1 0,-1-1,1 1,-1 0,0 0,1 0,-1 0,1-1,-1 1,1 0,-1 0,1-1,-1 1,1 0,0-1,-1 1,1-1,-1 1,1 0,0-1,-1 1,1-1,-6 26,1 1,2 0,1 0,0 0,2 0,1 0,3 9,-2-12,2 0,0 0,2-1,0 1,1-1,2-1,0 0,1 0,2 0,8 11,-12-20,1 0,1 0,0-1,0 0,1-1,1 0,0-1,0 0,1-1,0-1,0 0,0 0,1-1,0-1,1 0,12 2,-24-6,-1 0,1 0,0 0,0 0,0 0,-1-1,1 1,0-1,0 0,0 1,0-2,0 1,0 0,0 0,0-1,0 0,0 0,-1 1,1-1,0-1,0 1,-1 0,1-1,-1 0,1 1,-1-1,0 0,0 0,0 0,0 0,0-1,0 1,0-1,-1 1,1-1,-1 1,0-1,0 0,0 0,0 1,0-1,-1-1,-2-17</inkml:trace>
  <inkml:trace contextRef="#ctx0" brushRef="#br0" timeOffset="34628.389">2116 1887,'17'-14,"23"-13,28-17,27-17,-4 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0:10.8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9,'16'-2,"18"-2,16 1,13 3,16 4,12 3,9 3,7 5,3 2,4 0,6-1,3-2,4-4,2-3,-1-4,-22-1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0:11.2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69 35,'-30'59,"29"-57,1 0,-1 0,1-1,-1 1,1 0,-1 0,1 0,0 0,0 0,0 0,0 0,1 0,-1-1,0 1,1 0,-1 0,1 0,0 0,-1-1,1 1,0 0,0-1,0 1,0 0,1-1,-1 0,0 1,1-1,-1 0,1 1,-1-1,1 0,0 0,0 0,0 0,1 0,-1-1,0 1,0-1,0 0,1 1,-1-1,0 0,1 0,-1 0,0-1,0 1,1 0,-1-1,0 0,0 1,0-1,0 0,0 0,0 0,0 0,0-1,0 1,0 0,0-1,-1 1,1-1,-1 0,1 0,-1 1,0-1,1-2,1 1,-1 0,0 0,-1-1,1 1,-1-1,1 1,-1-1,0 1,0-1,-1 1,1-1,-1 0,0 1,1-1,-2 0,1 0,0 1,-1-1,0 0,0 1,0-2,0 2,-1 0,1 0,-1 0,1 0,-1 1,0-1,0 0,0 1,0 0,-1 0,1-1,0 1,-1 1,0-1,1 0,-1 1,0-1,0 1,0 0,0 0,0 0,0 0,0 0,0 1,-1 0,1-1,0 1,0 0,0 1,0-1,-1 0,1 1,0 0,0 0,0 0,0 0,0 0,0 0,0 1,1 0,-1-1,1 1,-1 0,1 0,-1 1,-1 1,1 5,0 1,1-1,0 1,0-1,1 1,0-1,1 1,0 0,1 0,0-1,0 1,1-1,0 1,3 5,7 27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0:11.5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100 131,'1'1,"0"-1,0 0,0 1,0-1,0 0,0 0,0 0,0 0,0 0,0 0,-1 0,1 0,0 0,0 0,0 0,0 0,0-1,0 1,0 0,0-1,0 1,-1-1,1 1,0-1,0 1,-1-1,1 0,0 1,-1-1,1 0,0 1,-1-1,1 0,-1 0,1 0,-1 0,0 1,1-1,-1 0,0 0,0 0,1 0,-1 0,0 0,0 0,0 0,0 0,5-70,-5 69,0 0,-1 1,1-1,-1 0,1 0,-1 1,0-1,0 0,0 1,0-1,0 1,0-1,0 1,0-1,-1 1,1 0,0-1,-1 1,1 0,-1 0,1 0,-1 0,0 1,1-1,-1 0,0 1,0-1,0 1,1-1,-1 1,0 0,0 0,0 0,0 0,0 0,1 0,-1 1,-3 0,0 0,1 1,-1 0,1 0,-1 0,1 0,0 1,0 0,0 0,0 0,1 0,-1 0,1 1,0 0,0 0,0 0,0 0,1 0,-1 0,1 1,0-1,1 1,-1-1,1 1,0 0,0 0,0-1,1 5,0-7,0 0,1 0,-1 0,1 0,0 0,-1 0,1 0,0 0,0-1,0 1,1 0,-1 0,0-1,1 1,-1-1,1 1,-1-1,1 0,0 1,-1-1,1 0,0 0,0 0,23 10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0:09.6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188 13,'-7'2,"1"0,-1 0,1 0,0 1,-1 0,1 0,0 0,1 1,-1 0,1 0,-1 1,1-1,0 1,1 0,0 0,-1 1,1-1,1 1,-1 0,1 0,0 0,0 3,-5 11,0 1,2 0,0 1,2-1,0 1,1 7,0-9,1 0,1 1,1-1,1 0,0 1,2-1,0 0,1 0,2 0,0 0,0-1,2 0,1-1,0 0,5 6,-12-20,0 0,1 0,0-1,0 1,0 0,1-1,-1 0,1 0,0 0,0 0,0-1,0 0,0 1,0-1,0-1,1 1,-1-1,1 0,0 0,-1 0,1 0,0-1,-1 0,1 0,0 0,-1 0,1-1,0 0,-1 0,1 0,-1-1,1 1,-1-1,0 0,1 0,-1-1,0 1,5-10,-1 1,0-1,-1-1,0 1,-1-1,0-1,-1 1,-1-1,0 0,-1 0,0 0,-1 0,-1 0,0-1,-1 1,-1-4,2-1,-1 0,-1 0,-1 0,0 0,-2 1,0-1,-1 1,0 0,-2 0,0 0,-1 1,-1 0,-1 1,0 0,-1 0,0 1,-13-11,22 23,-1 0,0 0,-1 0,1 1,0-1,-1 1,0 0,1 0,-1 1,0-1,0 1,0-1,0 1,0 0,0 1,0-1,0 1,-1 0,1 0,0 0,0 0,0 1,0 0,0 0,0 0,0 0,0 1,0-1,0 1,1 0,-1 0,1 0,-1 1,1-1,0 1,0 0,-6 8,1 1,1 1,0-1,0 1,2 0,-1 0,2 1,0-1,0 1,1 0,1 0,1 1,0-1,0 0,2 0,0 3,-1-3,2 1,-1-1,2 1,0-1,1 0,0 0,1 0,1 0,0-1,1 0,0 0,5 6,21 21</inkml:trace>
  <inkml:trace contextRef="#ctx0" brushRef="#br0" timeOffset="502.656">542 0,'-3'7,"0"1,0-1,0 1,1 0,1 0,-1 0,1 0,1 0,-1 0,1 0,1 7,-1-4,24 255,-3-80,-18-128,10-89,-11 18,2 1,-1 0,1-1,1 2,0-1,1 1,0-1,1 2,0-1,1 1,0 0,0 0,1 1,0 1,7-5,-14 11,1 1,0 0,0 0,-1 0,1 0,0 0,0 0,0 1,0-1,0 1,1 0,-1 0,0 0,0 1,0-1,0 1,0-1,0 1,0 0,-1 0,1 0,0 1,0-1,-1 1,1-1,-1 1,1 0,-1 0,0 0,0 0,0 1,0-1,0 0,0 1,3 4,1 1,-2-1,1 1,-1 0,0 0,-1 0,0 1,0-1,-1 1,0 0,0 2,-2-7,0 0,0 1,-1-1,1 0,-1 0,0 0,0 0,0 0,-1-1,1 1,-1 0,0-1,0 1,0-1,0 1,-1-1,0 0,1 0,-1 0,0 0,0-1,-1 1,1-1,-1 0,-3 2,-97 38,2-25,86-22,33-9,14-2,6-1</inkml:trace>
  <inkml:trace contextRef="#ctx0" brushRef="#br0" timeOffset="875.964">1335 246,'-17'-2,"0"1,0 1,-1 0,1 2,0 0,0 1,0 0,1 1,-1 1,1 1,0 1,0 0,1 0,-14 10,28-16,-1 0,1 0,0 0,-1 0,1 1,0-1,0 0,0 0,0 1,0-1,0 1,0-1,0 1,0-1,1 1,-1 0,1-1,-1 1,1 0,0-1,-1 1,1 0,0 0,0-1,0 1,1 0,-1-1,0 1,0 0,1 0,0-1,-1 1,1-1,0 1,-1-1,1 1,0-1,1 1,7 6,0-1,1-1,0 0,0 0,0-1,1 0,0-1,0 0,0-1,1 0,-1-1,0 0,2-1,10 4,26 6,-15-5,-1 1,1 2,-1 1,-1 2,24 12,-54-23,1 0,0 0,-1 0,1 0,-1 1,1-1,-1 1,0-1,0 1,1 0,-1 0,0 0,-1 0,1 0,0 0,-1 1,1-1,-1 1,0-1,1 1,-1-1,-1 1,1 0,0 0,-1-1,1 1,-1 0,0 0,0 0,0-1,0 1,0 0,-1 0,1 0,-1-1,0 1,1 0,-2-1,1 1,0-1,0 1,-1-1,1 1,-1-1,0 0,0 0,-12 10,-1-2,-1 1,0-2,0 0,-1-1,0-1,0-1,-1 0,1-1,-1-1,-7 0,0 1,-2-2,1-1,0-1,0-1,0-2,-1 0,-24-7,24 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0:13.5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83,'14'2,"11"1,14 2,11 3,9 2,8 2,5 1,1 0,-2 1,-4 1,-9-1,-9-2,-9-4,-8-3,-13-2,-9-1</inkml:trace>
  <inkml:trace contextRef="#ctx0" brushRef="#br0" timeOffset="1954.822">588 0,'81'36,"83"34,-162-70,-1 0,0 0,0 1,1-1,-1 1,0-1,0 1,0 0,1 0,-1-1,0 1,0 0,0 0,0 0,-1 0,1 0,0 0,0 0,0 0,-1 0,1 1,-1-1,1 0,-1 0,1 1,-1-1,0 0,0 1,1-1,-1 0,0 1,0-1,0 0,0 1,-1-1,1 0,0 1,-1-1,1 0,0 0,-1 1,0-1,1 0,-1 0,0 0,1 0,-1 0,0 0,0 0,0 0,0 0,0 0,0 0,0 0,0-1,-1 1,1 0,-119 71,-85 47,174-99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0:21.00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1,'21'2,"18"1,15 0,9 0,6-1,2-1,-3-1,-9 1,-14-1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0:21.2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0,'16'7,"22"2,20 0,20-1,14-3,6-2,-5-2,-17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0:19.3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453 650,'-27'-11,"-1"2,0 1,-1 2,0 0,0 2,0 1,0 2,-1 0,1 2,-4 2,25-2,0 1,1-1,-1 1,0 1,1 0,0 0,0 0,0 1,0 0,0 0,1 0,0 1,0 0,0 1,0-1,1 1,-4 6,8-11,0 0,0 0,1 1,-1-1,0 1,1-1,-1 0,1 1,0-1,-1 1,1-1,0 1,0-1,0 1,0-1,0 1,0-1,0 1,0-1,1 1,-1-1,1 1,-1-1,1 0,0 1,-1-1,1 0,0 1,0-1,0 0,0 0,0 0,0 0,0 0,0 0,0 0,1 0,-1 0,0 0,1-1,-1 1,0-1,1 1,0 0,69 12,-48-12,0-1,0-2,0 0,0-1,0-1,-1-2,0 0,0-1,0-1,-1-1,0-1,18-12,-35 20,0-1,0 1,-1-1,1 1,-1-1,1 0,-1 0,0-1,0 1,-1 0,1-1,-1 0,0 0,0 0,0 0,0 0,-2 3,0 1,0-1,-1 1,1-1,0 1,-1-1,1 1,-1-1,1 1,0-1,-1 1,1-1,-1 1,1 0,-1-1,1 1,-1 0,1 0,-1-1,0 1,1 0,-1 0,1 0,-1 0,0 0,1-1,-1 1,1 0,-1 1,0-1,1 0,-1 0,1 0,-1 0,0 0,1 0,-1 1,1-1,-1 0,1 1,-1-1,1 0,-1 1,1-1,-1 0,1 1,0-1,-1 1,1-1,-1 1,1-1,0 1,0-1,-1 1,1-1,0 1,0 0,0-1,-1 1,1-1,0 1,0 0,0-1,0 1,-8 13,1 0,1 1,0 0,1 0,1 0,0 0,1 1,0 0,1 0,1 0,1 0,0 0,1 0,1-1,3 15,7 33,3-1,3-1,7 14,-4-15,-3 1,-2 0,-1 18,-13-66,-1 1,0-1,-1 0,-1 0,0 1,0-1,-3 5,3-14,1 0,-1 0,-1 0,1-1,0 1,-1 0,0-1,0 1,0-1,0 0,-1 0,1 0,-1 0,0 0,0 0,0-1,0 1,0-1,0 0,-1 0,1 0,-1 0,0-1,1 0,-1 1,-2-1,1 0,1-1,-1 0,1 0,0-1,-1 1,1-1,0 0,-1 0,1 0,0 0,0-1,0 0,0 0,0 0,0 0,1-1,-1 0,1 1,-1-1,1 0,0-1,0 1,1 0,-1-1,0-1,-5-7,1 1,0-2,1 1,0-1,1 0,0 0,-1-8,1 0,1 0,2-1,0 1,1-1,1 0,1 0,1 1,0-1,2 1,1 0,1 0,0 0,1 0,2 1,0 1,1-1,1 1,1 1,0 0,1 1,1 0,1 1,0 1,1 0,1 1,0 1,1 1,6-4,7-1,1 1,1 1,0 2,5 0,-37 12,0 0,0 0,0 1,1-1,-1 0,0 0,0 1,1-1,-1 1,1-1,-1 1,0-1,1 1,-1 0,1 0,-1 0,1 0,-1 0,1 0,-1 0,1 0,-1 1,0-1,1 0,-1 1,1-1,-1 1,0 0,1-1,-1 1,0 0,0 0,0 0,0 0,0 0,0 0,0 0,0 0,0 0,0 1,0-1,-1 0,1 0,0 2,1 45,-3-45,0 1,0 0,1 0,0-1,-1 1,2 0,-1-1,0 1,1 0,-1-1,1 1,0 0,0-1,1 1,-1-1,1 1,-1-1,1 0,0 0,0 0,1 0,-1 0,1 0,-1-1,1 1,0-1,0 0,0 0,2 1,1-1,0-1,0 1,0-1,0-1,1 1,-1-1,0 0,0-1,0 0,1 0,-1 0,0 0,0-1,0 0,-1 0,1-1,0 0,-1 0,0 0,0 0,0-1,0 0,0 0,-1 0,1-1,-1 0,0 0,-1 0,1 0,-1 0,0-1,0 1,-1-1,0 0,0 0,0 0,0 0,-1 0,0 0,0-2,-1 2,1 0,0 1,-1-1,0 0,-1 1,1-1,-1 0,0 0,0 1,-1-1,0 1,0-1,0 1,0 0,-1 0,0 0,0 0,-1 0,1 1,-1 0,0-1,0 1,0 0,-1 1,1-1,-1 1,0 0,0 0,0 1,0-1,-1 1,1 0,0 1,-1-1,0 1,1 0,-1 0,0 1,0 0,1 0,-6 1,6-1,-1 2,1-1,0 0,-1 1,1 0,0 1,0-1,1 1,-1 0,0 0,1 0,0 1,-1-1,1 1,1 0,-1 0,1 1,-1-1,1 1,1 0,-1 0,1 0,-1 0,1 0,1 0,-1 0,1 1,0-1,0 5,1-7,1 0,-1-1,1 1,0-1,-1 1,2-1,-1 1,0-1,0 0,1 1,-1-1,1 0,0 0,-1 0,1 0,0 0,0-1,0 1,1 0,0 0,22 13</inkml:trace>
  <inkml:trace contextRef="#ctx0" brushRef="#br0" timeOffset="990.886">1464 731,'-24'-13,"1"1,-2 1,1 0,-1 2,-1 2,0 0,0 1,0 2,-2 0,22 3,1 1,-1-1,0 1,0 0,0 0,1 0,-1 1,0 0,0 0,1 1,-1 0,1 0,0 0,-1 0,1 1,0 0,0 0,0 0,1 1,-1 0,1 0,0 0,0 0,0 0,1 1,0 0,-1 0,2 0,-1 0,0 0,1 0,0 1,0-1,1 1,0 0,0-1,0 2,1-2,1-1,-1 0,1 1,0-1,1 0,-1 0,1 0,0 0,0 0,0 0,0 0,1 0,-1-1,1 0,0 1,0-1,1 0,-1 0,0-1,1 1,0-1,-1 1,1-1,0 0,0-1,1 1,-1-1,1 1,6 1,1 0,0-1,-1 0,1-1,0 0,0-1,0 0,0-1,12-2,-14 2,-1-1,1 0,0-1,-1 0,1-1,-1 0,0 0,0-1,-1 0,1-1,-1 0,0 0,-1-1,1 0,-1 0,-1-1,1 1,-1-1,2-6,-3-2,-12 15,3 7,1 0,0 0,0 0,1 1,0-1,0 1,0 0,1-1,-1 1,2 0,-1 0,1 0,0 0,1 0,-1-1,1 1,1 0,1 4,-1-5,0-1,1 1,0-1,0 0,1 0,-1 0,1 0,0-1,0 0,1 1,-1-1,1-1,0 1,0-1,0 0,0 0,1 0,-1-1,1 0,1 1,7 1,-1 0,0-1,1-1,-1 0,1 0,0-2,0 0,6 0,-4-3,0-1,0 0,-1-1,1-1,-1 0,0-1,-1-1,0 0,0-1,0 0,-1-1,-1-1,0 0,0 0,-1-1,-1-1,0 0,0 0,-1-1,-1 0,-1-1,0 0,0 0,-2 0,0-1,-1 0,2-9,5-26,-2-1,-2 0,-3 0,-1 0,-3 0,-2-1,-6-25,7 63,-1 0,0 0,-1 0,0 0,-1 1,-1-1,-1 1,0 0,0 1,-1-1,-1 1,-6-7,12 17,0 1,-1 0,1-1,-1 1,1 0,-1 0,0 0,0 1,0-1,0 1,0-1,0 1,0 0,0 0,-1 1,1-1,0 1,-1-1,1 1,0 0,-1 0,1 1,0-1,-1 1,1-1,0 1,0 0,-1 0,1 1,0-1,0 1,0-1,1 1,-1 0,0 0,1 0,-1 0,-1 2,-10 14,0 0,1 0,1 1,1 1,1 0,1 0,0 1,2 0,0 1,1-1,2 1,0 1,0 7,-1 1,2 1,1-1,1 1,2-1,1 1,1-1,2 0,1 0,4 11,-5-26,0 1,2-1,0 0,0 0,2-1,0 0,0-1,2 0,-1 0,2-1,0-1,0 1,1-2,1 0,0-1,0 0,11 5,-13-9,-1-1,0 0,1 0,0-1,0-1,0 0,1 0,-1-2,1 1,-1-1,1-1,-1-1,1 1,-1-2,1 0,-1 0,0-1,0-1,0 0,0-1,0 0,-1 0,0-1,0-1,-1 0,1-1,47-43,-57 51,0 1,-1-1,1 0,0 1,0-1,0 1,-1-1,1 1,0-1,-1 1,1 0,-1-1,1 1,0 0,-1 0,1-1,-1 1,0 0,1 0,-1 0,0-1,1 1,-1 0,0 0,0 0,0 0,0 0,0 0,0-1,0 1,0 0,0 0,0 0,0 0,-1 0,1 0,0-1,-1 1,1 0,0 0,-1 0,1-1,-1 1,0 0,1 0,-1 6,0-4,0 1,1 0,-1 0,1-1,0 1,1 0,-1 0,1-1,-1 1,1 0,0-1,0 1,1-1,-1 1,1-1,0 1,-1-1,2 0,-1 0,0 0,1 0,-1 0,1-1,0 1,0-1,0 0,0 1,0-1,0-1,1 1,-1 0,1-1,-1 0,1 0,-1 0,4 1,0-2,0 1,0-1,1 0,-1 0,0-1,0 0,0 0,0 0,0-1,0 0,0-1,-1 0,1 0,-1 0,0-1,0 1,0-2,0 1,-1-1,0 1,1-1,-2-1,1 1,-1-1,0 0,0 0,0 0,-1 0,0-1,0 0,-1 1,0-1,0 0,0 0,-1 0,0 0,-1 0,1-1,-1 1,-1 0,1 0,-1 0,-1-5,0 8,1-1,0 1,-1-1,0 1,0 0,0 0,0 0,-1 0,0 0,0 0,0 1,0-1,0 1,-1 0,1 0,-1 0,0 0,0 1,0 0,0 0,-1 0,1 0,0 0,-1 1,1 0,-1 0,0 0,1 1,-1-1,0 1,1 0,-1 1,0-1,1 1,-1 0,1 0,-1 0,1 0,-1 1,1 0,-1 0,-2 2,-1 0,1 1,-1 0,2 0,-1 0,0 1,1 0,0 0,0 1,1 0,0 0,0 0,1 0,0 1,0 0,0 0,1 0,1 0,-1 0,1 1,1-1,-1 1,1 0,1-1,0 3,0-8,1-1,0 1,0 0,0-1,0 1,0-1,0 1,1-1,-1 0,1 0,0 0,0 0,0 0,0 0,0 0,0 0,0-1,0 1,1-1,-1 1,1-1,-1 0,1 0,-1 0,1-1,0 1,-1-1,2 1,24 5</inkml:trace>
  <inkml:trace contextRef="#ctx0" brushRef="#br0" timeOffset="1238.752">2446 336,'-13'0,"-13"2,-5 3,-1 6,6 5,7 5,9 5,8 4,6-4</inkml:trace>
  <inkml:trace contextRef="#ctx0" brushRef="#br0" timeOffset="1406.307">2474 840,'5'15,"3"5,3 4,2-2,4-3,3-6,7-5,9-8,10-6,11-8,12-5,-6 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0:18.1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188 634,'-6'-1,"0"0,0 0,0 0,0 1,0 0,0 0,0 0,0 1,0 0,0 0,0 1,0-1,1 1,-1 1,0-1,1 1,0 0,0 0,-1 0,2 1,-1 0,0 0,1 0,0 0,0 1,0 0,1 0,-1 0,0 1,0 0,0 0,0 0,1 0,0 1,1-1,-1 1,1-1,0 1,1 0,0 0,0 0,0 0,1 0,0 0,0 0,1 0,0 0,0 0,1 0,0 0,0-1,0 1,1 0,0-1,0 0,1 0,0 0,0 0,0-1,1 1,1 0,7 1,1-1,-1 0,1-1,0-1,1 0,-1-1,1 0,-1-1,1-1,0 0,0-1,0-1,-1 0,1-1,0-1,-1 0,0-1,6-3,1 2,-1-1,0 0,0-2,0-1,-1 0,0-1,-1-1,0-1,-1-1,-1 0,0-1,0-1,-1 0,-1-1,0-3,10-43,-24 61,0-1,0 1,0-1,0 1,0-1,0 1,0-1,0 1,-1-1,1 1,-1-1,1 1,-1-1,1 1,-1 0,0-1,0 1,0 0,0-1,0 1,0 0,0 0,0 0,0 0,0 0,-1 0,1 1,0-1,-1 0,1 0,0 1,-1-1,1 1,-1 0,1-1,-1 1,1 0,-1 0,1 0,-1 0,-3 0,0 0,0 0,0 1,0 0,0 0,0 0,0 0,1 1,-1 0,1 0,-1 0,1 1,0-1,0 1,0 0,0 0,0 0,1 1,-1 0,1-1,0 1,0 0,0 0,1 1,0-1,-1 1,2-1,-1 1,0 0,1-1,0 1,0 0,0 0,1 0,0 0,-1 0,2 0,-1 0,1 0,-1 0,2-1,-1 1,0 0,1 0,0-1,0 1,0-1,1 0,-1 1,1-1,0 0,0-1,0 1,3 2,9 2,0 0,0-1,0-1,1 0,0-1,0-1,1 0,-1-2,1 1,-1-2,1 0,0-1,-1-1,1-1,-1 2,-1-2,0 0,0 0,0-1,0-1,-1-1,1 0,-1-1,0 0,-1-1,0-1,0 0,0-1,-1 0,0-1,-1 0,0-1,-1 0,0 0,-1-1,0-1,-1 0,2-4,4-17,-3-1,0-1,-3 0,0 0,-3-1,-1 0,-1 0,-3 0,-2-24,3 41,-1 0,-1-1,-1 1,-1 0,0 1,-2-1,0 1,-1-1,-1 1,-10-17,16 33,-1 0,1 1,-1-1,0 1,0-1,-1 1,1 0,0-1,-1 1,1 1,-1-1,0 0,1 0,-1 1,0 0,0 0,0-1,0 2,0-1,0 0,-1 1,1-1,0 1,0 0,0 0,-1 0,1 0,0 1,0-1,0 1,0 0,0 0,0 0,0 0,0 1,0-1,0 1,1 0,-1 0,1 0,-1 0,1 0,-1 1,-7 11,-1 0,2 2,0-1,1 1,0 0,1 1,1 0,1 0,1 0,0 1,1-1,0 1,1 17,-1 0,1 0,2-1,1 1,2 0,1 0,2-1,1 0,6 12,-8-29,0-1,2 0,0 0,0-1,2 0,0 0,0-1,2 0,0-1,0 0,1-1,1 0,0-1,0 0,1-1,0-1,15 8,-22-13,-1-1,2 1,-1-1,0 0,0-1,1 0,-1 0,1-1,0 1,0-2,-1 1,1-1,0 0,0-1,-1 0,1 0,0-1,-1 0,1 0,-1 0,0-1,1-1,-2 1,1-1,0 0,-1 0,1-1,1-2,3-8,1 0,-2-1,0-1,-1 0,-1 0,1-5,-7 17,6-10,-5 43,-5-12,0-10,1-1,0 1,0-1,0 1,0 0,1-1,0 1,0 0,1-1,0 1,-1-1,2 1,-1-1,1 1,0-1,0 0,0 1,1-1,0-1,0 1,0 0,0-1,1 1,0-1,0 0,1 1,4-2,1-1,-1 1,1-2,0 1,0-1,0-1,0 0,0 0,0-1,-1 0,1-1,0 0,0 0,-1-1,1 0,-1-1,0 0,0-1,-1 1,1-2,-1 1,0-1,0-1,-1 1,0-1,3-4,-3 5,-1-1,0-1,0 1,-1-1,0 0,0 0,-1-1,0 1,0-1,-1 0,0 0,0 0,-1 0,-1-1,0 1,0-1,0 0,-3 68,2-50,1-1,-1 1,2-1,-1 0,1 1,0-1,0 0,1 0,0 0,1 0,-1-1,1 1,0-1,1 0,0 0,0 0,0-1,0 0,1 0,0 0,0-1,0 1,1-2,-1 1,1-1,0 0,0 0,0-1,0 1,1-2,-1 1,1-1,0 0,8-3,-1 0,0-2,0 1,0-2,0 0,0-1,-1 0,0-1,-1 0,1-2,-1 1,-1-2,0 1,0-2,-1 1,0-2,2-3,1-2,0-1,-1 0,-1-1,-1-1,0 0,-2 0,0-1,-1 0,-2-1,0 0,-1 0,1-17,-1-2,-2 0,-2 0,-2-1,-2 1,-1 0,-6-21,-24-58,32 114,0 0,-1 0,0 1,0-1,-1 1,0 0,1 0,-2 0,1 0,0 1,-1 0,0-1,0 2,0-1,-1 1,1 0,-1 0,0 0,1 2,1 0,0 0,0 1,0-1,0 1,-1 0,1 0,0 1,0-1,0 1,0 0,0 0,0 0,0 1,0 0,0-1,0 1,1 1,-1-1,1 0,-1 1,1 0,0-1,0 1,0 1,0-1,-7 9,1 0,0 0,0 1,2 0,-1 0,-3 12,-3 10,2 1,1 0,2 1,2 0,1 1,2 0,1 0,3 0,1 11,-1-33,1 1,0 0,1-1,1 0,0 1,2-1,-1 0,2-1,0 1,1-1,1 0,0-1,1 0,0 0,2-1,-1 0,1-1,1 0,0-1,1 0,0-1,1 0,2 0,1-1,0-2,0 0,1-1,0 0,0-2,0 0,0-1,1 0,0-2,-1 0,4-2,-12 1,0-1,0 0,0-1,0 0,-1 0,1-1,-1 0,1-1,-1 0,0 0,-1-1,1 0,-1-1,0 0,0 0,-1-1,1 0,-2 0,1-1,-1 1,2-5,3 0,-10 25,-1 1,1-10,-1 0,1 0,0-1,1 1,-1 0,1 0,-1-1,1 1,0-1,0 1,1-1,-1 0,1 0,-1 0,1 0,0-1,0 1,0-1,1 1,-1-1,0 0,1-1,0 1,-1 0,1-1,0 0,0 0,0 0,-1 0,1-1,0 0,0 1,4-2,-3 2,1-1,0 0,-1 0,1-1,-1 0,1 0,-1 0,1-1,-1 1,0-1,0-1,0 1,0-1,0 1,0-2,-1 1,0 0,1-1,-1 0,0 0,-1 0,1 0,-1-1,1-1,-2 1,0-1,0 0,-1 0,0 0,-1 0,1 0,-1 0,0 0,0 0,-1 0,0 0,0 0,-1 0,1 0,-1 0,0 1,-1-1,1 1,-1-1,0 1,-1 0,1 0,-1 1,0-1,0 1,-1-1,1 1,-1 1,0-1,0 1,0-1,0 1,0 1,-1-1,0 1,1 0,-1 0,0 1,0 0,0 0,0 0,0 1,0 0,-1 0,-2 0,0 0,0 1,0 1,0-1,0 1,1 1,-1 0,1 0,-1 0,1 1,0 1,1-1,-1 1,1 0,0 1,0 0,1 0,-1 0,1 1,1 0,-1 0,1 1,0-1,1 1,0 0,0 1,1-1,-2 7,4-11,0 0,0 0,1 0,-1 0,1 0,0 0,0 0,1 0,-1 0,1 0,0 0,0 0,0 0,0 0,1 0,0-1,0 1,0 0,0-1,0 0,0 1,1-1,0 0,0 0,0-1,0 1,0-1,0 1,1-1,-1 0,1 0,-1 0,1-1,3 1,85 13,-48-17</inkml:trace>
  <inkml:trace contextRef="#ctx0" brushRef="#br0" timeOffset="169.556">2715 334,'-16'2,"-8"6,0 6,5 5,4 7,9 5,8 5,5-4</inkml:trace>
  <inkml:trace contextRef="#ctx0" brushRef="#br0" timeOffset="343.079">2783 894,'7'17,"5"6,4 3,5-3,6-6,7-5,7-8,6-9,7-7,8-8,-7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0:23.0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233 82,'-5'-4,"0"1,0 0,0 0,-1 0,1 0,-1 1,1 0,-1 0,0 1,0 0,0 0,0 0,0 0,0 1,0 0,0 0,0 1,0 0,1 0,-1 0,0 1,0 0,1 0,-1 0,1 0,-1 1,1 0,0 1,0-1,0 1,1 0,-2 1,1 0,0 1,1-1,-1 1,1 0,0 1,1-1,0 1,0-1,0 1,1 0,0 0,0 0,0 1,1-1,1 0,-1 0,1 1,0-1,1 0,-1 1,1-1,1 0,0 0,0 0,0 0,1 0,0 0,0-1,0 1,2 0,-1-4,0 0,0 0,0-1,0 0,0 1,1-1,0-1,-1 1,1-1,0 0,-1 0,1 0,0 0,0-1,0 0,0 0,0 0,0-1,-1 0,1 1,0-2,0 1,6-2,0 0,0-1,0 0,-1-1,0 0,1-1,-2 0,9-6,-13 8,0-1,0 1,-1 0,1-1,-1 0,-1 0,1-1,-1 1,0 0,0-1,0 0,-1 0,0 0,0 0,0 0,-1 0,0-1,0 1,-1 0,1-1,-2 1,1-1,-1 40,2-24,1 0,0 0,0-1,1 1,0 0,1-1,0 0,0 0,1 0,0 0,0-1,1 0,0 0,0 0,1-1,-1 0,1 0,1-1,-1 0,1 0,0 0,0-1,0 0,1-1,8 2,-14-4,0-1,-1 0,1 0,0 0,0-1,0 1,0-1,0 1,0-1,-1 0,1 0,0 0,-1-1,1 1,-1-1,1 1,-1-1,0 0,1 0,-1 0,0 0,0 0,-1-1,1 1,0 0,-1-1,1 1,-1-1,0 0,0 1,0-1,0 0,14-95,-25-66,10 162,0 1,1-1,-1 1,0-1,1 1,-1-1,1 1,0-1,0 1,-1 0,1-1,0 1,0 0,0 0,0-1,0 1,1 0,-1 0,0 0,0 0,1 1,-1-1,0 0,1 0,-1 1,1-1,-1 1,1 0,-1-1,1 1,1 0,56-2,-43 2,10 0,1 2,-1 0,0 2,0 0,0 2,1 1,-18-4,0 0,0 1,0 0,-1 0,0 1,0 0,0 0,0 1,-1 0,0 1,0-1,-1 1,0 0,0 1,0 0,-1 0,0 0,1 4,-1 1,-1 0,-1 0,0 0,0 0,-1 1,-1-1,0 5,4 38,-4-54,-1 1,1 0,0-1,0 1,0 0,0-1,0 1,1-1,-1 0,1 1,-1-1,1 0,0 0,0 0,0 0,0-1,0 1,1 0,-1-1,0 1,1-1,-1 0,1 0,-1 0,1 0,0 0,-1-1,1 1,0-1,-1 0,1 0,0 0,0 0,2 0,94-23,-82 16,-1-1,0 0,-1-1,1 0,-2-2,0 1,0-2,-1 0,0-1,-1 0,0 0,-1-1,-1-1,0 0,-1-1,-1 1,4-11,-10 23,-1 0,1 0,-1 0,1 0,-1 0,0 0,0 0,0 0,-1 0,1-1,-1 1,0 0,0 0,0-1,0 1,0 0,-1-1,1 1,-1 0,0 0,0 0,0 0,-1 0,1 0,-1 0,1 0,-1 0,0 1,0-1,0 1,-1-1,1 1,-1 0,1 0,-1 0,0 0,1 0,-1 1,0-1,0 1,0 0,0 0,-1 0,1 0,0 0,-1 1,-1 1,0 0,0 1,0-1,0 1,0 0,0 1,1-1,-1 1,1 0,0 0,0 0,0 1,0 0,0-1,1 1,0 1,0-1,0 0,0 1,1-1,-1 1,1 0,0 0,1 0,-1 0,1 0,0 0,0 0,1 0,-1 1,1-1,1 0,-1 0,1 1,-1-1,1 0,1 0,-1 1,3 2,0-1,0 1,0-1,1 0,0 0,0 0,0-1,1 0,0 0,1 0,-1-1,1 0,0 0,1 0,-1-1,1 0,-1-1,5 2,147 38,-76-29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0:30.4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58,'151'-51,"-141"49,0 0,-1 1,1 0,0 1,0 0,0 0,0 1,-1 1,1-1,0 2,-1-1,1 1,-1 1,8 3,-11-3,0 0,-1 0,0 0,0 0,0 1,0 0,0 0,-1 1,0-1,0 1,-1 0,1 0,-1 0,-1 0,1 1,-1-1,0 1,-1 0,1-1,-1 1,-1 0,1 0,-1 0,-1 5,0 6,-1-1,0 1,-2-1,0 0,-1 0,0-1,-1 1,-1-1,-2 2,-56 87,64-104,0 0,0 0,1 0,-1 0,1 0,-1 1,1-1,-1 0,1 0,-1 0,1 0,0 1,0-1,0 0,0 0,0 1,0-1,0 0,0 0,0 1,0-1,1 0,-1 0,1 0,-1 0,1 1,-1-1,1 0,-1 0,1 0,0 0,0 0,0 0,-1-1,1 1,0 0,0 0,0 0,0-1,0 1,0-1,1 1,-1-1,0 1,0-1,0 1,0-1,1 0,-1 0,0 0,0 0,1 0,29 6,0-1,0-2,1-1,-1-1,12-3,3 2,218-10,-227 7</inkml:trace>
  <inkml:trace contextRef="#ctx0" brushRef="#br0" timeOffset="264.122">82 166,'11'5,"19"1,24 0,24-1,20-4,14-2,2 0,-19-1</inkml:trace>
  <inkml:trace contextRef="#ctx0" brushRef="#br0" timeOffset="1165.993">873 372,'33'-11,"-1"0,0-3,-1 0,-1-2,0-1,10-9,-34 21,0 0,0-1,-1 0,1 0,-1 0,-1 0,1-1,-1 0,0 0,-1 0,2-5,-4 10,0-1,0 0,0 1,-1-1,1 0,-1 0,0 1,1-1,-1 0,0 0,-1 0,1 0,0 1,-1-1,0 0,0 0,0 1,0-1,0 0,0 1,0-1,-1 1,0 0,1-1,-1 1,0 0,0 0,0 0,0 0,-1 1,1-1,0 0,-2 0,1 1,0-1,-1 0,1 1,-1 0,1 0,-1 0,0 0,1 0,-1 1,0 0,1-1,-1 1,0 1,0-1,1 1,-1-1,0 1,1 0,-1 0,1 1,-1-1,1 1,-1-1,1 1,0 0,0 1,0-1,0 0,-1 2,-2 2,-1 1,1-1,1 1,-1 0,1 1,0-1,1 1,0 0,0 0,1 0,-3 9,4-11,1 1,-1-1,1 0,1 1,-1-1,1 1,0 0,0-1,1 1,0-1,0 1,0-1,1 0,0 0,1 1,-1-1,1-1,0 1,0 0,1-1,0 1,0-1,0 0,1 0,-1-1,1 1,0-1,0 0,1-1,-1 1,1-1,4 2,7 2,1 0,0-1,1-1,-1-1,1 0,0-1,0-1,0-1,0-1,1-1,-1 0,0-2,14-3,-26 5,1-1,-1 0,0 0,0-1,0 0,-1 0,1-1,-1 0,0 0,0 0,0-1,0 0,-1 0,0 0,0-1,0 0,-1 0,1 0,-2-1,1 1,-1-1,0 0,0 0,0 0,-1 0,-1 0,2-7,-1 1,0-1,-1 0,-1 0,0 0,-1 1,0-1,-1 0,-1 1,0-1,-1 1,0 0,-1 0,-1 0,3-8,30 25,-21-2,44 11,-1 2,0 2,-1 3,6 5,-48-22,1 0,-1 0,-1 1,1-1,0 2,-1-1,0 0,0 1,0 0,-1 0,1 1,-1-1,0 1,-1 0,0 0,0 0,0 0,0 1,-1-1,0 1,-1-1,1 1,-1 0,0 0,-1 0,0 0,0-1,-1 7,-5 14,5-24,-1-1,1 1,-1 0,1 0,0 0,0 0,1 0,-1 0,1 0,-1 0,1 1,0-1,0 0,0 0,1 0,-1 0,1 0,0 0,-1 0,1 0,1 0,-1 0,0 0,1 0,-1 0,1-1,0 1,0-1,0 1,0-1,1 0,-1 0,0 0,1 0,0 0,-1-1,2 1,15 1,1 0,0-2,0 0,0-1,0-1,0-1,-1-1,1-1,-1 0,1-2,5-2,148-53,-168 59,1 0,-1 1,1 0,-1 1,1-1,-1 1,1 0,0 0,-1 1,1 0,-1 0,1 0,-1 0,1 1,-1 0,3 2,5 0,-1-1,1-1,0 0,0 0,0-2,0 1,0-2,0 1,-1-2,13-2,-19 3,0 0,-1-1,1 0,0 0,-1 0,1 0,-1-1,0 0,0 0,0 0,0-1,0 0,-1 0,0 0,0 0,0-1,0 1,-1-1,1 0,-1 0,-1-1,1 1,-1 0,1-4,-2 4,0 0,0-1,-1 1,0 0,0-1,0 1,-1 0,1-1,-1 1,-1 0,1 0,-1 0,0 0,0 0,0 0,-1 0,1 1,-1-1,-1 1,1 0,0 0,-1 0,0 0,0 1,0-1,-5-4,-1 1,1 0,-1 1,0 0,-1 0,0 1,0 1,0-1,0 2,-11-3,12 5,0 1,1 0,-1 0,1 1,-1 0,0 1,1 0,0 0,0 1,-1 0,2 1,-1 0,0 0,1 1,0 0,0 1,0-1,1 2,-1-1,2 1,-1 0,1 0,0 1,-3 6,-32 40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0:54.4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3116 167,'1'1,"0"-1,0 1,0 0,-1-1,1 1,0 0,0 0,-1-1,1 1,0 0,-1 0,1 0,0 0,-1 0,0 0,1 0,-1 0,1 0,-1 0,0 0,0 0,0 0,0 0,0 1,0-1,0 0,0 0,0 0,0 0,-1 0,1 1,0-1,10 193,-7-181,-1 0,-1 0,0 0,-1 1,0-1,-1 0,-1 0,0 0,0 0,-2 0,0 0,0 0,-1-1,0 0,-1 0,-1 0,0-1,0 0,-1 0,-1 0,-15 7,0-2,-1-1,-1-1,0-1,-1-1,0-1,-1-2,0 0,0-2,-1-1,0-2,0-1,0-1,-7-1,-375 19,-19 35,-9-35,349-18,-50 3,30 0,0-5,-25-6,-78 0,72-7,101 14,32 0,0 0,0 0,0-1,0 0,0 0,1-1,-1 0,0 0,0-1,0 0,1 0,-1-1,1 0,0 0,0-1,0 0,0 0,1-1,-1 0,1 0,-3-3,-107-168,100 154,1-1,2-1,0 0,1 0,1-2,2 1,1-1,0 0,2-1,1-3,4 25,1 1,1 0,-1 0,0 0,1 0,0 1,0-1,0 0,1 0,-1 0,1 1,0-1,0 1,0-1,0 1,1 0,-1 0,1 0,0 0,0 0,0 0,0 1,4-2,88-41,-81 40,140-49,2 8,1 6,3 7,0 7,108-1,615 13,-600 17,483-3,-777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1:44.28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16,'1'-1,"0"-1,0 1,0 0,-1 0,2 0,-1 0,0 0,0 1,0-1,0 0,0 0,1 1,-1-1,0 1,1-1,-1 1,0 0,1-1,-1 1,1 0,-1 0,0 0,1 0,-1 0,1 0,-1 0,0 1,1-1,-1 1,0-1,272 13,-84 0,220-25,-357 8,-49 1,-4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1:45.05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0,'1'2,"0"0,1 0,-1 0,1-1,-1 1,1-1,-1 1,1-1,0 0,0 1,0-1,0 0,0 0,0 0,0-1,0 1,0 0,0-1,1 1,-3-1,21 5,0-1,0 0,1-2,-1 0,21-2,-23 0,385-14,-80-1,-281 10,-32-1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1:46.26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1,'29'27,"6"-3,1-1,1-2,37 15,52 30,-78-36,-2 3,-2 2,-1 1,-1 2,26 34,-67-68,1-1,-1 0,0 1,-1-1,1 1,-1-1,1 1,-1-1,0 1,0-1,-1 1,1 0,-1-1,1 1,-1-1,0 0,-1 1,1-1,0 0,-1 0,0 0,0 0,0 0,0 0,0 0,-1 0,1-1,-1 1,0-1,1 0,-4 2,-1 4,-107 114,-117 95,185-175,2-9,31-29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1:49.93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618 0,'-127'101,"91"-64,-65 67,-46 64,118-131,2 1,1 2,2 1,2 0,2 2,-11 34,25-60,0 0,2 0,0 1,1-1,0 1,2-1,0 1,2 14,0-34,-1-6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1:51.10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92 1,'0'6,"-1"1,1-1,1 0,-1 1,1-1,0 0,1 1,0-1,0 0,0 0,0 0,1 0,0-1,0 1,1-1,0 1,6 12,1 4,-2 0,0 0,-2 0,0 1,-2 1,0-1,1 21,6 40,-53-147,-106-147,146 210,0-1,0 0,0 0,0 0,0 0,0 0,1 0,-1 0,0 0,0 0,1 0,-1 0,1 0,-1 0,1-1,0 1,-1 0,1 0,0-1,0 1,-1 0,1 0,0-1,1 1,-1 0,0-1,0 1,0 0,1 0,-1 0,1-1,-1 1,1 0,-1 0,1 0,0 0,-1 0,1 0,0 0,0 0,0 0,0 0,0 0,0 0,0 1,112 6,294-2,-376 3,-30-7,-1 1,0-1,1 1,-1 0,0-1,0 1,0-1,1 1,-1 0,0-1,0 1,0 0,0-1,0 1,0-1,0 1,0 0,0-1,0 1,-1 0,1-1,0 1,0-1,-1 1,1-1,0 1,-1 0,1-1,0 1,-1-1,1 0,-1 1,1-1,-1 1,1-1,-1 1,1-1,-1 0,1 0,-1 1,1-1,-1 0,0 0,-134 106,47-9,88-97,0 1,0-1,-1 1,1-1,0 1,-1-1,1 1,0-1,-1 0,1 1,0-1,-1 0,1 1,-1-1,1 0,-1 1,1-1,-1 0,1 0,-1 1,1-1,-1 0,1 0,-1 0,1 0,-1 0,1 0,-1 0,0 0,1 0,-1 0,1 0,-1 0,1 0,-1 0,1-1,-1 1,1 0,-1 0,1 0,-1-1,1 1,-1 0,1-1,-1 1,1-1,0 1,-1-1,-5-6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1:59.25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630 29,'-98'-22,"-61"16,100 7,45 0,0 1,0 0,0 1,0 1,1 0,-1 1,1 0,0 1,0 1,1 0,0 1,0 0,1 0,0 1,-2 4,-35 32,41-33,1 0,-1 0,2 1,0 0,1 0,0 0,1 1,-1 7,-9 102,14 69,3-174,0-1,2 1,0-1,1 0,1 0,0-1,1 0,1-1,1 0,0 0,11 10,-14-14,1 0,0-1,0 0,1-1,1 0,-1-1,1 0,1 0,11 5,-11-6,2 1,1 0,0 0,1-1,-1-1,1-1,1 0,4 0,-11-3,0-1,-1 1,1-2,0 1,0-1,0-1,-1 0,1 0,0-1,-1 0,1-1,-1 0,0 0,0-1,0-1,0 1,-1-1,1-1,-1 1,-1-1,1-1,4-4,76-91,-80 91,-1-1,-1 0,0 0,0-1,-1 1,0-1,-2 0,3-10,15-138,-19 134,-1 0,-1 1,-1-1,-2 0,0 0,-2 1,-1-1,-2-10,6 26,0-1,-1 1,0-1,-1 1,0 0,0 0,-2 1,-2-6,3 12,-1 0,0 0,0 0,0 0,0 1,0 0,-1 1,1-1,-1 1,0 0,0 1,0 0,0 0,0 0,1 1,-1 0,0 0,0 1,-1 0,1-1,-179 12,77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2:10.50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755 68,'-34'-24,"29"22,-110-24,-5 15,-30 6,133 9,0 1,1 0,0 1,0 0,0 2,0 0,1 1,1 0,0 1,-9 8,12-9,0 0,0 1,1 1,1 0,0 0,0 0,1 1,1 1,-4 7,4-9,0 0,1 0,0 1,1-1,0 1,1 1,1-1,0 1,0-1,1 1,1 7,0 1,0-4,0 1,2-1,0 0,0 0,2 0,0 0,1 0,1-1,6 15,-3-10,2-1,0 0,2-1,0 0,1-1,1 0,0-1,2-1,-1 0,2-1,0-1,1-1,1 0,0-1,0-1,9 3,-6-6,1-1,0 0,0-2,0-1,0-1,1 0,20-2,-31-1,-1-1,1 0,0-1,-1 0,1-1,-1 0,0-1,0 0,-1-1,1-1,-1 1,0-2,0 0,0-1,1 1,-1-1,0-1,0 0,-1-1,0 0,0 0,-1-1,-1 0,0-1,0 0,-1-1,2-4,-1-1,-1 0,-1-1,-1 0,0 0,-2 0,2-15,10-89,-15 101,0 1,-2-1,0 1,-1-1,-1 1,-1 0,-3-6,5 15,1-1,-2 1,0-1,0 1,-1 0,-1 1,0 0,-1-1,0 2,0-1,-1 1,0 0,-1 1,0 0,-5-3,-63-25,43 28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2:50.62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151 69,'-6'1,"1"0,0 1,-1-1,1 1,0 1,0-1,0 1,1-1,-1 1,1 1,-1-1,1 1,0 0,0-1,1 2,-1-1,1 0,0 1,0 0,0-1,1 1,0 0,0 0,0 1,0-1,1 0,0 1,-1 3,-13 31,9-24,1 0,0 0,1 1,1-1,1 1,0 10,0-10,0 144,6-130,1 0,1-1,2 0,0 0,3 0,11 23,-18-48,1 1,0-1,0 0,0 0,0 0,1-1,0 0,0 0,0 0,1-1,-1 0,1 0,0 0,0-1,0 0,0-1,0 0,3 1,-4-1,176 20,-160-16,0 0,0-1,1-2,-1 0,1-1,-1-2,13-1,25 0,396 3,-294 12,755-13,-718-8,-58-7,69-12,21 22,-135-8,12-11,71-54,-173 73,0 0,-1 0,0-1,0 1,0-1,-1-1,1 1,-1-1,-1 1,0-1,0 0,0 0,-1-1,1 1,-2 0,1-1,-1 1,0-5,4-10,-1-4,0-1,-2 1,-1-1,-1 1,-1-1,-1-1,0 17,0 0,-1-1,0 1,-1 0,0 1,0-1,-1 0,-1 1,0 0,0 1,-1-1,-4-4,-3 3,-1 0,0 0,0 1,-1 1,0 1,-1 0,0 1,0 1,-3-1,13 4,-41-14,-1 3,-1 1,1 2,-17 1,-232-19,165 15,17 0,-128 0,-489 15,474 13,-129-15,239 16,-124-16,184 15,69-14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3:40.1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3:53.04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158 0,'-16'0,"-10"0,-4 0,0 0,0 0,5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3:57.1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59,'5'-2,"1"0,0 1,0 0,0 0,0 0,0 1,0 0,-1 0,1 1,0-1,0 1,0 1,2 0,17 2,71 2,1-5,-1-4,1-4,31-9,216-11,-246 26,-99-7,-8 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3:58.1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 1,'-14'-1,"29"11,159 34,-98-28,-37-8,-7-2,-1 1,0 1,0 1,-1 2,-1 1,0 2,20 12,-46-25,1 1,-1 0,1 0,-1 0,0 1,0-1,0 1,0 0,0 0,-1 0,1 0,-1 0,0 1,0-1,0 1,0-1,-1 1,1 0,-1-1,0 1,0 0,0 0,-1 0,0 0,1 0,-1 0,0 0,-1 0,1 0,-1 0,0 0,0 0,0-1,0 1,-1 0,0-1,-1 4,-12 9,0-2,0 1,-2-2,0 0,0-1,-1-1,0-1,-1 0,-16 5,20-8,-7 4,-159 65,180-75,0 0,0-1,-1 1,1-1,0 1,-1-1,1 0,0 0,-1 0,1 1,-1-1,1 0,0-1,-1 1,1 0,-1 0,1 0,0-1,-1 1,1-1,0 1,0-1,-1 0,1 1,0-1,0 0,0 0,0 0,0 0,0 0,0 0,0 0,0 0,0 0,1 0,-1-1,0 1,1 0,-1 0,1-1,-1 1,1 0,0-1,0 1,-1-1,1 1,0 0,0-1,0 1,1-1,-1 1,-20-196,2 129,-3 0,-3 1,-9-12,34 78,-1 0,1 1,0-1,0 0,0 0,-1 1,1-1,0 0,0 1,0-1,0 1,0-1,0 1,0-1,1 1,-1 0,0 0,0-1,0 1,0 0,0 0,0 0,1 0,-1 0,0 0,0 1,0-1,0 0,0 1,0-1,0 1,0-1,0 1,0-1,0 1,0-1,0 1,0 0,2 0,37 9,1 2,-2 2,0 2,0 1,-2 2,27 19,-63-38,0 0,0 0,-1 0,1 0,0 0,0 1,0-1,-1 0,1 0,0 1,0-1,-1 0,1 1,0-1,-1 1,1-1,0 1,-1-1,1 1,-1 0,1-1,-1 1,1 0,-1-1,1 1,-1 0,0-1,0 1,1 0,-1 0,0-1,0 1,0 0,1 0,-1 0,0-1,0 1,0 0,0 0,-1 0,1-1,0 1,0 0,0 0,-1 0,1-1,0 1,-1 0,1-1,-1 1,1 0,-1-1,1 1,-1 0,1-1,-1 1,1-1,-1 1,0-1,1 1,-1-1,0 0,0 1,1-1,-1 0,0 0,0 1,0-1,1 0,-1 0,-32 6,17-5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3:59.8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12,'1'0,"-1"0,0 0,0 0,0 0,1 0,-1 0,0-1,0 1,0 0,1 0,-1 0,0 0,0 0,0-1,0 1,0 0,0 0,1 0,-1-1,0 1,0 0,0 0,0 0,0-1,0 1,0 0,0 0,0 0,0-1,0 1,0 0,0 0,0-1,0 1,0 0,0 0,0 0,0-1,0 1,-1 0,1 0,0 0,0-1,0 1,0 0,0 0,0 0,-1 0,1-1,0 1,0 0,0 0,-1 0,1 0,0 0,0 0,25-3,-22 3,260 9,-104-2,75 16,-201-18,-6 0,0-2,1-1,-1 0,0-2,1-2,-29 2,1 0,0 0,0 0,0-1,0 1,0 0,0 0,0-1,0 1,0 0,0 0,0-1,0 1,0 0,0 0,0-1,0 1,0 0,0 0,0-1,0 1,0 0,0 0,0 0,0-1,0 1,1 0,-1 0,0 0,0-1,0 1,0 0,1 0,-1 0,0 0,0-1,0 1,1 0,-1 0,0 0,0 0,-12-3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4:00.49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 4,'-15'0,"22"0,20 0,129-2,33 1,131 17,-236-5,-82-18,-9-1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4:02.2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2,'2'0,"-1"0,0-1,1 1,-1 0,0 0,1 0,-1 0,1 0,-1 0,0 0,1 0,-1 1,0-1,1 1,-1-1,0 1,0-1,1 1,-1 0,0-1,0 1,0 0,0 0,0 0,0 0,0 0,0 0,0 0,0 1,9 4,36 20,-1 3,-1 1,-1 3,-3 1,0 2,-2 1,18 26,-54-61,0-1,-1 1,0 0,1 0,-1-1,0 1,0 0,0 0,0 0,0 0,0 0,0 1,-1-1,1 0,-1 0,0 0,1 1,-1-1,0 0,0 0,-1 1,1-1,0 0,-1 0,1 0,-1 1,0-1,0 0,0 0,0 0,0 0,0 0,0-1,-1 1,0 0,-26 34,-2-2,-2-1,-1-1,-4 0,18-15,-140 116,155-130,3-1,0-1,0 0,0 1,-1-1,1 0,0 0,-1 0,1 0,-1 0,1 0,-1-1,1 1,-1 0,0-1,1 0,-1 1,0-1,1 0,-1 1,0-1,0 0,1 0,-1-1,0 1,1 0,-1 0,0-1,-5-6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4:02.9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26,'27'67,"-24"-53,14 73,-5 1,-3 0,-3 53,1-4,-7-379,0-163,0 516,-2 28,13 77,-2-166,-4-46,-4-17,-13-12,4 15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4:04.8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1,'501'27,"429"1,-891-25,-49 2,-157 1,140-6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4:07.0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195 125,'711'24,"-676"-22,1026 27,-1060-29,1 0,1-1,-1 1,1-1,-1 1,1 0,-1 0,1 0,-1 0,1 1,-1-1,1 1,-1 0,1-1,-1 1,0 0,1 0,-1 0,0 1,0-1,0 1,0-1,0 1,0 0,0-1,-1 1,1 0,-1 0,1 0,-1 0,0 1,1 0,8 26,-2-1,-1 1,-1 1,-2-1,-1 1,-1 0,-2 0,0 0,-6 26,3-30,-1 0,-1 0,-2 0,0-1,-6 10,11-32,0-1,0 1,-1 0,1-1,-1 1,0-1,0 0,0 0,0 0,0 0,0 0,0-1,-1 0,1 1,-1-1,1 0,-1-1,1 1,-1-1,1 1,-1-1,0 0,1 0,-1-1,1 1,-1-1,1 0,-3 0,-15 0,-698-2,637-1,0-3,1-4,-22-9,66 15,1 1,-1 1,0 3,-5 1,-61-2,-67-26,-48-2,194 30,18 0,0 0,-1 0,1 0,0-1,-1 0,1 0,-1-1,1 0,0 0,-1 0,1-1,0 0,0 0,0 0,0-1,0 0,1 0,-1-1,1 0,0 1,0-2,0 1,1 0,-1-1,1 0,0 0,-1-4,0-5,1 0,0-1,1 0,1 0,1 0,0 0,0 0,2 0,0 0,1 0,3-13,0-27,14-207,-20 260,1 1,0 0,0-1,0 1,0-1,0 1,0-1,0 1,0 0,0-1,1 1,-1-1,1 1,-1 0,1-1,-1 1,1 0,0-1,0 1,0 0,0 0,-1 0,1 0,1 0,-1 0,0 0,0 0,0 0,0 1,1-1,-1 0,0 1,1-1,-1 1,0-1,1 1,-1 0,1 0,-1 0,1-1,0 1,242-1,-200 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4:11.5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754 98,'-32'-21,"7"8,-1 1,0 1,-1 1,0 2,0 0,-17-1,-111 3,95 8,45-1,0 1,-1 1,1 0,0 1,1 1,-1 0,1 1,0 0,0 1,1 1,0 0,0 1,1 1,0-1,1 2,-3 2,7-2,-1-1,1 1,1 1,0-1,1 1,0 0,0 0,2 0,-1 1,2-1,-1 1,2 0,0 0,0 3,0-8,-1 6,1 0,0-1,1 1,0 0,1 0,1 0,0 0,1-1,0 1,1-1,1 0,0 0,1 2,3 0,0 0,1 0,1 0,0-1,1-1,0 0,1-1,1 0,0 0,4 3,1-2,0 1,1-2,0-1,1-1,1 0,-1-2,12 3,-6-2,0-3,0 0,1-1,0-2,25 0,-42-1,-1-1,0 0,0-1,1 0,-1-1,0 0,1 0,-1-1,0-1,0 0,-1 0,1-1,-1 0,1 0,-1-1,0 0,-1-1,1 0,-1-1,-1 1,1-1,-1-1,2-2,5-13,-1-1,-1 0,-2-1,0 0,-1 0,-2-1,-1 0,-1-1,-1 1,-1-1,-1-18,-5-97,-1 132,-1 0,0 1,0 0,-1 0,0 0,0 1,-1 0,-1 0,1 1,-1 0,0 0,-1 0,1 1,-1 1,-1 0,1 0,-1 0,0 1,-7-1,-17-13,-67-20,73 30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4:22.7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0,'2'2,"6"1,8 0,9 0,9-2,8 0,8 0,6-1,-1 0,-4 0,-7 0,-8 0,-15 2,-15 1,-17 2,-12 0,-3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4:24.3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0,'0'2,"2"1,6 0,6 0,7-2,8 0,5 0,4-1,1 0,-3 0,-6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4:25.7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1,'7'2,"9"1,9 0,10-1,7 0,7-1,4-1,0 1,-5-1,-7 0,-12-1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4:29.9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618 70,'-5'-6,"-1"1,0 0,0 0,0 0,-1 1,1 0,-1 0,0 1,0 0,0 0,-1 1,1 0,-1 0,1 0,-3 1,-113-12,103 12,-1 1,1 1,0 1,1 0,-1 2,0 0,1 2,-9 3,19-5,0 0,1 2,0-1,-1 1,2 0,-1 0,1 1,0 0,0 0,1 1,0 0,0 0,1 0,0 1,-1 4,-58 109,57-98,2 1,2 1,0-1,1 0,2 1,1 16,0 2,-1-36,1 0,0-1,0 1,1 0,0-1,1 0,-1 1,1-1,1 0,-1-1,1 1,1 0,-1-1,1 0,0 0,4 3,101 76,-102-80,1 0,-1-1,1 0,0-1,0 0,0 0,0-1,1 0,-1-1,1 0,-1 0,1-1,4 0,17 0,-21 1,1-1,0 0,-1 0,1-1,0-1,-1 0,1 0,-1-1,0 0,9-5,1-3,-2-1,1-1,-2 0,0-2,0 0,-2-1,0 0,0-1,-2-1,0 0,-1-1,2-6,-8 13,1 1,0 0,-1-1,-1 0,0 0,-1-1,0 0,-1 1,0-1,-1 0,1-9,-3 17,2-19,-2 0,0 0,-1-1,-1 1,-2 0,0 0,-1 0,-2 1,0 0,-2 0,-6-12,-21 7,19 22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4:35.6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642 113,'-2'-2,"1"-1,0 0,-1 1,0 0,0-1,0 1,0 0,0 0,0 0,0 0,-1 0,1 0,-1 1,1-1,-1 1,-2-1,2 0,-16-7,0 1,0 1,-1 0,0 2,0 0,-19-1,-39-11,69 14,-1 0,0 1,-1 1,1-1,0 2,0-1,0 1,-1 1,1 0,0 0,0 1,0 0,0 1,0 0,1 1,-1 0,1 0,0 1,-1 2,-6 7,1 0,1 2,0 0,1 0,1 1,0 1,1 0,2 1,-3 6,3-2,1 0,1 1,1 0,1 0,1 8,2 104,4-120,1-1,0 0,1 0,1 0,0-1,1 1,0-1,2-1,-1 1,2-1,-1-1,2 1,0-2,0 1,1-1,0-1,1 0,1 0,-1-2,12 7,-12-11,0 0,0 0,0-2,0 0,0 0,1-1,-1 0,1-1,-1-1,12-1,20 0,2 3,-35 1,0-1,0 0,-1-1,1 0,0 0,0-1,0-1,0 0,0 0,-1-1,1-1,-1 0,0 0,0-1,0 0,-1-1,0 0,8-6,-5-1,0-1,-1 0,0-1,-2 0,1-1,-2 1,0-2,-1 1,-1-1,0-1,-1 1,-1-1,-1 1,0-1,-2 0,0-15,-14-109,8 124,-1 1,0 0,-1 1,-1-1,0 1,-1 1,-1 0,-1 0,0 1,0 0,-11-8,-18 0,27 18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4:42.0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0,'0'3,"5"0,5-1,12 1,10-2,10 0,8 0,6-1,3 0,-3 0,-5 0,-7 0,-9 0,-7 0,-12 0,-13 0,-6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4:47.3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673 82,'-1'-2,"0"-1,-1 1,1-1,-1 1,0 0,1 0,-1 0,0 0,0 0,-1 0,1 0,0 1,0-1,-1 1,1-1,-1 1,0 0,-1-1,-13-6,-1 0,-1 2,1 0,-1 1,0 1,0 1,-4 0,-180 1,191 3,0 0,0 1,0 0,0 1,0 1,0 0,1 0,0 1,0 1,0 0,1 0,-1 1,1 0,1 1,0 0,0 1,0 0,1 0,1 0,-1 1,2 1,-1-1,1 1,-2 6,3-4,-1 1,1 0,1 0,1 0,0 0,1 1,0-1,1 1,1 3,0 16,-1-20,0 1,2 0,0 0,0-1,1 1,1-1,1 0,0 1,0-1,7 12,-5-16,-1 0,2 0,-1-1,2 0,-1 0,1-1,0 0,1 0,0-1,0 0,1 0,-1-1,2 0,-1-1,7 2,220 50,-216-53,1-1,0-1,0-1,0-1,0 0,0-2,0-1,0 0,0-2,-1 0,15-7,-25 6,-1 0,0-1,-1-1,1 0,-1 0,-1 0,0-1,0-1,0 1,-1-1,-1-1,0 1,0-1,2-7,1 0,0 0,-1-1,-1 0,-1 0,-1 0,0-1,-2 0,0 1,-1-2,-1-9,0 17,-1 1,0-1,-1 1,-1-1,0 1,0 0,-1 0,-1-1,0 2,-1-1,-1-2,2 6,-1-1,-1 0,1 1,-1 0,-1 1,1-1,-1 1,-8-6,6 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5:01.8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1,'-2'0,"1"0,4 2,5 1,9 0,8-1,7 0,7-1,5-1,0 1,1-1,0-3,-7 0,-3 0,-7 1,-14 0,-11 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5:04.9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0,'0'3,"3"0,2 0,6-1,5 0,5-1,5-1,6 0,4 0,3 0,-1 0,-4 0,-3 0,-7 2,-6 1,-10-2,-6-2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5:06.7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604 145,'-1'-4,"-1"0,1 1,0-1,-1 0,0 1,0-1,0 1,0 0,-1 0,1 0,-1 0,0 0,1 0,-1 1,-1-1,1 1,0 0,-1 0,1 0,-1 0,1 1,-19-7,-1 1,1 1,-1 1,0 1,-1 1,1 1,0 1,-1 1,1 1,-21 4,33-5,0 1,0 0,0 1,0 0,1 0,-1 1,1 1,0 0,-1 0,2 1,-1 1,1-1,-1 1,1 1,1 0,0 0,0 1,0 0,1 0,0 0,-3 6,-1 8,1-1,2 1,0 1,1 0,1 0,1 0,1 0,1 1,2 0,0-1,1 1,1 0,5 23,-4-35,1 0,0 0,1-1,0 0,1 1,0-2,1 1,0 0,1-1,0 0,0-1,1 0,1 0,-1 0,1-1,1-1,4 4,5 3,1-2,0 0,1 0,0-2,1-1,0-1,0 0,1-2,0-1,0 0,1-2,-1-1,1-1,-1 0,1-2,4-1,-15-1,0 0,0 0,0-1,0-1,0 0,-1-1,0 0,-1 0,1-2,-1 1,0-2,-1 1,0-1,0-1,-1 0,-1 0,1-1,-2 0,1 0,-2-1,1 0,-2 0,1 0,-2-1,0 0,0-1,2-26,-2 0,-2-1,-2 1,-1-1,-2 1,-7-34,6 51,0 1,-1-1,-1 1,-2 0,0 0,-5-9,10 25,0 0,-1 1,1 0,-1 0,0 0,0 0,-1 0,1 1,-1-1,0 1,0 1,-1-1,1 1,-1 0,0 0,0 0,1 1,-2 0,1 0,0 1,0-1,-1 2,1-1,0 0,-6 1,-67 10,-2 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5:45.31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1148 221,'-3'-7,"-1"0,1 1,-1 0,-1 0,1 0,-1 0,0 1,-1 0,1 0,-1 0,0 1,0 0,0 0,-1 0,1 1,-1 0,0 0,-7-1,-123-62,116 55,-2 1,1 2,-1 0,0 1,0 1,-6 1,-110-2,86 9,25-3,0 2,1 1,-1 1,1 2,-4 1,-100 36,102-25,0 1,1 2,1 0,1 2,1 1,1 1,-14 18,36-39,0 0,0 0,0 0,0 0,0 1,1-1,0 1,-1-1,1 1,1-1,-1 1,0 0,1-1,0 1,0 0,0 0,0-1,0 1,1 0,0-1,0 1,0-1,0 1,0-1,1 1,-1-1,1 0,1 1,67 86,-64-82,13 13,1-1,0 0,1-1,1-2,1 0,1-1,0-2,19 10,205 70,-225-85,1 0,0-2,0 0,1-2,0-1,0 0,0-2,1-1,4-2,-3 0,-1-2,1-1,-1-2,0 0,0-1,0-2,21-10,-35 15,-1 0,1 0,-1-1,0 0,-1-1,1 0,-1-1,0 0,-1-1,1 0,-2 0,1-1,-1 0,-1-1,1 1,-1-2,0-1,7-23,-2 0,-1-1,-1-1,2-26,-11 58,0 1,0-1,-1 0,1 0,-1 0,0 1,-1-1,1 0,-1 0,0 0,0 1,-1-1,1 0,-1 1,0 0,0-1,-2-2,-4-4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5:49.0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713 29,'-17'-6,"-1"0,1 1,-1 1,0 1,0 1,-1 0,-8 1,3 3,-1 1,1 2,0 0,1 1,-1 1,1 2,0 0,1 1,-19 12,-84 63,53-23,62-50,0 0,1 0,0 1,1 0,0 0,1 1,1 0,0 0,1 1,0 0,1-1,1 2,1-1,0 0,0 0,2 8,-5 28,2-39,0 0,2 0,-1 1,1-1,1 0,0 1,1-1,1 0,0 0,0 0,1 0,0 0,1 0,1-1,0 0,0 0,1 0,4 5,1-3,0 0,1-1,1 0,0-1,0-1,1 0,0 0,1-2,2 1,6 3,1-1,0-1,0-1,1-2,0 0,1-1,-1-2,1-1,23 0,253 4,28 0,-202-8,239 1,-13 42,-221-35,-24 20,22-21,-30-4,100 20,-13-19,-166-7,-1 0,1-1,-1-1,0-1,0-1,-1-1,2-2,-15 7,1 0,-1 0,0-1,0 0,0 0,0 0,-1-1,0 0,-1-1,1 1,-1-1,0 0,-1 0,0-1,0 1,1-4,5-15,0 1,-2-1,-1-1,-2 1,0-1,-2 0,0-21,-2 35,-1 0,0-1,-1 1,-1 0,0 0,-1 1,0-1,-1 0,0 1,-1 0,-1 0,0 0,0 1,-1-1,-1 2,0-1,-7-7,-3 4,-1 1,0 1,-1 1,0 0,-1 1,0 2,-1 0,1 1,-1 1,-1 1,-13-1,-9-4,-43-9,0 4,-1 4,0 3,-66 5,14 4,-111-15,123 4,0 6,1 5,-109 17,63-8,-99-9,119-3,123 3,0-2,0-1,0-1,1-2,-10-3,-55-9,29 9,31 5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7:03.8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 1,'0'7,"0"9,-2 12,-1 9,0 11,1 7,0 5,1 1,0-2,1-2,0-6,0-5,-2-8,-1-7,0-8,-2-7,0-7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7:04.6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 40,'-2'-1,"3"1,-1 0,1 0,-1-1,0 1,1 0,-1-1,0 1,1 0,-1-1,0 1,1 0,-1-1,0 1,0-1,1 1,-1 0,0-1,0 1,0-1,0 1,0-1,0 1,0-1,1 1,-1-1,-1 1,1-1,0 1,0-1,0 1,0 0,0-1,0 1,0-1,-1 1,1-1,0 1,0 0,-1-1,1 1,0-1,0 1,-1 0,1-1,0 1,-1 0,1-1,-1 1,1 0,0 0,-1 0,1-1,-1 1,1 0,-1 0,1 0,-1 0,1 0,-1 0,1 0,0 0,-1 0,1 0,-1 0,1 0,-1 0,30-6,0 1,0 2,0 1,25 1,-41 1,7-1,0 0,1 2,-1 0,0 1,0 2,-1 0,1 0,-1 2,0 1,15 6,-30-11,-1 0,0 0,1 0,-1 0,0 1,0-1,0 1,-1-1,1 1,-1 0,1 0,-1 1,0-1,0 0,0 1,-1-1,1 1,-1-1,0 1,0 0,0 0,-1-1,1 1,-1 0,0 0,0 0,0 0,0-1,-1 1,1 0,-1 0,0 0,-1-1,1 1,-2 3,-8 7,0-1,-1 1,-1-2,0 0,-1-1,0 0,-1-1,0 0,0-1,-1-1,0-1,0 0,-1-1,-13 3,-45 22,71-25,4-3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7:04.9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96 0,'0'16,"-2"19,-1 21,-3 18,-2 16,-2 11,1 5,-1 0,2-4,1-10,3-11,2-10,1-13,-2-9,1-10,-3-10,-3-10,1-8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7:05.1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43,'0'-7,"7"-2,14 0,15 2,17 2,15 2,8 1,4 2,0 0,-15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7:05.70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1 514,'13'-6,"1"0,-1-1,0-1,0 0,-1-1,0 0,-1-1,0 0,0-1,-1 0,-1-1,0 0,0 0,-1-1,-1 0,0-1,-1 1,-1-1,0-1,0 1,-1 0,-1-1,-1 0,0 0,-1 0,-1 0,0 0,-1 0,0 0,-1 0,-1 0,-1-1,-1 1,-1 1,-1 0,0 0,-1 0,-1 1,-7-9,55 30,93 33,-71-25,-2 4,0 1,1 5,-54-24,1 0,-1 0,0 1,0 0,0 0,0 1,-1 0,1 0,-1 0,0 0,0 1,-1 0,1 0,-1 0,0 1,-1-1,1 1,-1 0,0 0,0 0,-1 1,0-1,0 1,0-1,-1 1,0-1,-1 1,1 1,-5 8,0-1,-1 0,0 0,-1 0,-1-1,0 1,-8 8,7-9,0 0,1 0,0 1,1 0,1 0,0 1,-1 10,5-23,1 0,0 1,0-1,0 0,0 1,1-1,-1 0,1 1,0-1,0 0,0 0,0 0,0 0,1 0,0 0,-1 0,1 0,0-1,0 1,1-1,-1 1,1-1,-1 0,1 0,-1 0,1 0,0-1,0 1,0-1,0 1,0-1,0 0,1 0,-1-1,2 1,120 9,-83-14,-1-1,1-1,-1-3,-1-1,16-8,-13 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7:06.66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79 115,'-40'423,"11"-209,22-202,5-34,12-651,-10 696,1 1,1 0,1-1,2 1,0-1,6 14,-9-28,1-1,1-1,-1 1,1 0,1-1,-1 0,1 0,0 0,1-1,0 0,0 0,0 0,0 0,1-1,0 0,0-1,1 0,-1 0,1 0,0-1,6 2,-5-4,0 1,0-1,0 0,0-1,0 0,0-1,0 0,0 0,0-1,0 0,0 0,0-1,-1 0,1-1,-1 0,0 0,0-1,0 0,-1 0,3-3,5-5,0 0,-1-1,0 0,-1-1,-1-1,0 0,-1 0,8-18,-11 17,0 0,-2 0,0-1,0 0,-2-1,-1 1,0 0,-1-6,-3 7,-6 32,1 29,1 0,2 0,3 37,0-31,0 60,1 12,-6 0,-14 78,4-99,20-88,1-19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7:07.16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88 83,'-23'193,"13"-138,-5 32,0-13,4-1,3 1,2 63,7-123,0 1,1 0,1-1,0 1,1-1,1 0,0 0,3 6,-6-16,0 0,-1-1,1 1,1-1,-1 0,0 1,1-1,0 0,-1 0,1 0,1-1,-1 1,0-1,0 0,1 0,0 0,-1 0,1 0,0-1,0 0,0 0,0 0,0 0,0 0,0-1,0 0,0 0,0 0,0 0,0-1,0 1,1-2,6-2,-2-1,1 0,0-1,-1 0,0-1,-1 0,1 0,-1 0,-1-1,0-1,0 1,0-1,-1 0,0-1,-1 1,0-1,-1 0,1-3,16-45,-2 0,-3-1,-3-1,-2 0,-3-1,-3-2,-3 45,24-353,-27 361,1 21,2 17,0 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7:07.4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0,'12'14,"8"17,8 13,8 15,5 8,5 4,4 4,3 2,2-5,-3-3,-4-6,-6-5,-8-9,-7-10,-9-17,-7-11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7:07.6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665 0,'-14'21,"-14"26,-13 23,-13 20,-9 14,-9 8,-6 1,-2-5,5-9,9-12,12-16,15-21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7:08.2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3 186,'-2'18,"2"0,0 0,1 0,1 0,0 0,2 0,0-1,1 0,0 1,2-2,0 1,1-1,0 0,2 0,-1-1,8 7,104 137,-79-109,-3 1,30 52,-65-97,1 1,-1-1,-1 1,1-1,-1 1,0 0,-1 0,1 1,-2-1,1 0,-1 1,0-1,0 1,-1-1,0 1,0-1,-1 1,-1 4,-2-8,0 0,-1-1,0 1,0-1,0 0,0 0,0 0,0-1,-1 1,0-1,1-1,-1 1,0-1,0 0,1 0,-1-1,0 0,0 0,0 0,0-1,0 0,-4-1,-5 1,0-1,0-1,0-1,0 0,1-1,-1 0,1-1,0-1,1 0,0-1,0 0,-4-5,11 8,0 1,0-2,1 1,0-1,0 1,0-2,1 1,0 0,0-1,0 0,1 0,0 0,0 0,1 0,0 0,0-1,1 1,0-1,0 0,1 1,0-1,0 0,1 1,0-1,1-4,6-7,0 0,1 1,1 0,0 0,1 1,2 0,-1 1,2 1,0 0,1 1,0 0,2 1,-16 11,73-65,-39 38,-1-1,-2-2,-1-1,-1-2,-3-1,18-29,-41 61,-1-1,0 0,1 0,-2 0,1 0,-1-1,0 1,0-1,0 1,-1-1,0 0,0 1,0-1,-1 0,0 0,0 0,0 0,-1 0,0 1,0-1,0 0,-1 1,0-1,0 1,0-1,-1 1,0 0,0 0,0 0,-1 0,1 1,-1-1,-2-1,-7-1,0 1,-1 0,0 1,0 1,0 0,-1 0,1 2,-1 0,1 0,-1 2,0-1,0 2,1 0,-11 3,13-3,0 1,0 0,-1 1,2 1,-1 0,0 0,1 1,0 1,-6 3,13-6,0 0,0 0,0 0,0 0,0 1,1-1,-1 1,1 0,0 0,0 0,1 0,-1 1,1-1,0 1,0-1,1 1,-1 0,1 0,0 0,0 0,1-1,-1 1,1 0,0 4,1-4,0 1,0-1,1 0,0-1,0 1,0 0,0 0,1-1,-1 1,1-1,0 0,1 0,-1 0,1 0,2 2,30 24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7:08.6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90 115,'-1'6,"1"0,-1 0,1 0,1 0,-1-1,1 1,0 0,0 0,1-1,-1 1,1-1,1 1,-1-1,1 0,0 0,0 0,0 0,1 0,0-1,0 1,0-1,0 0,5 3,-8-6,1-1,0 1,-1 0,1-1,0 1,0-1,0 0,-1 1,1-1,0 0,0 0,0 0,0 0,0 0,-1-1,1 1,0-1,0 1,0-1,-1 0,1 1,0-1,-1 0,1 0,-1 0,1 0,-1 0,1-1,-1 1,0 0,0-1,0 1,1-1,-1 1,-1-1,1 0,1 0,17-69,-19 62,-1 1,0-1,-1 1,1 0,-2-1,1 1,-1 0,0 0,-1 1,0-1,0 1,-2-2,4 5,0 1,0 0,0 0,-1 0,1 0,-1 0,0 1,0-1,0 1,0 0,0 0,-1 0,1 0,-1 0,1 1,-1 0,1 0,-1 0,0 0,0 0,1 1,-1-1,0 1,0 0,0 0,0 1,1-1,-1 1,-2 1,1 1,0 0,0 0,0 0,0 0,0 1,1 0,-1 0,1 0,0 1,1-1,-1 1,1 0,0 0,0 0,0 0,0 3,-16 29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7:08.9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28 148,'2'1,"0"1,0-1,0 1,0-1,0 0,0 0,0 0,0 0,0-1,1 1,-1 0,0-1,0 0,1 1,-1-1,0 0,1 0,-1 0,0-1,1 1,-1 0,0-1,0 0,1 1,-1-1,0 0,0 0,0 0,0-1,0 1,0 0,0-1,-1 1,1-1,0 0,-1 1,1-1,-1 0,1 0,1-3,0 1,-1-1,1 0,-1 0,0 1,0-2,-1 1,1 0,-1 0,0 0,0-1,-1 1,0 0,0-1,0 1,-1-5,1 8,-1 0,1 0,0 0,-1 0,1 0,-1 0,0 0,1 0,-1 0,0 0,0 1,0-1,0 0,-1 1,1-1,0 1,-1-1,1 1,-1 0,0-1,1 1,-1 0,0 0,0 0,1 0,-1 1,0-1,0 0,0 1,0-1,0 1,0 0,0 0,0 0,0 0,0 0,0 0,0 0,0 0,0 1,0-1,0 1,0 0,0 0,0-1,0 1,1 0,-1 1,-2 0,0 0,0 1,0-1,0 1,1 0,0 0,-1 1,1-1,0 1,1-1,-1 1,1 0,-1 0,1 0,0 0,1 0,-1 1,1-1,0 1,0-1,0 1,0-1,1 1,0-1,0 1,0-1,0 1,1 0,0-1,0 1,0-1,1 0,-1 1,1-1,0 0,0 0,0 0,1 0,-1 0,1-1,0 1,0-1,2 1,19 11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7:49.5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0 447,'1'-8,"1"0,0 0,0 0,1 1,-1-1,2 1,-1-1,1 1,0 0,1 1,-1-1,4-2,0-3,193-270,-157 228,-44 54,-1 0,1 1,0-1,0 0,0 1,0-1,0 0,0 1,-1-1,1 0,0 1,0-1,0 0,0 1,0-1,0 1,1-1,-1 0,0 1,0-1,0 0,0 1,0-1,0 0,1 1,-1-1,0 0,0 0,0 1,1-1,-1 0,0 1,0-1,1 0,-1 0,0 0,1 1,-1-1,0 0,1 0,-1 0,0 0,1 0,-1 0,0 0,1 1,-1-1,1 0,-1 0,0 0,1 0,-1-1,0 1,1 0,-1 0,0 0,1 0,-1 0,0 0,1-1,-67 259,49-175,3 0,4 1,4 1,3-1,4 1,7 36,3 8,-7-81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9:32.15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1725 257,'-30'-24,"-79"-80,85 92,0 0,-1 2,0 1,-24-5,-44-16,78 23,-1 2,1 0,-1 1,0 0,0 1,-1 1,1 1,-10 0,-371 3,362 1,-1 1,1 2,1 2,-1 1,1 1,1 2,0 2,0 1,-14 9,22-11,0 0,0 2,2 1,0 0,0 2,2 1,0 0,1 1,1 2,1 0,-14 23,11-4,1 0,3 0,1 2,2 0,2 1,1 4,5-5,2 0,1 1,3-1,2 18,-1 15,-2-50,1 0,1-1,1 1,2 0,0-1,2 1,0-1,2-1,1 1,0-1,12 19,97 148,-39-17,-74-166,1 1,0-1,0-1,0 1,1-1,0 0,1-1,0 1,0-2,0 1,0-1,1 0,0-1,9 4,139 33,-132-36,61 8,1-3,0-4,47-5,-5-7,109-20,-201 22,-4-3,0-2,0-1,-1-1,-1-2,0-1,0-2,-2 0,0-2,-1-2,0 0,-2-2,-1-1,0 0,-2-2,-1-1,-1-1,12-21,2 0,-2-1,-3-1,-2-2,-2-1,-2 0,-3-2,4-20,-17 33,-1-1,-3 0,-1 0,-2 0,-4-34,1 2,2 57,-1-1,-1 1,0 0,-2 0,0 0,0 0,-2 1,-1 0,0 0,-1 0,0 1,-1 0,-1 1,-1 0,0 0,-1 1,-1 1,-8-8,-16-9,-2 2,0 1,-2 2,-1 2,-18-6,-146-39,128 44,-1 4,-1 3,0 4,-1 3,0 4,-1 4,1 2,-3 5,44-1,0 2,0 1,0 2,1 2,0 1,1 3,0 0,-7 7,-73 48,-67 53,173-114,0 1,0 0,1 1,0 1,1 0,0 0,1 1,0 0,1 0,1 1,0 0,1 1,1-1,0 1,-2 12,-4 29,2 1,4 0,1 0,3 0,3 0,2 0,3 0,2 0,14 47,-11-57,1 0,3-1,1 0,3-2,1 0,2-1,3-1,1-2,1 0,3-2,9 8,-24-29,1 0,0-1,1-1,1 0,0-2,1 0,0-1,1-1,1-1,-1-1,18 5,8-4,0-2,0-2,1-1,0-4,-1-1,32-4,188-40,-95 11,-132 23,-1-1,0-1,-1-3,0-1,-1-1,-1-3,-1-1,-1-1,-1-2,23-21,-39 28,-1-1,0-1,-2-1,0 0,-1-1,-1-1,-1 0,-1 0,-1-1,-1 0,-1-1,-1 1,-1-1,2-25,-4 34,11-57,-3-1,-3 0,-4 0,-2 0,-7-51,3 97,0 0,-2 0,-1 0,-1 0,-1 1,-2 0,0 0,-2 1,-1 1,0 0,-5-4,-20-25,-3 2,-1 1,-43-37,73 77,-1 1,-1 0,0 1,0 0,0 1,-1 1,0 0,0 1,-1 0,0 1,-8-1,-170-15,166 19,-354-30,244 25,67 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9:36.61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91 380,'-4'27,"0"1,2-1,0 0,2 1,1-1,2 1,0-1,2 0,1 0,1 0,1-1,2 0,0-1,2 0,0-1,3 1,-3-6,1 0,0-2,2 0,0 0,1-1,12 8,-23-19,0-2,0 1,0 0,1-1,-1 0,1 0,0-1,0 0,0 0,0 0,0-1,1 0,-1 0,0 0,1-1,-1 0,0 0,1 0,-1-1,0 0,0-1,1 1,-1-1,0 0,3-2,5-6,-2 0,1-1,-1 0,-1-1,0 0,-1-1,0 0,-1 0,0-1,-1-1,-1 1,0-1,-1-1,-1 1,0-1,8-19,-2 0,-2-1,-1 1,-1-2,-3 1,0-1,-3 0,-1 0,-3-17,2 33,-2 1,0 0,-2 1,0-1,-1 1,-1 0,0 0,-2 0,0 1,-1 1,-1 0,0 0,-1 1,-1 0,-1 1,0 1,-15-12,20 19,0 0,0 1,-1 0,0 0,0 1,0 0,0 1,-1 0,0 1,0 0,0 1,0 0,0 1,0 0,-1 0,1 1,0 1,0 0,-1 1,1 0,0 0,0 1,1 1,-1 0,1 0,0 1,-1 1,-1 2,1 1,0 0,1 1,0 0,0 1,1 0,1 1,0-1,1 2,0-1,0 1,1 0,-1 6,-4 14,1 0,1 2,2-1,-2 33,4-27,2 1,1-1,3 1,1-1,1 1,3-1,1 0,2-1,12 33,2-19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9:37.24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0 714,'110'-240,"-28"59,18-72,-87 219,-13 34,1 0,-1 0,0 0,0 0,1 1,-1-1,0 0,0 0,1 0,-1 0,0 0,1 0,-1 0,0 0,1 1,-1-1,0 0,0 0,1 0,-1-1,0 1,1 0,-1 0,0 0,0 0,1 0,-1 0,0 0,1 0,-1-1,0 1,0 0,1 0,-1 0,0 0,0-1,0 1,1 0,-1 0,0-1,0 1,0 0,0 0,0-1,1 1,-1 0,0-1,0 1,0 0,0 0,0-1,0 1,2 30,-2-28,4 350,17-130,-8-99,-4 0,-7 1,-4 6,-7-71,9-59,0 0,0 0,0 0,-1-1,1 1,0 0,0 0,0 0,0 0,-1 0,1 0,0-1,0 1,-1 0,1 0,0 0,0 0,0 0,-1 0,1 0,0 0,0 0,-1 0,1 0,0 0,0 0,-1 0,1 0,0 0,0 0,0 1,-1-1,1 0,0 0,0 0,0 0,-1 0,1 0,0 1,0-1,0 0,0 0,0 0,-1 1,1-1,0 0,0 0,0 0,0 1,0-1,0 0,0 0,0 0,0 1,0-1,0 0,-4-13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9:37.52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1,'-4'16,"-2"8,2 4,5 0,6-2,7-6,10-7,13-9,12-11,13-8,8-7,4-1,-1 0,-7 4,-9 6,-10 2,-13 4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9:38.14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1 572,'34'-32,"-2"-1,-1-2,-1-1,-2-1,-2-2,-2 0,-1-2,-2 0,-2-2,-2 0,-2-1,-1-1,0-10,-9 47,-5 30,0-17,1 163,8 0,16 66,-13-151,0-2,-3 0,-4 0,-3 19,-2-93,1 0,-1 0,0 0,-1 0,0 0,0 0,-1 0,1 0,-1-1,-1 1,0 0,1-1,-2 0,1 0,-1 0,0 0,0 0,-1-1,1 0,-3 2,6-7,0 1,-1 0,1-1,-1 1,1 0,0-1,-1 0,1 1,-1-1,1 0,-1 0,1 0,-1 0,1 0,-1 0,1 0,-1-1,1 1,-1 0,1-1,0 1,-1-1,1 0,0 1,-1-1,1 0,0 0,0 0,0 0,0 0,-1 0,1 0,0-1,2 1,-1 0,1 0,0 0,-1 0,1 0,0 0,0 0,0 0,0 0,0 0,0 0,0 1,0-1,0 1,1-1,-1 1,0-1,0 1,0-1,1 1,-1 0,0 0,1 0,-1 0,0 0,0 0,1 0,-1 0,1 0,159-13,-84 2,-29 3,0 3,1 1,21 2,-42 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9:38.41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9:41.15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2309 196,'-13'-10,"0"1,-1 0,0 1,-1 1,1 0,-2 1,1 0,-1 2,1-1,-1 2,0 0,-1 1,1 1,-7 0,-30-6,-165-35,116 20,0 4,-25 2,4 14,1 4,-1 6,-60 13,132-11,1 2,0 2,2 3,-1 1,2 3,-16 10,53-26,-69 31,11-6,1 3,-56 38,109-62,1 1,1 1,-1 0,2 1,-1 0,2 1,0 0,0 1,1 0,1 0,1 1,0 0,0 0,2 1,-2 7,-9 31,2 0,3 1,2 0,2 1,3-1,2 1,6 50,7-45,4-1,1-1,4 0,2-2,2 0,3-2,3 0,23 31,-9-8,4-2,3-2,3-3,23 21,-54-67,1-1,1-1,1-1,1-2,1 0,1-2,0-1,1-1,1-2,0-1,1-1,1-2,0-1,27-1,0-3,1-2,-1-3,1-3,-1-2,0-3,0-2,-1-3,-1-3,0-2,-1-2,-1-4,12-8,-25 13,-1-3,-1-1,-2-2,0-2,-2-2,-1-1,-1-1,28-34,-11 6,9-8,-3-3,-3-2,6-15,-43 55,-1-1,-2-1,-1 0,-2-1,-1 0,-2-1,-2 0,-1-1,-1 1,-2-1,-2 0,-2-17,-3 0,-2 0,-3 1,-2 0,-2 0,-2 1,-3 1,-2 1,-7-9,-14-25,-4 2,-4 1,-3 3,-15-12,63 83,0 0,0 1,-1-1,0 1,0 0,-1 0,1 1,-1 0,0 0,-1 0,1 0,-1 1,0 0,0 1,0 0,0 0,-1 0,1 1,-1 0,0 0,1 1,-1 0,-7 0,-18 12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9:41.98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114 106,'-11'25,"0"0,2 0,0 1,2 0,1 1,1 0,1-1,1 2,2 11,1-21,0-1,2 0,0 0,1 0,0 0,2 0,0-1,1 0,0 0,2 0,-1-1,2 0,0 0,1-1,5 5,-8-11,1 1,1-2,0 1,0-1,0 0,1-1,0 0,0-1,0 0,5 1,-11-4,1-1,-1 1,1-1,0 0,-1 0,1 0,0-1,0 0,-1 0,1 0,0 0,0-1,-1 0,1 0,0 0,-1 0,1-1,-1 0,0 0,1 0,-1 0,0-1,0 0,0 0,2-2,5-9,-1-1,-1 0,0 0,-1 0,0-1,-1 0,-1-1,-1 0,-1 0,0 0,-1 0,0-1,-2 1,0-10,1-3,-2-1,-1 1,-1 0,-2 0,-1 0,-1 0,-1 0,-2 1,-1 1,-11-23,19 45,0 1,-1 0,1-1,-1 1,0 0,-1 0,1 1,-1-1,0 1,0 0,0-1,-1 2,1-1,-1 1,0-1,0 1,0 1,0-1,-1 1,1 0,-1 0,1 0,-1 1,0 0,0 0,1 0,-1 1,0 0,0 0,0 0,0 1,0 0,1 0,-1 1,-5 1,-4 6,1 1,-1 1,1 0,1 1,0 0,1 1,0 0,1 1,1 1,0 0,1 0,1 0,0 1,1 1,0-1,2 1,0 1,-21 47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9:47.47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1848 44,'-54'-13,"-112"6,-189-16,278 23,0 2,1 4,-1 4,1 2,1 4,-58 21,48-4,1 4,-69 42,125-62,0 1,2 1,0 1,1 1,1 2,1 0,2 1,0 2,1 0,2 1,1 1,0 0,-3 13,11-17,1-1,0 2,2-1,1 1,1 0,1 0,2 0,0 0,1 0,2 5,6 48,4 0,13 43,-20-95,1 0,1 0,2 0,0-1,1-1,2 0,1 0,0-1,2-1,0 0,2-1,3 2,26 16,3-1,1-3,1-2,19 7,-24-13,-13-10,1-2,0-2,1-1,0-2,1-1,0-2,0-1,36 1,-55-5,26 5,1-2,-1-2,0-2,1-2,-1-1,1-2,-1-3,26-7,211-85,-233 80,0-2,-2-3,-1-1,0-2,21-19,-44 29,-1 0,-1-1,0-1,-2-1,0 0,-1-1,-1-1,-1-1,-1 0,-1 0,5-16,0-24,-3-1,-2 0,-4 0,-2-1,-3-1,-3 1,-5-36,5 84,-1-34,-1 0,-3 1,-2 0,-2 0,-3 0,-1 2,-9-19,18 57,0-1,-1 1,0 0,-1 0,0 1,-1 0,0 0,0 0,-1 1,0 0,0 1,-1-1,0 2,0-1,-1 1,1 1,-1-1,-1 2,0-1,-19-1,1 2,0 1,-1 1,0 1,1 2,-1 1,0 2,1 0,0 2,0 1,1 2,-18 7,-230 84,204-73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9:48.62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0 414,'17'-28,"33"-45,-2-3,-5-2,5-17,-23 41,-25 54,0 0,0-1,0 1,0-1,0 1,0-1,0 1,0 0,1-1,-1 1,0 0,0-1,0 1,1 0,-1-1,0 1,0 0,1-1,-1 1,0 0,1 0,-1-1,0 1,1 0,-1 0,1 0,-1-1,0 1,1 0,-1 0,0 0,1 0,-1 0,1 0,-1 0,1 0,-1 0,0 0,1 0,-1 0,1 0,-1 0,0 0,1 1,-1-1,0 0,1 0,-1 0,1 1,-1-1,0 0,1 0,-1 1,0-1,0 0,1 1,-1-1,0 0,0 1,1-1,-1 0,0 1,10 28,-9-25,14 68,-2 0,-4 1,-3 1,-4-1,-2 1,-9 56,7-101,-1 0,-2 0,0-1,-2 0,-1 0,-8 16,16-42,-1 0,0-1,1 1,-1 0,0 0,0-1,0 1,0-1,-1 1,1-1,0 1,-1-1,1 0,-1 0,1 1,-1-1,0 0,1-1,-1 1,0 0,0 0,1-1,-1 1,0-1,0 1,0-1,0 0,0 0,0 0,0 0,0 0,-1 0,23-2,388-27,-361 34,-46-6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9:50.32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1916 343,'-11'-14,"0"1,0 1,-1 0,-1 1,0 0,0 1,-1 1,0 0,-1 0,0 2,-1 0,-128-58,-4 7,-2 6,118 41,0 2,-1 2,1 1,-2 1,1 1,0 3,-1 0,1 2,-1 2,1 1,0 1,-29 9,-196 72,219-73,0 1,1 2,1 2,1 1,1 1,0 3,2 0,0 2,2 2,1 1,1 1,-18 24,29-20,1 0,1 2,2 0,1 1,2 0,1 1,2 0,-1 23,-2 20,4 1,4 0,5 67,-1-119,2-1,1 1,1-1,1 0,1 0,2-1,1 0,1 0,1-1,2-1,0 0,3 2,18 24,2-1,2-1,2-2,42 36,-58-64,0-1,1-1,1-1,0-1,1-2,1-1,0-1,0-1,1-2,28 5,-7-5,1-2,0-2,0-3,0-1,0-3,6-3,10-6,-1-2,-1-4,-1-2,0-3,-2-3,46-25,-78 37,-1-1,0-1,-1-2,-1 0,0-2,-1-2,-2 0,0-1,-2-2,0 0,-2-2,-1 0,-1-1,10-21,-11-7,-2 0,-4-1,-1-1,-3 0,-3 0,-2-1,-5-48,2 90,1-119,-12-89,6 183,-1 0,-2 0,-2 1,-2 0,-1 1,-2 0,-11-17,20 44,-1-1,-1 2,0-1,-1 1,0 0,-1 1,0 0,-1 1,0 0,0 0,-1 2,0-1,-1 1,0 1,0 0,-1 1,0 1,0 0,0 0,-1 2,1 0,-1 0,-1 1,-20 2,0 2,0 1,1 2,0 1,0 2,0 1,-27 12,-47 17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9:51.62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0 288,'171'-273,"-172"272,1 1,0-1,0 1,0-1,0 1,0-1,0 1,0-1,1 1,-1-1,0 1,0-1,0 1,0-1,1 1,-1 0,0-1,0 1,1-1,-1 1,0 0,1-1,-1 1,0 0,1-1,-1 1,0 0,1-1,-1 1,1 0,-1 0,1 0,-1-1,1 1,-1 0,1 0,-1 0,1 0,-1 0,1 0,-1 0,1 0,-1 0,1 0,-1 0,0 0,1 0,-1 1,1-1,-1 0,1 0,-1 0,1 1,-1-1,0 0,1 1,-1-1,1 0,-1 1,0-1,1 0,-1 1,0-1,0 1,1-1,-1 0,0 1,0 0,3 36,-3-32,-4 353,5-345,-1-1,0 1,-1 0,-1-1,0 0,0 1,-1-1,-1 0,0 0,0-1,-1 1,-1-1,0 0,0 0,-1-1,-8 9,-33-3,29-14,56 5,249-6,-257 6,-29-7,1 1,-1-1,0 1,1-1,-1 1,0-1,0 1,0 0,1-1,-1 1,0-1,0 1,0 0,0-1,0 1,0-1,0 1,0 0,0-1,0 1,-1-1,1 1,0 0,0-1,-1 1,1-1,0 1,0-1,-1 1,1-1,-1 1,1-1,0 1,-1-1,1 0,-1 1,1-1,-1 0,1 1,-1-1,0 0,1 0,-1 1,1-1,-1 0,0 0,-25 17,-5 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9:59.41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0,'5'0,"5"0,2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0:00.07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0:00.68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18:11.4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26712 724,'-7'-4,"0"-1,0 1,-1 0,1 1,-1 0,0 0,0 1,0 0,0 0,0 1,0 0,0 0,-1 1,1 0,0 0,0 1,-1 0,1 1,0-1,0 2,0-1,1 1,-1 0,0 1,1 0,0 0,0 1,0-1,1 2,-5 3,-37 55,46-62,1 0,0 0,-1 1,1-1,1 1,-1-1,0 1,0-1,1 1,0 0,-1-1,1 1,0 0,0-1,0 1,1 0,-1-1,1 1,-1-1,1 1,0-1,0 1,0-1,0 1,1-1,-1 0,2 2,0-2,-1 0,1 0,-1-1,1 0,0 1,-1-1,1 0,0 0,0-1,0 1,0 0,0-1,0 0,0 0,0 0,0 0,0 0,0-1,0 1,0-1,0 0,0 1,-1-2,2 1,67-34,-53 24,-1 0,-1-2,0 0,-1-1,-1 0,0-1,0-1,-2 0,0-1,-1 0,-1-1,0 0,-1 0,-2-1,0-1,0 1,-2-1,0-2,-1 0,-1 0,0 0,-2-1,-1 1,-1-1,0 1,-2 0,-1 0,0 0,-2 0,0 0,-2 1,-8-19,15 37,0 1,0-1,0 0,0 0,0 1,-1-1,1 1,-1-1,1 1,-1-1,0 1,0 0,0 0,0 0,-1 0,1 0,0 1,-1-1,0 1,1-1,-1 1,0 0,1 0,-1 0,0 0,0 1,0-1,0 1,0 0,0 0,0 0,1 0,-1 0,0 0,0 1,0 0,0-1,0 1,1 0,-1 1,0-1,1 0,-3 2,-5 9,1 0,0 1,1 0,0 0,1 1,1 0,0 0,1 1,0 0,1 0,1 0,1 0,0 0,0 11,-1 2,1 0,1 0,2 1,1-1,1 0,1 0,1 0,2-1,1 1,3 3,-7-19,1 0,1 1,0-2,1 1,0-1,0 0,1 0,1-1,0 0,0-1,1 0,0 0,1-1,0-1,0 1,0-2,1 0,0 0,0-1,1 0,0-1,7 1,-13-3,-1-1,1 0,0 0,-1 0,1-1,0 0,-1-1,1 1,0-1,-1 0,1-1,-1 0,1 0,-1 0,0-1,0 0,0 0,0 0,-1-1,1 0,-1 0,0 0,0-1,0 1,-1-1,1-1,-1 1,-1 0,1-1,-1 0,1-1,0-4,0-1,-1 1,-1 0,0-1,-1 1,0-1,0 0,-1 1,-1-1,0 0,0 1,-1-1,-1 1,0 0,-1-1,0 1,0 1,-1-1,-1 1,-6-10,12 19,-1-1,0 1,1 0,-1 0,0-1,0 1,1 0,-1 0,0 0,0 0,0 0,-1 0,1 0,0 1,0-1,0 0,-1 1,1-1,0 1,-1-1,1 1,0-1,-1 1,1 0,-1 0,1 0,0 0,-1 0,1 0,-1 0,1 0,0 0,-1 1,1-1,0 1,-1-1,1 1,0-1,-1 1,1 0,0-1,0 1,0 0,0 0,0 0,0 0,0 0,0 0,0 0,0 1,1-1,-1 0,0 0,1 1,-1-1,1 0,-1 1,1-1,0 0,-1 1,1 0,-2 5,1 0,-1 0,1 0,0 1,1-1,0 1,0-1,0 0,1 1,0-1,1 0,0 1,0-1,0 0,1 0,0-1,0 1,1-1,0 1,0-1,1 0,6 9,1-1,0-1,1 0,1 0,0-2,0 0,16 9,29 14</inkml:trace>
  <inkml:trace contextRef="#ctx0" brushRef="#br0" timeOffset="587.425">27927 55,'0'0,"1"0,-1 0,1 0,-1 0,1 0,-1 0,1 0,-1 1,1-1,-1 0,0 0,1 0,-1 0,1 1,-1-1,1 0,-1 0,0 1,1-1,-1 0,0 1,1-1,-1 1,0-1,1 0,-1 1,0-1,0 1,1-1,-1 0,0 1,0-1,0 1,0-1,0 1,0-1,0 1,1-1,-1 1,-1-1,1 1,0-1,0 1,0-1,0 1,0-1,0 1,0-1,-1 0,1 1,0 0,17 331,-14-267,-1 5,4 0,3-1,3 4,-11-68,-1-1,1 1,0-1,0 1,0-1,0 0,1 1,0-1,-1 0,2 0,-1 0,0 0,1-1,0 1,0-1,0 1,0-1,0 0,1 0,0 0,-1-1,1 1,0-1,0 0,0 0,0-1,1 1,-1-1,0 0,1 0,-1 0,1 0,3-1,3-4,-1 0,0 0,-1-2,1 1,-1-1,0 0,-1-1,1 0,-1 0,-1-1,1 0,-1-1,-1 1,1-1,-1-1,-1 1,0-1,0 0,2-9,14-37,-21 40,-8 21,-10 21,15-20,0-1,1 1,-1-1,2 1,-1 0,1 0,-1 0,1 0,1 0,0 0,-1 0,2 0,-1 0,1 0,0 0,0 0,0 0,1-1,0 1,0 0,1-1,-1 1,1-1,1 0,-1 0,1 0,-1 0,1-1,1 0,-1 1,0-1,1-1,4 4,1-2,-1-1,1 1,0-2,0 1,1-1,-1-1,1 0,-1 0,1-1,0-1,8 0,22-3</inkml:trace>
  <inkml:trace contextRef="#ctx0" brushRef="#br0" timeOffset="850.119">27955 315,'-17'-2,"0"-1,15 2,22 2,30 0,32 1,25-1,-6 0</inkml:trace>
  <inkml:trace contextRef="#ctx0" brushRef="#br0" timeOffset="1563.389">28746 356,'-4'0,"-1"0,1 0,-1 1,1 0,-1 0,1 0,0 0,0 1,-1 0,1 0,0 0,0 0,1 0,-1 1,0 0,1 0,0 0,-1 0,1 0,0 1,1-1,-1 1,1 0,-1 0,1 0,0 0,1 0,-1 1,1-1,0 0,0 1,0-1,0 1,1 4,5 3,0 0,1-1,0 1,1-1,1 0,0-1,0 0,1 0,0-1,0 0,1 0,0-1,1-1,7 5,230 144,-245-154,1 0,0 1,0 0,0 0,0 0,-1 0,1 0,-1 1,0 0,0-1,0 1,0 0,-1 1,0-1,0 0,0 1,0 0,-3-2,0-1,-1 1,0-1,1 0,-1 0,0 0,0 0,0 0,0 0,-1-1,1 1,0-1,-1 1,1-1,-1 0,0 0,1 0,-1 0,0 0,1-1,-1 1,0-1,0 0,1 0,-1 0,0 0,0 0,0-1,0 0,-1 2,-4-1,1 0,-1 0,0-1,1 0,-1 0,1 0,0-1,-1 0,1-1,0 0,-3-2,7 4,1 0,0-1,-1 1,1-1,0 0,0 0,0 0,0 0,0 0,1 0,-1-1,1 1,-1 0,1-1,0 0,0 1,0-1,0 1,1-1,-1 0,1 0,-1 1,1-1,0 0,0 0,0 1,1-1,-1 0,1 0,-1 1,1-1,0 0,0 0,7-15,1 0,0 0,1 1,1 0,1 1,0 0,8-7,13-17,4-7,-2-1,-2-1,-2-2,-2-1,-3-2,-2 0,10-38,-32 86,-1 3,0 0,0 0,0 0,0 0,0 0,-1 0,1 0,-1 0,0 0,0-1,0 1,0 0,-1 0,1 0,-1 0,0 0,0 0,0 0,-1-1,1 4,-1 0,0 0,0 0,0 1,0-1,0 0,0 1,1-1,-1 1,0 0,0-1,1 1,-1 0,1 0,-1 0,0 0,1 0,0 1,-1-1,1 0,0 1,0-1,-1 1,1-1,0 1,1 0,-1-1,0 1,0 0,-16 28,1 0,1 1,2 1,1 0,2 1,1 0,1 0,2 1,0 12,1-18,1 1,1 0,2-1,1 1,1 0,1 0,2 0,1-1,1 1,1-1,1-1,2 1,1-2,1 1,1-2,2 1,0-2,16 19,-27-37,1 0,0-1,0 1,1-1,-1 0,1-1,0 1,1-1,-1-1,1 1,-1-1,1 0,0 0,0-1,1 0,-1 0,0-1,1 0,4 0,-8-3,-1-1,1 1,-1-1,0 0,0 0,0 0,0-1,0 1,0-1,-1 1,0-1,0 0,0 0,0 0,0 0,-1 0,0-1,0 1,0 0,0-1,-1 1,0 0,0-1,0 1,0-1,-1 1,1 0,-1-1,-1 0,-4-22,-2 0,-2 0,0 1,-1 0,-2 1,0 1,-2 0,-1 0,-1 2,0 0,-2 0,-1 2,0 1,-15-11,1-3,-2 2,-1 1,-2 1,0 3,-2 1,-31-13,46 29,23 13,17 5,30 8,1-1,0-3,1-1,1-3,0-1,41 0,1 1,2-4,-1-5,13-4,-38-2</inkml:trace>
  <inkml:trace contextRef="#ctx0" brushRef="#br0" timeOffset="-12505.745">8277 1271,'247'26,"711"-25,569-17,10-33,-1197 34,1 15,178 27,-462-20,0-3,0-2,1-3,-1-2,12-5,104-14,1 7,148 8,-165 7,-140-7,-14 1</inkml:trace>
  <inkml:trace contextRef="#ctx0" brushRef="#br0" timeOffset="-11913.811">14490 902,'41'31,"1"-2,2-1,1-3,0-1,18 4,0 2,-20-10,-19-10,0 1,0 1,-1 1,-1 1,0 1,-1 1,-1 1,3 4,-21-19,0 0,0 0,0 0,0 0,-1 0,1 0,-1 1,1-1,-1 0,0 1,0-1,0 1,-1-1,1 1,0 0,-1-1,0 1,1 0,-1-1,0 1,-1 0,1-1,0 1,-1 0,1-1,-1 1,0-1,0 1,0-1,0 1,0-1,-1 0,1 1,-1-1,1 0,-1 0,0 0,0 0,0-1,0 1,-1 0,-18 11,0-1,-1-1,-1-1,0 0,0-2,-1-1,-22 4,43-11,-154 36,-135 13,208-41,95-10,0-1,-1-1,0 0,0 0,0-1,0 0,-1-1,0 0,0-1,0 1,-1-2,0 1,-1-1,1 0,-1-1,-1 0,0 0,0 0,-1-1,0 0,-1 0,0 0,0 0,-1-1,0 1,0-8,-2-1,-1 1,-1-1,-1 0,-1 1,0-1,-1 1,-1 0,-1 0,0 1,-1 0,-1 0,-1 0,0 1,-2 0,-10-13,21 28,0 0,0 0,-1 1,1-1,0 0,0 0,0 1,-1-1,1 0,0 0,-1 1,1-1,-1 0,1 1,-1-1,1 0,-1 1,1-1,-1 1,0-1,1 1,-1-1,0 1,1-1,-1 1,0 0,1-1,-1 1,0 0,0 0,0 0,1-1,-1 1,0 0,0 0,0 0,1 0,-1 0,0 1,0-1,0 0,1 0,-1 0,0 1,0-1,1 0,-1 1,0-1,1 1,-1-1,0 1,1-1,-1 1,0-1,1 1,-1-1,1 1,-1 0,1-1,0 1,-1 0,1 0,0-1,-1 1,1 0,0 0,0 0,0-1,0 2,-1 16,2 0,1 1,0-1,1 0,1 0,2 5,4 18,-1 5</inkml:trace>
  <inkml:trace contextRef="#ctx0" brushRef="#br0" timeOffset="-10915.379">9382 998,'-355'105,"-48"8,382-107,12-5,1 2,-1-1,0 1,1 0,0 1,0 0,0 1,0-1,-1 3,9-7,0 1,0 0,0 0,0 0,1-1,-1 1,0 0,0 0,1-1,-1 1,0 0,1-1,-1 1,1 0,-1-1,1 1,-1-1,1 1,-1-1,1 1,0-1,-1 1,1-1,0 1,-1-1,1 0,0 1,0-1,-1 0,1 0,0 0,0 1,-1-1,1 0,0 0,0 0,-1 0,1 0,0 0,0-1,0 1,-1 0,1 0,0-1,-1 1,1 0,0-1,0 1,54 2,-40-3,0 1,0 1,-1 0,1 1,0 1,-1 0,1 1,10 5,130 89,-82-46,-50-37,0-1,0 0,1-2,1-1,0-1,0-1,1-1,0-1,12 1,-32-8,0 0,1 0,-1 0,0 0,0-1,0 0,0-1,0 1,0-1,0 0,0-1,0 1,-1-1,1 0,-1 0,0-1,0 0,0 0,-1 0,1 0,-1-1,0 0,0 0,0 0,-1 0,0-1,0 1,0-1,-1 0,0 1,1-4,3-12,-1 0,0 0,-2 0,-1 0,0 0,-1 0,-2-1,0 1,-1 0,-1 0,-1 0,-1 0,-1 0,0 1,-2 0,-1 0,-4-7,2 8,8 14,4 7</inkml:trace>
  <inkml:trace contextRef="#ctx0" brushRef="#br0" timeOffset="-10084.578">11048 684,'-10'-1,"-1"1,0 1,1-1,-1 2,1-1,-1 2,1-1,0 1,0 1,0 0,0 0,0 1,1 0,0 1,0 0,1 0,-1 1,2 0,-1 0,1 1,0 0,0 1,1-1,0 1,1 0,0 1,-4 8,8-16,0-1,-1 1,1 0,0 0,0 0,0 0,0 0,1 0,-1 0,0 0,1 0,0 0,-1 0,1 0,0 1,0-1,0 0,0 0,1 0,-1 0,0 0,1 1,0-1,-1 0,1 0,0 0,0 0,0-1,0 1,1 0,-1 0,0-1,1 1,-1-1,1 1,0-1,-1 1,1-1,1 1,4-1,0-1,0 0,0 0,0 0,0-1,0 0,0-1,-1 1,1-1,0-1,-1 1,0-1,1 0,-1 0,0-1,-1 0,1 0,-1 0,1-1,-1 0,-1 0,3-2,3-2,-1 0,0-1,0 0,-1 0,0 0,-1-1,0-1,-1 1,0-1,-1 0,-1 0,1-1,-2 1,0-1,0 0,-1-6,-7-14,5 32,0 1,0-1,-1 1,1-1,0 1,-1 0,1-1,0 1,-1 0,1-1,-1 1,1 0,0-1,-1 1,1 0,-1 0,1-1,-1 1,1 0,-1 0,1 0,-1 0,1 0,-1 0,1 0,-1 0,1 0,-1 0,1 0,-1 0,1 0,-1 0,1 0,-1 0,1 1,-1-1,1 0,0 0,-1 1,1-1,-1 0,1 1,-1-1,1 0,0 1,-1-1,1 0,0 1,0-1,-1 1,1-1,0 1,0-1,0 1,-1-1,1 0,0 1,0-1,0 1,0 0,-6 9,1-1,0 2,1-1,0 1,1-1,0 1,0 0,1 0,1 0,0 1,0-1,1 0,1 0,0 0,0 1,1 1,0-7,0 1,1-1,0 0,0 0,0 0,0 0,1 0,0-1,0 1,1-1,0 0,-1-1,2 1,-1-1,0 0,1 0,0-1,0 1,0-1,0-1,0 1,4 0,5 2,1-1,1 0,-1-2,1 0,-1 0,1-2,-1 0,11-2,29-4</inkml:trace>
  <inkml:trace contextRef="#ctx0" brushRef="#br0" timeOffset="-9112.959">11526 616,'-8'-1,"0"1,0 0,0 0,0 1,-1 0,1 0,0 1,1 0,-1 0,0 1,1 0,-1 0,1 1,0 0,0 0,0 1,1 0,-1 0,1 0,1 1,-1 0,1 0,0 1,0-1,-2 5,4-5,1 0,0-1,0 1,0 0,0 0,1 0,0 0,1 0,-1 0,1 0,0 0,1 0,-1 1,1-1,0 0,1 0,-1-1,1 1,1 0,-1 0,1-1,0 0,0 1,0-1,1 0,0-1,0 1,0-1,0 1,1-1,0 0,0-1,0 1,0-1,0 0,1-1,0 1,-1-1,1 0,0 0,0-1,0 1,0-2,0 1,0 0,2-1,1-2,-1 1,0-1,0 0,0-1,-1 0,1 0,0 0,-1-1,0-1,0 1,0-1,-1 0,1 0,-1-1,-1 0,1 0,1-3,6-7,-1-1,-1-1,0 0,-1 0,-1-1,2-7,6-34,-2 0,-3 0,-2-1,-4 0,-1-1,-4 0,-6-53,5 111,-5-84,5 88,0 1,0-1,-1 0,1 0,0 1,0-1,-1 0,1 0,0 1,0-1,-1 0,1 0,0 0,0 1,-1-1,1 0,0 0,-1 0,1 0,0 0,-1 0,1 0,0 0,-1 0,1 0,0 0,-1 0,1 0,0 0,-1 0,1 0,0 0,-1 0,1 0,0 0,-1-1,1 1,0 0,0 0,-1 0,1-1,0 1,0 0,-1 0,1-1,0 1,-10 41,2 1,1-1,3 1,1 16,2-47,-4 40,3 0,1 0,3 0,3 0,1-1,3 0,1 0,15 37,-22-77,0 0,1 0,1 0,0-1,0 1,1-1,0 0,0-1,1 0,0 0,1 0,-1-1,1 0,1 0,0-1,0 0,0-1,0 0,9 3,-15-7,1 0,-1-1,1 0,0 1,-1-2,1 1,0 0,-1 0,1-1,-1 0,1 0,-1 0,1 0,-1-1,1 1,-1-1,0 0,0 0,0 0,0 0,0 0,-1-1,1 1,-1-1,1 0,-1 0,0 0,0 0,0 0,-1 0,2-2,37-110,-31 64,-2-1,-3 1,-1-1,-3 0,-4-15,-1 44,5 23,0 1,0-1,0 0,0 0,0 1,0-1,0 0,0 0,0 1,0-1,0 0,0 0,0 0,0 1,0-1,0 0,0 0,0 1,0-1,-1 0,1 0,0 0,0 1,0-1,0 0,0 0,-1 0,1 0,0 1,0-1,0 0,-1 0,1 0,0 0,0 0,0 0,-1 1,1-1,0 0,0 0,-1 0,1 0,0 0,0 0,-1 0,1 0,0 0,0 0,-1 0,1 0,0 3,0 0,0 1,0-1,1 0,-1 1,1-1,0 0,0 0,0 1,0-1,0 0,1 0,0 0,-1 0,1-1,0 1,0 0,1-1,-1 1,1-1,-1 0,1 0,-1 0,1 0,0 0,0-1,0 1,1 0,94 22,-58-21,-27-3,0 1,-1 0,1 1,-1 0,0 1,1 0,-1 1,0 0,-7 1,-1-1,1 1,-1 0,0 1,0-1,0 1,-1-1,0 1,0 0,-1 0,1 1,-2-1,1 0,0 1,-1-1,0 1,-1-1,1 1,-1 0,-1-1,1 1,-1-1,0 1,-2 3,2 7,1-7,-1-6,0 0,0-1,0 1,1 0,0 0,0 0,0 0,0 0,0 0,1 0,0 0,0 0,0-1,0 1,0 0,1-1,0 1,0-1,0 1,0-1,0 0,0 0,1 0,0 0,0 0,0-1,0 1,0-1,0 1,1-1,7-2,-1 1,1-2,0 1,0-2,-1 1,1-1,0-1,-1 0,0 0,0-1,0-1,0 0,-1 0,1 0,-1-1,-1-1,1 0,-1 0,1-2,4 0,-1-1,0 0,-1-1,0 0,-1-1,0 0,-1-1,0 0,-1 0,0-1,-1 0,-1 0,0-1,-1 1,-1-1,0 0,-1-1,-1 1,0-1,-1 1,-1-1,0 0,0 14,1 0,-1-1,0 1,0-1,-1 1,1 0,0-1,-1 1,1-1,-1 1,0 0,0 0,0-1,0 1,0 0,0 0,-1 0,1 0,-1 0,1 1,-1-1,0 0,0 1,0-1,0 1,0-1,0 1,0 0,0 0,0 0,-1 0,1 1,0-1,0 0,-1 1,1 0,-1-1,1 1,0 0,-1 0,1 0,-1 1,1-1,0 1,-1-1,1 1,-7 5,1 0,0 1,1 0,-1 1,1 0,1 0,-1 0,1 1,1-1,0 1,0 1,1-1,0 1,0 0,1 0,-1 6,2-10,-1 1,1 0,1 0,-1 0,1 0,0 0,1 0,0 0,0 1,0-1,1 0,0 0,0 0,1 0,0 0,0 0,1-1,0 1,0-1,0 1,1-1,0 0,0 0,1-1,0 1,6 2,0-1,1-1,-1 0,1-1,1 0,-1-1,1 0,-1-1,1 0,0-1,0 0,0-1,0-1,1 0,-1-1,9-2,39-3</inkml:trace>
  <inkml:trace contextRef="#ctx0" brushRef="#br0" timeOffset="-8437.261">13151 329,'-7'0,"1"-1,0 0,-1 1,1 0,0 0,-1 0,1 1,0 0,0 0,0 0,0 1,0 0,0 0,0 1,0 0,1 0,-1 0,1 0,0 1,0 0,-3 3,7-2,1-1,-1 1,1 0,0-1,0 1,1-1,0 1,0-1,0 1,0-1,0 1,1-1,0 0,0 0,0 0,0 0,1 0,0 0,0-1,0 1,0-1,0 0,0 0,1 0,0 0,0 0,3 1,92 68,-77-59,0 2,-1 1,-1 1,0 0,-1 2,1 2,-17-18,-1-1,1 1,-1-1,0 1,0 0,0 0,0 0,0 0,0 0,-1 0,0 0,1 1,-1-1,-1 1,1-1,0 1,-1-1,0 1,1-1,-1 1,-1-1,1 1,0-1,-1 1,0-1,0 1,0-1,0 0,-1 0,1 1,-1-1,0 0,0 0,0 0,0-1,0 1,-2 1,-3 1,0 0,0 0,0-1,0 0,-1-1,1 1,-1-2,0 1,0-1,0 0,-1-1,1 0,0 0,0 0,-1-1,1-1,-5 0,10 0,1 0,0-1,0 1,1 0,-1-1,0 0,0 1,1-1,-1 0,1 0,-1 0,1 0,0 0,0 0,0 0,0 0,0 0,0-1,1 1,-1 0,1-1,-1 1,1 0,0-1,0 1,0-1,0 1,1 0,-1-1,1 1,-1 0,1-1,0 1,0 0,0 0,0 0,0 0,0 0,0 0,1 0,-1 0,1 0,1-1,11-13,0 0,0 2,2 0,0 0,0 1,1 1,1 1,0 0,0 2,1 0,0 1,6-1,-14 4,0 1,0 0,1 0,-1 1,1 1,0 0,0 1,6 0,-16 2,1-1,-1 1,0 0,0 1,0-1,0 0,0 0,0 1,-1-1,1 1,0 0,-1-1,1 1,-1 0,1 0,-1 0,0 0,0 0,0 0,0 0,0 1,-1-1,1 0,-1 0,1 1,-1-1,0 0,0 1,0-1,0 1,0-1,0 0,-1 0,1 1,-1-1,0 0,0 2,0 22,1-23,1 0,-1 0,1 1,0-1,0 0,0 0,0 0,1-1,-1 1,1 0,-1 0,1-1,0 1,0-1,0 0,1 1,-1-1,0 0,1 0,-1 0,1-1,0 1,0-1,0 1,0-1,0 0,0 0,0 0,0-1,0 1,0-1,0 1,0-1,1 0,0-1,11 2,-1-1,1-1,-1-1,1 0,-1 0,0-2,0 0,0 0,-1-1,0-1,0 0,0-1,0-1,-1 0,6-5,-15 10,0 0,1 0,-1 0,0 0,-1-1,1 1,-1-1,1 0,-1 0,0 0,0 0,-1 0,1 0,-1-1,0 1,0 0,-1-1,1 1,-1 0,0-1,0 1,0-1,-1 1,1-1,-1 1,0 0,-1-1,1 1,-1 0,1 0,-1 0,-1 0,1 0,0 1,-1-1,0 0,-2-1,-1-1,1 1,-1 1,0-1,0 1,-1 0,1 0,-1 1,0 0,0 0,0 1,0-1,0 2,-1-1,1 1,0 0,-1 0,1 1,-1 0,1 1,-1-1,1 1,-1 1,1 0,0 0,0 0,0 1,0-1,0 2,0-1,1 1,0 0,0 1,0-1,0 1,1 0,-1 1,1-1,1 1,-1 0,1 0,0 1,-1 2,1-4,0 0,1 0,0 0,0 1,0-1,1 1,-1 0,1 0,1-1,-1 1,1 0,0 1,1-1,-1 0,1 0,0 0,1 0,-1 0,1 0,1 0,-1 0,1 0,0 0,0 0,1-1,-1 1,1-1,0 1,1-1,0 0,-1-1,1 1,1-1,-1 1,1-1,2 1,0-2,1 0,0 0,-1-1,1 0,0-1,1 1,-1-2,0 1,0-1,0 0,0-1,0 0,0 0,5-2,29-8</inkml:trace>
  <inkml:trace contextRef="#ctx0" brushRef="#br0" timeOffset="-8173.964">13929 97,'-16'0,"-12"0,-9 2,0 3,4 6,7 5,13 7,14 4,15 3,5-5</inkml:trace>
  <inkml:trace contextRef="#ctx0" brushRef="#br0" timeOffset="-7922.127">14107 711,'16'11,"13"5,8-1,4-4,3-4,-6-10,-10-3</inkml:trace>
  <inkml:trace contextRef="#ctx0" brushRef="#br0" timeOffset="-7499.743">11608 588,'-12'7,"-10"14,-16 17,-15 14,1-2</inkml:trace>
  <inkml:trace contextRef="#ctx0" brushRef="#br0" timeOffset="-14711.66">16770 384,'0'-1,"1"1,-1-1,0 0,1 1,-1-1,0 1,0-1,1 1,-1-1,0 0,0 1,0-1,0 0,0 1,0-1,0 0,0 1,0-1,0 1,0-1,0 0,-1 1,1-1,0 0,0 1,-1-1,1 1,0-1,-1 1,1-1,-1 1,1-1,0 1,-1-1,1 1,-1 0,1-1,-1 1,0 0,1-1,-1 1,1 0,-1-1,0 1,1 0,-1 0,1 0,-1 0,0 0,1 0,-1 0,0 0,1 0,-1 0,0 0,-37 11,8 2,1 2,0 1,1 2,1 1,1 0,1 2,0 1,2 1,-16 21,-94 158,4-17,105-148,2 2,2 0,2 1,-4 17,18-47,-12 30,2 0,1 2,2-1,3 1,-4 36,7-24,-6 58,4 1,5-1,5 1,7 20,51 314,-49-353,-8-54,1-1,3 1,8 27,-3-27,-3 1,-1 0,-2 0,-1 10,8 124,-15 443,-14-450,16 97,-14-183,-15 104,1-21,13-66,1 15,-2 18,7 59,-5-68,-22 53,21-108,4 0,2 1,3 36,-2 220,-2-168,9 86,1-103,0 310,26-106,-28 248,-13-431,-35 120,45-238,1 1,3 1,1-1,6 25,1 76,5 55,-13 929,15-910,-16 61,0-258,-2 1,-1-2,0 1,-2 0,0-1,-3 5,-22 92,15 6,5 1,6 31,5 767,28-587,-24-263,3 0,3-1,4 0,2-1,4-1,16 38,-19-68,1 0,2-1,2-1,25 34,91 108,23 109,-149-270,45 72,-3 2,32 81,48 132,-105-253,0-4,-3 2,-1 1,-3 1,-2 1,3 20,4 50,-5 0,0 51,-15-90,16 331,-24-316,1 100,-18 106,-6 38,25 325,26-378,-26-235,-4-82,0-4</inkml:trace>
  <inkml:trace contextRef="#ctx0" brushRef="#br0" timeOffset="-6353.805">17044 888,'48'12,"0"-3,1-2,0-2,48-1,-83-3,995-18,-789 7,1645-29,-1710 37,-134-1,-26-1,-32-2,-9 1</inkml:trace>
  <inkml:trace contextRef="#ctx0" brushRef="#br0" timeOffset="-5518.037">17548 739,'-39'4,"0"2,0 1,1 2,0 2,0 2,1 1,1 1,0 3,-24 16,34-21,12-8,2 2,-1 0,1 0,0 1,1 0,-1 1,0 2,12-11,0 1,0-1,1 0,-1 1,0-1,0 1,0-1,0 1,0-1,1 1,-1-1,0 0,0 1,0-1,1 1,-1-1,0 0,1 1,-1-1,0 0,1 1,-1-1,1 0,-1 0,0 1,1-1,-1 0,1 0,-1 0,1 0,-1 0,1 1,-1-1,1 0,-1 0,1 0,-1 0,0 0,1 0,-1-1,1 1,-1 0,1 0,-1 0,1 0,-1 0,1-1,-1 1,0 0,1 0,-1-1,0 1,1 0,-1-1,2 1,18-1,0 0,-1 1,1 1,0 2,0-1,-1 2,0 1,0 0,12 6,125 54,-71-27,2-5,59 14,-144-45,1-1,-1 0,1 1,0-1,0 0,-1 0,1-1,0 1,0-1,0 1,0-1,0 0,0 0,0 0,-1-1,1 1,0-1,0 1,0-1,0 0,-1 0,1 0,0-1,-1 1,1 0,-1-1,1 0,-1 0,0 1,0-1,0-1,0 1,0 0,0 0,-1-1,1 1,0-2,0-12,-1 0,0-1,-1 0,-1 1,0-1,-2 1,0 0,0 0,-1 0,-1 0,-1 0,-1 1,-1-3,5 11,-14-40,-3 0,-2 1,-1 1,-3 2,-15-19,34 53,9 14,6 8</inkml:trace>
  <inkml:trace contextRef="#ctx0" brushRef="#br0" timeOffset="-2738.042">21850 342,'-25'-32,"14"24,-1 1,0 0,0 0,-1 2,1-1,-1 2,0 0,-1 0,1 1,-1 1,1 0,-1 1,0 0,0 1,0 1,1 0,-1 1,1 0,-1 1,1 1,0 0,0 0,0 2,-11 6,10-2,0 1,1 0,1 1,0 1,0 0,1 1,1 0,0 0,1 1,1 0,0 1,1 0,1 0,0 1,1-1,1 1,1 1,0-1,1 0,1 0,1 11,0-19,0 0,1-1,0 1,0 0,1-1,0 1,0-1,1 0,0 0,1 0,0 0,0 0,1-1,-1 0,2 0,-1 0,1-1,0 1,0-1,1-1,0 1,0-1,0 0,0-1,1 0,0 0,0-1,5 2,4-1,-1 0,1-2,0 0,0-1,0-1,0 0,0-1,0-1,0-1,0 0,-1-1,1-1,-1 0,0-1,-1-1,1-1,-1 0,-1-1,0 0,0-2,0 1,9-12,-22 21,-1 1,0-1,1 0,-1 1,0-1,0 1,0-1,1 1,-1-1,0 1,0-1,1 1,-1-1,0 1,1 0,-1-1,1 1,-1 0,1-1,-1 1,0 0,1-1,-1 1,1 0,-1 0,1-1,0 1,-1 0,1 0,-1 0,1 0,-1 0,1 0,-1 0,1 0,0 0,-1 0,1 0,-1 0,1 0,-1 0,1 1,-1-1,1 0,-1 0,1 1,-1-1,1 0,-1 1,1-1,-1 0,0 1,1-1,-1 1,1-1,-1 0,0 1,0-1,1 1,-1-1,0 1,2 13,-2-9,0 1,0-1,1 1,0-1,0 1,0-1,1 0,0 0,-1 0,2 0,-1 0,1 0,0 0,0-1,0 1,0-1,1 0,0 0,0 0,0-1,0 1,4 2,-2-3,0 0,1 0,-1-1,1 0,-1 0,1 0,0-1,0 0,-1 0,1-1,0 0,0 0,0 0,0-1,0 0,0-1,-1 1,1-1,-1 0,1-1,-1 0,0 0,0 0,0-1,0 0,0 0,-1 0,0-1,0 0,0 0,-1 0,1 0,-1-1,3-5,-6 8,0-1,0 1,-1 0,1-1,-1 1,0 0,0-1,0 1,0-1,-1 1,1 0,-1-1,0 1,0 0,0 0,0 0,-1 0,1 0,-1 0,0 0,0 0,0 0,0 1,0-1,-1 1,1 0,-1-1,1 1,-3-1,-4-4,-1 1,1 1,-1 0,0 0,0 0,0 2,-1-1,-6 0,10 1,0 1,1 1,-1 0,0 0,0 0,0 1,0-1,-1 2,1-1,0 1,0 0,1 1,-5 1,11-3,-1 0,1 0,0 0,0 0,-1 1,1-1,0 0,0 0,0 0,-1 1,1-1,0 0,0 0,0 0,0 1,-1-1,1 0,0 0,0 1,0-1,0 0,0 1,0-1,0 0,0 0,0 1,0-1,0 0,0 1,0-1,0 0,0 0,0 1,0-1,0 0,1 0,-1 1,0-1,0 0,0 0,0 1,1-1,-1 0,0 0,0 0,0 1,1-1,-1 0,0 0,0 0,1 0,-1 1,0-1,0 0,1 0,-1 0,0 0,0 0,1 0,-1 0,0 0,1 0,-1 0,0 0,0 0,1 0,-1 0,0 0,0 0,1 0,23 5,22-4,0-2,-1-2,33-7,-8 2,-38 4,-18 2,0-1,0 2,0 0,0 1,0 0,0 1,0 1,0 0,0 1,4 2,-15-3,1 0,-1 1,0-1,0 1,0 0,-1 0,1 0,-1 0,1 0,-1 1,0-1,0 1,0-1,-1 1,0 0,1 0,-1 0,0 0,-1 0,1 0,-1 0,0 0,0 0,0 0,0 0,-1 0,1 0,-1 0,0-1,-2 4,1 15,2-21,0 0,0 0,-1 0,1 0,0 0,0 0,0 0,0 0,0 0,1 0,-1 0,0-1,0 1,1 0,-1 0,0 0,1 0,-1 0,1 0,-1 0,1-1,-1 1,1 0,0 0,-1-1,1 1,0-1,0 1,0 0,-1-1,1 1,0-1,0 0,0 1,0-1,0 0,0 1,0-1,0 0,0 0,0 0,0 0,0 0,-1 0,1 0,0 0,0 0,0-1,0 1,0 0,47-20,-33 11,0-1,-1-1,0 0,-1 0,0-1,-1-1,0 0,-1-1,-1 0,0-1,-1 0,0 0,-1-1,-12 22,1 1,0 0,1 0,-1 0,1 0,1 1,-1-1,1 0,0 1,1-1,0 1,0-1,1 0,0 1,0-1,1 0,-1 1,2-1,-1 0,1 0,0-1,0 1,1 0,2 1,2-2,1 0,0-1,0 0,1 0,0-1,0-1,0 1,0-2,0 1,0-1,1-1,9 0,34 5</inkml:trace>
  <inkml:trace contextRef="#ctx0" brushRef="#br0" timeOffset="-2120.693">23147 601,'-10'2,"0"0,0 1,1 0,-1 0,0 1,1 0,0 1,0 0,0 0,1 1,0 0,0 1,0-1,1 2,0-1,0 1,1 0,0 0,0 1,1-1,0 1,1 1,0-1,-2 7,6-14,-1 1,1 0,0 0,0 0,0-1,0 1,0 0,1 0,-1-1,1 1,0 0,0-1,0 1,0-1,0 1,1-1,-1 1,1-1,-1 0,1 0,0 0,0 0,0 0,0 0,0 0,0-1,1 1,-1-1,1 1,-1-1,2 0,2 2,1-1,0 0,1 0,-1 0,0-1,0 0,1-1,-1 0,1 0,-1 0,4-1,-2-1,1 0,-1 0,0-1,0 0,0-1,-1 0,1 0,-1-1,0 0,0 0,0-1,-1 0,0 0,0-1,0 0,-1 0,0-1,-1 1,0-1,0-1,0 1,-1-1,0 1,0-5,5-12,-2-2,0 1,-2-1,-1 0,-1 0,-2 0,0 0,-2-1,-2-26,-2 0,-2 1,-14-49,-2 40,23 61,0 1,0 0,0-1,0 1,-1-1,1 1,0 0,0-1,-1 1,1 0,0-1,-1 1,1 0,0 0,-1-1,1 1,-1 0,1 0,0-1,-1 1,1 0,-1 0,1 0,0 0,-1 0,1 0,-1 0,1 0,-1 0,1 0,-1 0,1 0,0 0,-1 0,1 0,-1 0,1 0,-1 1,1-1,0 0,-1 0,1 0,0 1,-1-1,1 0,0 1,-1-1,1 0,0 1,-1-1,1 0,0 1,0-1,-1 0,1 1,0-1,0 1,0-1,0 1,-11 27,3 14,2 1,1 0,3 0,2 28,0-71,-2 33,2 0,1 1,2-1,1-1,2 1,1-1,1 1,2-2,5 8,-12-32,0 0,1-1,0 1,1-1,-1 0,1 0,0 0,1-1,0 0,-1 0,1 0,1-1,-1 0,1 0,0-1,0 1,0-2,0 1,0-1,0 0,1 0,-1-1,1 0,0 0,-1-1,1 0,3-1,1 0,0 0,0-2,0 1,0-2,-1 1,1-2,-1 1,0-2,-1 1,1-2,-1 1,0-1,-1-1,1 0,-1 0,-1-1,0 0,0 0,-1-1,0 0,-1 0,0-1,0 1,-1-2,4-10,-22 41,8-5,1 0,1 0,0 0,1 1,0-1,1 1,1-1,0 1,1-1,1 3,-1-13,0-1,0 0,0 1,1-1,-1 0,1 0,-1 0,1 0,0-1,0 1,1 0,-1-1,0 1,1-1,-1 0,1 0,0 0,0 0,0 0,0-1,2 1,15 5</inkml:trace>
  <inkml:trace contextRef="#ctx0" brushRef="#br0" timeOffset="-1854.939">23735 315,'0'0</inkml:trace>
  <inkml:trace contextRef="#ctx0" brushRef="#br0" timeOffset="-1487.242">24158 1,'-10'43,"1"0,2 1,3 0,1 0,2 0,2 0,2 2,-2-37,2 87,4 0,4 0,10 25,15-23,-35-95,1 0,0 0,0-1,0 1,1 0,-1-1,0 1,1-1,0 0,0 0,-1 0,1 0,0-1,1 1,-1-1,0 0,0 1,1-2,-1 1,0 0,1-1,-1 1,1-1,-1 0,0 0,1 0,-1-1,4 0,6-4,0-1,0 0,-1-1,1-1,-2 0,1-1,-1 0,0 0,-1-1,0-1,-1 1,0-2,2-4,77-109,-76 119,-14 24,-32 169,34-184,0 1,0 0,0 0,0-1,0 1,1 0,0-1,0 1,0-1,0 1,0-1,1 1,-1-1,1 0,0 1,0-1,0 0,1 0,-1-1,1 1,-1 0,1-1,0 0,0 1,0-1,0 0,0-1,1 1,-1 0,1-1,-1 0,1 0,2 1,33 1,1-5</inkml:trace>
  <inkml:trace contextRef="#ctx0" brushRef="#br0" timeOffset="-1206.992">24554 479,'-14'-7,"-4"-2</inkml:trace>
  <inkml:trace contextRef="#ctx0" brushRef="#br0" timeOffset="-947.488">24062 288,'0'-3,"9"0,20 0,23 1,24 0,20 1,14 1,9 0,-14 0</inkml:trace>
  <inkml:trace contextRef="#ctx0" brushRef="#br0" timeOffset="-686.19">25305 724,'-10'-7,"0"0,0 1,0 0,-1 0,0 1,0 1,0-1,-1 2,1 0,-1 0,0 1,0 1,0 0,0 0,0 1,0 1,0 0,0 0,0 2,0-1,1 1,-1 1,-8 4,16-6,0 0,0 1,0 0,0-1,1 1,-1 0,1 1,0-1,0 1,0-1,1 1,-1 0,1 0,0 0,0 0,0 1,0-1,1 0,0 1,0-1,0 1,0 0,1-1,0 1,0-1,0 1,1 0,-1-1,1 1,0-1,0 1,1-1,-1 0,1 1,0-1,0 0,0 0,1 0,-1 0,1-1,0 1,0-1,1 1,-1-1,1 0,2 1,4-1,1-1,0 0,0-1,0 0,0 0,0-1,-1-1,1 0,0 0,0-1,0-1,-1 0,0 0,1-1,-1 0,0-1,-1 0,1-1,-1 0,0 0,-1-1,1 0,-1-1,-1 3,0 0,-1 0,0-1,0 0,0 0,-1 0,0-1,0 0,-1 0,0 0,0 0,0-1,-1 0,0 1,-1-1,0 0,0-1,0 1,-1 0,-1 0,1-1,-2-4,2 12,-1 1,0-1,0 1,0-1,0 0,0 1,0-1,0 1,0-1,0 0,0 1,-1-1,1 1,0-1,0 1,0-1,-1 0,1 1,0-1,-1 1,1-1,0 1,-1 0,1-1,-1 1,1-1,-1 1,1 0,-1-1,1 1,-1 0,1 0,-1-1,1 1,-1 0,1 0,-1 0,0 0,1-1,-1 1,1 0,-1 0,0 0,1 0,-1 1,1-1,-1 0,1 0,-1 0,0 0,1 0,-1 1,1-1,-1 0,1 1,-17 29,18-23,0 0,0 0,1-1,0 1,0 0,1-1,-1 0,1 1,1-1,-1 0,1-1,0 1,1-1,-1 1,1-1,0 0,0-1,1 0,-1 1,1-2,0 1,0-1,0 0,0 0,1 0,-1-1,5 1,39 17</inkml:trace>
  <inkml:trace contextRef="#ctx0" brushRef="#br0" timeOffset="5516.038">20525 684,'-40'-30,"40"30,-1 0,1 0,-1 0,1 1,0-1,-1 0,1 0,0 0,-1 0,1 1,-1-1,1 0,0 0,0 1,-1-1,1 0,0 1,0-1,-1 0,1 1,0-1,0 0,0 1,-1-1,1 1,0-1,0 0,0 1,0-1,0 1,0-1,0 0,0 1,0-1,0 1,0-1,0 0,0 1,0-1,0 1,1-1,-1 0,0 1,0-1,0 0,1 1,-1-1,0 0,0 1,1-1,-1 0,0 0,1 1,-1-1,9 11,0-1,0 0,1-1,0 0,1-1,0 0,0-1,1 0,0 0,0-1,8 2,232 80,-251-88,1 0,-1 0,0 0,1 0,-1 1,0-1,1 0,-1 0,0 1,0-1,1 1,-1-1,0 1,0 0,0-1,0 1,0 0,0 0,0 0,0 0,0 0,0 0,0 0,0 0,-1 0,1 0,0 0,-1 1,1-1,-1 0,0 0,1 1,-1-1,0 0,0 1,1-1,-1 0,0 1,0-1,-1 0,1 1,0-1,0 0,-1 0,1 1,-1-1,1 0,-1 0,-7 10,0-1,-1-1,-1 0,1 0,-1-1,-1 0,-10 6,-6 5,5-3,-27 19,1 2,2 2,2 2,-5 8,25-20</inkml:trace>
  <inkml:trace contextRef="#ctx0" brushRef="#br0" timeOffset="7729.185">20784 29,'-10'87,"14"-57,0 0,2-1,1 0,1 0,1 0,2-1,1-1,1 0,1-1,2 0,0-1,13 14,-4-1,-19-27,113 200,-70-90,-30-67,3-1,2-1,2-1,3-1,25 33,-4-25,2-3,35 28,-37-37,-2 1,-3 3,24 34,-26-15,-4 1,-3 3,-3 1,23 75,4 7,-6-29,-10-26,-4 2,18 81,-29-44,4 80,17 93,-13-167,37 88,-54-172,-2 1,-3 1,-3 0,-3 1,-1 16,3 716,-9-759,17 277,-15 154,-13-306,0-42,5 1,6-1,13 87,12-49,-9-65,-5 0,1 79,-19-20,-6-1,-10 18,-12 149,24-140,3-27,-7-2,-14 47,-70 186,60-259,6 2,5 1,-2 64,-10 551,-30 827,17-494,47-772,-14 0,-17 31,-96 407,76-513,-10-2,-10-4,-30 47,16-84,-7-3,-9-6,-58 69,-20 11,-157 162,177-231,-48 34,159-171,-101 100,-7-6,-5-7,-118 71,224-171,-1-2,-1-3,-2-3,-60 19,94-39,1-1,-2-2,1-1,-1-1,0-1,0-1,1-2,-1-2,0 0,0-2,1-1,-18-6,-29-16,1-4,1-3,3-3,-25-18,-27-14,-3 3,8 6</inkml:trace>
  <inkml:trace contextRef="#ctx0" brushRef="#br0" timeOffset="9940.997">17180 17740,'-2'0,"-1"3,2 4,9 7,9 8,16 6,19 9,21 9,22 10,20 9,18 3,17 0,11-6,3-13,-26-13</inkml:trace>
  <inkml:trace contextRef="#ctx0" brushRef="#br0" timeOffset="50361.542">5736 15965,'2'0,"-1"0,-1 0</inkml:trace>
  <inkml:trace contextRef="#ctx0" brushRef="#br0" timeOffset="56363.596">6992 14763,'-1'10,"-1"-1,-1 1,0-1,0 0,-1 0,0 0,-1 0,0-1,0 1,0-1,-1-1,-1 1,1-1,-1 0,0-1,-1 1,-7 4,-90 38,32-19,35-10,23-11,0 0,-1-1,0-1,0 0,0-1,-1-1,0-1,0 0,-1-1,-14 0,4-2,-1 1,1 2,-1 0,1 2,-19 7,-16-2,-25 10,66-13,-1 0,0-2,0-1,0-1,-1-1,1-1,-1-1,0-1,1-1,-5-1,-40 0,-131 2,35 26,48-10,-102 24,25-26,60 0,-7-23,55 4,69 5,1 0,-1-1,0 0,1-2,-1 0,-8-3,-126-35,-70 13,58 2,71 11,-219 15,126 15,-242-15,317 13,-14 1,-333-14,322 13,-366-13,489-1,1 0,-1-1,1 0,0 0,-1-1,1-1,1 0,-1 0,1-1,-1 0,1-1,1 0,-1 0,1 0,0-1,1-1,-1 0,1 0,1 0,0 0,0-1,0 0,-2-8,-6-13,1 0,1-1,2-1,-4-21,13 48,1 0,0 0,0 1,0-1,0 0,1 0,0 1,0-1,0 0,0 1,1-1,0 1,0-1,0 1,0 0,1 0,0 0,0 0,0 1,0-1,0 1,1-1,-1 1,1 0,1 0,4-5,0-1,1 2,0 0,0 0,1 0,0 1,0 1,0 0,1 1,-1 0,1 0,0 1,0 1,0 0,1 1,-1 0,3 1,152-13,215 14,-229-16,37 15,-81 14,20-5,79-4,-28-19,45 9,-156-2,1 3,0 3,1 3,27-1,245-9,-10-21,-23-3,-102 14,110-3,-59-13,145-31,-292 51,107 2,159-28,-150 27,-90 14,-133-1,0 1,0 0,1 1,-1-1,0 1,0 0,0 0,-1 0,1 1,-1 0,1 0,-1 0,0 0,0 1,0-1,0 1,-1 0,1 0,-1 1,0-1,-1 1,1-1,-1 1,0 0,0 0,0 0,-1 0,1 0,-1 0,0 3,4 37,-2-32,-1-1,-1 1,1 0,-2 0,0 0,-1 0,0 0,-1 0,0-1,-1 1,0-1,-1 1,-5 9,6-14,-1-1,0 0,0 0,-1 0,0 0,-1-1,1 1,-1-1,0-1,0 1,-1-1,0 0,0-1,0 0,0 0,-1 0,-6 2,-24 6,-1-2,0-1,-40 3,54-10</inkml:trace>
  <inkml:trace contextRef="#ctx0" brushRef="#br0" timeOffset="59939.926">519 5012,'0'17,"0"14,-2 13,-1 12,-2 9,-3 6,0 2,2-1,2-7,1-10,1-11,1-14</inkml:trace>
  <inkml:trace contextRef="#ctx0" brushRef="#br0" timeOffset="60231.666">1 5012,'7'-2,"9"-1,13 0,14 1,11 0,8 1,7 1,4-1,1 1,-1-2,-3-3,-2-3,-3-5,-4-3,-7 0,-13 2</inkml:trace>
  <inkml:trace contextRef="#ctx0" brushRef="#br0" timeOffset="61094.453">834 5422,'11'-8,"91"-69,-4-4,-3-5,32-41,-112 109,1 1,-2-2,-1 0,0 0,-1-1,-2-1,0 0,-1 0,-1-1,0-3,-7 23,1 0,-2 0,1-1,0 1,0 0,-1-1,1 1,-1-1,0 1,1 0,-1-1,0 1,-1-1,1 1,0 0,-1-1,1 1,-1-1,0 1,0 0,0 0,0-1,0 1,0 0,-1 0,1 0,-1 0,1 1,-1-1,0 0,0 1,0-1,0 1,0-1,0 1,0 0,0 0,0 0,-1 0,1 0,0 1,-1-1,1 1,0-1,-3 1,-5 1,-1 2,1-1,-1 1,1 1,0-1,0 2,0 0,1 0,-1 0,1 1,0 1,1 0,0 0,0 0,1 1,-1 0,2 1,-1-1,1 1,-3 6,2 0,0-1,0 1,2 0,0 1,0-1,2 1,0 0,1 0,0 0,1 1,1-1,2 13,4 24,2 0,3-1,6 13,17 93,-20-1,6-193,-4-12,60-145,-36 142,-39 51,1 0,-1 0,1 0,-1 1,1-1,-1 1,1-1,-1 1,1 0,-1-1,0 1,1 0,-1 0,0 0,0 0,0 0,0 0,0 0,0 0,0 1,0-1,0 0,0 1,-1-1,1 0,0 1,-1-1,0 1,1-1,-1 1,0-1,1 1,-1-1,0 1,0 0,0-1,-1 1,1-1,0 1,-1 0,1-2,8 89,-7-61,2 0,0 0,2-1,0 1,10 25,-12-47,0 0,0 0,1 0,0-1,0 1,0-1,0 0,1 0,0 0,0-1,0 0,1 0,-1 0,1 0,0-1,0 0,0 0,0-1,1 0,-1 0,1 0,-1-1,1 0,0 0,0-1,-1 0,1 0,0 0,0-1,-1 0,1 0,-1-1,3 0,81-34,-51 13</inkml:trace>
  <inkml:trace contextRef="#ctx0" brushRef="#br0" timeOffset="61732.259">2213 5422,'2'0,"6"0,6 0,7 0,8 0,5 0,4 2,3 2,1-2,0 3,-2 0,-3-1,-6-1,-3-1,-5-3,-3-4,-5-1</inkml:trace>
  <inkml:trace contextRef="#ctx0" brushRef="#br0" timeOffset="62010.516">2240 5628,'7'0,"7"0,8 0,7 0,8 0,8 2,6 1,5 0,2-1,1 0,-4-3,-3-4,-7-4,-10 1</inkml:trace>
  <inkml:trace contextRef="#ctx0" brushRef="#br0" timeOffset="62379.57">2663 5163,'48'38,"-38"-33,141 59,-122-55,-1 1,0 1,-1 2,0 1,-1 0,-1 3,0 0,20 18,-40-29,1 1,-1 0,0 0,-1 0,0 0,0 1,0-1,-1 1,0 0,-1 1,0-1,0 0,0 0,-1 1,-1-1,1 1,-1-1,-1 1,0-1,0 1,0-1,-1 0,-1 1,1-1,-1 0,-1 0,1-1,-1 1,0-1,-1 0,0 0,-3 3,-18 24,-2-1,-1-2,-2-1,-1-2,-1 0,-1-3,-28 17,41-29</inkml:trace>
  <inkml:trace contextRef="#ctx0" brushRef="#br0" timeOffset="63584.349">3551 5450,'-3'2,"1"-1,-1 1,1 0,-1 0,1 0,0 1,0-1,0 1,0-1,1 1,-1-1,1 1,-1 0,1 0,0 0,0 0,0 0,0 0,1 0,-1 0,1 2,-4 18,1 0,2 0,0 0,1 0,2 0,2 13,-4-28,1-1,0 1,1 0,0-1,0 1,0-1,1 0,0 0,1 0,0 0,0 0,0-1,1 1,0-1,0-1,0 1,1-1,0 0,0 0,0 0,1-1,-1 0,1 0,0-1,0 0,0 0,1 0,-1-1,4 0,-6-1,0-1,0 1,0-1,0-1,0 1,0-1,0 0,0 0,-1 0,1-1,0 1,0-1,-1 0,0-1,1 1,-1-1,0 0,0 0,0 0,-1 0,1-1,-1 0,1 1,-1-2,6-7,-1 0,0-1,-1 0,0-1,-1 0,-1 0,0 0,0-1,-2 1,0-1,-1 0,0 0,-1 0,-1 0,0-3,0 7,-1 1,-1-1,1 0,-2 1,1-1,-1 1,-1 0,0 0,0 0,-1 1,-1-1,1 1,-1 0,-1 1,0-1,0 1,0 1,-1-1,0 1,-1 1,-5-4,11 8,1 0,-1 1,1 0,-1-1,0 1,0 0,0 0,1 0,-1 1,0-1,0 1,0 0,0-1,0 1,0 1,0-1,0 0,0 1,0-1,0 1,0 0,0 0,1 0,-1 0,0 1,1-1,-1 1,1 0,-1 0,1-1,0 1,0 1,0-1,0 0,0 0,0 1,0-1,1 1,0 0,-1 0,-5 10,1-1,1 1,0 0,0 0,1 0,1 0,0 1,1 0,1 0,0-1,1 1,0 0,1 0,1 0,0-1,0 1,2-1,1 5,7 9</inkml:trace>
  <inkml:trace contextRef="#ctx0" brushRef="#br0" timeOffset="64096.49">4152 5696,'23'-220,"-10"170,-10 79,-13 102,8 127,10-221,-2-28</inkml:trace>
  <inkml:trace contextRef="#ctx0" brushRef="#br0" timeOffset="64567.232">4493 5764,'41'-262,"-26"90,-16 651,14-329,-9-132</inkml:trace>
  <inkml:trace contextRef="#ctx0" brushRef="#br0" timeOffset="65550.709">4179 5354,'-8'19,"-13"4,-2-1,0-1,-1-1,-1-2,-19 12,35-30,22-16,149-157,-158 169,-4 3,0 1,0-1,0 1,1-1,-1 0,0 1,0-1,0 0,0 1,1-1,-1 1,0-1,0 1,1-1,-1 0,0 1,1-1,-1 1,1 0,-1-1,1 1,-1-1,1 1,-1 0,1-1,-1 1,1 0,-1-1,1 1,0 0,-1 0,1 0,-1 0,1-1,0 1,-1 0,1 0,0 0,-1 0,1 0,-1 1,1-1,0 0,-1 0,1 0,-1 0,1 1,0-1,-1 0,1 1,-1-1,1 0,-1 1,1-1,-1 1,1-1,-1 1,0-1,1 1,-1-1,1 1,-12 118,6 371,3-507,-1 7</inkml:trace>
  <inkml:trace contextRef="#ctx0" brushRef="#br0" timeOffset="65805.035">4057 5928,'2'0,"3"0,6 0,3 0,3 0,2 0,0 0,1 0,-3 0</inkml:trace>
  <inkml:trace contextRef="#ctx0" brushRef="#br0" timeOffset="66104.228">4535 5395,'-10'14,"-4"7,-4 2,0 0,3-5</inkml:trace>
  <inkml:trace contextRef="#ctx0" brushRef="#br0" timeOffset="66443.598">4480 5914,'11'7,"7"4,5 1,2-2,3-2,2-4,2-1,-3-4,-3-2,-7 0</inkml:trace>
  <inkml:trace contextRef="#ctx0" brushRef="#br1" timeOffset="165351.069">9969 2063,'-5'-8,"-1"-1,0 1,-1 1,0-1,0 1,0 0,-1 1,0 0,-1 0,1 1,-1 0,0 0,0 1,-1 0,1 1,-6-2,-188-73,161 68,0 3,0 2,0 1,-1 2,1 2,-19 4,8 3,1 2,0 2,1 3,1 2,0 2,1 3,-34 19,49-20,1 2,0 1,2 1,1 2,1 1,1 1,1 2,2 1,1 0,2 2,0 1,3 0,1 2,0 3,4-10,1 1,1 1,2-1,0 2,3-1,1 1,1 0,1 1,2 1,2 16,2-1,2 1,3-1,1 0,3 0,2-1,2-1,1 0,3-1,2-1,2-1,2-1,8 9,-14-27,2 0,0-2,1 0,1-1,1-2,1 0,1-2,1-1,0 0,1-3,0 0,2-1,1-2,35 11,0-3,2-4,0-2,0-3,32-1,-55-4,-1-3,1-1,0-2,-1-2,0-2,0-2,0-2,-1-2,0-2,-1-2,0-1,-1-2,27-18,-22 4,-2-2,-2-2,-1-1,-2-3,-1-1,-2-1,-3-3,-1 0,-2-2,-2-1,-3-2,-1 0,-3-1,-2-2,8-40,-19 66,-1-2,-1 1,-2-1,-1 0,-1 0,-1 0,-2 0,-1 0,-1 1,-2-1,0 0,-2 1,-1 0,-2 1,-3-7,-12-8,-1 0,-2 2,-2 1,-2 1,-1 2,-1 1,-3 2,0 2,-2 1,-14-7,-4-4,-2 3,-1 2,-2 3,-2 2,0 3,-2 4,-1 2,0 3,-2 3,0 3,-10 2,45 8,0 2,1 2,-1 1,1 1,0 2,0 2,0 0,0 3,0 1,13-4,1 2,0 0,1 1,-1 0,2 2,0 0,0 1,1 1,1 1,0 0,1 0,1 2,0 0,-7 14,-15 35</inkml:trace>
  <inkml:trace contextRef="#ctx0" brushRef="#br1" timeOffset="166858.058">13343 1886,'-38'-27,"0"2,-2 1,-1 3,-1 1,0 2,-2 2,1 1,-2 3,0 2,0 1,-22 1,-6-1,1 3,-1 4,0 3,0 3,0 3,1 4,0 2,1 4,0 3,2 3,-46 22,81-30,2 1,0 2,1 1,1 1,1 1,1 2,1 1,1 1,1 1,1 1,1 2,2 0,1 1,1 1,2 1,1 0,1 2,2-1,2 2,1 0,-5 31,8-11,3 0,3 0,2 0,2 0,2 0,3-1,3 0,1 0,3-1,7 10,-10-33,2-1,2 0,0-1,2-1,1 0,1-2,1 0,1-1,1-2,1 0,1-1,6 1,28 23,2-3,1-2,2-4,2-2,38 12,-76-37,-1 0,2-3,-1 0,1-2,-1-1,1-1,0-1,0-2,0-1,0-1,0-2,-1-1,0 0,0-3,-1 0,4-3,38-16,0-3,-2-3,-1-2,-2-4,-2-2,-2-3,-1-3,16-21,-49 44,-2-2,-1-1,-2-1,0-1,-2-1,-1 0,-2-1,-1-1,-2-1,-1 0,-1 0,-2-1,-2-1,-1 1,-2-1,-1 0,-2 0,-1 0,-2 0,-5-24,-1 19,-3 0,-1 1,-1 0,-3 1,-1 1,-2 0,-2 1,-1 1,-1 2,-2 0,-2 1,-1 2,-1 1,-6-3,-8-5,-2 3,-1 1,-1 2,-2 3,-1 1,-1 3,-2 2,0 2,-1 3,-12-1,7 5,0 2,-2 3,1 3,-1 2,0 3,-54 6,79-2,1 2,0 1,0 2,0 1,1 2,1 2,0 1,1 1,0 2,1 1,1 1,-8 8,-28 32</inkml:trace>
  <inkml:trace contextRef="#ctx0" brushRef="#br1" timeOffset="168330.162">15582 2008,'-15'-26,"0"1,-2 1,-1 0,-1 1,-1 0,-1 2,0 1,-2 0,0 2,-2 0,0 2,0 1,-2 1,1 1,-17-5,-21-2,0 3,-2 2,1 3,-2 3,1 3,-1 3,0 3,-18 4,28 2,1 3,0 2,1 2,0 3,2 2,0 2,1 3,1 2,1 3,1 1,2 2,-6 8,33-24,1 0,0 1,1 1,1 1,0 1,2 0,0 1,1 0,1 1,1 1,1 0,1 0,1 1,0 1,0 6,-4 52,3 0,4 1,4 0,7 73,-4-96,0-25,1 0,1 0,2 0,1 0,2-1,2 0,1-1,1 0,2-1,1 0,1-1,2-1,1 0,2-2,0 0,2-1,1-1,31 19,1-3,2-2,2-2,1-4,2-1,1-4,1-3,60 16,-76-26,1-1,0-3,1-3,0-1,1-3,-1-2,1-2,0-2,46-8,-73 3,1 0,-1-2,0 0,0-2,-1-1,-1-1,0-1,-1-1,0 0,-1-2,0-1,-2 0,0-2,-1 0,0-1,-2-1,17-24,-2-1,-2-1,-2-2,-3-1,-1-1,-3 0,-2-2,-3 0,-2-1,-2-1,-2 0,-3 0,-2 0,-3-1,-2 1,-4-18,2 36,-2 0,-1 1,-2 0,-1 0,-2 1,-1 0,-2 1,-2 1,0 0,-3 1,0 1,-2 1,-1 0,-2 2,0 1,-2 0,-1 2,-1 1,-25-15,20 20,-2 1,0 2,-2 1,1 2,-1 2,-1 1,0 2,0 2,-1 1,-5 1,-27 2,0 2,0 4,0 2,0 4,-1 3,-56 15</inkml:trace>
  <inkml:trace contextRef="#ctx0" brushRef="#br1" timeOffset="171121.28">18094 2035,'-241'-183,"195"155,-1 2,-1 2,-2 2,0 2,-1 3,0 2,-2 2,-46-5,44 11,0 2,0 3,0 2,0 3,0 2,1 2,-7 5,10-1,0 3,1 2,1 2,-31 17,62-26,-1 1,2 1,0 1,0 1,1 0,0 1,1 0,1 1,1 1,0 1,1-1,0 2,-1 4,-31 73,4 2,-17 67,55-158,-12 31,2 1,1 0,2 1,1 0,3 0,1 1,1 35,9 43,21 208,-20-296,0-1,2 0,1 0,2-1,0 0,2-1,1-1,1 0,1-1,1-1,1-1,2 0,21 18,-41-40,32 34,1-1,2-2,2-1,1-2,1-2,1-1,1-2,11 2,19-2,0-3,1-4,1-2,0-4,1-3,-1-4,48-3,-82-4,0-1,-1-1,0-3,0-1,-1-2,0-1,9-6,250-126,-270 131,-2-1,1-2,-2-1,0 0,-1-2,-1-1,-1 0,-1-2,0 0,-2-2,0 0,-2 0,-1-2,6-13,-3-14,-2 0,-3-1,-2-1,-2 0,-3 0,0-34,-2 32,-3 1,-1-1,-3 1,-3-1,-2 1,-3 1,-2 0,-2 0,-3 1,-18-38,16 52,-1 0,-2 2,-2 0,-1 2,-2 1,-1 1,-2 1,-31-24,57 51,-1 0,-1 0,1 1,-1 0,0 0,0 1,-1 0,1 0,-1 0,0 1,0 1,0-1,0 1,-1 0,1 1,0 0,-1 0,1 1,-1 0,1 1,-1 0,1 0,-5 1,-26 19,7 5</inkml:trace>
  <inkml:trace contextRef="#ctx0" brushRef="#br1" timeOffset="173293.736">19105 1886,'-9'2,"0"1,0 0,0 0,1 1,-1 0,1 1,0 0,0 0,0 1,1 0,0 0,0 1,1 0,0 0,0 1,5-3,0 0,1 0,-1 0,1 1,1-1,-1 0,1 0,0 1,0-1,0 0,1 0,0 0,0 0,0-1,0 1,1 0,0-1,0 0,0 0,0 0,1 0,0 0,0 0,0-1,3 3,-4-4,45 46,-33-36,-1 2,-1 0,0 0,0 1,-1 1,-2 0,9 15,-17-28,-1 0,1 0,-1 0,0 0,0 1,0-1,0 0,-1 1,1-1,-1 0,0 1,0-1,0 1,0-1,-1 0,1 1,-1-1,0 0,0 1,0-1,0 0,-1 0,0 0,1 0,-1 0,0 0,0-1,0 1,-1 0,1-1,-1 0,1 1,-1-1,-2 1,-44 19,48-22,-1 1,1-1,0 0,-1 0,1 1,-1-1,1 0,-1 0,1 0,0 0,-1-1,1 1,0 0,-1-1,1 1,-1-1,1 1,0-1,0 1,-1-1,1 0,0 0,0 0,0 0,0 0,0 0,0 0,0 0,0 0,0 0,1 0,-1 0,0-1,1 1,-1 0,1-1,-1-5,0 0,1-1,0 1,0 0,1 0,0-1,1 1,-1 0,1 0,0 0,1 1,0-1,0 0,3-4,-6 11,42-83,4 3,31-41,33-55,-103 171,-10 27,2-17,-5 33,0 0,3 0,1 0,2 0,2 1,1-1,2 0,1 0,2-1,2 0,2 0,11 25,-12-29,-11-34,0 1,-1-1,1 1,0-1,0 1,0 0,-1-1,1 1,0-1,0 1,-1 0,1-1,0 1,-1 0,1 0,0-1,-1 1,1 0,-1 0,1-1,0 1,-1 0,1 0,-1 0,1 0,-1-1,1 1,0 0,-1 0,1 0,-1 0,1 0,-1 0,1 0,-1 0,1 1,-1-1,1 0,0 0,-1 0,1 0,-1 1,1-1,0 0,-1 0,1 1,0-1,-1 0,1 0,0 1,-1-1,1 1,0-1,-1 0,1 1,0-1,0 1,0-1,-1 0,1 1,0-1,0 1,0-1,0 1,0-1,0 1,0-1,0 0,0 1,0 0,-11-11,0 0,1-1,0 0,1-1,0 0,1 0,1 0,-1-1,-3-13,6 18,-2-7,1 6,0-1,1 0,1 0,0 0,0-1,1 1,1-1,-2-5,5 14,0 0,0 0,1 1,-1-1,0 0,0 1,1-1,-1 1,1-1,-1 1,1 0,0 0,-1 0,1 0,0 0,0 0,0 0,0 0,0 1,0-1,0 1,0 0,0-1,0 1,0 0,0 0,0 0,0 1,0-1,0 0,0 1,0-1,2 2,5-2,286 6,-291-6,-3 0,0-1,0 1,0-1,0 1,0 0,1-1,-1 1,0 0,0 0,0 0,0 0,0 0,1 0,-1 0,0 0,0 1,0-1,0 0,0 1,0-1,0 0,0 1,0 0,0-1,0 1,0 0,0-1,0 1,0 0,0 0,-1 0,1-1,0 1,-1 0,1 0,-1 0,1 0,-1 1,1-1,-1 0,0 0,1 0,-1 0,-87 83,57-43,30-40,-1 0,0 0,1 0,-1 0,1 0,-1 0,1 0,-1 0,1 0,0 1,-1-1,1 0,0 0,0 0,0 1,0-1,0 0,0 0,0 0,1 1,-1-1,0 0,1 0,-1 0,1 0,-1 0,1 0,-1 0,1 0,0 0,0 0,-1 0,1 0,0 0,0 0,0 0,0-1,1 1,5 1,0 0,0 0,1-1,-1 0,0-1,1 1,-1-2,1 1,-1-1,0 0,1 0,-1-1,0 0,0 0,0-1,0 0,-1 0,1-1,1 1,-1-2,1 1,-1-1,0 0,0-1,-1 0,0 0,0 0,0-1,-1 1,0-2,0 1,0 0,-1-2,-12 126,9-115,0 0,0 0,0 0,0 0,0 0,0 0,0 0,1-1,-1 1,1 0,0-1,-1 1,1-1,0 1,0-1,0 0,0 0,0 0,0 0,0 0,0 0,0-1,1 1,-1-1,0 1,0-1,1 0,-1 0,0 0,0 0,1 0,-1-1,0 1,0-1,1 1,-1-1,0 0,0 0,0 0,0 0,0 0,0 0,0-1,0 1,-1-1,1 1,-1-1,1 0,-1 1,1-1,-1 0,1-1,7-7,-1-1,0-1,-1 1,0-1,0-1,-1 1,-1-1,0 0,-1 0,0-1,0-7,30-77,-33 97,-1-1,1 1,0-1,0 1,0-1,0 1,0 0,0-1,0 1,1 0,-1 0,0 0,1 0,-1 0,0 0,1 0,0 0,-1 1,1-1,-1 1,1-1,0 1,-1-1,1 1,0 0,-1 0,1 0,0 0,0 0,-1 0,1 0,0 1,-1-1,1 1,0-1,-1 1,1 0,-1-1,1 1,-1 0,1 0,-1 0,1 1,55 54,-51-45,0 0,0 1,-2 0,1 1,-1-1,-1 1,0 0,-1 0,1 9,18 71,-20-90,0-1,0 1,0-1,1 1,-1-1,1 0,0 0,-1 0,1 0,0 0,0 0,0 0,0-1,1 1,-1-1,0 0,1 1,-1-1,0 0,1 0,0 0,-1-1,1 1,0-1,-1 1,1-1,0 0,-1 0,1 0,0-1,-1 1,1 0,0-1,-1 0,1 0,-1 1,1-2,-1 1,1 0,-1 0,0-1,0 1,1-1,10-9,0 0,0-1,-1 0,-1-1,0 0,-1 0,0-1,-1-1,-1 0,0 0,-1 0,-1-1,0 0,-2 0,1-1,-2 0,1-9,5-34,-3-1,-3 0,-3-33,0 37,3 9,2 64,-4 182,6 57,-6-241,2-1,-1 1,2-1,0 1,0-1,2 0,2 6,-6-16,0 0,0 1,0-1,0 0,0 0,0 0,1-1,0 1,-1 0,1-1,0 0,0 1,0-1,1-1,-1 1,0 0,1-1,-1 1,1-1,-1 0,1-1,0 1,0 0,-1-1,1 0,0 0,-1 0,1 0,2-1,-3 0,1 0,-1 1,1-2,-1 1,0 0,0-1,0 1,0-1,0 0,0 0,0 0,-1-1,1 1,-1-1,1 1,-1-1,0 0,0 0,0 0,0 0,-1 0,1 0,-1 0,0-1,0 1,0 0,0-1,-1 1,1-1,-1-2,1-2,-1 0,0-1,-1 1,0 0,0-1,-1 1,0 0,0 0,-1 0,0 0,0 1,-3-5,-8-7,0 2,-2-1,0 2,0 0,-2 1,0 1,0 0,-1 2,-1 0,0 1,-1 1,0 1,0 1,-1 1,0 0,0 2,-1 1,-1 0,-109-7,123 11,24 2,236 2,132-20,-144 4,-223 8,-35-2,9 3,-2-1</inkml:trace>
  <inkml:trace contextRef="#ctx0" brushRef="#br1" timeOffset="186622.313">17235 13807,'-3'0,"0"-2,3-1,3 0,3 1,4-2,2-1,-1 2</inkml:trace>
  <inkml:trace contextRef="#ctx0" brushRef="#br1" timeOffset="187331.193">17412 14189,'9'12,"11"13,8 14,6 14,5 14,3 15,0 9,-1 6,-2 0,-1-5,-4-6,-5-11,-5-14,-4-12,-4-15,-4-15,-4-18,-3-9</inkml:trace>
  <inkml:trace contextRef="#ctx0" brushRef="#br1" timeOffset="187978.463">17357 14259,'-3'19,"1"0,1 0,0 0,2 0,0 1,3 15,0 2,18 160,-19-192,-3-24,0 19,14-417,24 477,-22-45,1-1,1 0,0-2,1 0,0 0,1-2,0-1,1 0,0-1,0-2,17 4,-29-7,41 18,-49-19,-1-1,1 0,-1 0,0 0,0 0,1 0,-1 0,0 0,0 1,0-1,0 0,0 0,0 0,-1 0,1 0,0 0,-1 1,1-1,0 0,-1 0,1 0,-1 0,0 0,1 0,-1 0,0-1,1 1,-1 0,0 0,0 0,0-1,0 1,0-1,0 1,0 0,0-1,0 0,0 1,0-1,0 1,0-1,-1 0,1 0,-1 0,0 2,-69 35,41-23,1 2,1 0,0 2,2 1,0 1,-3 5,-6 26,32-34</inkml:trace>
  <inkml:trace contextRef="#ctx0" brushRef="#br1" timeOffset="189569.744">18778 14613,'-11'-4,"1"0,-1 1,0 1,0 0,0 0,0 1,0 1,0 0,0 0,0 1,0 0,0 1,0 1,0-1,0 2,1-1,0 2,0-1,0 1,0 1,1 0,-1 0,1 1,1 0,0 0,0 1,0 0,1 1,-6 8,10-12,1 1,-1-1,1 1,1-1,-1 1,1 0,0-1,0 1,0 0,1 0,0 0,0 0,0-1,1 1,0 0,0 0,1-1,-1 1,1 0,1-1,-1 0,1 1,0-1,0 0,0 0,1-1,-1 1,1-1,0 0,1 0,-1 0,1 0,1 1,21 14,0-1,1-2,0 0,2-2,5 1,110 61,-142-75,0 1,0-1,0 1,0 0,-1 0,1 0,-1 0,1 0,-1 1,0-1,0 1,0-1,0 1,0 0,-1 0,1 0,-1 0,0 0,0 0,0 0,0 0,-1 0,1 1,-1-1,1 0,-1 1,-1-1,1 0,0 0,-1 1,1-1,-1 0,0 0,0 1,-5 5,-1-1,0 0,0 0,0 0,-1-1,0 0,-1 0,0-1,0 0,0-1,0 0,-1 0,0-1,0 0,0-1,0 0,-1 0,1-2,-1 1,0-1,-8 0,-43-16,61 15,0-1,0 1,-1-1,1 0,0 0,0 1,0-1,0 0,0 0,0 0,0 0,1 0,-1 0,0-1,1 1,-1 0,0 0,1 0,-1-1,1 1,0 0,-1-1,1 1,0 0,0-1,0 1,0 0,0-1,0 1,0 0,1-1,-1 1,0 0,1 0,-1-1,1 1,-1 0,1 0,0 0,-1-1,1 1,0 0,0 0,0 0,0 0,7-7,1 0,0 1,0 0,0 0,1 1,0 0,0 1,1 0,-1 1,8-2,-14 4,208-68,-136 48,-1-4,29-15,-97 38,-3 1,0 1,0 0,0-1,0 0,-1 0,1 0,0 0,-1-1,0 0,1 1,-1-1,0 0,0 0,-1-1,1 1,-1-1,0 1,2-5,-4 6,-1 0,0-1,0 1,0 0,-1 0,1 0,0 0,-1 0,1 0,-1 0,0 0,0 0,1 1,-1-1,0 1,0 0,-1-1,1 1,0 0,0 0,-1 0,1 0,0 1,-1-1,1 1,-1-1,1 1,-11-4,1 1,-1 0,0 1,0 0,0 1,0 1,0 0,0 0,0 1,0 1,0 0,0 1,1 1,-1 0,1 0,0 1,-8 4,16-5,0-1,0 1,0 0,0 0,1 0,-1 1,1-1,0 1,1-1,-1 1,1 0,0 0,0 0,0 1,1-1,0 0,0 1,0-1,1 1,-1-1,1 1,1-1,-1 0,1 1,0-1,0 1,1-1,-1 0,1 0,0 0,1 0,-1 0,1 0,0-1,0 1,0-1,1 0,0 0,-1 0,1 0,1-1,-1 1,1-1,-1 0,1 0,0-1,0 0,0 0,0 0,0 0,3 0,-5-1,1-1,-1 1,1-1,-1 0,1 0,-1 0,0-1,1 1,-1-1,1 0,-1 0,0 0,1 0,-1 0,0-1,0 1,0-1,0 0,0 0,-1 0,1-1,0 1,-1 0,0-1,1 0,-1 0,0 1,-1-1,2-2,39-95,-41 98,25-93,-21 126,-3-13,1 0,1-1,0 1,1-1,1-1,1 1,0-1,2 2,-6-13,0 1,1-1,0 1,0-1,1 0,-1-1,1 1,0-1,0 0,0 0,1 0,-1-1,1 0,0 0,0 0,0-1,0 0,1 0,-1 0,1-1,-1 0,1-1,3 1,4-3,0-1,-1-1,1 0,-1-1,0 0,0-1,-1 0,1-1,-1-1,-1 0,0 0,0-1,0-1,-1 0,-1 0,0-1,0 0,-1 0,0-1,3-7,11-19,-2 0,-1-2,-1 0,-3 0,-1-2,-2 0,-2 0,-2-1,-2 0,-2-1,-1 1,-3-1,-1 0,-2 1,-3-6,5 31,-1 0,-1 1,-1 0,0 0,-1 0,-1 0,0 0,-1 1,-4-5,11 20,-1 0,1 0,0 0,-1 0,1 0,-1 0,1 0,-1 0,1 0,-1 0,0 0,0 0,1 1,-1-1,0 0,0 0,0 1,0-1,0 1,0-1,0 1,0-1,0 1,0-1,0 1,0 0,0 0,0 0,-1-1,1 1,0 0,0 0,0 0,0 1,0-1,0 0,0 0,-1 1,1-1,0 1,0-1,0 0,0 1,0 0,0-1,1 1,-1 0,0-1,0 1,0 0,1 0,-1 0,0 0,1 0,-1 0,1 0,-1 0,-25 66,17-22,2 0,2 1,2 0,3 0,1 0,2 0,2 0,2-1,2 0,15 43,-20-72,0 1,1-2,1 1,0-1,2 1,-1-2,2 1,0-1,0-1,2 1,-1-2,2 1,0-2,0 0,1 0,0-1,1 0,11 5,-20-13,0-1,0 0,0 0,0 0,0-1,0 1,0-1,0 0,0-1,0 1,0-1,0 0,0 0,0-1,0 1,-1-1,1 0,0-1,-1 1,0-1,0 0,1 0,-1 0,-1 0,1-1,-1 1,1-1,-1 0,0 0,0 0,-1-1,12-16,-1-1,-2-1,0 0,-2 0,5-16,16-68,-5-2,-4 0,-6-1,-4 0,-5-1,-5-28,-1 92,-3 30,-1 27,-14 270,16-220,3 0,3 0,9 49,-9-88,0-1,2 1,0-1,1 0,1-1,1 0,1 0,0 0,1-2,1 1,1-1,10 10,-17-22,-1 1,1 0,0-1,0 0,1-1,-1 1,1-1,0 0,0-1,1 0,-1 0,1 0,-1-1,1 0,0-1,0 0,-1 0,8 0,3-10,-5-5</inkml:trace>
  <inkml:trace contextRef="#ctx0" brushRef="#br1" timeOffset="189817.793">19938 14353,'26'-9,"26"-10,24-9,19-9,15-5,7 0,0 5,-6 8,-22 10</inkml:trace>
  <inkml:trace contextRef="#ctx0" brushRef="#br1" timeOffset="190630.222">18395 15993,'18'-6,"1"0,0 2,1 0,-1 1,1 1,-1 1,1 1,12 1,-23 0,0 0,0 1,0 0,0 0,-1 1,1 0,-1 0,1 1,-1 0,0 1,-1 0,1 0,-1 1,0-1,0 2,-1-1,0 1,0 0,2 3,0 6,0 0,-1 1,-1 0,-1 0,0 0,-1 1,-1-1,-1 1,0 0,-2 0,0 0,0 0,-3 7,3-26,1 1,-1 0,0 0,0 0,0 0,0 0,1 0,-1 0,0 0,0 0,0 0,0 0,1 0,-1 0,0 0,0 0,0 0,0 0,1 0,-1 0,0 1,0-1,0 0,0 0,1 0,-1 0,0 0,0 0,0 0,0 1,0-1,0 0,0 0,1 0,-1 0,0 0,0 1,0-1,0 0,0 0,0 0,0 1,11-24,-9 18,66-155,14-69,-81 230,-1-1,0 0,0 0,0 0,0 0,0 0,0 1,0-1,0 0,0 0,1 0,-1 0,0 0,0 0,0 0,0 0,0 1,0-1,1 0,-1 0,0 0,0 0,0 0,0 0,1 0,-1 0,0 0,0 0,0 0,0 0,0 0,1 0,-1 0,0 0,0 0,1 29,-1-16,0-5,1 0,0 1,1-1,-1 0,2 0,-1 0,1 0,0 0,1-1,0 1,0-1,0 0,1 0,0 0,1-1,-1 0,1 0,1 0,-1-1,1 0,0 0,0 0,0-1,0 0,1-1,0 1,0-2,0 1,0-1,0 0,0-1,1 0,-1 0,0 0,1-1,-1-1,0 0,7-1,-4-1,0 0,0-1,-1 0,1-1,-1-1,0 1,0-2,-1 1,0-1,0-1,0 1,-1-1,0-1,-1 0,6-9,-8 13,-2-1,1 1,-1-1,0 0,0 0,0 0,-1-1,0 1,0 0,-1-1,0 0,0 1,0-1,-1 1,0-1,0 0,-1 1,0-1,0 0,0 1,-1-1,0 1,0 0,-1 0,0 0,0 0,-4-5,6 8,0 1,-1 0,1-1,-1 1,0 0,0 0,0 0,0 0,0 0,0 1,0-1,-1 1,1-1,-1 1,1 0,-1 0,1 0,-1 0,0 0,1 1,-1-1,0 1,0 0,1-1,-1 1,0 1,0-1,1 0,-1 1,0-1,1 1,-1 0,0 0,1 0,-1 0,1 0,-1 1,1-1,0 1,-2 4,0 1,0-1,1 1,0 0,0 0,1 1,0-1,0 0,1 1,0-1,0 1,1-1,-1 1,2 0,-1-1,1 1,0-1,1 1,1 4,0-5,-1 1,1 0,0-1,1 0,0 0,0 0,1 0,0-1,0 1,0-1,1 0,-1-1,2 0,-1 1,0-2,1 1,0-1,0 0,4 1,5 2,1-1,0 0,1-1,-1-1,1-1,0 0,0-1,4-1,34 0</inkml:trace>
  <inkml:trace contextRef="#ctx0" brushRef="#br1" timeOffset="191480.943">19856 15719,'-5'-2,"-2"0,1 0,0 0,0 1,-1 0,1 0,0 1,-1 0,1 0,-1 0,1 1,0 0,-1 0,1 1,0 0,0 0,0 0,0 1,0-1,1 1,-1 1,1-1,-1 1,1 0,1 0,-5 5,3-2,1 0,-1 1,2 0,-1 0,1 0,0 1,1-1,-1 1,2 0,-1 0,2 0,-1 0,1 2,0-7,1 0,0 1,0-1,0 0,1 1,0-1,-1 0,1 0,1 0,-1 1,1-1,-1 0,1-1,0 1,1 0,-1 0,1-1,-1 0,1 1,0-1,0 0,0 0,1-1,-1 1,1-1,0 1,-1-1,4 1,3 1,0-1,0-1,1 1,-1-1,0-1,1 0,-1-1,1 0,-1 0,1-1,-1 0,1-1,-1 0,0-1,0 0,0-1,5-3,7-2,-1-2,0-1,0-1,-1 0,-1-2,-1 0,4-4,-8 5,0-1,-1 0,-1 0,0-1,-1-1,-1 0,-1 0,0-1,4-13,-33 134,20-100,0 1,0 0,0-1,0 1,0-1,1 1,0-1,0 1,0-1,0 1,0-1,1 0,-1 0,1 0,0 0,0 0,0 0,0 0,1 0,-1-1,1 1,0-1,-1 0,1 0,0 0,0 0,1 0,-1-1,0 0,0 1,1-1,3 1,1-1,1 0,0-1,0 0,0 0,0-1,-1 0,1-1,0 0,-1 0,1-1,-1 0,0 0,0-1,0 0,0 0,-1-1,1 0,-3 2,-1 0,1-1,-1 1,0-1,0 0,0 0,0 0,-1-1,0 0,0 1,0-1,0 0,-1 0,0 0,0-1,0 1,-1 0,0-1,0 1,0-1,0 0,-1 1,0-1,0 1,-1-1,0 0,0-1,-2-1,-1 1,0 0,0 0,0 0,-1 0,0 1,0 0,-1 0,0 0,0 1,0 0,-1 0,0 0,1 1,-2 0,1 1,0-1,-1 1,1 1,-1-1,0 1,0 1,0-1,0 1,0 1,0 0,-1 0,1 0,0 1,0 0,0 1,-4 1,-16 13,28-16,0 0,-1 1,1-1,0 0,0 1,-1-1,1 1,0-1,0 0,0 1,0-1,-1 1,1-1,0 1,0-1,0 1,0-1,0 0,0 1,0-1,0 1,0-1,1 1,-1-1,0 1,0-1,0 0,0 1,1-1,-1 1,0-1,0 0,1 1,-1-1,0 0,1 1,-1-1,0 0,1 0,-1 1,0-1,1 0,-1 0,1 1,-1-1,0 0,1 0,-1 0,1 0,-1 0,1 0,-1 0,0 0,1 0,-1 0,1 0,-1 0,1 0,-1 0,1 0,-1 0,0 0,1-1,-1 1,1 0,-1 0,14-1,0 0,0-1,0 0,0-1,0 0,-1-2,0 1,1-2,-2 1,3-3,-1 2,49-22,-29 11,0 2,1 2,1 1,0 1,29-3,-62 13,0 0,-1 1,1-1,0 1,0 0,0 0,-1 0,1 0,0 0,0 1,0-1,0 1,-1 0,1-1,0 1,-1 1,1-1,-1 0,1 1,-1-1,0 1,1 0,-1-1,0 1,0 0,0 0,0 1,-1-1,1 0,-1 1,1-1,-1 1,1 1,7 43,9 18,-18-64,1 0,1 0,-1 0,0 0,0 0,0 0,0 0,1-1,-1 1,0 0,1-1,-1 1,0-1,1 0,-1 1,1-1,-1 0,1 0,-1 0,1 0,-1 0,0 0,1 0,-1 0,1-1,-1 1,1-1,-1 1,0-1,1 1,-1-1,0 0,0 1,1-1,-1 0,1-1,42-36,-28 18,-2-1,0 0,-2 0,0-2,-1 1,-1-2,-2 1,6-23,-8 29,-5 13,-1 3,0 0,-1 1,1-1,0 0,0 1,0-1,0 0,0 1,0-1,0 0,0 1,0-1,0 0,0 1,0-1,0 0,1 1,-1-1,0 1,0-1,1 0,-1 1,1-1,-1 1,0-1,1 1,-1-1,1 1,-1-1,1 1,-1-1,1 1,0 0,-1-1,1 1,-1 0,1 0,0-1,-1 1,1 0,0 0,-1 0,1 0,0 0,-1 0,1 0,0 0,-1 0,1 0,0 0,-1 0,1 0,0 1,-1-1,1 0,-1 1,1-1,0 0,-1 1,1-1,-1 1,14 19,-8-10,1-1,0 1,0-1,1-1,0 1,1-1,8 6,-5-7,0-1,0 0,0-1,0 0,1-1,0-1,0 0,0-1,0 0,1-1,-1 0,0-1,1 0,-1-2,0 1,0-2,4 0,30-9</inkml:trace>
  <inkml:trace contextRef="#ctx0" brushRef="#br1" timeOffset="192120.789">21454 15187,'-3'-1,"-1"0,0 1,0 0,1 0,-1 0,0 0,0 1,1 0,-1 0,0 0,1 0,-1 0,1 0,-1 1,1 0,0 0,-1 0,1 0,0 0,0 1,1-1,-1 1,0 0,1 0,0 0,-2 2,-1 6,1 1,0 0,1 0,0 1,1-1,1 0,0 1,0-1,1 1,1-1,0 1,1 6,-2-17,1 1,-1-1,0 0,1 1,-1-1,1 0,-1 0,1 1,0-1,0 0,0 0,1 0,-1 0,0 0,1-1,-1 1,1 0,-1-1,1 1,0-1,0 1,0-1,0 0,0 1,0-1,0 0,0-1,0 1,1 0,-1-1,0 1,0-1,1 0,-1 1,0-1,1 0,-1-1,0 1,1 0,-1-1,0 1,0-1,0 1,1-1,-1 0,2-1,7-8,-1 0,0 0,0-1,-1-1,-1 1,1-2,-2 1,0-1,-1 0,0 0,0-1,-2 0,2-8,3-22,-2 0,-2-1,-2 0,-2 0,-2 0,-1 0,-3 1,-2-1,-2 1,-1 0,-12-26,-2-13,16 78,5 21,10 212,-4-194,0 20,2 0,3-1,2 0,2 0,3-1,17 40,-27-82,0 0,1-1,-1 0,2 0,-1 0,1-1,1 0,-1 0,2-1,-1 0,1 0,-6-5,1 1,-1-1,0-1,1 1,-1 0,1-1,0 0,0 0,-1 0,1 0,0 0,0-1,0 0,0 0,0 0,-1 0,1 0,0-1,0 0,0 0,-1 0,1 0,0 0,-1-1,1 0,-1 0,1 0,-1 0,0 0,0 0,3-4,4-6,-1-1,0-1,-1 0,-1 0,0 0,-1-1,0 0,-1-1,-1 1,0-1,-1 1,-1-1,0-13,7-69,-8 97,-1 1,1 0,0 0,-1 0,1 0,-1 0,1 0,0 0,-1 1,1-1,-1 0,1 0,0 0,-1 0,1 1,-1-1,1 0,-1 1,1-1,-1 0,1 1,-1-1,1 1,-1-1,0 1,1-1,-1 1,0-1,1 1,-1-1,0 1,0-1,1 1,-1 0,0-1,0 1,0-1,0 1,0 0,0-1,0 1,0-1,0 1,0 0,0-1,0 1,0-1,1 3,4 10,1-1,1 0,0-1,1 0,0 0,0 0,1-1,1 0,0-1,0 0,0 0,1-1,1-1,3 2,32-1,-31-13</inkml:trace>
  <inkml:trace contextRef="#ctx0" brushRef="#br1" timeOffset="192367.119">21823 14613,'0'0</inkml:trace>
  <inkml:trace contextRef="#ctx0" brushRef="#br1" timeOffset="192749.093">22178 14066,'-4'20,"1"0,1-1,0 1,2 0,0 0,1 0,1 0,1-1,4 12,13 57,4-1,4-2,26 52,46 146,-91-247,24 58,-32-93,0 0,0 0,0-1,0 1,0 0,1 0,-1-1,0 1,1-1,-1 1,0-1,1 0,-1 1,0-1,1 0,-1 0,1 0,-1 0,0 0,1 0,-1 0,0-1,1 1,-1 0,0-1,1 1,-1-1,0 0,0 1,1-1,-1 0,0 0,0 0,0 1,0-1,0 0,0 0,0-1,0 1,-1 0,1 0,0 0,-1-1,1 1,-1 0,1 0,-1-1,1 1,-1-1,30-45,-3 0,-1-2,0-7,1-2,8-13,-35 72,0-1,1 0,-1 0,0 1,0-1,1 0,-1 0,0 0,0 1,1-1,-1 0,0 0,1 0,-1 0,0 0,1 1,-1-1,0 0,1 0,-1 0,0 0,1 0,-1 0,0 0,1 0,-1 0,0 0,1 0,-1-1,0 1,0 0,1 0,-1 0,0 0,1 0,-1-1,0 1,0 0,1 0,-1 0,0-1,0 1,1 0,-1 0,0-1,0 1,0 0,0-1,1 1,-1 0,0-1,0 1,0 0,0-1,0 1,0 0,0-1,0 1,0 0,0-1,1 31,-1-27,13 105,-12-105,0 0,0 0,0 0,1 0,-1 0,1-1,-1 1,1-1,0 1,0-1,0 1,0-1,0 0,1 0,-1 0,0 0,1-1,0 1,-1-1,1 1,0-1,0 0,0 0,0 0,0-1,0 1,0-1,0 1,0-1,0 0,0 0,0 0,3-1,26-9,-2-5</inkml:trace>
  <inkml:trace contextRef="#ctx0" brushRef="#br1" timeOffset="192914.678">22520 14559</inkml:trace>
  <inkml:trace contextRef="#ctx0" brushRef="#br1" timeOffset="193080.84">22042 14435,'16'0,"19"-5,23-8,19-6,19-8,10-5,6-3,1 1,-19 5</inkml:trace>
  <inkml:trace contextRef="#ctx0" brushRef="#br1" timeOffset="194449.544">23121 14544,'-1'23,"1"-1,2 1,0-1,2 0,0 1,2 1,-4-18,0-1,0 1,0 0,1-1,0 0,0 1,0-1,1-1,0 1,0 0,0-1,1 0,-1 0,1 0,0 0,0-1,0 0,0 0,1 0,-1-1,1 0,0 0,0 0,5 0,-7 0,1-1,-1 0,1-1,-1 1,1-1,0 0,-1 0,1 0,0-1,-1 1,1-1,-1 0,1-1,-1 1,1-1,-1 0,0 0,0 0,0-1,0 1,0-1,0 0,-1 0,0 0,1-1,-1 1,0-1,-1 0,1 0,-1 0,1 0,-1 0,0 0,-1 0,1-1,-1 1,0-1,0 0,0-1,-2-5,-1 1,0-1,-1 1,0 0,-1 0,0 0,0 0,-1 1,0-1,-1 1,0 1,0-1,-1 1,0 0,-1 0,1 1,-1 0,-1 1,0-1,1 2,-2-1,1 1,-7-2,1-1,-1 1,1 1,-2 1,1 0,0 1,-1 1,-12-1,42-2,98-27,-56 16,0 1,0 3,18 1,-67 10,-1 1,0 0,1 0,-1 1,1 0,-1 0,1 0,-1 1,1-1,-1 1,1 1,-1-1,0 1,0 0,1 0,-1 0,-1 1,1 0,0 0,-1 0,1 0,-1 1,0 0,2 2,-1 3,-1 1,1 1,-2-1,0 0,0 1,0-1,-2 1,1 0,-1 0,-1 0,0 4,0-15,-1 1,1 0,0-1,0 1,-1 0,1 0,0-1,0 1,0 0,0-1,0 1,0 0,0 0,1-1,-1 1,0 0,0-1,0 1,1 0,-1-1,0 1,1-1,-1 1,0 0,1-1,-1 1,1-1,-1 1,1-1,-1 1,1-1,0 1,-1-1,1 0,-1 1,1-1,0 0,-1 0,1 1,0-1,0 0,-1 0,1 0,0 0,-1 0,1 0,0 0,0 0,-1 0,1 0,0 0,-1 0,1-1,0 1,-1 0,1-1,0 1,-1 0,1-1,-1 1,1 0,0-1,35-33,-14 5,-2 0,-1-2,-2 0,-1-1,-1 0,-2-1,-1-1,0-10,-6 26,-2 50,-4-24,0 1,0-1,1 1,0-1,1 0,-1 0,2 0,-1 0,1 0,0 0,1 0,0-1,0 0,1 1,0-2,0 1,0-1,1 1,0-1,0-1,1 1,-1-1,1 0,0-1,1 0,-1 0,1 0,-1-1,1 0,6 0,5-1,1-2,0 0,0-1,0-1,-1-1,1-1,-1 0,0-2,0 0,-1-1,0-1,0-1,0 0,-1-1,-1-1,1-2,-2 5,-1-1,0 0,0-1,-1-1,-1 0,0-1,0 0,-1-1,-1-1,2-2,-11 15,0-1,0 1,0 0,0-1,0 1,-1 0,1-1,0 1,-1-1,0 1,1-1,-1 1,0-1,1 0,-1 1,0-1,0 1,-1-1,1 0,0 1,0-1,-1 1,1-1,-1 1,1-1,-1 1,0-1,1 1,-1 0,0-1,0 1,0 0,0 0,0 0,0 0,0-1,-1 1,1 1,0-1,-1 0,1 0,0 0,-1 1,1-1,-1 1,1-1,-1 1,0 0,1-1,-1 1,1 0,-1 0,0 0,-5 1,-1 0,1 1,0 0,-1 0,1 1,0 0,0 0,0 1,1-1,-1 1,1 1,0-1,0 1,1 0,-1 1,1-1,0 1,1 0,-1 0,1 1,0-1,1 1,0 0,0 0,0 0,1 0,0 1,-1 4,3-9,0 0,0-1,0 1,1 0,-1 0,0 0,1 0,0-1,0 1,0 0,0-1,0 1,0 0,1-1,-1 1,1-1,0 0,0 0,0 0,0 0,0 0,0 0,0 0,1 0,-1-1,1 1,-1-1,1 0,-1 0,1 0,0 0,0 0,-1-1,1 1,0-1,0 0,0 0,0 0,0 0,-1 0,1 0,0-1,0 1,0-1,-1 0,1 0,0 0,-1 0,1-1,-1 1,1-1,7-5,0 0,-1 0,0-1,0 0,-1-1,0 0,0 0,-1-1,0 0,-1 0,0 0,-1-1,0 0,0-1,-5 12,1 0,-1 1,1-1,0 0,-1 0,1 1,0-1,-1 1,1-1,-1 0,1 1,0-1,-1 1,1-1,-1 1,1 0,-1-1,0 1,1 0,-1-1,0 1,1 0,-1-1,0 1,0 0,1-1,-1 1,0 0,0 0,0-1,0 1,0 0,0 0,0-1,0 1,-1 0,1 0,0-1,0 1,-1 0,1-1,0 1,-1 0,1-1,0 1,-1-1,1 1,0 6,0-2,0 1,0 1,1 0,-1-1,1 1,0-1,1 1,0-1,0 1,0-1,1 0,-1 0,2 0,-1 0,1-1,-1 1,4 2,-5-7,-1 0,1 0,-1 0,1-1,0 1,-1-1,1 1,0-1,-1 1,1-1,0 0,0 0,-1 0,1 0,0 0,0 0,-1 0,1-1,0 1,-1-1,1 1,0-1,-1 0,1 1,-1-1,1 0,-1 0,1 0,-1 0,0 0,1-1,-1 1,1-1,37-49,-24 22,0 0,-2-2,-2 1,0-2,-2 1,-2-1,-1-1,0-3,12-265,-17 254,1-33,-3 0,-10-63,-14 60,25 82,0 0,-1 1,1-1,-1 0,1 0,0 0,-1 0,1 0,-1 1,0-1,1 0,-1 0,0 1,1-1,-1 1,0-1,0 0,1 1,-1-1,0 1,0 0,0-1,0 1,0 0,0-1,0 1,0 0,0 0,0 0,0 0,1 0,-1 0,0 0,0 0,0 0,0 1,0-1,0 0,0 1,0-1,0 0,0 1,1-1,-1 1,0-1,0 1,0 0,1-1,-1 1,0 0,1 0,-1-1,-24 50,19-23,2 1,1-1,1 1,1-1,1 1,2 0,1-1,1 1,1-1,1 0,2 0,1-1,0 0,2-1,2 0,0 0,1-2,1 1,5 2,5 8,2-2,1 0,2-2,1-2,1 0,1-3,2 0,0-2,1-2,34 14,10-10,-80-25,-1 0,1-1,-1 1,1 0,-1 0,1 0,-1-1,1 1,-1 0,1 0,0-1,-1 1,1 0,0-1,-1 1,1-1,0 1,-1 0,1-1,0 1,0-1,-1 1,1-1,0 1,0-1,0 1,0-1,-1 1,1-1,0 1,0-1,0 1,0-1,0 1,0-1,1 1,-1-1,0 1,0-1,0 1,0-1,1 1,-1 0,0-1,0 1,1-1,-1 1,0-1,1 1,-1 0,0-1,1 1,-1 0,1-1,-1 1,0 0,1 0,-1-1,1 1,-1 0,1 0,-1 0,1 0,-1 0,1 0,-1 0,1 0,-18-15,-1 1,0 2,-1 0,-1 0,0 2,-18-7,12 5,-419-177,440 186,-20-6,0-2,1-1,1-1,0-1,1-1,-5-5,24 18,0 0,0-1,1 1,-1-1,1 0,-1 0,1 0,0 0,0 0,0 0,1 0,-1-1,1 1,0-1,0 1,0-1,0 0,1 1,-1-1,1 0,0 1,0-1,0 0,1 0,-1 1,1-1,0 1,0-1,0 1,1-1,-1 1,1-1,0 1,0 0,0 0,0 0,2-2,91-86,90-32,101-41,100-54,68-45,-9 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1:53.562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2445 1448,'0'0,"0"0,-1-1,1 1,-1 0,1 0,-1 0,1 0,-1 0,1-1,-1 1,1 0,-1 0,1 0,-1 0,1 0,-1 1,1-1,-1 0,1 0,0 0,-1 0,1 0,-1 1,1-1,-1 0,1 0,0 1,-1-1,1 0,-1 1,1-1,0 0,-1 1,1-1,0 0,0 1,-1-1,1 1,0-1,0 1,0-1,-1 1,1-1,0 1,0-1,0 0,0 1,0-1,0 1,0-1,0 1,0-1,0 1,0-1,0 1,1-1,-1 1,0 0,-10 167,19 59,10 0,14 22,-6-32,20 271,-22 1,-23 105,-20 52,4-512,7-93</inkml:trace>
  <inkml:trace contextRef="#ctx0" brushRef="#br0" timeOffset="2077.979">2364 1612,'-1'-36,"2"0,1 1,2-1,2 0,1 1,9-26,-15 57,9-26,0 1,2 1,1 0,11-16,-23 43,-1-1,1 1,0 0,0 0,0 0,0 0,0 0,0 0,0 0,0 1,1-1,-1 0,0 1,0-1,1 0,-1 1,0 0,1-1,-1 1,0 0,1 0,-1 0,1-1,-1 1,0 1,1-1,-1 0,1 0,-1 0,0 1,1-1,-1 1,0-1,1 1,-1 0,0-1,0 1,0 0,0 0,1 0,-1 0,0 0,-1 0,1 0,0 0,0 0,0 1,12 7,1 0,0-1,0-1,1 0,-1-1,1-1,1 0,-1-1,1-1,0 0,0-1,0-1,4 0,37-2,0-2,0-2,6-4,-16 2,207-13,1 10,160 18,-346-6,444 2,-337 6,-14-1,-26-1,77-7,-182-6,-34 18,-11 21,2 2,2 0,1 0,2 1,2-1,1 1,1 18,4 116,7 0,9 15,9 166,-22-153,-4-65,6-1,6 0,11 34,63 271,4 216,-14-224,-61-288,-7 0,-10 119,0-93,27 169,-22-310,11 18,-9-47,-1-7</inkml:trace>
  <inkml:trace contextRef="#ctx0" brushRef="#br0" timeOffset="3493.633">2555 4712,'11'453,"2"-145,-25 290,2-369,10-227,0 1,0 0,0 0,0-1,1 1,-1 0,1-1,-1 1,1 0,0-1,0 1,0-1,1 1,-1-1,1 0,-1 0,1 1,-1-1,1 0,0 0,0-1,0 1,1 0,-1-1,0 1,0-1,1 1,-1-1,1 0,-1 0,4 0,7 0,0-1,0 0,1-1,-1-1,0 0,0-1,4-1,20-4,38-2,1 3,0 4,0 3,0 3,0 4,0 3,-1 3,14 8,-68-17,207 48,1-11,139 5,221-28,-486 6,-54-17,0-2,1-2,-1-3,1-1,43-8,33-37,-123 46,0-1,0 0,0 0,0 0,0 0,0-1,0 1,-1-1,1 1,0-1,-1 0,0 0,1 0,-1 0,0-1,0 1,0-1,0 1,-1-1,1 0,-1 1,0-1,1 0,-1 0,0 0,0-1,3-24,0 0,-2 0,0-1,-3-20,0 10,14-341,-8 264</inkml:trace>
  <inkml:trace contextRef="#ctx0" brushRef="#br0" timeOffset="5608.652">3456 5600,'-6'-1,"0"0,0 0,0 1,0-1,1 1,-1 1,0-1,0 1,0 0,0 0,0 1,1 0,-1 0,1 0,-1 1,1-1,0 1,0 1,0-1,0 1,1 0,-1 0,1 0,0 0,0 1,1 0,-1-1,1 1,0 1,-2 4,4-4,0 0,0 0,1 0,-1 0,2 0,-1 0,0 0,1 0,0 0,1 0,-1-1,1 1,0 0,1-1,-1 1,1-1,0 0,1 0,-1 0,1 0,3 3,98 83,-75-72,-22-15,-1 0,1 0,-1 1,0 0,0 0,0 1,-1-1,0 2,0-1,0 1,-1 0,0 0,-1 0,1 1,-1-1,-5-4,1-1,-1 0,0 0,0 0,0 0,0 1,0-1,0 0,-1-1,1 1,-1 0,1 0,-1-1,0 1,0-1,1 1,-1-1,0 0,0 0,0 1,-1-1,1-1,0 1,0 0,0-1,-1 1,1-1,0 1,-1-1,1 0,0 0,-1 0,1-1,0 1,-2-1,-121 2,115-1</inkml:trace>
  <inkml:trace contextRef="#ctx0" brushRef="#br0" timeOffset="5857.982">3756 5819,'-2'4,"-1"12,0 11,1 9,2 7,5 6,3 3,4-1,4-6,-2-10</inkml:trace>
  <inkml:trace contextRef="#ctx0" brushRef="#br0" timeOffset="6311.776">4357 5395,'-9'-1,"1"0,-1 1,0 0,0 1,1-1,-1 2,1-1,-1 1,1 1,-1 0,1 0,0 0,0 1,1 0,-1 1,1 0,0 0,0 0,0 1,1 0,0 0,-4 6,6-8,1 1,0-1,1 0,-1 1,1-1,-1 1,2 0,-1 0,0 0,1 0,0 0,0 0,0 0,1 0,0 0,0 1,0-1,1 0,-1 0,1 0,1 0,-1 0,1 0,-1 0,1 0,1-1,-1 1,1-1,-1 1,1-1,1 0,-1 0,1 0,1 1,12 8,1-1,1-1,0-1,0 0,1-2,0 0,5 1,-9-5,0 2,0 0,-1 0,0 2,0 0,-1 0,0 1,0 1,-1 1,0 0,-1 0,2 4,-11-11,-1 1,1-1,-1 0,0 1,0-1,-1 1,1 0,-1 0,0 0,-1-1,1 1,-1 0,0 0,0 0,0 0,-1 0,0 0,0 0,0-1,0 1,-1 0,0-1,0 1,0-1,0 1,-1-1,0 0,1 0,-2 0,1-1,0 1,-1-1,0 0,1 1,-1-2,-1 1,1 0,0-1,-1 0,1 0,-1 0,1-1,-1 1,0-1,0 0,-4 2,1-1,-1 0,1 0,-1-1,0 0,0-1,1 0,-1 0,0-1,0 0,1 0,-1-1,1 0,-1-1,1 0,0 0,0-1,-5-2,11-8,9 9</inkml:trace>
  <inkml:trace contextRef="#ctx0" brushRef="#br0" timeOffset="6596.053">4699 5969,'3'2,"0"1,0 0,0 0,0-1,1 0,-1 0,1 0,-1 0,1 0,0-1,0 1,0-1,0 0,0-1,0 1,0-1,0 1,0-1,0 0,0-1,0 1,0-1,0 0,0 1,0-2,0 1,0 0,0-1,-1 0,1 0,-1 0,1 0,0-1,1-2,0 0,-1-1,1 1,-1-1,0 0,-1 0,1 0,-1 0,0-1,-1 1,1-1,-2 0,1 0,-1 0,1-1,-2 4,1 1,-1-1,0 1,0-1,0 1,0-1,-1 1,1-1,-1 1,0-1,0 1,0 0,0-1,-1 1,0 0,1 0,-1 0,0 0,0 0,-1 0,1 1,0-1,-1 1,0 0,0 0,1 0,-1 0,0 0,-1 0,-1 0,-2-1,0 1,0 1,0-1,0 1,0 1,-1-1,1 1,0 0,0 1,0 0,0 0,0 0,0 1,0 0,0 0,0 1,1 0,-2 1,-107 73,91-58</inkml:trace>
  <inkml:trace contextRef="#ctx0" brushRef="#br0" timeOffset="7640.286">2896 1886,'0'-3,"0"5,0 10,0 11,3 10,0 10,2 5,3 3,2-1,-1-1,-1-10</inkml:trace>
  <inkml:trace contextRef="#ctx0" brushRef="#br0" timeOffset="7885.631">2842 2323,'11'2,"12"1,10 0,7-1,1-3,-4-1,-8 0</inkml:trace>
  <inkml:trace contextRef="#ctx0" brushRef="#br0" timeOffset="8163.631">2800 1803,'5'-2,"13"-1,15 0,16 1,11 0,-5 1</inkml:trace>
  <inkml:trace contextRef="#ctx0" brushRef="#br0" timeOffset="8424.932">3224 2364,'11'5,"0"0,0-1,0 0,1-1,0 0,-1-1,1 0,0-1,11 0,-18-1,-1 0,1 0,-1-1,0 1,0-1,1 0,-1 0,0-1,0 1,0-1,0 0,0 0,0-1,-1 1,1-1,-1 1,0-1,0 0,0-1,0 1,0 0,0-1,-1 1,0-1,0 0,0 0,0 0,0-2,0 2,-1-1,0 1,0 0,-1 0,1 0,-1 0,0-1,0 1,0 0,0 0,-1 0,0-1,0 1,0 0,0 0,-1 0,0 0,1 1,-1-1,-1 0,1 1,0-1,-1 1,0 0,0 0,0 0,0 0,0 0,-1 1,1-1,-1 1,-2-1,0 0,0 0,0 0,0 0,-1 1,1 0,-1 0,1 1,-1 0,0 0,0 1,0-1,1 2,-1-1,0 1,0 0,1 0,-1 0,0 1,1 0,-2 1,-61 53,43-22</inkml:trace>
  <inkml:trace contextRef="#ctx0" brushRef="#br0" timeOffset="8785.964">2937 2691,'4'21,"3"16,1 9,0 6,-2 3,-1 2,-2-2,-4-4,-2-10</inkml:trace>
  <inkml:trace contextRef="#ctx0" brushRef="#br0" timeOffset="9066.215">2910 3156,'4'2,"7"3,8 1,8-1,4-1,4-1,2-1,-2-4,-7-1</inkml:trace>
  <inkml:trace contextRef="#ctx0" brushRef="#br0" timeOffset="9220.722">2814 2704,'26'-6,"19"-6,15 0,5 2,2 7,-11 5</inkml:trace>
  <inkml:trace contextRef="#ctx0" brushRef="#br0" timeOffset="9414.205">3292 3060,'0'20,"0"15,0 10,2 5,2 3,-1-1,-1-9</inkml:trace>
  <inkml:trace contextRef="#ctx0" brushRef="#br0" timeOffset="9682.116">3006 3675,'-3'18,"-2"16,-1 9,0 6,2 5,4-1,4-2,6-5,1-5,1-8,-1-10</inkml:trace>
  <inkml:trace contextRef="#ctx0" brushRef="#br0" timeOffset="9944.93">2951 4166,'2'5,"9"1,8 0,6-2,5-3,6-4,-3-4,-5-1</inkml:trace>
  <inkml:trace contextRef="#ctx0" brushRef="#br0" timeOffset="10189.277">2855 3756,'14'-11,"16"-5,15 2,9 2,4 3,-7 4</inkml:trace>
  <inkml:trace contextRef="#ctx0" brushRef="#br0" timeOffset="10439.607">3252 3934,'9'-3,"55"-13,-62 16,0-1,0 1,-1 0,1 0,0 1,0-1,-1 0,1 1,0-1,-1 1,1-1,0 1,-1 0,1-1,-1 1,1 0,-1 0,1 0,-1 0,0 1,1-1,-1 0,0 0,0 1,0-1,0 1,0-1,0 1,0 0,-1-1,1 1,-1 0,1-1,-1 1,1 10,-1 0,0 1,-1-1,0 0,-1 0,0 0,-1 0,-1 0,1-1,-2 1,0-1,-4 6,5-5,-31 82,35-93,-1 0,1 0,0 0,-1 0,1 1,0-1,0 0,0 0,0 1,0-1,0 0,1 0,-1 1,0-1,0 0,1 0,-1 0,1 0,-1 0,1 1,0-1,-1 0,1 0,0 0,0-1,0 1,0 0,0 0,-1 0,2-1,-1 1,0 0,0-1,0 1,0-1,0 1,0-1,1 0,-1 1,0-1,0 0,0 0,1 0,-1 0,1 0,61-5,-61 4,100-24,-52 10</inkml:trace>
  <inkml:trace contextRef="#ctx0" brushRef="#br0" timeOffset="10821.586">3033 4576,'0'14,"0"14,-3 11,0 9,1 5,-1 3,4-2,1-2,0-8,0-11</inkml:trace>
  <inkml:trace contextRef="#ctx0" brushRef="#br0" timeOffset="11069.922">2910 5067,'11'5,"12"1,10 0,7-2,4-3,-2-1,-4-5,-10 1</inkml:trace>
  <inkml:trace contextRef="#ctx0" brushRef="#br0" timeOffset="11237.984">2869 4644,'23'-5,"17"-3,11-1,7 1,-8 2</inkml:trace>
  <inkml:trace contextRef="#ctx0" brushRef="#br0" timeOffset="11638.482">3252 4780,'63'-9,"88"-4,-149 13,1 0,-1 0,1 0,0 0,-1 0,1 1,-1-1,1 1,-1 0,1 0,-1-1,0 2,1-1,-1 0,0 0,0 1,0-1,0 1,0 0,0-1,0 1,0 0,-1 0,1 0,-1 1,1-1,-1 0,0 0,0 1,0-1,0 1,0-1,-1 1,1-1,-1 1,0-1,0 1,0 1,-3 5,-1 0,0 0,0 0,-1-1,0 1,-1-1,0-1,0 1,-1-1,0 0,0 0,0-1,-1 0,-1 0,-12 13,21-19,-1 0,1 0,-1 1,1-1,0 0,-1 0,1 0,-1 1,1-1,0 0,-1 0,1 1,0-1,-1 0,1 1,0-1,-1 1,1-1,0 0,0 1,0-1,-1 1,1-1,0 1,0-1,0 0,0 1,0-1,0 1,0-1,0 1,0-1,0 1,0-1,0 1,0-1,0 0,0 1,0-1,1 1,-1-1,0 1,0-1,1 0,-1 1,0-1,0 1,1-1,-1 0,0 0,1 1,-1-1,1 0,-1 1,0-1,1 0,-1 0,1 0,-1 1,0-1,1 0,-1 0,1 0,-1 0,1 0,-1 0,1 0,-1 0,1 0,42 1,-35-1,2 0,-2-2,0 1,0 1,0 0,-1 0,1 0,0 1,0 0,0 0,-1 1,1 0,0 1,-1-1,0 1,0 1,0-1,0 1,0 1,-1-1,0 1,6 5,-11-7,1 0,-1-1,0 1,0 0,-1 0,1-1,-1 1,1 0,-1 0,0 0,0 0,0 0,0-1,-1 1,1 0,-1 0,1 0,-1 0,0-1,0 1,-1 0,1-1,0 1,-1-1,0 0,1 1,-1-1,-1 1,-60 54,22-31</inkml:trace>
  <inkml:trace contextRef="#ctx0" brushRef="#br0" timeOffset="12333.139">902 4999,'16'5,"22"1,26 0,26-2,27-3,21-4,15-4,7-1,-6 1,-9 2,-16 2,-21 1,-21 1,-26 0</inkml:trace>
  <inkml:trace contextRef="#ctx0" brushRef="#br0" timeOffset="12829.032">1012 3852,'18'12,"26"3,27 0,33-6,28-8,22-9,15-7,5-1,-5 1,-12 3,-18 6,-27 6,-32 4</inkml:trace>
  <inkml:trace contextRef="#ctx0" brushRef="#br0" timeOffset="13313.766">970 2855,'26'7,"24"3,23-2,22 0,15-3,13-2,6-1,0-2,-6 0,-12 0,-16 0,-24-1</inkml:trace>
  <inkml:trace contextRef="#ctx0" brushRef="#br0" timeOffset="13779.516">1162 1858,'26'14,"26"7,28 0,26-4,23-7,17-10,12-7,2-7,-7-4,-31 2</inkml:trace>
  <inkml:trace contextRef="#ctx0" brushRef="#br0" timeOffset="14835.211">4071 3265,'14'16,"12"10,7 10,9 6,3 3,-1 0,-1 0,-3-3,-2-7,-2-9,-3-9,-4-9,-8-7</inkml:trace>
  <inkml:trace contextRef="#ctx0" brushRef="#br0" timeOffset="15111.482">4644 3210,'10'25,"-11"-9,-1 0,-1 0,-1-1,0 1,-1-1,0 0,-1 0,-1-1,0 0,-7 9,-13 31,11-22,2 1,1 1,2 0,1 1,2 0,1 0,2 0,2 1,1 0,1 0,3 13,7 2,2 0,3-1,1 0,3-1,3 3,-14-34,12 30</inkml:trace>
  <inkml:trace contextRef="#ctx0" brushRef="#br0" timeOffset="15827.657">5341 3634,'23'2,"26"1,26 0,28-1,29 0,27-1,21-1,17-2,11-1,1 0,-9 1,-17 0,-26 1,-28 0,-32 1,-32 0</inkml:trace>
  <inkml:trace contextRef="#ctx0" brushRef="#br0" timeOffset="16155.964">6516 3251,'20'11,"20"12,11 6,11 4,7 3,6 1,-2-1,0-4,-7-3,-9-1,-12-2,-14 0,-14 3,-20 3,-23 5,-26 8,-27 9,0-6</inkml:trace>
  <inkml:trace contextRef="#ctx0" brushRef="#br0" timeOffset="16904.483">3416 6433,'-5'26,"-1"24,2 22,5 25,4 24,3 21,3 16,0 15,0 10,-2 4,-2-2,-3-5,-4-9,-2-15,-3-19,-1-22,-1-24,0-28</inkml:trace>
  <inkml:trace contextRef="#ctx0" brushRef="#br0" timeOffset="17505.386">3278 7361,'-11'15,"-38"48,3 3,3 2,-34 71,71-123,17-22,18-34,-2 0,-2-2,20-45,-20 40,66-149,-91 194,0 1,0-1,1 1,-1-1,0 1,1-1,-1 1,1-1,0 1,-1 0,1-1,0 1,0 0,0 0,0 0,0 0,0 0,0 0,1 0,-1 0,0 0,0 0,1 0,-1 1,1-1,-1 1,0-1,1 1,-1-1,1 1,-1 0,1 0,-1 0,1 0,0 0,-1 0,1 0,103 68,-15 1,-3 5,38 44,-109-104,-4-4</inkml:trace>
  <inkml:trace contextRef="#ctx0" brushRef="#br0" timeOffset="17986.158">4453 6583,'78'613,"-2"509,-72-1049,1 123,-8-170</inkml:trace>
  <inkml:trace contextRef="#ctx0" brushRef="#br0" timeOffset="18487.762">4508 7430,'-53'44,"2"3,2 1,-8 15,26-29,22-22,14-13,20-16,25-18,-2-3,-2-1,-1-3,-2-1,6-12,-9-5,-39 59,0 0,0 1,-1-1,1 1,0 0,0-1,0 1,0 0,0 0,0-1,0 1,0 0,0 0,0 0,1 0,-1 0,0 1,0-1,0 0,0 0,0 1,0-1,-1 0,1 1,0-1,0 1,0 0,0-1,0 1,-1-1,1 1,0 0,0 0,-1 0,1-1,-1 1,1 0,-1 0,1 1,5 3,312 254,-207-164,-75-53</inkml:trace>
  <inkml:trace contextRef="#ctx0" brushRef="#br0" timeOffset="20812.668">2050 2896,'16'0,"13"-2,12-6,11-3,9-3,3 1,-3 3,-9 4,-13 1</inkml:trace>
  <inkml:trace contextRef="#ctx0" brushRef="#br0" timeOffset="24017.062">5696 192,'0'7,"2"2,1 0</inkml:trace>
  <inkml:trace contextRef="#ctx0" brushRef="#br0" timeOffset="24276.808">5709 683,'-4'10,"-2"2</inkml:trace>
  <inkml:trace contextRef="#ctx0" brushRef="#br0" timeOffset="24849.831">6214 479,'12'-38,"2"1,1 0,2 1,11-17,47-109,-69 151,-5 28,-1 60,0 132,12 53,0-109,-12-152,1-1,-1 1,0 0,0-1,0 1,0 0,0 0,0-1,0 1,0 0,0-1,0 1,0 0,0-1,0 1,0 0,-1-1,1 1,0 0,0-1,-1 1,1-1,0 1,-1 0,1-1,-1 1,1-1,-1 1,1-1,-1 1,1-1,-1 0,0 1,1-1,-1 0,1 1,-1-1,0 0,1 0,-1 0,0 1,1-1,-1 0,-1 0,3-1,-1 0,0 0,0 1,0-1,0 0,1 0,-1 1,0-1,1 0,-1 1,0-1,1 0,-1 1,1-1,-1 1,1-1,-1 0,1 1,0-1,-1 1,1 0,0-1,-1 1,1-1,0 1,0 0,-1 0,1-1,0 1,0 0,-1 0,1 0,0 0,0 0,-1 0,1 0,0 0,0 0,0 0,-1 1,302-43,-236 36</inkml:trace>
  <inkml:trace contextRef="#ctx0" brushRef="#br0" timeOffset="25112.122">7116 875,'0'-11,"-18"-19,-7-3</inkml:trace>
  <inkml:trace contextRef="#ctx0" brushRef="#br0" timeOffset="23551.3">5013 1,'-2'56,"-3"0,-1 0,-4-1,-1 0,-8 16,-34 145,53-213,-1 0,1 0,0-1,-1 1,1 0,1 0,-1-1,0 1,1 0,-1 0,1-1,0 1,0 0,0-1,0 1,0-1,0 0,1 1,0-1,-1 0,1 0,0 1,0-2,0 1,0 0,0 0,0-1,1 1,-1-1,1 1,-1-1,1 0,-1 0,1 0,0-1,1 1,13 1,-1-1,1-1,0-1,0 0,-1-1,1-1,-1-1,1 0,-1-1,0-1,-1 0,0-1,14-9,5-2</inkml:trace>
  <inkml:trace contextRef="#ctx0" brushRef="#br0" timeOffset="23734.815">5177 492,'-3'21,"0"16,1 11,-1 7,2 3,0 4,2-2,2-5,2-6,1-12</inkml:trace>
  <inkml:trace contextRef="#ctx0" brushRef="#br0" timeOffset="23042.662">4166 110,'0'17,"7"13,9 10,12 7,12 5,8 3,4-2,0-2,-5-2,-8-6,-10-8,-10-9</inkml:trace>
  <inkml:trace contextRef="#ctx0" brushRef="#br0" timeOffset="23289.998">4467 220,'-21'7,"-14"11,-6 12,-2 16,1 12,6 10,8 3,10-2,7-14</inkml:trace>
  <inkml:trace contextRef="#ctx0" brushRef="#br0" timeOffset="22455.296">2951 260,'13'52,"-3"1,-1 1,-4-1,-1 1,-4 30,-1-60,1-25,0 1,0 0,-1 0,1 0,0-1,0 1,0 0,0 0,0 0,0-1,-1 1,1 0,0 0,0 0,0 0,0 0,-1-1,1 1,0 0,0 0,0 0,-1 0,1 0,0 0,0 0,0 0,-1 0,1 0,0 0,0 0,-1 0,1 0,0 0,0 0,0 0,-1 0,1 0,0 0,0 0,0 0,-1 0,1 0,0 0,0 1,0-1,-1 0,1 0,0 0,-8-26,-7-63,3-1,4 0,4-86,5 152,-1 24,0 1,0-1,0 0,0 0,0 1,0-1,0 0,0 0,0 1,0-1,0 0,1 1,-1-1,0 0,0 0,0 1,0-1,0 0,1 0,-1 0,0 1,0-1,0 0,1 0,-1 0,0 0,0 0,1 1,-1-1,0 0,0 0,1 0,-1 0,0 0,1 0,-1 0,0 0,0 0,1 0,-1 0,0 0,0 0,1 0,-1 0,0 0,1 0,-1 0,0 0,0-1,1 1,-1 0,0 0,0 0,0 0,1-1,-1 1,0 0,0 0,0 0,1-1,-1 1,0 0,0 0,0-1,0 1,0 0,0 0,0-1,1 1,11 21,0 3,-9-15,1 0,0 0,0 0,1-1,0 1,1-1,0-1,0 1,1-1,-1 0,2-1,-1 1,1-1,2 1,-8-6,1-1,0 1,0 0,0-1,-1 1,1-1,0 0,0 0,0 0,0 0,0-1,0 1,-1-1,1 0,0 1,0-1,-1-1,1 1,0 0,-1 0,0-1,1 0,-1 1,0-1,0 0,1-1,49-59,7-43,-49 98,-10 33,0-18,-2 49,3-1,2 0,3 1,2-2,15 54,-21-101,0-1,1 0,-1 0,2 1,-1-2,1 1,0 0,0-1,1 0,0 0,0 0,0 0,1-1,11 7</inkml:trace>
  <inkml:trace contextRef="#ctx0" brushRef="#br0" timeOffset="22792.331">3524 165,'-1'49,"3"0,1 0,3 0,1 0,3-1,2-1,13 32,25 3,-48-80,0 0,0 0,0 0,0 0,0-1,1 1,-1-1,0 0,1 1,-1-1,1 0,-1 0,1 0,-1-1,1 1,0-1,-1 1,1-1,0 0,0 0,-1 0,1-1,0 1,-1 0,1-1,0 0,-1 0,1 0,-1 0,1 0,-1 0,0-1,2 0,5-6,-2-1,1 0,-1 0,0 0,-1-1,0 0,-1 0,0 0,-1-1,0 0,0 0,-1 0,-1 0,0 0,0-1,-1-8,3-13,-2-1,-1 1,-2-1,-2 1,-4-22,5 32,3 8</inkml:trace>
  <inkml:trace contextRef="#ctx0" brushRef="#br1" timeOffset="106036.392">1053 902,'-20'81,"5"1,-1 28,-5 31,12-94,6-98,18-315,-14 350,-1-17,1 1,2 0,1 1,4-17,-8 47,0-1,0 0,1 0,-1 0,0 0,1 1,-1-1,1 0,-1 0,1 1,0-1,0 1,0-1,0 0,0 1,0 0,0-1,0 1,1 0,-1-1,1 1,-1 0,1 0,-1 0,1 0,-1 0,1 1,0-1,0 0,-1 1,1-1,0 1,0 0,0 0,-1 0,1-1,0 2,0-1,0 0,-1 0,1 0,0 1,0-1,0 1,-1 0,1-1,0 1,-1 0,1 0,-1 0,1 0,-1 0,1 0,0 1,1 4,0-1,0 0,0 1,0-1,-1 1,0 0,0 0,0 0,-1 0,0 0,0 0,-1 0,0 2,6 32,77 297,-19-73,-55-243,0-31,-8-6,0-1</inkml:trace>
  <inkml:trace contextRef="#ctx0" brushRef="#br1" timeOffset="106390.439">875 1216,'12'-5,"13"-3,13-6,15-4,10-2,6-2,0-2,-5 3,-10 3,-12 4,-14 3,-7-2,-4-1,-5 2</inkml:trace>
  <inkml:trace contextRef="#ctx0" brushRef="#br1" timeOffset="107644.239">152 1913,'23'5,"21"-4,0-1,0-2,0-3,-1-1,9-4,20-2,68-10,1 6,140 2,-235 17,-1 1,0 3,0 1,0 3,4 2,-34-6,-21-4,-29-3,27-1,-16 1,0 0</inkml:trace>
  <inkml:trace contextRef="#ctx0" brushRef="#br1" timeOffset="107955.405">711 1735,'-43'-13,"45"8,49 4,-7 4,-1 1,0 3,0 2,-1 1,-1 3,1 1,37 19,17 30,-93-60,0 0,0 0,0 0,-1 0,1 1,-1-1,0 1,0-1,0 1,0 0,-1 0,1 0,-1 0,0 0,0 0,-1 0,1 0,-1 1,0-1,0 0,0 0,-1 0,1 0,-1 0,0 1,-1 0,-6 11,0-1,-1 0,-1-1,0 0,-1 0,0-1,-1-1,-1 0,0-1,-5 4,12-10,-143 116,77-68</inkml:trace>
  <inkml:trace contextRef="#ctx0" brushRef="#br1" timeOffset="108741.439">1 2978,'530'-16,"210"-43,-614 54,-126 5,0 0,-1 0,1 0,-1 0,1 0,0 0,-1 0,1 0,-1 0,1 0,0 0,-1 0,1 0,-1 0,1 1,0-1,-1 0,1 0,0 0,-1 1,1-1,0 0,0 0,-1 1,1-1,0 0,-1 1,1-1,0 0,0 1,0-1,0 0,-1 1,1-1,0 1,0-1,0 0,0 1,0-1,0 1,0-1,0 0,0 1,0-1,0 1,0-1,0 0,0 1,0-1,1 1,-1-1,0 0,0 1,0-1,1 0,-1 1,0-1,0 0,1 1,-22 3,-2-1</inkml:trace>
  <inkml:trace contextRef="#ctx0" brushRef="#br1" timeOffset="109049.625">698 2691,'0'1,"-1"0,1 0,0 0,0 0,0 0,0 0,0 0,0 0,1 0,-1 0,0 0,0 0,1 0,-1 0,1 0,-1 0,1 0,-1 0,1 0,-1 0,1-1,0 1,-1 0,1 0,0-1,0 1,0 0,0-1,0 1,-1-1,1 1,0-1,0 0,0 1,0-1,0 0,0 0,0 0,1 0,-1 1,32 14,2-1,0-2,1-1,0-1,9-1,-11-1,17 3,-25-7,-1 2,1 1,-1 1,0 0,21 13,-43-20,0 0,0 1,-1-1,1 1,0 0,-1 0,0 0,1 0,-1 0,0 0,0 1,0-1,0 1,-1-1,1 1,-1 0,1 0,-1-1,0 1,0 0,0 0,-1 0,1 0,-1 0,1 1,-1-1,0 0,0 0,-1 0,1 0,-1 0,1 0,-1 0,0 0,0 0,-1 2,-10 15,0 0,-1 0,-1-1,0-1,-2 0,0-1,-1-1,-6 4,12-9,-143 120,83-77</inkml:trace>
  <inkml:trace contextRef="#ctx0" brushRef="#br1" timeOffset="110124.814">1463 3087,'0'56,"2"0,3-1,3 0,8 30,-11-72,-8-32,-10-25,3-1,1 0,3 0,-1-38,6 78,0 0,1-1,0 1,0 0,1 0,0 0,-1 0,2 0,-1 0,0 0,1 0,0 0,0 1,1-1,-1 1,1-1,0 1,0 0,0 0,1 0,0 1,-1-1,1 1,0 0,1 0,-1 0,0 0,1 1,0 0,-1 0,1 0,0 0,0 1,0 0,5-1,-5 3,1 0,0 0,-1 0,1 0,-1 1,1 0,-1 0,0 0,0 1,0 0,0 0,0 0,-1 0,1 1,-1 0,0 0,0 0,0 0,-1 1,1 0,-1-1,0 1,-1 0,1 1,-1-1,0 0,0 1,-1-1,1 2,0 0,0 0,0 1,-1-1,0 0,0 0,0 1,-1-1,-1 0,1 1,-1-1,0 0,-1 1,1-1,-2 0,1 0,-1 0,0-1,0 1,-1-1,1 1,-2-1,-3 4,-10-2,27-15,0 1,1 0,-1 1,1 0,0 0,1 1,-1 1,1 0,-1 0,1 1,0 0,0 1,0 0,0 1,0 0,1 0,-5 1,0 1,0-1,0 1,0 0,0 0,-1 1,1 0,-1 0,0 1,5 3,-8-5,-1-1,0 1,1 0,-1 0,0 0,0 0,0 0,-1 0,1 1,-1-1,1 1,-1-1,0 1,1-1,-1 1,-1 0,1 0,0-1,-1 1,1 0,-1 0,0 0,0 0,0-1,0 1,-1 0,1 0,-1 0,-3 4,0 0,-1 0,0-1,0 0,0 0,-1 0,0-1,0 1,0-2,-1 1,1-1,-1 0,0 0,-1 0,1-1,-3 0,-9 6,0-1,0 0,-1-2,1 0,-2-2,1 0,0-1,-1-1,-4-1,3-2</inkml:trace>
  <inkml:trace contextRef="#ctx0" brushRef="#br1" timeOffset="110876.315">138 3921,'591'-12,"-40"-5,-542 17,-9 0</inkml:trace>
  <inkml:trace contextRef="#ctx0" brushRef="#br1" timeOffset="111192.165">739 3702,'-1'0,"0"1,0 0,0 0,0 0,0 0,0 0,0 0,0 0,0 1,1-1,-1 0,1 0,-1 1,1-1,-1 0,1 1,-1-1,1 0,0 1,0-1,0 1,0-1,0 0,0 1,0-1,0 1,1-1,-1 0,1 1,-1-1,1 0,-1 0,1 1,0-1,-1 0,1 0,0 0,1 1,49 28,-15-20,0-2,1-1,0-2,3-1,-4-1,0 1,0 3,-1 0,17 8,-47-14,0 0,0 1,0 0,0 0,-1 0,1 0,-1 1,1 0,-1 0,0 0,0 0,0 1,-1 0,1-1,-1 1,0 0,0 1,0-1,-1 1,1-1,-1 1,0 0,-1-1,1 1,-1 0,1 3,-4 3,1 0,-2 1,0-1,0 0,-1 0,0-1,-1 1,0-1,-1 0,0 0,0 0,-1-1,0 0,-1-1,-4 4,-46 53,-3-2,-2-4,-3-2,15-14</inkml:trace>
  <inkml:trace contextRef="#ctx0" brushRef="#br1" timeOffset="111808.135">1558 4153,'19'21,"-13"-14,-12-13,0 1,0 0,0 1,-1 0,1 0,-1 0,0 1,0 0,0 0,0 1,0 0,-1 0,1 0,-1 1,1 0,-1 1,0 0,1 0,-1 1,1-1,-1 2,1-1,-1 1,-5 2,7-2,0 0,0 0,0 1,0-1,0 1,1 1,-1-1,1 1,0 0,0 0,0 0,1 1,-1 0,1 0,0 0,1 0,-1 1,1-1,0 1,1 0,-1 0,1 0,0 0,0 0,1 1,0-1,0 0,1 3,0-4,0-1,0 0,1 0,0 0,0 0,0 1,0-1,1-1,0 1,-1 0,1 0,1-1,-1 1,0-1,1 1,0-1,0 0,0 0,0 0,0-1,1 1,-1-1,1 0,0 0,2 2,5 0,-1 0,1 0,0-1,0 0,0-1,0 0,0-1,0 0,4-1,23-3,1-2,-1-1,-1-2,0-2,0-2,-1-1,0-1,-1-2,9-8,7-3,-14 4</inkml:trace>
  <inkml:trace contextRef="#ctx0" brushRef="#br1" timeOffset="112736.896">206 5094,'382'-16,"-254"3,114-11,48 9,-136 22,-142-7</inkml:trace>
  <inkml:trace contextRef="#ctx0" brushRef="#br1" timeOffset="113080.006">970 4822,'52'4,"0"4,-1 1,45 15,-63-17,-1 2,0 1,0 2,-1 0,-1 3,0 0,-1 2,10 9,-34-23,-1 0,1 0,-1 1,0 0,0 0,-1 0,1 0,-1 0,1 1,-2 0,1-1,0 1,-1 0,0 0,0 1,0-1,-1 0,0 1,0-1,0 1,-1-1,1 1,-1-1,-1 1,1-1,-1 1,0 1,-8 11,0-2,-1 1,-1-2,0 1,-1-1,-1-1,0 0,-1-1,0 0,-1-2,0 1,-1-2,-4 2,-9 9,-7 5,6-5</inkml:trace>
  <inkml:trace contextRef="#ctx0" brushRef="#br1" timeOffset="113876.872">1257 5736,'-7'21,"-2"16,1 14,3 7,5 3,3 0,3 0,3-4,2-7,2-12,0-13,1-10,0-15,-2-14,-3-5</inkml:trace>
  <inkml:trace contextRef="#ctx0" brushRef="#br1" timeOffset="114152.649">1121 5723,'25'8,"77"43,200 110,-287-153,-1 0,1 1,-2 0,1 1,-1 1,-1 0,1 1,-2 0,0 1,-1 0,0 1,-1 0,0 1,-1-1,4 12,-12-16,0-1,0 0,-1 0,-1 1,0-1,0 0,0 0,-1 0,-1-1,1 1,-1-1,-1 1,0-2,0 1,0 0,-1-1,0 0,0 0,-1-1,0 1,0-2,-1 1,0-1,1 0,-3 1,-40 26,0-2,-2-2,-1-2,-2-3,-26 7,-11 3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4:26.1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1,'-1'66,"10"166,20-137,-28-92,0-1,1 1,-1-1,1 1,-1-1,1 0,0 0,0 0,0 0,0 0,1 0,-1 0,1-1,-1 1,1-1,-1 1,1-1,0 0,-1 0,1-1,0 1,0 0,0-1,0 0,-1 1,1-1,0 0,0-1,0 1,0 0,2-2,5-2,-1-1,0 0,-1 0,1-1,-1 0,0 0,-1-1,0 0,0-1,0 1,-1-1,0-1,0 1,-1-1,0 0,-1 0,0 0,0-1,1-8,3-9,-1-1,-2 0,0 0,-2 0,-1 0,-2-29,-2 47,0 14,-3 19,4-12,0 0,1 1,0-1,0 1,1-1,1 0,0 1,0-1,1 0,1 0,0 0,0-1,1 0,0 1,1-1,0-1,1 0,0 1,0-2,1 1,0-1,1-1,-1 1,2-1,-1-1,1 0,0 0,0-1,0 0,1 0,23 3</inkml:trace>
  <inkml:trace contextRef="#ctx0" brushRef="#br0" timeOffset="393.942">629 1,'0'17,"0"1,1-1,1 1,0-1,1 0,1 0,1 0,0 0,2-1,-1 0,2 0,0-1,1 0,1 0,0-1,0 0,2-1,0 0,6 4,-16-15,0 0,1 0,0 0,-1 0,1-1,0 1,0-1,0 0,0 0,0 0,0 0,0 0,1-1,-1 1,0-1,0 0,0 0,1 0,-1 0,0-1,0 0,0 1,0-1,1 0,-1 0,0-1,-1 1,1 0,0-1,0 0,-1 0,1 0,-1 0,1 0,-1 0,0-1,0 1,0-1,1-1,6-12,-1 0,0-1,-2 0,1 0,-2 0,-1-1,0 0,1-16,-3 21,10-73,-12 86,0 0,-1 0,1 0,0 0,0 0,0 0,0 0,0 0,-1 0,1 0,0 0,0 0,0-1,0 1,0 0,-1 0,1 0,0 0,0 0,0 0,0 0,0 0,0-1,0 1,-1 0,1 0,0 0,0 0,0 0,0-1,0 1,-6 18,4-8,0-1,0 1,1-1,0 1,1 0,0 0,0-1,1 1,1 0,-1-1,2 1,-1-1,1 1,1-1,-1 0,1 0,1-1,0 1,0-1,5 5,3 1,0-1,1-1,1 0,0-1,0-1,1 0,0-1,1-1,0 0,0-1,1-1,16 3,22 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4:10.659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15474 6783,'6'-3,"1"0,0 1,0 0,0 0,0 1,1-1,-1 2,0-1,0 1,1 0,-1 1,0-1,1 1,-1 1,0 0,0 0,0 0,0 1,-1 0,1 0,-1 0,1 1,-1 0,0 0,-1 1,1 0,-1 0,4 4,8 12,0-1,-1 2,-2 0,0 1,-2 1,0 0,-1 0,-2 1,-1 1,0-1,-2 1,-1 0,-1 1,-2-1,0 1,-2 0,-1-1,-1 1,-1-1,-1 1,-1-1,-7 17,-7 13,-2 0,-3-1,-2-2,-3-1,-31 45,40-67</inkml:trace>
  <inkml:trace contextRef="#ctx0" brushRef="#br0" timeOffset="345.077">15910 7302,'191'-17,"0"8,0 9,10 9,-52-4,1308 7,-1484-12,8 0</inkml:trace>
  <inkml:trace contextRef="#ctx0" brushRef="#br0" timeOffset="1008.545">15323 8367,'16'19,"15"15,16 11,12 5,5 4,0-2,-5-1,-8-6,-13-5,-13-7,-11-10</inkml:trace>
  <inkml:trace contextRef="#ctx0" brushRef="#br0" timeOffset="1355.127">16129 8190,'-49'44,"1"2,3 2,2 2,-12 20,47-59,0 1,0 0,1 0,1 0,0 1,0 0,1 0,1 0,1 0,0 1,0 0,1 0,1-1,0 1,1 0,1 0,0 0,1 0,0 0,4 10,69 123,-59-122,-1 2,-1-1,-1 2,8 25,-11-8,-2 0,-1 1,-3 0,-1 16,8 75,-4-87</inkml:trace>
  <inkml:trace contextRef="#ctx0" brushRef="#br0" timeOffset="3399.963">18192 5077,'12'423,"21"21,12-68,27 54,-36-225,-10 0,-5 57,-10 216,-1-48,25 74,-2-235,1 3,-8 63,-25-302,3 116,6 0,28 133,102 350,-94-377,-13-68,36 110,-24-147,-10-44,-4 3,-6 0,-4 2,1 58,-13 5,-2-4,20 95,-8-129,-6 0,-5 43,-6 294,7-401,3 0,14 44,15 85,16 91,-45-231,-3 1,-3 0,-1 44,-2-49,4 0,1 0,4-1,1-1,7 11,38 139,-21-139,-37-66,0-1,0 1,0 0,0-1,0 1,-1 0,1 0,0-1,0 1,0 0,0-1,0 1,0 0,0-1,1 1,-1 0,0-1,0 1,0 0,0 0,0-1,0 1,1 0,-1-1,0 1,0 0,0 0,1 0,-1-1,0 1,0 0,0 0,1 0,-1-1,0 1,1 0,-1 0,0 0,0 0,1 0,-1 0,0 0,1-1,-1 1,0 0,1 0,-1 0,0 0,1 1,-1-1,0 0,0 0,1 0,-1 0,0 0,1 0,-1 0,0 0,0 1,1-1,-1 0,0 0,0 0,1 1,-1-1,0 0,0-13</inkml:trace>
  <inkml:trace contextRef="#ctx0" brushRef="#br0" timeOffset="-98017.743">11718 2099,'-2'7,"-1"2</inkml:trace>
  <inkml:trace contextRef="#ctx0" brushRef="#br0" timeOffset="-97755.446">12210 1771,'-3'12,"-2"12,-3 13,0 10,-2 8,2 3,-1 1,2 0,1-3,3-7,-1-9,0-9,1-10</inkml:trace>
  <inkml:trace contextRef="#ctx0" brushRef="#br0" timeOffset="-97509.104">12060 2304,'7'0,"9"0,9 0,9-2,9-4,4 0,-2-1,-6 0,-8-1,-8 1</inkml:trace>
  <inkml:trace contextRef="#ctx0" brushRef="#br0" timeOffset="-97341.554">11909 1716,'26'0,"19"0,17 0,12 3,2 0,-3 3,-8 4,-16 0</inkml:trace>
  <inkml:trace contextRef="#ctx0" brushRef="#br0" timeOffset="-97044.274">12538 2249,'7'-16,"4"-13,1-7,1-6,-3-2,-2 4,-3 4,-2 13,-2 18,-1 18,0 19,0 15,-1 12,5 5,7 3,3 0,-1-3,-2-12</inkml:trace>
  <inkml:trace contextRef="#ctx0" brushRef="#br0" timeOffset="-105101.326">11691 802,'-16'0,"-10"0,-4 0,7 0,9 0,7 0</inkml:trace>
  <inkml:trace contextRef="#ctx0" brushRef="#br0" timeOffset="-104805.499">12128 460,'2'7,"1"12,0 11,0 13,-2 11,0 5,2 4,3 1,0-4,2-5,1-7,0-9,-3-10,-1-9</inkml:trace>
  <inkml:trace contextRef="#ctx0" brushRef="#br0" timeOffset="-104558.161">11977 1034,'14'7,"17"2,13 0,12-1,6-6,1-4,-3-5,-9-3,-14 0</inkml:trace>
  <inkml:trace contextRef="#ctx0" brushRef="#br0" timeOffset="-104309.826">11923 420,'18'-3,"21"0,19 0,19 3,10 4,-10 1</inkml:trace>
  <inkml:trace contextRef="#ctx0" brushRef="#br0" timeOffset="-104092.405">12593 1006,'2'-16,"3"-12,1-9,-1-5,-1 1,-1 1,-1 7,-2 12,1 18,-4 18,0 18,0 18,0 13,1 9,6 4,4 0,0-3,0-13</inkml:trace>
  <inkml:trace contextRef="#ctx0" brushRef="#br0" timeOffset="-98637.122">12647 829,'-8'28,"1"1,1 0,2 0,1 1,1-1,1 1,4 27,-3-53,15 99,-13-99,-1 0,1 0,0 0,0-1,0 1,0-1,1 1,-1-1,1 0,0 0,0 0,0 0,0 0,1-1,-1 0,1 0,-1 0,1 0,0 0,0 0,0-1,0 0,3 1,5-2,1-1,-1 0,0-1,0 0,1-1,-1 0,-1-1,1 0,-1-1,1-1,-1 1,-1-2,1 1,-1-2,0 1,-1-1,0-1,0 0,0 0,-1 1,0 0,0 0,-1 0,0-1,-1 0,0-1,0 0,-1 0,0 0,-1 0,0-1,0 1,-1-1,-1 0,0 0,-1 0,1-1,-2 1,0 0,0 0,-1 0,-1-1,0 1,0 0,-1 1,0-1,-1 0,0 1,-1 0,0 0,-1 0,0 0,0 1,-1 0,0 1,-1-1,0 1,0 3,0 0,-1 1,0 0,0 0,0 1,0 0,0 0,-1 1,1 0,-1 1,1 0,-1 1,0 0,1 0,-1 1,0 0,1 1,-1 0,1 1,0 0,0 0,0 1,0 0,1 0,-1 1,1 0,0 1,0 0,1 0,0 0,0 1,1 0,-1 1,1-1,-1 4,-5 6,2-1,0 1,1 1,0-1,2 2,-3 7,-9 38</inkml:trace>
  <inkml:trace contextRef="#ctx0" brushRef="#br0" timeOffset="-92586.206">12387 3492,'19'-11,"-11"8,-1 1,1-1,0 1,0 0,0 1,0 0,0 0,0 1,0 0,0 1,0-1,1 1,-1 1,-1 0,1 0,0 0,3 3,-9-4,0 1,0 0,0 1,0-1,-1 0,1 0,0 1,-1-1,0 1,0 0,0-1,0 1,0 0,0-1,-1 1,1 0,-1 0,0 0,0-1,0 1,0 0,0 0,-1 0,1 0,-1-1,0 1,0 0,0-1,0 1,0 0,0-1,-2 2,-52 77,-58 42,112-122,0-1,1 1,-1 0,0-1,0 1,0 0,0 0,0-1,1 1,-1 0,0 0,1 0,-1 0,1 0,-1 0,1 0,-1 0,1 0,0 0,-1 0,1 0,0 0,0 0,0 1,0-1,0 0,0 0,0 0,0 0,0 0,1 0,-1 0,0 0,1 0,-1 0,1 0,-1 0,1 0,0 0,-1 0,1 0,0 0,-1 0,1-1,0 1,0 0,0-1,1 2,8 0,0 0,1-1,-1 0,1 0,-1-1,1 0,0-1,-1-1,6 0,0 0,222-30,-197 28</inkml:trace>
  <inkml:trace contextRef="#ctx0" brushRef="#br0" timeOffset="-93392.556">12032 3137,'-9'16,"-6"15,0 12,3 9,3 6,5-1,9 0,5-3,3-6,0-6,-3-11</inkml:trace>
  <inkml:trace contextRef="#ctx0" brushRef="#br0" timeOffset="-93142.593">11814 3683,'19'0,"17"0,12 0,7 0,2-2,-5-4,-9 0,-11 1</inkml:trace>
  <inkml:trace contextRef="#ctx0" brushRef="#br0" timeOffset="-92893.383">11786 3042,'21'0,"23"0,21 0,15 0,5 2,-11 1</inkml:trace>
  <inkml:trace contextRef="#ctx0" brushRef="#br0" timeOffset="-89981.259">11828 4448,'-5'16,"-1"13,0 10,1 10,1 7,2 2,1 1,3 0,4-4,0-3,0-7,-2-10</inkml:trace>
  <inkml:trace contextRef="#ctx0" brushRef="#br0" timeOffset="-89716.882">11760 5008,'-5'3,"3"2,7 1,12-1,11-1,14-1,9-6,2-5,-3-3,-10 0</inkml:trace>
  <inkml:trace contextRef="#ctx0" brushRef="#br0" timeOffset="-89511.396">11650 4407,'23'0,"22"0,19 0,16-3,7 0,-2-2,-14 0</inkml:trace>
  <inkml:trace contextRef="#ctx0" brushRef="#br0" timeOffset="-88237.505">12223 4858,'85'6,"-1"-3,37-6,-90 3,-20-1,-7 1,0-1,0 1,0 0,0 0,0 0,0 0,0 1,0-1,-1 1,1 0,0 0,0 1,0-1,-1 1,1 0,0 0,-3 0,-1 0,1 0,-1-1,0 1,0 0,1 0,-1 0,0-1,-1 1,1 0,0 0,0 0,-1-1,1 1,-1 0,0 0,1-1,-1 1,0-1,0 1,0-1,0 1,0-1,0 1,-1-1,1 0,0 0,-1 1,0-1,-121 96,122-97,1 1,-1-1,1 0,-1 1,1-1,-1 1,1-1,-1 1,1-1,-1 1,1-1,-1 1,1-1,0 1,-1-1,1 1,0 0,0-1,-1 1,1 0,0-1,0 1,0-1,0 1,0 0,0-1,0 1,0 0,0-1,0 1,0 0,1-1,-1 1,0 0,0-1,0 1,1-1,-1 1,0 0,1-1,-1 1,1-1,-1 1,1-1,-1 1,1-1,-1 0,1 1,-1-1,1 0,-1 1,1-1,0 0,37 12,-35-11,55 10,-35-8,0 0,-1 2,0 1,0 1,0 1,-1 0,0 2,-1 1,-17-10,0 0,-1 0,1 1,-1-1,1 1,-1 0,0-1,0 1,0 0,0 1,0-1,0 0,-1 0,1 1,-1-1,1 1,-1 0,0-1,0 1,0 0,0-1,-1 1,1 0,-1 0,0 0,0 0,0 0,0-1,0 1,0 0,-1 0,1 0,-1 0,0-1,0 1,0 0,-2 1,-6 6,0-1,-1 0,0-1,-1 0,0-1,0 0,-1 0,1-2,-1 1,-1-1,1-1,-1 0,-7 0,7 1,0-1,0-1,0 0,-1-1,1 0,-1-1,1-1,-1 0,1-1,-1 0,-19-8</inkml:trace>
  <inkml:trace contextRef="#ctx0" brushRef="#br0" timeOffset="-86572.338">13207 23,'5'-23,"10"33,16 90,-26-74,124 620,-19-251,-41-158,-10 3,-4 45,-36-102,-9 0,-9 65,-1-162,2-4,3-1,4 1,3-1,4-1,3 1,-11-53,12 38,-3 2,-3-1,-3 1,-3 1,-3 0,-3 1,-45 360,29 20,4-311,6 0,6 1,2-107,1 0,1-1,1 0,2 0,6 11,3 31,-17-81,-3-5</inkml:trace>
  <inkml:trace contextRef="#ctx0" brushRef="#br0" timeOffset="-109305.25">6187 1266,'21'5,"19"3,16 1,12-1,5-3,-4 1,-11 2,-15-1</inkml:trace>
  <inkml:trace contextRef="#ctx0" brushRef="#br0" timeOffset="-109057.912">6229 1662,'13'7,"20"2,22 0,24-2,23-2,-6-2</inkml:trace>
  <inkml:trace contextRef="#ctx0" brushRef="#br0" timeOffset="-110000.664">4959 501,'9'19,"15"15,15 9,14 6,15 0,10-2,5-4,1-5,-8-4,-9-5,-17-8</inkml:trace>
  <inkml:trace contextRef="#ctx0" brushRef="#br0" timeOffset="-109674.347">5832 433,'-21'17,"1"1,1 1,0 1,2 0,0 2,1-1,1 2,1 0,1 1,2 0,0 1,1 0,2 1,0 0,2 0,-3 26,8-4,2-1,2 1,3-1,1 0,8 23,11 89,0 282,-25-402</inkml:trace>
  <inkml:trace contextRef="#ctx0" brushRef="#br0" timeOffset="-108671.944">7867 242,'13'55,"-2"1,-3 0,-1 22,-2-33,60 1212,-52-829,0-176,10 0,40 162,-45-329</inkml:trace>
  <inkml:trace contextRef="#ctx0" brushRef="#br0" timeOffset="-107801.741">8837 528,'-25'4,"0"1,0 1,1 1,0 1,0 1,1 1,0 1,1 1,0 2,1 0,0 0,-9 11,27-23,-1 1,0 0,1 0,0 0,-1 0,1 0,0 1,1 0,-1-1,1 1,-1 0,1 0,0 0,1 1,-1-1,1 0,0 1,0-1,0 1,1-1,-1 1,1-1,0 1,0-1,1 1,-1-1,1 1,0-1,1 1,-1-1,1 0,0 3,9 3,-1-1,1 0,0 0,1-1,0-1,1 0,-1 0,1-2,0 1,1-2,11 3,-1 2,17 5,-19-7,-1 0,0 1,0 1,-1 1,0 1,-1 0,0 2,2 2,-19-14,0 0,-1 0,1 0,0 0,-1 1,1-1,-1 1,0-1,1 1,-1-1,0 1,0 0,0-1,0 1,0 0,0 0,0 0,-1 0,1 0,-1 0,0 0,1 0,-1 0,0 0,0 0,0 0,0 0,0 0,-1 0,1 0,-1 0,1-1,-1 1,0 0,0 0,0 0,0 0,0-1,0 1,0 0,-1 0,-11 5,-1 0,1 0,-1-1,-1-1,1-1,-1 0,1-1,-1 0,0-1,-15 0,29-2,-16 2,-80-2,97 0,-1 0,1 0,0 0,-1 0,1 0,0 0,-1 0,1 0,0 0,0 0,-1-1,1 1,0 0,0 0,-1 0,1 0,0-1,0 1,0 0,-1 0,1-1,0 1,0 0,0 0,0-1,0 1,-1 0,1 0,0-1,0 1,0 0,0-1,0 1,0 0,0 0,0-1,0 1,0 0,0-1,0 1,0 0,0-1,0 1,1 0,-1 0,0-1,0 1,0 0,0 0,0-1,1 1,-1 0,0 0,0-1,0 1,1 0,-1 0,0 0,0 0,1-1,-1 1,0 0,1 0,-1 0,0 0,0 0,1 0,-1 0,22-12,11 0,2 0</inkml:trace>
  <inkml:trace contextRef="#ctx0" brushRef="#br0" timeOffset="-107551.287">9192 953,'-4'18,"-3"14,1 7,4 8,4 1,4 1,1-2,0-4,-2-7,-1-9</inkml:trace>
  <inkml:trace contextRef="#ctx0" brushRef="#br0" timeOffset="-107282.006">8522 337,'-16'-14,"-8"-6,3 4,14 9,22 12,30 6,32 4,29 1,24-1,13-4,-17-3</inkml:trace>
  <inkml:trace contextRef="#ctx0" brushRef="#br0" timeOffset="-106680.857">10175 501,'-21'-2,"0"1,1 1,-1 1,0 1,0 0,1 2,-1 0,1 1,0 2,1 0,-1 0,1 2,-1 2,16-10,-1 1,1-1,0 1,0 0,1 1,-1-1,0 1,1-1,0 1,-1 0,1 1,0-1,1 0,-1 1,0 0,1-1,0 1,0 0,0 0,0 0,1 0,0 1,0-1,0 0,0 1,1-1,-1 1,1-1,0 0,0 1,1-1,0 1,-1-1,1 0,1 1,-1-1,1 0,-1 0,1 0,0 0,1 0,15 14,0 0,2-2,0 0,0-2,2 0,0-1,0-1,1-1,12 3,2 4,-14-7,-2-2,0 0,-1 2,0 1,-1 0,-1 1,0 1,4 5,-21-18,1 1,0-1,0 1,0-1,-1 1,1 0,-1 0,1 0,-1 0,0 0,0 0,0 0,0 0,0 0,0 1,-1-1,1 0,-1 0,1 1,-1-1,0 0,0 1,0-1,0 1,-1-1,1 0,0 1,-1-1,0 0,0 0,1 1,-1-1,0 0,-1 0,1 0,0 0,-1 0,1 0,-1-1,1 1,-1 0,0-1,-1 2,-13 5,-1-1,0 0,0-1,0-1,-1-1,0 0,0-1,0-1,0-1,0-1,-17-1,22 2,0-1,-1 0,1-1,0 0,0-1,0-1,0 0,0-1,1 0,-12-6,23 10,0-1,0 1,0 0,0-1,0 1,1 0,-1-1,0 1,0-1,0 1,1-1,-1 0,0 1,1-1,-1 0,1 1,-1-1,1 0,-1 0,1 1,-1-1,1 0,0 0,-1 0,1 0,0 1,0-1,0 0,0 0,0 0,-1 0,2 0,-1 0,0 0,0 0,0 0,0 1,1-1,-1 0,0 0,1 0,-1 0,0 1,1-1,-1 0,1 0,0 1,-1-1,1 0,-1 1,1-1,0 1,0-1,0 0,16-8</inkml:trace>
  <inkml:trace contextRef="#ctx0" brushRef="#br0" timeOffset="-106390.634">10543 979,'0'3,"-1"-1,1 0,-1 1,1-1,0 0,0 1,0-1,0 1,0-1,0 0,1 1,-1-1,1 0,0 0,0 1,0-1,0 0,0 0,0 0,0 0,1 0,-1 0,1 0,-1 0,1-1,0 1,0-1,-1 1,1-1,0 0,1 1,-1-1,0 0,0-1,2 2,14 3,-1-1,1-1,0-1,-1 0,1-1,0-1,0-1,0 0,5-2,-20 3,-1 0,1 0,0-1,-1 1,1-1,0 1,-1-1,1 0,-1 0,1 0,-1 0,1-1,-1 1,0-1,1 1,-1-1,0 0,0 0,0 1,-1-2,1 1,0 0,-1 0,1 0,-1-1,0 1,0-1,0 1,0-1,0 1,-1-1,1 0,-1 1,1-1,-1 0,0 0,0 1,0-1,-1 0,1 1,-1-1,1 0,-1 1,0-1,0 1,0-1,0 0,-6-5,0 0,-1 0,1 1,-1 0,-1 1,1-1,-1 1,0 1,-1 0,1 0,-1 1,0 0,0 1,0 0,0 0,-1 1,1 1,-1 0,0 0,-6 1,0 0,-1 1,1 1,0 1,0 0,0 1,0 1,1 0,0 1,0 1,0 1,-7 4,-14 11</inkml:trace>
  <inkml:trace contextRef="#ctx0" brushRef="#br0" timeOffset="-105825.013">9833 365,'28'-2,"32"-2,35-1,30-5,27-6,15-4,-20 1</inkml:trace>
  <inkml:trace contextRef="#ctx0" brushRef="#br0" timeOffset="-103287.206">8851 1744,'-10'-3,"0"0,0 1,-1 0,1 0,0 1,-1 0,1 1,0 0,-1 1,1 0,-1 1,1 0,0 0,0 1,0 1,1-1,-1 2,1-1,0 1,0 1,0-1,1 2,0-1,-5 5,12-9,-1 0,1 0,0 0,-1 1,1-1,0 0,0 1,1-1,-1 0,0 1,1-1,0 1,-1-1,1 1,0-1,0 1,0-1,1 1,-1-1,1 0,-1 1,1-1,0 1,0-1,0 0,0 0,0 1,0-1,1 0,-1 0,1 0,-1 0,1-1,0 1,0 0,0-1,0 1,82 52,34-2,-84-39,-1 1,-1 1,0 2,-1 2,0 0,14 14,-41-30,0 0,-1-1,1 1,-1 1,1-1,-1 0,0 1,0 0,-1-1,1 1,-1 0,0 0,0 1,0-1,0 0,-1 1,0-1,0 1,0-1,0 1,-1 0,1-1,-1 1,-1 0,1-1,-1 1,1-1,-1 1,-2 4,-3-3,-1 1,-1-1,1-1,-1 1,0-1,0 0,-1-1,1 0,-1-1,0 1,0-1,0-1,0 0,-1 0,1-1,0 0,-1-1,1 0,-1-1,1 1,-2 0,0 0,-1 0,1-1,0 0,0 0,1-2,-1 1,0-1,1-1,-1 0,1-1,0 0,1 0,-1-1,-8-6,8-17,15 19</inkml:trace>
  <inkml:trace contextRef="#ctx0" brushRef="#br0" timeOffset="-101771.408">9287 2386,'7'-20,"7"-13,6-4,1-4,0 4,-1 3,-4 4,-6 13,-3 16,-4 15,-1 15,-3 11,1 9,1 4,4 1,0-4,0-6,-1-11</inkml:trace>
  <inkml:trace contextRef="#ctx0" brushRef="#br0" timeOffset="-100870.818">8482 1594,'16'9,"17"3,17 0,16-5,18-5,13-6,6-5,0 0,-18 1</inkml:trace>
  <inkml:trace contextRef="#ctx0" brushRef="#br0" timeOffset="-99794.531">10353 1771,'-54'-1,"25"0,0 1,1 1,-1 1,1 2,-9 2,35-6,0 0,0 1,1-1,-1 0,0 1,0-1,1 1,-1-1,0 1,1 0,-1 0,1 0,-1 0,1 0,-1 0,1 0,0 1,-1-1,1 0,0 1,0-1,0 1,0-1,0 1,0-1,1 1,-1 0,1-1,-1 1,1 0,-1 0,1-1,0 1,0 0,0 0,0 0,0-1,0 1,0 0,1 0,3 6,0-1,0 0,1 0,0 0,0 0,1-1,-1 0,2 0,1 2,5 4,66 58,-62-58,0 1,0 2,-1-1,-1 2,0 0,-1 1,-1 0,-1 1,0 0,-2 1,0 1,4 10,-13-26,0-1,0 1,0-1,0 1,0-1,-1 1,0-1,0 1,0 0,0-1,0 1,-1 0,0-1,1 1,-1-1,-1 1,1-1,0 0,-1 1,0-1,0 0,0 0,0 0,0 0,0-1,-1 1,1 0,-1-1,-3 2,-5 1,-1 0,0-1,0 0,0-1,-1-1,1 0,-1-1,1 0,-1 0,1-2,-1 1,1-2,-1 0,-9-2,-64-34,84 37,0-1,0 1,0 0,0-1,0 1,1-1,-1 0,1 0,-1 1,1-1,0 0,-1 0,1 0,0-1,0 1,1 0,-1 0,0 0,1-1,-1 1,1 0,0-1,0 1,0 0,0-1,0 1,0 0,1 0,-1-1,1 1,-1 0,1 0,0-1,0 1,0 0,0 0,0 0,1-1,7-5,1 1,-1 0,1 0,0 1,1 0,-1 0,1 1,0 1,1 0,-1 1,1 0,-1 0,1 1,0 1,4 0,1-3,-1 1,1 0,0 2,0 0,0 1,0 0,0 2,0 0,0 0,0 2,-1 0,1 1,-1 1,0 0,-1 1,9 6,-19-9,-1 0,-1 0,1 0,-1 0,1 0,-1 1,0 0,-1-1,1 1,-1 0,0 1,0-1,0 0,-1 0,0 1,0-1,-1 1,1-1,-1 1,0-1,0 1,-1 0,1-4,0-1,1 1,-1-1,0 1,1-1,-1 0,1 1,0-1,-1 1,1-1,0 0,0 0,0 1,0-1,0 0,0 0,0 0,0 0,0 0,0 0,1 0,-1-1,0 1,1 0,-1-1,1 1,-1-1,1 1,-1-1,1 0,-1 1,1-1,-1 0,1 0,-1 0,1 0,-1-1,2 1,62-11,-56 9,0-2,-1 1,1-1,-1-1,0 1,0-2,0 1,-1-1,6-5,-11 9,0 0,1 0,-1 0,0-1,0 1,0-1,-1 1,1-1,-1 0,1 0,-1 0,0 1,0-1,0 0,-1-1,1 1,-1 0,0 0,1 0,-1 0,-1 0,1 0,0 0,-1-1,1 1,-1 0,0 0,0 0,0 1,-2-3,-2-1,0 0,0 0,0 1,-1 0,0 0,0 0,0 1,-1 0,0 0,1 1,-1 0,0 0,-1 0,1 1,0 0,-1 1,1 0,-1 0,0 0,1 1,-1 0,0 0,1 1,-1 0,-5 2,10-2,-1-1,1 1,-1 0,1 0,-1 0,1 1,0-1,0 1,0 0,0 0,0 0,0 0,0 1,1-1,-1 1,1-1,-1 1,1 0,0 0,0 0,1 0,-1 0,1 1,-1-1,1 0,0 1,0-1,0 1,1-1,-1 1,1 0,0-1,0 1,0-1,1 1,-1 0,1-1,0 1,0-1,0 0,0 1,1-1,-1 0,1 1,0-1,1 2,18 14</inkml:trace>
  <inkml:trace contextRef="#ctx0" brushRef="#br0" timeOffset="-96141.303">8113 3192,'0'18,"0"23,2 21,6 20,3 19,5 17,2 10,-2 8,-2-2,0-4,-1-8,3-14,-3-18,0-17,-2-21</inkml:trace>
  <inkml:trace contextRef="#ctx0" brushRef="#br0" timeOffset="-93892.22">9806 2919,'17'0,"23"0,28 0,27-2,21-2,18-1,6-3,-20 0</inkml:trace>
  <inkml:trace contextRef="#ctx0" brushRef="#br0" timeOffset="-91623.449">9274 4407,'-23'-1,"0"2,1 1,-1 0,1 2,0 1,0 0,0 2,1 0,0 2,0 0,1 1,-17 12,33-20,0 0,0 0,1 1,-1-1,1 1,0-1,0 1,0 0,0 1,0-1,1 0,-1 1,1-1,0 1,0 0,0 0,1 0,-1 0,1 0,0 0,0 0,0 0,1 1,0-1,-1 0,2 0,-1 1,0-1,1 0,0 0,0 0,0 0,0 0,2 4,6 2,0-1,0 0,1-1,0 0,0 0,1-1,0 0,0-1,1 0,0-1,3 1,-10-4,97 41,-57-26,-1 2,-2 2,25 16,-11 18,-55-53,1 0,-1 0,0 0,0 0,-1 1,1-1,0 0,-1 1,0-1,1 1,-1-1,0 0,0 1,0-1,-1 1,1-1,0 0,-1 1,0-1,1 0,-1 1,0-1,0 0,-1 0,1 0,0 0,-1 0,1 0,-1 0,-1 1,-12 9,-1-1,0-1,-1 0,0-1,0-1,-1 0,0-2,0 0,-1-1,0-1,0 0,-4-1,17-2,-45 5,43-9,9-3</inkml:trace>
  <inkml:trace contextRef="#ctx0" brushRef="#br0" timeOffset="-91358.634">9710 5022,'1'-5,"3"-11,0 0,-2 0,0 0,-1-1,0 1,-1 0,-1-1,-1 1,0 0,-1 0,-1 0,0 0,-1 1,-6-11,12 27,-1-1,0 1,0-1,0 1,0-1,0 1,0-1,0 1,0-1,0 1,0-1,0 1,0-1,0 1,0-1,0 1,0-1,-1 1,1-1,0 1,0-1,-1 1,1-1,0 1,-1-1,1 0,0 1,-1-1,1 0,0 1,-1-1,1 0,-1 1,1-1,-1 0,1 0,-1 0,1 1,-1-1,1 0,-1 0,1 0,-1 0,1 0,-1 0,1 0,-1 0,1 0,-1 0,1 0,-1 0,1 0,-1-1,1 1,-1 0,1 0,-1-1,1 1,-1 0,1 0,0-1,-1 1,1 0,-1-1,1 1,-1 25,1 0,1 0,1 0,2 0,0 0,2 0,0-1,2 0,0 0,2-1,1 0,0-1,2 0,2 2,14 19</inkml:trace>
  <inkml:trace contextRef="#ctx0" brushRef="#br0" timeOffset="-90907.853">10462 4544,'-9'-6,"0"1,0 1,0 0,0 0,-1 0,0 1,0 1,1 0,-2 0,1 1,0 0,0 1,0 0,0 0,0 1,0 1,0 0,0 0,0 1,0 0,1 0,-1 1,1 1,0 0,0 0,1 0,-1 1,1 0,1 1,-1 0,1 0,0 1,1 0,-5 7,6-9,1 1,1-1,-1 1,1-1,0 1,1 0,0 0,0 0,0 1,1-1,0 0,0 1,1-1,0 0,0 1,1-1,0 0,0 1,1-1,0 0,0 0,0 0,1 0,0 0,1-1,0 1,0-1,0 0,2 2,13 8,0-2,1 0,1 0,0-2,0-1,1-1,1 0,0-2,8 2,16 7,73 37,-118-53,-1-1,0 1,1 0,-1-1,0 1,0 0,0 0,0 0,0 0,0 0,0 0,0 0,0 0,0 0,0 0,0 1,-1-1,1 0,-1 1,1-1,-1 0,1 1,-1-1,0 0,0 1,0-1,0 1,0-1,0 1,0-1,0 0,0 1,0-1,-1 1,1-1,-1 0,1 1,-1-1,0 0,1 0,-1 1,0-1,0 0,0 0,-11 9,0-1,-1-1,0 0,-1-1,1 0,-1-1,-1 0,1-2,-1 1,-7 0,-122 23,143-28,0 1,0-1,1 0,-1 1,1-1,-1 0,0 0,1 0,-1 1,0-1,1 0,-1 0,0 0,1 0,-1 0,0 0,0 0,1 0,-1-1,0 1,1 0,-1 0,1 0,-1-1,0 1,1 0,-1-1,1 1,-1-1,0 1,1-1,-1 1,1-1,0 1,-1-1,1 1,-1-1,1 1,0-1,-1 0,1 1,0-1,0 0,-1 1,10-11</inkml:trace>
  <inkml:trace contextRef="#ctx0" brushRef="#br0" timeOffset="-90632.59">10694 5131,'14'3,"-1"-1,1-1,-1 0,1-1,0-1,-1 0,1-1,-1 0,1-1,-1 0,0-1,0-1,-1 0,1-1,-1 0,0-1,0 0,-1-1,-8 7,-1-1,1 0,-1 0,0 0,1 0,-1 0,0-1,0 1,-1-1,1 1,0-1,-1 1,0-1,1 0,-1 0,0 0,0 0,-1 0,1 0,-1 0,1 0,-1 0,0 0,0 0,0 0,-1 0,1 0,-1 0,0 0,1 0,-1 0,-1 0,1 0,-1 0,-2-3,-1 1,0 0,-1 0,1 0,-1 1,0-1,0 1,-1 1,1-1,-1 1,1 0,-1 1,0 0,0 0,0 0,-1 1,1 0,0 0,0 1,-1 0,1 0,-7 2,8-2,1 1,-1-1,1 1,0 1,0-1,0 1,0 0,0 0,0 0,0 1,0-1,1 1,-1 0,1 1,0-1,0 1,0 0,1 0,-1 0,1 0,0 0,0 1,1 0,-1-1,1 1,0 0,0 0,0 1,1-1,0 0,0 1,0 19</inkml:trace>
  <inkml:trace contextRef="#ctx0" brushRef="#br0" timeOffset="-94448.733">10271 3137,'-18'1,"0"1,1 0,-1 1,1 2,0-1,0 2,0 0,1 1,-1 1,2 0,-1 2,1-1,1 2,0 0,0 0,1 2,1-1,0 2,-9 12,18-23,0 0,1 1,-1-1,1 1,0-1,0 1,0 0,0 0,0 0,1 0,0 0,0 0,0 0,0 1,1-1,-1 0,1 0,0 1,1-1,-1 0,1 1,0-1,0 0,0 0,0 0,1 0,0 0,-1 0,1 0,1-1,-1 1,10 6,1 0,0-1,0 0,1-1,0-1,0 0,0-1,1-1,0 0,6 0,-7 0,48 14,-34-12,0 2,-1 0,0 2,-1 2,17 9,-41-21,0 0,0 0,0 0,0 0,0 0,0 0,0 0,0 1,-1-1,1 1,0 0,-1-1,1 1,-1 0,0 0,0 0,0 0,0 0,0 0,0 0,0 0,0 0,-1 0,1 1,-1-1,0 0,0 1,0-1,0 0,0 0,0 1,0-1,-1 0,1 0,-1 1,0-1,1 0,-1 0,0 0,0 0,-1 1,-9 4,1 0,-1-1,-1-1,1 1,-1-2,0 0,0 0,0-1,-1 0,1-1,-1-1,1 0,-1 0,-10-2,20 1,-10 1,1 0,-1-1,0 0,0-1,0-1,0 0,1 0,-9-4,21 6,-1-1,1 1,0-1,0 1,-1-1,1 1,0-1,0 1,-1-1,1 0,0 1,0-1,0 1,0-1,0 0,0 1,0-1,0 0,0 1,0-1,1 1,-1-1,0 1,0-1,0 0,1 1,-1-1,0 1,1-1,-1 1,0-1,1 1,-1-1,1 1,-1 0,1-1,-1 1,1 0,-1-1,1 1,-1 0,1-1,-1 1,1 0,0 0,-1 0,1 0,-1 0,1-1,0 1,-1 0,1 0,-1 0,1 1,0-1,-1 0,1 0,0 0,0 0,22-9</inkml:trace>
  <inkml:trace contextRef="#ctx0" brushRef="#br0" timeOffset="-94136.568">10503 3670,'6'6,"0"0,0 0,1-1,0 1,0-1,0-1,0 1,1-1,0-1,0 1,0-1,0-1,0 1,0-1,1-1,-1 0,1 0,-1 0,1-1,0-1,-1 1,1-1,-1-1,1 0,-1 0,0 0,0-1,0 0,0-1,0 0,-1 0,0-1,1 1,-1-2,-4 3,0 0,0 0,-1-1,0 1,1 0,-1-1,0 1,-1-1,1 0,-1 0,1 0,-1 0,-1 1,1-2,0 1,-1 0,0 0,0 0,0 0,0 0,-1 0,1 0,-1 0,0 0,0 0,-1 0,1 1,-1-1,0 0,0 1,0-1,0 1,-1 0,0 0,1 0,-1 0,0 0,0 0,0 1,-1-1,1 1,-1 0,1 0,-1 1,-3-2,-5-3,0 1,0 1,-1 0,1 1,-1 0,0 1,0 0,0 1,0 1,0 0,0 0,0 2,0-1,0 2,0 0,0 0,1 1,0 1,0 0,0 0,0 1,1 1,0 0,0 1,1 0,0 0,-5 6,4 0</inkml:trace>
  <inkml:trace contextRef="#ctx0" brushRef="#br0" timeOffset="-95495.513">8960 3260,'-16'-1,"1"1,-1 1,1 0,-1 1,1 1,0 0,0 1,0 1,0 0,1 1,0 1,0 0,1 1,-1 0,2 1,-1 0,-9 11,19-18,1 0,-1 1,1-1,-1 1,1 0,0 0,0 0,0 0,0 0,1 1,-1-1,1 0,0 1,0-1,0 1,0-1,1 1,-1-1,1 1,0 0,0-1,0 1,1 0,-1-1,1 1,0-1,0 1,0-1,1 0,-1 1,1-1,0 0,-1 0,1 0,1 0,-1 0,0 0,2 1,10 6,0-1,0-1,1 0,0 0,0-2,1 0,-1 0,6-1,39 17,-45-17,-2 0,1 1,-1 1,0 0,0 1,-1 0,0 1,0 1,-1-1,-1 2,1 0,-2 0,5 7,-12-15,0 0,-1 0,0 0,0 1,0-1,0 0,0 1,-1-1,0 0,1 1,-1-1,0 1,-1-1,1 0,-1 1,1-1,-1 0,0 1,0-1,-1 0,1 0,0 0,-1 0,0 0,0 0,0 0,0-1,0 1,-1-1,1 1,-1-1,1 0,-1 0,0 0,0 0,0-1,0 1,0-1,-3 1,-6 4,-1 0,0 0,0-2,-1 1,1-2,-1 0,0-1,0 0,0-1,0 0,0-1,0-1,0 0,-8-3,21 5,0-1,1 0,-1 0,0 0,1 1,-1-1,0 0,1 0,-1 0,0 0,1 0,-1 0,1-1,-1 1,0 0,1 0,-1 0,0-1,1 1,-1 0,1-1,-1 1,1 0,-1-1,0 1,1-1,0 1,-1-1,1 1,-1-1,1 1,0-1,-1 1,1-1,0 1,-1-1,1 0,0 1,0-1,0 0,0 1,-1-1,1 0,0 1,0-1,0 0,1 1,-1-1,0 0,0 1,0-1,0 1,0-1,1 0,-1 1,0-1,1 1,-1-1,0 1,1-1,-1 0,1 1,-1 0,1-1,-1 1,1-1,-1 1,1 0,0-1,23-8,4 2</inkml:trace>
  <inkml:trace contextRef="#ctx0" brushRef="#br0" timeOffset="-95214.265">9219 3834,'15'-33,"-1"1,-2-2,-1 1,-2-2,-1 1,-2-1,-1-1,-1-10,-4 30,-2 22,-2 29,0-14,1 1,1 0,2 0,0 0,1 0,1 0,1 0,1-1,0 1,2-1,1 0,0-1,2 1,0-1,2-1,0 0,1 0,3 2,14 9</inkml:trace>
  <inkml:trace contextRef="#ctx0" brushRef="#br0" timeOffset="-85604.928">8236 4544,'0'4,"0"7,0 11,3 12,0 15,2 14,0 11,0 7,-6 2,-3-13</inkml:trace>
  <inkml:trace contextRef="#ctx0" brushRef="#br0" timeOffset="-72673.663">2323 5964,'-19'8,"2"0,-1 1,1 1,1 0,0 2,0 0,1 0,1 1,0 1,1 1,0 0,1 0,1 1,-8 16,16-27,1-1,-1 1,1 0,0 0,1 0,-1 0,1 0,0 1,0-1,1 0,0 0,0 1,0-1,0 0,1 1,0-1,0 0,0 0,1 0,0 0,0 0,0 0,0 0,1-1,0 1,0-1,0 1,0-1,1 0,0-1,0 1,0-1,0 1,0-1,1 0,103 43,-90-41,0 1,-1 1,0 1,-1 0,1 1,-2 1,9 6,-22-15,1 1,-1-1,0 1,0 0,1 0,-1 0,0 0,-1 0,1 0,0 1,0-1,-1 1,0-1,1 1,-1-1,0 1,0 0,-1 0,1-1,0 1,-1 0,0 0,1 0,-1 0,0-1,-1 1,1 0,0 0,-1 0,0 0,0-1,0 1,0 0,0-1,0 1,0-1,-1 1,0-1,1 1,-1-1,-1 1,-11 6,-1-1,1-1,-1-1,-1 0,1 0,-1-2,0 0,0-1,0 0,0-1,0-1,-1-1,1 0,0-1,-3-1,7 1,15 0,9 1</inkml:trace>
  <inkml:trace contextRef="#ctx0" brushRef="#br0" timeOffset="-72349.369">2705 6469,'0'-226,"0"302,-2-18,2-1,3 1,3-1,8 36,-6-66</inkml:trace>
  <inkml:trace contextRef="#ctx0" brushRef="#br0" timeOffset="-68068.759">4999 6019,'-15'-2,"-1"1,0 0,0 1,1 1,-1 0,0 2,1-1,-1 2,1 0,0 1,1 0,-1 1,1 1,0 1,0-1,1 2,-7 5,8-8,1 1,-1 0,1 0,1 1,-1 0,1 1,1 1,-1-1,2 1,-1 1,2-1,-1 2,1-1,1 1,0 0,-2 6,8-14,-1-1,1 0,0 1,0-1,1 0,-1 1,1-1,0 0,-1 1,1-1,1 0,-1 0,0 0,1 0,-1 0,1 0,0 0,0-1,0 1,1-1,-1 1,0-1,1 0,0 0,-1 0,1 0,0-1,1 2,90 34,-5-15,-55-15,-2 1,1 2,-1 1,29 15,-56-24,0 0,0 1,0-1,0 1,0 1,-1-1,1 1,-1-1,0 1,0 0,-1 1,1-1,-1 1,0 0,0-1,0 1,-1 0,1 1,-1-1,-1 0,1 1,-1-1,0 1,0-1,0 1,-1 0,0-1,0 1,-1 0,1-1,-1 1,0-1,-1 1,1-1,-1 0,0 1,-1-1,0 0,-5 4,-1 0,-1-1,1 0,-1-1,-1 0,0-1,1 0,-2 0,1-1,-1-1,0 0,1 0,-2-1,1-1,0 0,-1-1,1 0,0-1,-1 0,1-1,-1 0,1-1,0-1,0 0,0 0,-4-3,-23-11,39 17,0 0,1 0,-1 0,0 0,0 1,1-1,-1 0,0 0,0 0,0 0,1 0,-1 0,0 0,0 0,1 0,-1-1,0 1,0 0,1 0,-1 0,0 0,0 0,0 0,1 0,-1 0,0-1,0 1,0 0,1 0,-1 0,0 0,0-1,0 1,0 0,0 0,0 0,1-1,-1 1,0 0,0 0,0-1,0 1,0 0,0 0,0-1,0 1,0 0,0 0,0-1,0 1,0 0,0 0,0 0,0-1,0 1,-1 0,1 0,0-1,0 1,0 0,0 0,0 0,0-1,-1 1,1 0,0 0,0 0,0 0,-1 0,1-1,14-1</inkml:trace>
  <inkml:trace contextRef="#ctx0" brushRef="#br0" timeOffset="-67742.632">5286 6647,'1'4,"1"0,-1-1,1 1,-1 0,1 0,0-1,1 1,-1-1,1 0,-1 0,1 1,0-2,0 1,0 0,1-1,-1 1,1-1,-1 0,1 0,0 0,0-1,-1 1,1-1,0 0,0 0,2 0,3 0,0 1,1-1,-1-1,1 1,-1-2,0 1,1-1,-1-1,0 1,1-2,0 0,-4 2,-1-1,1 0,0 0,-1-1,0 0,0 0,1 0,-2 0,1-1,0 0,-1 0,0 0,1 0,-2-1,1 1,-1-1,1 0,-1 0,0-1,-1 1,0-1,0 1,0-1,0 0,-1 0,0 1,0-1,0 0,-1 0,0 0,0 0,-1 0,0 0,0 0,0 0,0 0,-2-1,-1 1,0 0,0 0,0 1,-1-1,0 1,0 0,-1 1,0 0,1-1,-1 2,0-1,-1 1,1 0,-1 0,1 0,-1 1,0 0,0 1,0 0,0 0,0 0,0 1,0 0,0 0,0 0,0 1,0 1,0-1,0 1,0 0,0 0,1 1,-1 0,1 0,0 1,0 0,0 0,0 0,1 1,0-1,-3 4,-58 81,44-44</inkml:trace>
  <inkml:trace contextRef="#ctx0" brushRef="#br0" timeOffset="-79613.83">1 7015,'17'159,"-13"-80,51 292,-11-102,15 149,-4-60,-37-178,3 34,-6 82,-14-194,4 0,14 67,-10-119,24 223,-30-133,11 158,9-122,-4-46,-6 2,-4 120,-12-167,-2 56,11 107,-1-187,22 414,-20-8,-4-326,-5 1,-16 95,-29 465,37-614,-4 18,4 1,6 0,7 95,20 178,-23-299,-3 4,4 1,3-1,4 0,4 0,4-1,3-1,4 1,103 187,-110-238</inkml:trace>
  <inkml:trace contextRef="#ctx0" brushRef="#br0" timeOffset="-78228.382">84 7698,'541'-14,"401"-15,-256-9,-685 37,9 2,-15 5,14-9,-1-1</inkml:trace>
  <inkml:trace contextRef="#ctx0" brushRef="#br0" timeOffset="-77487.838">2241 7098,'5'18,"5"16,5 13,1 14,0 9,1 9,-2 6,0 4,0 3,-1 0,2-4,3-7,3-9,2-9,0-11,0-10,-4-12</inkml:trace>
  <inkml:trace contextRef="#ctx0" brushRef="#br0" timeOffset="-77131.272">2651 7056,'0'7,"2"12,3 14,6 15,5 16,5 16,3 12,0 10,-1 5,-3 4,-5 2,-5-3,-1-6,-3-11,0-15,4-18,0-19</inkml:trace>
  <inkml:trace contextRef="#ctx0" brushRef="#br0" timeOffset="-76682.472">3074 7179,'-19'3,"-22"11,-25 21,-27 27,-28 28,-25 28,-21 21,-8 12,6 2,17-10,25-16,35-31</inkml:trace>
  <inkml:trace contextRef="#ctx0" brushRef="#br0" timeOffset="-75747.91">2938 7753,'135'11,"134"-7,-119-4,141 4,470-4,-603-5,-130 4</inkml:trace>
  <inkml:trace contextRef="#ctx0" brushRef="#br0" timeOffset="-75349.397">4754 7206,'-3'7,"0"14,0 17,3 17,4 17,3 12,3 11,3 10,-2 6,0 0,-2-3,0-7,0-12,2-15,1-14,0-13,1-15,-1-13</inkml:trace>
  <inkml:trace contextRef="#ctx0" brushRef="#br0" timeOffset="-74971.411">5163 7179,'-1'0,"-1"0,0-1,1 1,-1 0,1 0,-1 0,0 0,1 1,-1-1,0 0,1 1,-1-1,1 1,-1-1,1 1,-1 0,1 0,-1 0,1 0,0 0,0 0,-1 0,1 0,0 0,0 0,0 1,0-1,0 0,0 1,1-1,-1 1,0-1,1 1,-1-1,1 1,0 0,-1-1,1 1,0 0,0-1,0 1,0-1,0 1,0 0,1-1,-1 1,-2 26,1-1,2 1,0 0,2-1,1 1,2-1,0 0,2 0,9 22,59 165,-45-136,-3 1,-4 1,-3 1,7 68,-26-78,-6-50</inkml:trace>
  <inkml:trace contextRef="#ctx0" brushRef="#br0" timeOffset="-74616.36">5477 7289,'-18'16,"-19"15,-16 13,-20 14,-21 13,-20 13,-16 12,-11 12,-3 8,6 1,18-6,27-12,30-19,24-23</inkml:trace>
  <inkml:trace contextRef="#ctx0" brushRef="#br0" timeOffset="-73931.89">5450 7793,'177'11,"0"-8,81-13,-71 2,-2 3,516-29,-597 18,-93 11,-16 2,-18 2,2 0</inkml:trace>
  <inkml:trace contextRef="#ctx0" brushRef="#br0" timeOffset="-64857.271">411 9665,'202'-7,"40"-14,-101 8,927-96,-660 92,-394 16,-9-2</inkml:trace>
  <inkml:trace contextRef="#ctx0" brushRef="#br0" timeOffset="-64575.028">2445 8995,'-2'16,"1"18,6 16,7 16,5 13,3 15,0 9,-1 8,-4 1,-4-1,-5-7,0-8,-1-12,0-16,2-14,2-17,0-14</inkml:trace>
  <inkml:trace contextRef="#ctx0" brushRef="#br0" timeOffset="-64264.86">2815 9078,'0'16,"0"19,0 18,0 19,0 15,2 11,6 9,5 1,6-3,5-6,1-11,3-10,0-12,-2-12,-5-16</inkml:trace>
  <inkml:trace contextRef="#ctx0" brushRef="#br0" timeOffset="-63972.642">3210 9104,'-21'19,"-20"20,-21 19,-19 19,-20 19,-18 15,-12 11,-5 4,7-6,16-14,28-21,27-21,25-23</inkml:trace>
  <inkml:trace contextRef="#ctx0" brushRef="#br0" timeOffset="-63202.973">2951 9733,'157'-7,"149"-25,-109 8,63 1,254 11,-340 26,-162-15,-5-1</inkml:trace>
  <inkml:trace contextRef="#ctx0" brushRef="#br0" timeOffset="-62812.041">4631 9173,'0'7,"0"11,0 15,2 16,3 15,4 15,2 12,1 5,1 5,-1 0,-1-3,-2-8,-2-9,-1-11,-1-11,-1-13,-2-15</inkml:trace>
  <inkml:trace contextRef="#ctx0" brushRef="#br0" timeOffset="-62471.951">5040 9146,'0'11,"0"16,0 20,0 20,3 17,2 11,6 5,5 0,5-6,1-7,-1-9,-2-9,-2-8,-3-13,-2-13,-3-11</inkml:trace>
  <inkml:trace contextRef="#ctx0" brushRef="#br0" timeOffset="-61330.182">5177 9637,'120'8,"0"-6,57-8,-139 4,1393-108,-1361 103,526-31,-522 30,-63 1,-10-1</inkml:trace>
  <inkml:trace contextRef="#ctx0" brushRef="#br0" timeOffset="-60156.751">411 11726,'45'-15,"0"1,1 2,1 2,3 2,-41 6,277-35,2 12,210 12,58 26,-504-19,-45 0</inkml:trace>
  <inkml:trace contextRef="#ctx0" brushRef="#br0" timeOffset="-59841.594">2487 11180,'-5'21,"-1"16,0 14,2 9,3 9,4 6,4 5,1 0,1 0,0-1,-1-3,0-3,-2-4,-3-7,2-10,-1-11,-1-12</inkml:trace>
  <inkml:trace contextRef="#ctx0" brushRef="#br0" timeOffset="-59535.341">2842 11154,'0'23,"0"21,0 18,2 12,1 10,2 6,3 2,2 2,0-1,0-5,-2-3,0-8,2-6,1-10,1-11,0-16,2-12,-3-11</inkml:trace>
  <inkml:trace contextRef="#ctx0" brushRef="#br0" timeOffset="-59019.868">3019 11849,'588'-30,"-504"28,1209-7,-1258 9,-12 1,1-1,-1-2,0 0,0-1,0-1,0-2,-3-9,-18 6</inkml:trace>
  <inkml:trace contextRef="#ctx0" brushRef="#br0" timeOffset="-58652.534">5259 11208,'0'14,"3"14,2 16,3 14,3 12,1 10,4 7,-1 3,-1 1,-1-2,-1-4,-2-6,0-5,-1-10,0-8,-2-10,1-9,-2-12</inkml:trace>
  <inkml:trace contextRef="#ctx0" brushRef="#br0" timeOffset="-58311.446">5587 11180,'50'265,"-21"-21,-10 23,-16-220,-2-3,2 1,1-1,3 0,2 0,13 41,-4-55,-11-29</inkml:trace>
  <inkml:trace contextRef="#ctx0" brushRef="#br0" timeOffset="-57583.879">5792 11768,'346'-16,"448"-45,-548 41,-202 14,-44 1,-9 0</inkml:trace>
  <inkml:trace contextRef="#ctx0" brushRef="#br0" timeOffset="-56902.313">6092 11194,'-387'380,"373"-365,-243 244,-188 252,386-430,81-99,13-13,-18 16</inkml:trace>
  <inkml:trace contextRef="#ctx0" brushRef="#br0" timeOffset="-55624.685">411 14131,'139'-2,"80"-13,-81 0,587-52,-502 55,0 9,117 18,-260-2,-67-5,-18-3,-4-6</inkml:trace>
  <inkml:trace contextRef="#ctx0" brushRef="#br0" timeOffset="-55333.466">2746 13434,'-7'21,"-2"18,0 17,2 15,7 11,5 9,5 5,0 4,-1 2,-1-3,0-4,-3-4,-2-9,-1-11,-1-13,-1-16</inkml:trace>
  <inkml:trace contextRef="#ctx0" brushRef="#br0" timeOffset="-55035.698">3019 13447,'3'17,"0"16,0 19,-1 20,-1 15,3 10,-1 5,1 0,0-4,3-9,3-9,1-11,-1-13,0-14,1-13,1-13,-2-8</inkml:trace>
  <inkml:trace contextRef="#ctx0" brushRef="#br0" timeOffset="-54553.976">3170 14021,'272'11,"1040"-8,-1219-9,-78-7,-12 5</inkml:trace>
  <inkml:trace contextRef="#ctx0" brushRef="#br0" timeOffset="-53935.831">5150 13366,'0'16,"0"17,0 19,0 18,0 14,0 12,0 9,-2 4,-1-2,-3-3,-2-8,1-8,-2-10,1-14,2-15,2-13,2-18,1-12</inkml:trace>
  <inkml:trace contextRef="#ctx0" brushRef="#br0" timeOffset="-53620.676">5422 13256,'0'23,"0"25,0 21,0 21,3 14,0 7,0 3,0 0,-1-5,-1-8,-1-11,0-13,1-14,-2-15,4-14,-1-21,1-12</inkml:trace>
  <inkml:trace contextRef="#ctx0" brushRef="#br0" timeOffset="-53307.905">5532 13816,'134'18,"0"-6,73-4,933-5,-1073-6,-66 2,0 0,0 1,0-1,0 0,1 0,-1 0,-1 0,1 0,0 0,0 0,0 0,-1 0,1-1,0 1,-1 0,1 0,-1-1,1 1,-1 0,0-1,0 1,0-1,0 1,0 0,0-1,0 1,0 0,0-1,0 1,-1 0,1-1,-1 1,1 0,-1-1,1 1,-1-1,-1-2,-2-12</inkml:trace>
  <inkml:trace contextRef="#ctx0" brushRef="#br0" timeOffset="-50451.524">7088 11726,'221'-22,"-136"10,114-13,187 1,-373 25,-20-1</inkml:trace>
  <inkml:trace contextRef="#ctx0" brushRef="#br0" timeOffset="-49544.36">7157 13830,'0'-1,"0"0,1 1,-1-1,1 0,-1 0,1 0,-1 1,1-1,-1 0,1 1,0-1,-1 0,1 1,0-1,0 1,0-1,-1 1,1-1,0 1,0 0,0-1,0 1,0 0,0 0,0-1,0 1,-1 0,1 0,0 0,0 0,0 1,0-1,0 0,0 0,0 0,0 1,0-1,1 0,118-7,440-15,-558 23,-11-1</inkml:trace>
  <inkml:trace contextRef="#ctx0" brushRef="#br1" timeOffset="-42836.159">6270 6660,'13'-103,"-15"77,-2 1,0 0,-2 1,-1-1,-1 1,-1 0,0 1,-2 0,-1 1,-1 0,-1 0,-9-9,11 12,-6-10,-1 1,-2 1,-1 1,-1 0,-1 2,-1 1,-1 1,-1 1,-1 1,0 1,-12-3,-494-222,443 197,38 18,0 1,-2 3,-1 3,-1 2,-46-9,-21 10,-2 6,-77 4,35 2,-10-4,-552-18,663 28,1 4,0 2,0 4,0 2,-29 11,-337 135,331-124,15-8,1 5,2 3,1 4,-26 18,-66 54,-106 90,243-171,2 1,0 2,-11 16,36-35,0 0,1 0,0 1,1 0,1 1,0-1,0 2,2-1,0 0,0 1,1 0,1 2,-31 293,30-280,-7 35,3 1,3 1,3-1,3 0,7 50,79 270,-73-310,-6-25,2-1,3 0,1 0,7 9,-3-26,2 0,1-2,2-1,1 0,1-2,1-1,2-1,1-1,15 9,25 27,-61-54,20 21,2-2,1 0,1-2,0-1,2-2,1-2,0 0,11 1,390 90,-426-107,58 17,0-2,1-4,65 5,8-16,0-7,0-7,14-7,182-13,327 24,-409 9,297-13,-416 8,12 0,132-19,-170 6,0-4,-2-5,74-29,-160 45,1-1,-2-1,0-1,0-1,-1 0,-1-2,0-1,-1 0,0-1,-2-2,0 1,-1-2,-1 0,-1-1,-1 0,0-1,-2-1,-1 0,4-14,6-38,-4-1,-4 0,-2-1,-4 0,-4-1,-2 1,-5-11,4 70,-1-57,-4 1,-3 0,-4 1,-2 0,-4 1,-19-47,26 78,-3 2,-1-1,-1 2,-2 1,-2 0,-2 1,-1 1,-1 2,-2 0,-2 2,0 1,-2 1,-1 2,-17-10,8 16,-1 2,-1 1,0 3,-2 1,1 2,-2 3,-44-5,-13 1</inkml:trace>
  <inkml:trace contextRef="#ctx0" brushRef="#br1" timeOffset="-41913.195">1776 4790,'1'105,"-6"1,-15 90,5-118,13-68,4-17,4-21,14-90,-5-1,-1-118,2-19,-1 201,-14 54,0 1,0 0,0-1,1 1,-1 0,0 0,0 0,0 0,0 0,0 0,1 0,-1 0,0 0,0 0,0 1,0-1,0 0,0 1,0-1,0 1,0-1,0 1,0 0,0-1,0 1,0 0,0 0,0-1,-1 1,1 0,0 0,-1 0,1 0,0 0,-1 0,1 0,-1 0,0 0,1 1,-1-1,0 0,0 0,0 0,0 0,0 1,0-1,84 238,-16-55,47 84,-69-155,-41-93</inkml:trace>
  <inkml:trace contextRef="#ctx0" brushRef="#br1" timeOffset="-40817.566">1708 5035,'95'-18,"306"-71,-150 8,-238 75,-19 5,-23 8,14-3,0 0,0 2,0-1,1 2,-1 0,2 1,-1 0,1 1,0 1,1 0,0 0,1 2,0-1,1 1,0 1,1 0,0 0,1 1,-2 4,9-15,0 0,0 0,1 0,-1 0,1 0,0 1,0-1,0 0,0 0,1 0,-1 0,1 0,-1 0,1 0,0 0,1 0,-1 0,0 0,1 0,-1-1,1 1,0-1,0 1,0-1,0 1,1-1,-1 0,1 0,-1 0,1-1,-1 1,1-1,0 1,0-1,0 0,0 0,0 0,0 0,0-1,7 3,1-1,0 0,-1 0,1-1,0-1,0 0,-1-1,1 1,0-2,-1 0,1 0,-1-1,0 0,1-1,-2 0,1-1,0 0,-1 0,0-1,0 0,-1-1,1 1,-1-2,-1 1,0-1,0-1,0 1,-1-1,0 0,-1 0,0-1,0 0,-1 0,-1 0,2-6,4-22,-3 1,-1-1,-2 0,-1 0,-2 0,-2 0,-1 0,-6-21,2 10,-2 0,-2 0,-3 0,-1 2,-3 0,-3-2,19 45,1 2,1 0,-1-1,0 1,0 0,-1 0,1 0,0 0,-1 0,1 0,-1 0,0 0,0 0,1 1,-1-1,0 1,-1 0,1-1,-2 0,-6 13,7 5,0-1,1 0,0 1,1-1,1 1,0-1,3 16,-2-17,8 75,4-1,4 0,3-1,5 0,-15-50,1 0,3 0,1-1,1-1,2-1,1 0,10 11,12-7,-40-37,0-1,0 1,0 0,0-1,-1 0,1 1,0-1,0 1,0-1,0 0,0 0,0 0,0 1,0-1,1 0,-1 0,0 0,0-1,0 1,0 0,0 0,0 0,0-1,0 1,0-1,0 1,-1-1,1 1,0-1,0 1,0-1,0 0,-1 1,1-1,0 0,-1 0,1 0,0 1,-1-1,1 0,-1 0,1 0,-1 0,0 0,1 0,-1 0,0 0,0 0,0-1,9-119,-10 92,-2-36,-2 0,-4 0,-11-40,20 104,0 1,0 0,-1-1,1 1,0 0,0-1,0 1,0-1,0 1,0-1,0 1,0 0,0-1,0 1,0-1,0 1,0 0,0-1,0 1,0-1,0 1,1 0,-1-1,0 1,0-1,1 1,-1 0,0-1,0 1,1 0,-1 0,0-1,1 1,-1 0,0 0,1-1,-1 1,0 0,1 0,-1 0,1-1,-1 1,0 0,1 0,-1 0,1 0,-1 0,0 0,1 0,-1 0,1 0,-1 0,1 0,-1 0,0 1,1-1,-1 0,1 0,-1 0,33 14,-18-7,207 40,-218-47,0 1,0 0,0 1,-1-1,1 1,0-1,-1 1,1 0,-1 0,1 1,-1-1,0 1,0 0,0 0,-1 0,1 0,-1 0,1 0,-1 1,0-1,0 1,-1 0,1-1,-1 1,0 0,1 2,4 81,-7-76,1 0,0 0,0 0,1 0,1 0,0-1,0 1,1 0,1-1,0 0,2 6,-4-13,1 0,-1 0,0 0,1 0,-1-1,1 1,0-1,0 1,0-1,0 0,1 0,-1-1,0 1,1-1,-1 1,1-1,-1 0,1-1,0 1,-1 0,1-1,0 0,0 0,-1 0,1 0,0-1,-1 0,1 1,0-1,-1-1,3 0,5-2,0 0,1-1,-2-1,1 0,-1 0,0-1,0-1,0 1,0-2,-2 0,1 1,-1-1,0-1,-1 1,0-1,-1 0,0-1,-1 0,0 0,0 0,-1 0,-1-1,0 1,0-1,-2 0,1 0,-1 0,-1 0,0 0,-1 0,0 0,-1 0,0 0,0 1,-5-12,7 22,-1-1,1 1,0-1,0 1,-1-1,1 1,-1 0,0-1,1 1,-1 0,0-1,0 1,0 0,1 0,-1 0,-1 0,1-1,0 1,0 1,0-1,0 0,-1 0,1 0,0 1,-1-1,1 1,-1-1,1 1,-1-1,1 1,-1 0,1 0,-1 0,1 0,-1 0,1 0,-1 0,1 0,-1 0,1 1,0-1,-1 1,1-1,-1 1,1 0,0-1,-1 1,1 0,0 0,0 0,0 0,0 0,0 0,0 0,0 0,0 1,0 0,-5 9,1 1,1 0,0 0,1 1,0-1,1 1,0 0,1-1,0 1,1 0,1 0,1 8,-1-13,0 0,0 0,1 0,0-1,0 1,1 0,0-1,0 1,1-1,0 0,0 0,1-1,0 1,0-1,0 0,1-1,0 1,0-1,0 0,1 0,0-1,0 0,0 0,0-1,0 1,3-1,25 6</inkml:trace>
  <inkml:trace contextRef="#ctx0" brushRef="#br1" timeOffset="-40461.53">3730 4503,'-8'-2,"1"2,0-1,0 1,-1 0,1 1,0 0,0 0,0 0,0 1,0 0,0 1,0-1,0 1,1 0,0 1,-1 0,1 0,1 0,-1 1,1-1,-1 2,1-1,1 0,-1 1,1 0,-3 4,6-6,1-1,-1 1,1-1,0 0,0 1,0-1,0 1,1-1,-1 0,1 1,0-1,0 0,0 1,1-1,-1 0,1 0,-1 0,1 0,0 0,0-1,1 1,-1-1,0 1,1-1,0 0,-1 0,79 52,-75-51,78 39,66 41,-149-83,1 1,-1-1,1 1,-1-1,1 1,-1 0,1 0,-1 0,0 0,1 0,-1 0,0 0,0 0,0 0,0 1,0-1,0 0,0 1,0-1,-1 1,1-1,0 1,-1-1,1 1,-1-1,0 1,1 0,-1-1,0 1,0-1,0 1,0 0,0-1,-1 1,1 0,0-1,-1 1,1-1,-1 1,0-1,1 1,-1-1,0 1,0-1,0 0,0 1,0-1,0 0,0 0,-1 0,1 0,0 0,-1 0,-21 10,0-1,-1-1,0-2,-1 0,0-1,0-2,-24 2,-20-3,54-8</inkml:trace>
  <inkml:trace contextRef="#ctx0" brushRef="#br1" timeOffset="-40031.172">4153 4708,'-2'-8,"1"0,-2 0,1 1,-1-1,0 0,0 1,-1 0,0 0,0 0,-1 0,-2-1,6 6,-1 0,1 0,-1 0,0 0,0 1,0-1,0 1,0-1,0 1,0 0,0 0,-1 0,1 0,0 0,-1 0,1 1,0-1,-1 1,1 0,-1-1,1 1,-1 0,1 0,-1 1,1-1,-1 1,1-1,0 1,-1 0,1 0,0 0,-1 0,1 0,0 0,0 0,0 1,-2 1,-4 5,1 0,0 0,0 1,1 0,0 0,0 1,1 0,1 0,-1 0,2 0,-1 1,1-1,1 1,0 0,1 0,0 0,0 0,1 0,1 0,0 0,-1-6,0-1,1 0,0 0,0 0,0 1,0-1,1 0,0 0,0-1,0 1,0 0,0-1,1 1,0-1,-1 0,1 1,1-1,-1-1,0 1,1 0,-1-1,1 0,0 0,0 0,-1 0,1-1,1 1,-1-1,0 0,0 0,0-1,1 1,-1-1,0 0,1 0,3-1,0 0,0-1,0 0,0-1,0 1,0-1,0-1,-1 0,0 0,0 0,0-1,0 0,-1 0,1-1,-1 0,-1 0,1 0,-1-1,0 0,-1 0,0 0,0 0,0-1,-1 1,0-1,0 0,-1 0,0 0,-1-1,1 1,-2 0,1-1,-1 1,0 0,-1-1,0 1,-1 0,1 0,-2-2,3 9,0 0,1 0,-1 0,-1 0,1 0,0 0,0 0,0 0,0 1,-1-1,1 0,0 0,-1 0,1 0,-1 0,1 0,-1 1,1-1,-1 0,0 0,1 1,-1-1,0 0,0 1,1-1,-1 1,0-1,0 1,0-1,0 1,0-1,0 1,0 0,0 0,0 0,1-1,-1 1,0 0,0 0,0 0,0 0,0 1,0-1,0 0,0 0,0 0,0 1,0-1,0 1,0-1,0 0,1 1,-1 0,0-1,0 1,0-1,1 1,-1 0,0 0,1-1,-1 1,1 0,-1 0,1 0,-1 0,1 0,-4 6,1 0,1 1,-1-1,1 0,0 1,1-1,0 1,0-1,0 1,1 0,0-1,1 1,0 0,0-1,0 1,1-1,1 1,-1-1,1 0,0 0,0 0,1 0,0-1,0 1,1-1,0 0,0-1,0 1,1-1,0 0,0 0,6 4,31 7,0-5</inkml:trace>
  <inkml:trace contextRef="#ctx0" brushRef="#br1" timeOffset="-39547.892">5040 4667,'-8'7,"-1"1,1 1,1-1,0 1,0 1,0-1,1 1,1 1,0-1,0 1,1-1,0 1,1 0,0 1,1-1,0 0,1 1,0 0,1-1,0 1,2 6,0-12,0-1,1 1,0 0,0-1,1 0,-1 0,1 0,0 0,1-1,-1 0,1 0,0 0,0 0,0-1,0 1,0-1,1-1,0 1,-1-1,1 0,0 0,0-1,0 1,0-1,1-1,3 1,-1 0,-1-1,0 0,0 0,1 0,-1-1,0-1,0 1,0-1,0-1,0 1,0-1,-1-1,0 1,1-1,-1-1,0 1,-1-1,1 0,4-6,-6 4,0 0,-1 0,0-1,-1 1,0-1,0 0,-1 0,1 0,-2 0,1 0,-1 0,0-1,-1 1,0 0,-1 0,1-1,-1 1,-1 0,0 0,0 0,0 0,-1 0,-1 0,1 1,-1-1,0 1,-1 0,1 0,-1 1,-1-1,1 1,-1 0,-1 1,1-1,-1 1,1 1,-1-1,-1 1,1 0,-1 1,-5-3,8 6,0-1,1 1,-1 0,0 0,0 0,1 0,-1 1,0 0,1 0,-1 0,1 1,-1-1,1 1,0 0,-1 1,1-1,0 1,1-1,-1 1,0 0,1 1,-1-1,1 0,0 1,0 0,1 0,-1 0,1 0,0 0,0 1,0-1,1 0,-1 1,1 0,0-1,0 1,1 0,-1-1,1 1,0 0,1-1,-1 1,1 0,0-1,0 1,0 0,0-1,1 1,1 1,0 1,0-1,1 0,0 0,0-1,0 1,1-1,0 0,0 0,0 0,1-1,0 1,30 19</inkml:trace>
  <inkml:trace contextRef="#ctx0" brushRef="#br1" timeOffset="-39183.866">5477 4844,'-1'6,"0"-1,0 1,0 0,1 0,-1-1,1 1,1 0,-1 0,1-1,0 1,1 0,-1-1,1 1,0-1,0 0,1 0,0 0,0 0,0 0,0 0,1-1,-1 1,1-1,0 0,1 0,-1-1,1 1,0-1,-1 0,2 0,0 0,0-1,0 0,1 0,-1 0,1-1,-1 0,1 0,0-1,-1 0,1 0,0-1,-1 1,1-1,-1-1,1 1,-1-1,1-1,-1 1,0-1,0 0,0 0,-1 0,1-1,-1 0,0 0,0-1,2-2,3-2,-2-1,0 0,0-1,-1 0,0 0,0-1,-2 1,1-1,-2-1,1 1,-2-1,0 1,0-3,0-2,-1 0,-1 0,-1 0,0 0,-1 0,-1 0,-2-5,3 14,-1 1,0 0,0 0,0 0,-1 0,0 0,-1 1,1-1,-1 1,-1 0,1 0,-1 1,0-1,0 1,-1 0,1 0,-7-3,8 5,0 1,0 0,-1 1,1-1,-1 1,1 0,-1 0,0 0,1 0,-1 1,0 0,1 0,-1 0,0 1,1-1,-1 1,0 0,1 1,-1-1,1 1,0 0,-1 0,1 0,0 0,0 1,0 0,-1 1,-7 6,0 0,1 1,0 1,0 0,1 0,1 1,-5 7,-59 125,45-77</inkml:trace>
  <inkml:trace contextRef="#ctx0" brushRef="#br0" timeOffset="-12547.435">7184 7698,'137'-5,"110"-21,-25 2,-114 16,0 4,0 6,44 8,-145-9</inkml:trace>
  <inkml:trace contextRef="#ctx0" brushRef="#br0" timeOffset="-12233.275">8386 7015,'-7'21,"-2"18,2 15,6 12,6 10,6 10,3 5,1 4,1 2,-3 1,-3-4,-4-8,0-6,-2-9,0-13,-3-14,3-19,0-13</inkml:trace>
  <inkml:trace contextRef="#ctx0" brushRef="#br0" timeOffset="-11925.099">8632 7029,'55'251,"-30"-130,-5 2,-6 0,-2 114,-12-193,-1-7,2 0,1-1,2 1,5 15,18 9,-13-45</inkml:trace>
  <inkml:trace contextRef="#ctx0" brushRef="#br0" timeOffset="-11502.225">8768 7589,'58'-16,"0"3,1 2,47-2,-68 8,621-53,-278 28,-166 11,-209 18,-8 1</inkml:trace>
  <inkml:trace contextRef="#ctx0" brushRef="#br0" timeOffset="-10384.695">9397 8039,'-27'180,"-21"208,44-325,8-62,27-105,71-385,-98 473,0-4,1 0,1 0,1 1,1 0,1 0,7-11,-16 29,0 1,0-1,1 1,-1-1,0 0,0 1,1-1,-1 1,0-1,1 1,-1 0,1-1,-1 1,0-1,1 1,-1 0,1-1,-1 1,1 0,0-1,-1 1,1 0,-1 0,1 0,-1 0,1-1,0 1,-1 0,1 0,-1 0,1 0,0 0,-1 0,1 0,-1 1,1-1,0 0,-1 0,1 0,-1 1,1-1,-1 0,1 1,-1-1,1 0,-1 1,1-1,-1 0,1 1,-1-1,0 1,1-1,-1 1,0 0,15 33,-15-34,69 284,69 138,-128-389,-3-9</inkml:trace>
  <inkml:trace contextRef="#ctx0" brushRef="#br0" timeOffset="-10121.823">9287 8422,'21'0,"23"-2,21-4,17-4,11-4,4-2,-1 0,-16 3</inkml:trace>
  <inkml:trace contextRef="#ctx0" brushRef="#br0" timeOffset="-9441.758">10243 7438,'2'0,"4"0,5 0,2-2,0-1</inkml:trace>
  <inkml:trace contextRef="#ctx0" brushRef="#br0" timeOffset="-8448.069">7853 8913,'0'14,"0"17,0 16,0 14,0 16,3 10,2 8,1 3,2-3,2-7,1-10,-1-13,-3-11,1-14,-2-13</inkml:trace>
  <inkml:trace contextRef="#ctx0" brushRef="#br0" timeOffset="-8172.29">8209 8900,'0'21,"2"16,3 13,4 11,1 7,3 8,0 3,-1 4,-1-2,-2-5,-2-6,-3-10,-2-11,-1-12,-1-9,-1-10</inkml:trace>
  <inkml:trace contextRef="#ctx0" brushRef="#br0" timeOffset="-7804.274">8331 9405,'78'7,"0"-2,-1-4,17-5,-56 3,856-52,-279 8,81-40,-549 57,-119 19,-28 9,0 0,0-1,0 1,0 0,0-1,0 1,0 0,0-1,0 1,0-1,0 1,0 0,0-1,-1 1,1 0,0-1,0 1,0 0,0 0,-1-1,1 1,0 0,0-1,-1 1,1 0,0 0,0-1,-1 1,1 0,0 0,-1 0,1 0,0-1,-1 1,1 0,0 0,-1 0,1 0,0 0,-1 0,1 0,-1 0,1 0,0 0,-1 0,1 0,0 0,-1 0,1 0,0 1,-1-1,1 0,0 0,-1 0,1 0,0 1,-1-1,-26-1,-4 1</inkml:trace>
  <inkml:trace contextRef="#ctx0" brushRef="#br0" timeOffset="-6831.29">8700 9774,'-2'191,"2"32,-6-208,-2-31,-3-55,3-1,3 0,4-40,1 100,0-5,8-88,-8 102,1-1,1 1,-1-1,0 1,1 0,0-1,0 1,0 0,0 0,0 0,0 1,1-1,-1 1,1-1,0 1,0 0,0 0,0 0,0 0,0 0,1 1,-1-1,1 1,-1 0,1 0,2 0,3 0,-1 1,1 0,-1 0,1 1,-1 0,0 1,1-1,-1 2,0-1,0 1,0 0,-1 1,1 0,-1 0,0 0,0 1,0 0,-1 1,1 0,-1 0,-1 0,1 0,-1 1,0 0,-1 0,1 0,-1 1,-1 0,1 2,-3-5,0 0,-1 0,1 1,-1-1,-1 1,1-1,-1 0,0 0,0 1,0-1,-1 0,0 0,0 0,0 0,-1-1,1 1,-1 0,0-1,0 0,-1 0,1 0,-5 3,-4 5,0-1,-1-1,-1 0,0-1,0-1,-13 7,-16 2,67-14,21-6,-27-1,0 1,1 1,0 1,-1 1,1 0,0 2,-1 0,0 0,1 2,-1 1,0 0,-1 1,1 1,-1 0,8 6,-21-10,0 0,-1 1,1-1,-1 1,0-1,0 1,0 0,-1 0,1 0,-1 1,0-1,0 1,-1-1,1 1,-1-1,0 1,0 0,-1 0,1-1,-1 1,0 0,0 0,-1 0,0-1,1 1,-1 0,-1-1,1 1,-1 0,0-1,0 0,0 1,-1-1,1 0,-1 0,0 0,0-1,0 1,-1-1,1 0,-1 1,0-1,-15 11,-1 0,0-1,0-1,-1-1,-1-1,0-1,0-1,-1-1,1 0,-2-2,1-1,0-1,-15 0,-42-7,53-2</inkml:trace>
  <inkml:trace contextRef="#ctx0" brushRef="#br0" timeOffset="-6175.044">8127 11139,'0'14,"0"16,0 17,0 15,2 12,4 9,2 5,2 2,3 0,-2-4,0-7,-2-8,-3-9,-2-10,-1-12,-2-11,-1-9</inkml:trace>
  <inkml:trace contextRef="#ctx0" brushRef="#br0" timeOffset="-5897.787">8386 11180,'0'24,"0"20,0 16,0 11,0 7,2 5,6-1,4-2,4-3,1-6,2-8,-2-9,-3-10,-1-10,-4-11</inkml:trace>
  <inkml:trace contextRef="#ctx0" brushRef="#br0" timeOffset="-5602.563">8550 11590,'21'-4,"25"-7,29-4,29-3,26-4,25 0,18 1,12 2,4 2,1 1,-4 4,-10 1,-18 3,-20 0,-25 2,-30-1,-28 1</inkml:trace>
  <inkml:trace contextRef="#ctx0" brushRef="#br0" timeOffset="-5106.688">9355 12013,'1'-3,"-1"-1,1 1,-1-1,0 0,-1 1,1-1,-1 1,1-1,-1 1,0-1,0 1,-1-1,1 1,-1 0,0 0,1 0,-1 0,-1 0,1 0,0 0,-1 1,1-1,-1 1,0-1,0 1,0 0,0 0,0 1,0-1,-1 1,1-1,0 1,-1 0,1 0,-1 1,-1-1,-7-1,-1 0,-1 1,1 0,0 1,0 1,0 0,0 0,0 2,0-1,1 2,-1 0,1 0,0 1,0 1,0 0,1 0,0 1,0 1,-8 7,5-4,1 0,1 1,0 1,0 0,1 0,1 1,1 0,0 1,0 0,2 1,0 0,0 0,2 0,-4 16,7-24,1 0,0-1,0 1,1 0,0-1,0 1,1 0,0 0,0-1,1 1,0-1,0 1,1-1,0 0,0 0,0 0,1 0,0-1,1 0,0 1,0-1,0-1,0 1,1-1,0 0,3 2,9 3,2-1,-1-1,1 0,1-2,-1 0,1-1,0-1,0-1,0-1,1-1,-1-1,0 0,18-4,34-3,0-4,-1-3,-1-3,36-14,-5-3</inkml:trace>
  <inkml:trace contextRef="#ctx0" brushRef="#br0" timeOffset="-4467.398">8086 13338,'4'28,"5"23,0 19,1 16,-1 11,-3 6,-1 2,-2 0,-2-2,-1-7,0-10,0-16,-1-16,1-19</inkml:trace>
  <inkml:trace contextRef="#ctx0" brushRef="#br0" timeOffset="-4237.49">8345 13283,'5'26,"3"24,1 21,1 13,1 10,2 4,2 3,1-5,1-5,-1-8,0-10,-1-9,-3-14,-4-13,-3-12</inkml:trace>
  <inkml:trace contextRef="#ctx0" brushRef="#br0" timeOffset="-4033.478">8577 13857,'26'-2,"24"-6,27-3,26-3,24-3,20-2,15 1,8 1,3 1,-5 4,-12 3,-32 3</inkml:trace>
  <inkml:trace contextRef="#ctx0" brushRef="#br0" timeOffset="-3667.9">9287 14267,'0'18,"0"17,0 12,3 11,2 7,3 3,3 1,-1-3,-2-8,-2-9,-3-13</inkml:trace>
  <inkml:trace contextRef="#ctx0" brushRef="#br0" timeOffset="-3364.838">9192 14280,'30'10,"0"2,-1 1,-1 1,0 1,-1 1,-1 2,0 1,11 11,-3-5,8 6,5 2,-2 2,-1 2,-2 1,32 39,-69-73,-1 1,0-1,0 1,0 0,0 0,-1 1,0-1,0 1,0-1,-1 1,0 0,0 0,-1 0,1 0,-1 0,0 1,-1-1,0 0,0 0,0 1,-1-1,0 0,0 0,0 0,-1 0,0 0,0 0,-1 1,-7 5,-2-1,1 0,-2-1,1 0,-1-1,-1 0,1-1,-2-1,1 0,-1-1,0-1,0 0,0 0,-1-2,-6 1,-21 5,-1-2,1-2,-1-1,-38-3,8-5</inkml:trace>
  <inkml:trace contextRef="#ctx0" brushRef="#br0" timeOffset="-860.749">9929 13666,'290'-22,"474"10,23-9,-773 21,38-8,-51 5,-1 1,1 0,0 0,-1 0,0 0,1 0,-1-1,0 1,0 0,0 0,0 0,-1-1,1 1,-1 0,1 0,-1 0,0 0,0 0,0 0,0 0,0 0,0 0,0 0,0 1,-1-1,-3-9,-60-206,-83-340,-159-454,-18-238,174 696,95 379,-24-39,21 61,-30-127,8-213,65 430,-17-72,-9-81,10-72,19 73,24 86,-8 6,-7 105,3 16,0 0,0-1,1 1,-1 0,1 0,-1 0,1-1,0 1,-1 0,1 0,0-1,0 1,0 0,0-1,0 1,0 0,0-1,0 1,1 0,-1 0,0-1,1 1,-1 0,1 0,-1-1,1 1,0 0,0 0,-1 0,1 0,0 0,0 0,0 0,0 1,0-1,1 0,92-8,1126 8,-333-16,668-6,-1428 21,-82-11,-42 5</inkml:trace>
  <inkml:trace contextRef="#ctx0" brushRef="#br0" timeOffset="-506.153">14627 6701,'-18'5,"-14"10,-8 15,-4 16,-2 16,3 15,8 14,11 10,15 8,22 0,24-4,25-6,25-10,18-11,13-15,2-15,-19-16</inkml:trace>
  <inkml:trace contextRef="#ctx0" brushRef="#br0" timeOffset="4414.857">10543 11426,'610'-14,"-479"14,-199-2,44-1</inkml:trace>
  <inkml:trace contextRef="#ctx0" brushRef="#br0" timeOffset="10529.198">13658 11849,'2'17,"3"14,4 9,1 7,0 2,0 3,-1-4,-2-7,-3-8,-1-10</inkml:trace>
  <inkml:trace contextRef="#ctx0" brushRef="#br0" timeOffset="12199.371">13575 11522,'195'63,"-47"-1,-139-57,-1 0,1 1,-1 0,-1 1,1-1,-1 1,0 1,-1 0,1 0,-2 0,1 0,-1 1,0 0,2 8,22 136,-9-32,-19-112,0 0,2 0,-1 0,1 0,0 0,1 0,0-1,0 0,1 0,0 0,0 0,1-1,0 1,0-2,1 1,0-1,7 6,-13-12,1 1,-1-1,0 0,1 1,-1-1,1 0,-1 0,1 0,-1 0,0 0,1 0,-1-1,1 1,-1 0,0-1,1 1,-1-1,0 1,0-1,1 0,-1 0,0 1,0-1,0 0,0 0,0 0,0 0,0 0,0 0,0-1,0 1,-1 0,1 0,0-1,-1 1,1-1,18-54,-19 53,48-213,-44 211,-2 15,-1 19,-2-14,2 1,0-1,1 0,0 1,1-1,4 11,-6-23,0 1,1 0,-1-1,1 0,0 1,0-1,0 0,0 0,1 0,-1 0,1 0,0 0,0-1,0 1,0-1,0 0,1 0,-1 0,0-1,1 1,0-1,-1 1,1-1,0-1,0 1,-1 0,1-1,0 0,1 0,5-1,0-1,0 0,0 0,-1-1,1 0,-1-1,0 0,0-1,0 0,-1 0,0-1,0 0,0 0,0-1,-1 0,0 0,-1-1,0 0,0 0,4-9,-6 11,0-1,-1 0,0 0,-1 0,1-1,-1 1,-1-1,0 1,0-1,0 0,-1 1,0-1,0 0,-1 1,-1-6,2 13,0 1,0-1,0 1,-1-1,1 1,0-1,0 1,0-1,-1 1,1-1,0 1,-1-1,1 0,0 1,-1-1,1 1,-1-1,1 0,-1 1,1-1,0 0,-1 0,1 1,-1-1,1 0,-1 0,1 0,-1 0,0 1,1-1,-1 0,1 0,-1 0,1 0,-1 0,1 0,-1-1,1 1,-1 0,0 0,1 0,-1 0,1-1,-1 1,1 0,0 0,-1-1,1 1,-1 0,1-1,-1 1,1-1,0 1,-1 0,1-1,0 1,0-1,-1 1,1-1,0 1,0-1,-1 0,2 8,0 0,0 0,1 0,0 0,0 0,1-1,0 1,0-1,0 0,1 0,-1 0,2 0,-1 0,1-1,-1 0,2 0,-1 0,0-1,1 0,0 0,0 0,0 0,3 0,5 4,0-1,1-1,0 0,0-1,0 0,0-1,1-1,-1 0,1-2,0 0,0 0,0-1,0-1,5-2,-11 2,0-1,-1 0,1 0,-1-1,0-1,0 1,0-1,0-1,-1 0,1 0,-1-1,0 0,-1 0,0 0,0-1,0-1,-1 1,0-1,0 0,-1 0,0-1,0 1,2-7,-3 4,-1 0,0 0,0-1,-1 1,0-1,-1 1,-1-1,0 0,0 1,-1-1,-1 1,-1-7,-4 11,3 26,4 57,2 1,4-1,3 0,4 0,16 54,-5-18,-2 5,-4 1,-5 20,-12-107,-1-31,0 0,0 0,-1-1,1 1,0 0,0 0,-1 0,1 0,0 0,0 0,-1 0,1 0,0 0,0 0,0 0,-1 0,1 0,0 1,0-1,-1 0,1 0,0 0,0 0,0 0,-1 0,1 1,0-1,0 0,0 0,0 0,-1 0,1 1,0-1,0 0,0 0,0 0,0 1,0-1,0 0,-1 0,1 1,0-1,0 0,0 1,-11-28,11 26,-35-108,6 0,4-2,1-27,23 134,-11-64,2-1,4-1,2 1,4-4,0 69,-1 1,1-1,0 0,0 1,0-1,0 1,1-1,0 1,-1-1,1 1,0-1,1 1,-1 0,1-1,-1 1,1 0,0 0,0 0,1 0,-1 1,0-1,1 0,0 1,-1 0,1 0,0 0,0 0,0 0,1 0,-1 1,0 0,1-1,-1 1,1 0,-1 1,1-1,-1 1,1 0,-1-1,1 1,2 1,7 4,-1 0,0 1,0 0,0 1,0 0,-1 1,-1 0,1 1,-1 0,-1 1,0 0,0 0,-1 1,0 0,-1 1,0-1,4 12,20 71,-30-90,-1-1,0 1,0 0,0-1,0 1,-1 0,1-1,-1 1,0-1,0 1,-1-1,1 1,-1-1,1 0,-1 0,0 0,0 0,0 0,-1 0,1 0,-1-1,1 1,-1-1,0 0,-3 2,-1 0,1-1,-1 0,0 0,-1-1,1 0,0 0,-1-1,1 0,0 0,-1-1,0 0,1 0,-1-1,1 1,0-2,-1 1,1-1,0 0,0-1,0 0,0 0,0 0,0-1,1 0,-2-1,7 3,-1 1,1 0,0 0,-1-1,1 1,0 0,0-1,0 1,0-1,0 1,1-1,-1 0,0 1,1-1,-1 0,1 0,0 1,0-1,-1 0,1 0,0 0,0 1,1-1,-1 0,0 0,0 0,1 1,-1-1,1 0,0 1,0-1,-1 0,1 1,0-1,0 1,0 0,1-1,-1 1,0 0,0-1,1 1,-1 0,1 0,-1 0,1 0,-1 0,1 1,1-2,133-67,-78 43,-29 15,-1-2,0-1,-2-1,1-1,-2-1,0-2,-2 0,0-2,-1 0,-1-2,-1 0,-1-2,-1 0,-1 0,-1-2,-1 0,-2-1,-7 13,0 1,-1-1,-1 0,0 0,-1 0,-1 0,0-1,-1 1,-1 0,0-1,-1 1,-1-1,-1 1,0 0,0 0,-2 0,0 0,0 1,-5-7,7 17,-1 1,0-1,0 1,0 0,0 0,0 0,-1 1,1-1,-1 1,1 0,-1 1,0-1,0 1,0 0,0 0,0 0,0 1,0 0,0 0,0 0,0 0,0 1,0 0,0 0,0 0,0 1,0 0,1 0,-1 0,1 0,-1 1,1 0,0-1,0 2,0-1,0 0,1 1,-1 0,1 0,0 0,0 0,-1 2,-9 13,1 1,1 0,0 1,1 0,2 1,0 0,1 0,2 0,0 1,1 0,1 0,2 0,0 0,1 0,2 1,1 7,-1-9,2-1,0 1,2-1,0 1,2-2,0 1,1-1,1 0,1-1,0 0,2-1,0 0,1-1,1-1,0 0,1-1,1 0,0-2,1 0,1-1,-1 0,2-2,0 0,6 1,-18-8,0-1,0 0,0 0,1-1,-1 0,0 0,1-1,-1 0,0 0,1-1,-1 0,0-1,0 0,1 0,-1-1,-1 1,1-2,0 1,-1-1,0-1,0 1,0-1,0 0,-1-1,0 1,0-1,-1-1,1 1,0-3,3-5,-1-1,0 0,-2-1,1 0,-2 0,0 0,-1 0,-1-1,-1 1,0-1,-1 0,0 0,-2 0,0 0,-1 0,0 1,-5-13,-15-15,21 43,0 0,1 0,-1 0,0 1,0-1,0 0,1 1,-1-1,0 0,0 1,0-1,0 1,0 0,0-1,0 1,0 0,0-1,0 1,-1 0,1 0,0 0,0 0,0 0,0 0,0 0,0 0,0 1,0-1,0 0,0 1,0-1,0 1,0-1,0 1,0-1,0 1,0-1,0 1,1 0,-1 0,0-1,0 1,-3 7,-1-1,1 1,1 0,-1-1,1 2,1-1,0 0,0 0,0 1,1 0,0-1,1 1,0-1,0 1,1-1,0 1,2 5,-1-4,0-1,1 1,0-1,1 0,0 0,1-1,0 1,0-1,0 0,1 0,1 0,-1-1,1 0,1 0,26 21</inkml:trace>
  <inkml:trace contextRef="#ctx0" brushRef="#br0" timeOffset="13144.854">16239 11741,'-2'14,"0"0,2 0,0 0,0 0,2 0,0 0,0 0,1 0,1 0,0-1,1 1,0-1,1-1,1 1,0-1,0 0,1 0,1-1,1 1,-5-6,1 0,0-1,0 0,0 1,0-2,1 1,0-1,0 0,0-1,1 1,0-1,-5-2,0 0,0 0,0 0,0-1,0 1,1-1,-1 0,0 0,0 0,0 0,1 0,-1-1,0 1,0-1,0 0,0 0,0 0,0-1,0 1,0-1,-1 1,1-1,0 0,-1 0,1 0,-1 0,0-1,2-1,2-8,-1 1,1-1,-2-1,0 1,0-1,-1 1,-1-1,0 0,-1 0,0 0,-1 0,-1 0,0 0,0-1,0-1,-1-35,1 50,1 0,-1 0,1 0,-1 1,0-1,1 0,-1 0,1 1,-1-1,1 0,-1 1,1-1,-1 1,1-1,-1 1,1-1,0 1,-1-1,1 1,0-1,-1 1,1-1,0 1,0-1,0 1,-1 0,1-1,0 1,0-1,0 1,0 0,0-1,0 1,0 0,0-1,0 1,0-1,1 1,-1 0,0-1,0 1,1-1,-1 1,0-1,-2 14,1 0,1 0,0 0,1 0,0-1,1 1,1 0,3 12,-4-21,0 0,0 0,0 0,0 0,1-1,0 1,0-1,0 1,1-1,-1 0,1-1,0 1,0-1,0 1,1-1,-1 0,1-1,0 1,-1-1,1 0,0 0,0 0,1-1,3 1,1-2,-1 0,1-1,0 0,-1 0,0-1,1 0,-1-1,0 0,0-1,0 0,-1 0,1-1,-1 0,0 0,0-1,-1 0,0 0,0-1,0 0,-1 0,0 0,0-1,-1 0,0 0,0-1,-1 1,0-1,-1 0,0 0,0 0,-1-1,0 1,0-1,-2-18,-6 48,8-16,1 1,0-1,0 0,0 1,1-2,-1 1,1 0,0-1,0 1,0-1,0 0,1-1,-1 1,1-1,-1 1,1-2,0 1,0 0,0-1,0 0,129 26,-131-25,-1-1,1 1,-1 0,1-1,-1 1,0 0,0 0,0 1,0-1,-1 0,1 1,0-1,-1 1,0-1,1 1,-1 0,0-1,-1 1,1 0,0 2,5 12,-4-15,0 0,-1 0,1 0,0 0,0 0,1-1,-1 1,0-1,1 0,-1 0,0 0,1 0,0 0,-1 0,1 0,-1-1,1 0,0 1,-1-1,1 0,0 0,-1 0,1-1,0 1,-1-1,1 1,0-1,-1 0,1 0,-1 0,0 0,1-1,-1 1,0-1,0 1,0-1,0 0,1-1,16-9,-2-1,1 0,-2-2,0 0,0 0,-2-2,0 0,-1-1,-1 0,0-1,-1 0,-1 0,3-12,6-20,-1-1,-4-1,-1 0,5-50,-7 26,-3-2,-4 1,-3 0,-3-1,-12-72,11 131,-1 0,-1 0,-1 1,0-1,-7-12,-18-4,30 36,-1-1,1 1,0 0,-1 0,1 0,0 0,-1 0,1 0,0 0,-1 1,1-1,0 0,0 1,-1-1,1 1,0-1,0 1,0 0,0-1,0 1,-1 0,1 0,1 0,-1 0,0 0,0 0,0 0,0 0,1 0,-1 0,0 0,1 0,-1 1,1-1,-8 17,0-1,2 2,0-1,1 1,1 0,0 0,2 0,0 0,1 8,0-10,-5 59,3 0,4 0,3 0,4-1,5 15,-5-49,1 0,3 0,1-1,2 0,1-1,3-1,0-1,3 0,1-2,5 3,-22-28,1-1,1 1,0-2,0 1,1-1,0-1,0 1,1-1,0-1,0 0,0 0,7 1,10-5,-9-10</inkml:trace>
  <inkml:trace contextRef="#ctx0" brushRef="#br0" timeOffset="13394.195">17126 11208,'-16'-7,"-6"-4,4-1,13 2,23 2,26 3,29 3,25 0,19 4,11 6,-17 2</inkml:trace>
  <inkml:trace contextRef="#ctx0" brushRef="#br0" timeOffset="14727.354">17686 11849,'19'-21,"-1"-1,-1-1,-1 0,-1-2,-1 1,-1-2,-1 0,-1 0,-2-1,3-14,-8-19,-4 58,0 1,0 0,0-1,-1 1,1-1,0 1,-1-1,1 1,-1 0,1-1,-1 1,0 0,1 0,-1-1,0 1,0 0,0 0,0 0,0 0,0 0,0 0,-1 0,1 0,0 1,0-1,-1 0,1 1,0-1,-1 1,1-1,-1 1,1 0,0-1,-1 1,1 0,-1 0,1 0,-1 0,-5 3,0 0,0 1,0 0,1 0,-1 0,1 0,0 1,0 0,1 1,0-1,0 1,0 0,0 0,1 1,0-1,1 1,-1 0,1 0,0 0,1 0,-1 3,0-4,0 1,0-1,1 1,0 0,0-1,1 1,-1 0,2 0,-1 0,1 0,0 0,0 0,1 0,-1 0,2 0,-1 0,1-1,0 1,0 0,1-1,0 0,0 1,1-1,0-1,0 1,2 2,8 1,0 0,1-1,1-1,-1 0,1-1,0-1,1 0,-1-1,1-1,0-1,-1 0,1-1,0-1,6-1,16 3,1-2,-1-2,0-2,-1-1,1-2,-1-1,0-3,29-11,16-29,-81 49,0 1,0-1,0 0,0 0,-1 0,1 0,-1 0,1 0,-1-1,1 1,-1 0,0-1,0 1,0-1,-1 1,1-1,-1 1,1-1,-1 0,0 1,0-1,0 0,0 1,0-1,-1 1,1-1,-1 0,0 1,0-1,0 1,0 0,0-1,0 1,-2-2,-3-2,0 1,-1-1,0 1,0 1,0-1,0 1,-1 1,0-1,0 1,0 0,0 1,0 0,-1 1,1-1,0 1,-1 1,1 0,-8 0,1 0,0 1,0 0,0 1,0 0,0 1,0 1,-12 5,21-7,0 1,0-1,0 1,1 1,-1-1,1 1,-1 0,1 0,0 0,1 1,-1 0,1 0,0 0,0 0,1 1,-1 0,1-1,1 1,-2 2,4-6,-1 1,0-1,0 1,1-1,0 1,-1-1,1 1,0 0,0-1,1 1,-1-1,0 1,1 0,0-1,-1 1,1-1,0 0,0 1,0-1,1 0,-1 1,1-1,-1 0,1 0,0 0,-1 0,1 0,0-1,0 1,1-1,-1 1,1 0,81 26,-69-25,0-2,0 0,0-1,0 0,1-1,-1-1,0 0,-1-1,1 0,0-2,-1 0,0 0,0-1,-1-1,1 0,-1-1,-1 0,3-3,-13 9,1 1,-1-1,1 0,-1 0,0 0,0 0,0-1,0 1,0-1,-1 1,1-1,-1 1,1-1,-1 0,0 0,0 0,0 0,0 0,-1 0,1 0,-1 0,0 0,0 0,0 0,0 0,-1-1,0 4,-1 0,1-1,-1 1,1 0,0 0,-1 0,1 0,-1 1,1-1,-1 0,1 0,-1 1,1-1,0 1,-1 0,1-1,0 1,0 0,-1 0,1-1,0 1,0 0,0 0,0 1,0-1,0 0,0 0,0 0,1 1,-1-1,0 0,1 1,-1-1,1 0,-1 1,1-1,0 1,0-1,0 1,-2 1,0 1,0-1,1 1,0 0,-1-1,1 1,1 0,-1 0,1 0,-1 0,1 0,0-1,1 1,-1 0,0 0,1 0,0 0,0 0,0-1,1 1,-1 0,1-1,0 0,0 1,0-1,0 0,1 0,-1 0,1 0,0 0,0-1,0 1,0-1,0 0,1 1,-1-2,0 1,1 0,1 0,2 0,1 0,0-1,-1 0,1 0,0-1,0 1,0-2,0 1,-1-1,1 0,0-1,0 0,-1 0,0-1,1 0,-1 0,0 0,0-1,0 0,-1-1,3-1,4-5,-1 0,0 0,0-1,-1 0,-1-1,0 0,-1-1,0 0,5-13,91-246,-102 266,1 1,0-1,0 1,0 1,1-1,0 0,0 1,0 0,1 1,-1-1,4-1,-7 5,1-1,-1 1,1 0,0 0,-1 0,1 0,0 1,0-1,0 1,0-1,0 1,-1 0,1 0,0 1,0-1,0 0,0 1,0 0,-1 0,1-1,0 2,0-1,-1 0,1 1,-1-1,1 1,-1-1,0 1,1 1,9 11,0 1,-1 1,-1-1,-1 1,0 1,-1 0,-1 0,0 1,-1 0,-1 0,-1 0,-1 1,0-1,-1 3,16 239,-18-200,3 0,2 0,3-1,15 54,-18-93,2-1,0 0,1-1,1 1,1-2,0 1,1-2,1 1,1-1,0-1,1-1,1 0,0 0,1-2,0 0,1 0,0-2,1 0,0-1,1-1,0-1,0 0,0-1,1-1,0-2,0 1,-15-3,1 0,0-1,-1 1,1-1,0 0,0-1,-1 1,1-1,0 0,-1-1,1 1,-1-1,0 0,1 0,-1-1,0 0,0 0,-1 0,1 0,-1-1,1 1,-1-1,0-1,0 1,-1 0,1-2,0-4,-1 1,-1-2,0 1,0 0,-1 0,0-1,-1 1,0-1,0 1,-1 0,-1-1,0 1,0 0,-1 0,0 0,-1 0,0 1,-3-5,-19-44,-3 2,-2 0,-3 2,-2 2,-2 1,-2 2,-3 2,-1 2,-50-39,-90-52,160 117,24 19,0-1,0 1,0-1,0 0,-1 1,1-1,0 1,0-1,0 1,1-1,-1 0,0 1,0-1,0 1,0-1,0 1,1-1,-1 1,0-1,0 1,1-1,-1 1,0-1,1 1,-1-1,1 1,-1 0,0-1,1 1,-1 0,1-1,-1 1,1 0,-1 0,1-1,-1 1,1 0,-1 0,1 0,0 0,-1 0,1 0,-1 0,1 0,-1 0,1 0,0 0,-1 0,1 0,-1 0,1 0,-1 1,1-1,-1 0,1 0,1 0,233-14,7 2,-238 12,-2-1,0 1,0-1,0 1,0 0,0 0,0 0,0 0,0 0,0 0,0 0,1 1,-2-1,1 1,0 0,0-1,0 1,0 0,0 0,-1 0,1 1,0-1,-1 0,1 0,-1 1,1-1,-1 1,0 0,1-1,-1 1,0 1,-3 60,0-59,1-1,0 0,0 1,0-1,0 1,1 0,-1-1,1 1,0-1,0 1,0 0,1-1,-1 1,1-1,0 1,0-1,0 1,0-1,1 0,0 1,-1-1,1 0,0 0,0 0,1 0,-1-1,0 1,1-1,0 1,0-1,-1 0,1 0,1 0,-1 0,2 0,-1 0,1-1,0 0,0 0,0 0,0-1,0 1,0-1,0 0,0-1,0 1,0-1,0 0,-1 0,1-1,0 1,0-1,-1 0,1 0,-1-1,0 1,0-1,0 0,0 0,0 0,0-1,-1 0,0 1,0-1,0 0,0 0,1-3,1-1,0-1,0 0,0-1,-1 1,-1-1,0 1,0-1,-1 0,0 0,-1-1,0 1,0 0,-1 0,-1-1,0 1,1 5,0 0,-1 0,0 1,0-1,0 1,0-1,-1 1,0-1,0 1,0 0,-1-1,1 1,-1 1,0-1,0 0,0 1,0-1,-1 1,0 0,1 0,-1 0,0 1,-1 0,1-1,0 1,-1 1,1-1,-1 1,1-1,-1 1,0 1,1-1,-1 1,0-1,0 1,1 1,-1-1,0 1,1 0,-1 0,0 0,1 0,-1 1,-2 1,-2 3,2 0,-1 0,1 0,0 1,0 0,1 1,0-1,0 1,0 1,1-1,1 1,0-1,0 1,0 1,1-1,0 0,1 1,0-1,1 1,0 0,0 0,1-1,1 1,-1 0,2 5,-1-11,1 0,0 0,-1 0,1 0,0 0,1-1,-1 1,1-1,-1 1,1-1,0 0,0 0,1 0,-1 0,1-1,-1 1,1-1,0 0,0 0,0-1,0 1,4 0,23 7</inkml:trace>
  <inkml:trace contextRef="#ctx0" brushRef="#br0" timeOffset="15036.949">19884 11003,'-8'-8,"0"1,-1-1,0 2,0-1,-1 1,0 1,0 0,0 0,-1 1,1 1,-9-3,15 5,0 0,0 1,-1-1,1 1,0 0,0 0,-1 0,1 1,0-1,0 1,0 0,0 0,0 0,0 1,0 0,0 0,0 0,1 0,-1 0,1 1,-1-1,1 1,0 0,0 0,0 0,1 0,-1 1,1-1,0 1,0 0,0-1,0 2,-3 11,1 1,0 0,1-1,1 1,1 0,1 0,0 0,1 0,1 0,0 0,1-1,1 1,1-1,0 0,1 0,4 6,129 272,-121-259,-16-32,1 5,0-1,1 1,0-1,0 0,1 0,-1-1,2 1,-1-1,1 0,0 0,0-1,0 0,1 0,0 0,0-1,1 1,8-1,0 0,0-1,1 0,-1-2,0 0,1 0,-1-2,16-2,33-2</inkml:trace>
  <inkml:trace contextRef="#ctx0" brushRef="#br0" timeOffset="17044.276">13808 13789,'2'569,"4"-486,-4-74,-1-21,-23-442,19 225,3 230,0-1,0 0,0 0,0 1,1-1,-1 0,0 0,0 0,1 1,-1-1,0 0,0 0,1 0,-1 0,0 0,1 0,-1 1,0-1,0 0,1 0,-1 0,0 0,1 0,-1 0,0 0,1 0,-1 0,0-1,0 1,1 0,-1 0,0 0,0 0,1 0,-1 0,0-1,0 1,1 0,-1 0,0 0,1-1,5 13,88 136,-88-141,1 1,0-1,1 0,-1-1,1 1,1-2,-1 1,1-1,0 0,0-1,0 0,1-1,0 0,-1 0,1-1,4 0,-8-1,1-1,-1-1,1 1,0-1,-1 0,0-1,1 1,-1-1,0-1,0 1,0-1,0 0,0 0,-1-1,1 0,-1 0,0 0,0 0,0-1,-1 0,0 0,0 0,0-1,0 1,-1-1,0 0,0 0,-1 0,0 0,0 0,0-1,-1 1,1 0,-1-6,2-5,-1 1,-1-1,0 0,-1 0,-1 1,0-1,-1 0,-3-8,-2 5,7 20,1 0,-1 1,0-1,0 0,0 0,1 1,-1-1,0 0,0 0,0 1,1-1,-1 0,0 1,0-1,0 0,0 1,0-1,0 0,0 0,0 1,0-1,0 0,0 1,0-1,0 0,0 1,0-1,0 0,0 1,0-1,0 0,-1 0,1 1,0-1,0 0,0 1,0-1,-1 0,1 0,0 1,0-1,-1 0,1 0,0 0,0 0,-1 1,1-1,0 0,-1 0,1 0,0 0,-1 0,1 0,0 0,0 0,-1 0,1 0,0 0,-1 0,1 0,0 0,-1 0,1 0,0 0,-1 0,1 0,0 0,-1 0,29 213,-15-42,-6 74,-6-146,1-57,1-11</inkml:trace>
  <inkml:trace contextRef="#ctx0" brushRef="#br0" timeOffset="17515.569">14518 13680,'-3'60,"3"0,2 0,3 0,3 0,2-1,3 0,3-1,2 0,19 39,-34-89,0-1,1 1,0-1,0 0,0 0,1 0,0-1,1 1,0-1,0 0,0-1,0 0,1 0,0 0,0-1,3 2,-6-7,-1 1,0-1,0 0,1 0,-1 0,0-1,0 1,0-1,-1 0,1 1,0-1,0 0,-1-1,0 1,1 0,-1-1,0 0,0 1,0-1,0 0,-1 0,1 0,-1 0,0 0,0 0,0 0,0-1,0-2,17-52,-2-2,-3 1,-2-2,-4 1,-1-14,-3 44,27-443,-12 581,-7-84</inkml:trace>
  <inkml:trace contextRef="#ctx0" brushRef="#br0" timeOffset="17765.898">15118 13625,'14'18,"12"16,12 14,12 10,9 4,7 2,0 0,-3-2,-9-4,-10-4,-11-6,-10-10,-10-13,-5-16,-3-9</inkml:trace>
  <inkml:trace contextRef="#ctx0" brushRef="#br0" timeOffset="17963.884">15651 13761,'-7'-21,"-4"-11,-6-3,-4 5,-5 14,-6 19,-6 26,-4 24,-4 21,-1 19,-2 13,0 4,5-3,6-7,10-22</inkml:trace>
  <inkml:trace contextRef="#ctx0" brushRef="#br0" timeOffset="18387.756">16594 13543,'7'62,"-3"0,-2-1,-5 39,-5-13,-3-1,-9 22,18-95,0-11,1 0,0 0,0 1,0-1,1 0,-1 1,0-1,1 1,-1-1,1 1,0-1,0 1,0-1,0 1,0-1,1 1,-1-1,1 0,0 1,0-1,-1 1,1-1,1 0,-1 0,0 0,1 1,-1-1,1-1,-1 1,1 0,0 0,0 0,0-1,0 1,0-1,0 0,0 0,1 1,-1-1,0-1,3 2,13-3,0-1,0 0,-1-2,1 0,-1 0,0-2,0 0,0-1,15-9,-24 12,41-19</inkml:trace>
  <inkml:trace contextRef="#ctx0" brushRef="#br0" timeOffset="18558.384">16894 13898,'-14'17,"-5"13,1 15,4 12,4 10,4 6,2 2,3 1,1-1,0-5,1-4,0-7,0-13</inkml:trace>
  <inkml:trace contextRef="#ctx0" brushRef="#br0" timeOffset="18932.902">17276 13707,'4'6,"1"-2,-1 1,1 0,0-1,1 0,-1 0,1-1,-1 1,1-1,0 0,1-1,-1 1,0-1,5 0,-9-3,1 0,0-1,-1 1,0-1,1 0,-1 0,0 0,0 0,0 0,0 0,0-1,0 1,-1 0,1-1,-1 0,0 1,1-1,-1 0,-1 0,1 1,0-1,-1 0,1 0,-1 0,0 0,0 0,0 0,0 0,-1 0,1 0,-1 0,0-2,0 2,1-1,0 1,-1 0,0 0,0-1,0 1,0 0,-1 0,1 0,-1 0,1 0,-1 1,0-1,0 0,-1 1,1 0,0-1,-1 1,1 0,-1 0,0 0,0 1,0-1,0 0,0 1,0 0,0 0,0 0,0 0,-1 1,1-1,0 1,-1 0,1 0,0 0,-1 0,1 0,0 1,0-1,-1 1,1 0,0 0,0 1,0-1,0 0,0 1,0 0,0 0,1 0,-1 0,1 0,-2 1,-3 5,1 1,0-1,0 1,1 0,0 0,1 1,0-1,0 1,1 0,0 0,1 1,0-1,0 0,1 8,-3 24</inkml:trace>
  <inkml:trace contextRef="#ctx0" brushRef="#br0" timeOffset="19211.155">17413 14239,'12'-85,"-12"76,-14-59,14 66,-1 1,0 0,1-1,-1 1,0 0,0-1,1 1,-1 0,0 0,0 0,-1 0,1 0,0 0,0 0,0 0,-1 0,1 1,0-1,-1 0,1 1,-1-1,1 1,0 0,-1-1,1 1,-1 0,1 0,-1 0,1 0,-1 0,1 0,-1 1,1-1,-1 0,1 1,-1-1,1 1,-1-1,1 1,0 0,0 0,-1-1,1 1,0 0,-7 6,1 0,0 0,1 1,0 0,0 0,1 0,0 1,0-1,1 1,0 1,0-1,1 0,1 1,-2 6,2-11,0 1,1 0,0 0,0 0,0 0,1 0,-1 0,1 0,1 0,-1 0,1 0,0 0,1-1,-1 1,1 0,0 0,0-1,1 1,0-1,0 0,0 0,1 0,-1 0,4 3,18 10</inkml:trace>
  <inkml:trace contextRef="#ctx0" brushRef="#br0" timeOffset="19737.79">17768 13816,'107'-274,"-87"243,-11 44,-15 154,1-79,3 1,4 1,11 70,11 3,-24-161,1 0,-1 0,0 0,0 0,0 0,0 0,0 0,0 0,-1 0,1 0,-1 0,1 0,-1 0,0 0,0 0,1 0,-1 0,-1-1,1 1,0 0,0-1,-1 1,1-1,-1 1,1-1,-1 0,1 1,-1-1,0 0,0 0,0 0,1-1,-1 1,0 0,0-1,-2 1,-72-4,77 3,-1 0,0 0,0 0,0 0,0 0,1-1,-1 1,0 0,0 0,0 0,0 0,0-1,0 1,0 0,0 0,0 0,0-1,0 1,0 0,1 0,-1 0,0-1,-1 1,1 0,0 0,0 0,0-1,0 1,0 0,0 0,0 0,0-1,0 1,0 0,0 0,0 0,-1 0,1-1,0 1,0 0,24-1,35 1,0-4,0-1,0-4,14-5,-15 3</inkml:trace>
  <inkml:trace contextRef="#ctx0" brushRef="#br0" timeOffset="20008.085">18615 14280,'-10'0,"-7"-2,-8-6,1-1</inkml:trace>
  <inkml:trace contextRef="#ctx0" brushRef="#br0" timeOffset="20577.661">17289 14144,'44'25,"-39"-23,1 0,-1-1,0 1,0-1,1 0,-1-1,0 1,1-1,-1 0,0 0,1-1,-1 0,0 0,1 0,-1 0,0-1,0 0,0 0,0-1,0 1,-1-1,1 0,-1 0,0 0,0-1,0 0,0 1,0-1,-1-1,0 1,3-4,-6 7,1 0,-1 0,0 0,1-1,-1 1,0 0,0 0,1 0,-1 0,0 0,0 0,0-1,-1 1,1 0,0 0,0 0,-1 0,1 0,0 0,-1 0,1 0,-1 0,0 0,1 0,-1 0,0 0,1 0,-1 0,0 0,0 1,0-1,0 0,0 1,0-1,0 0,0 1,0-1,0 1,0 0,0-1,0 1,0 0,0 0,-1 0,-54-5,52 6,0-1,0 1,0 0,-1 0,1 0,0 0,0 1,1 0,-1 0,0 0,1 0,-1 1,1-1,-1 1,1 0,0 0,0 0,0 1,2-3,1 0,0 0,0 0,-1 0,1-1,0 1,0 0,0 0,0 0,0 0,0 0,1-1,-1 1,0 0,0 0,1 0,-1-1,0 1,1 0,-1 0,1-1,-1 1,1 0,-1-1,1 1,-1 0,1-1,0 1,-1-1,1 1,0-1,0 1,-1-1,1 1,0-1,0 0,0 0,-1 1,1-1,0 0,0 0,0 0,0 0,0 0,16 4</inkml:trace>
  <inkml:trace contextRef="#ctx0" brushRef="#br0" timeOffset="20890.823">17385 13611,'-1'5,"1"-1,-1 0,1 0,0 0,0 1,0-1,0 0,1 0,0 0,0 0,0 0,0 0,1 0,-1 0,1 0,0 0,0-1,1 1,-1-1,1 1,-1-1,1 0,0 0,0 0,1-1,-1 1,0-1,1 1,0-1,0 0,-3-2,1-1,0 1,0 0,0-1,0 1,0-1,-1 1,1-1,0 0,-1 0,1 0,0 0,-1 0,1 0,-1 0,1 0,-1-1,0 1,0 0,1-1,-1 0,0 1,0-1,-1 1,1-1,0 0,0 0,-1 1,1-1,-1 0,0 0,1 0,-1 0,0 0,0 1,0-1,0 0,-1 0,1 0,0 0,-1 0,1 1,-1-1,0 0,0 0,1 1,-1-1,0 0,0 1,-1-1,1 1,0 0,0-1,-2 0,-4-2,-1 1,1 0,-1 0,0 1,0 0,0 0,0 1,-1 0,1 0,0 1,0 0,0 1,-6 0,-23 2</inkml:trace>
  <inkml:trace contextRef="#ctx0" brushRef="#br1" timeOffset="32262.457">6378 13215,'-560'-156,"364"110,-2 9,-1 8,-32 6,-605-11,461 34,0 16,1 16,-275 64,472-66,2 9,1 7,3 7,2 8,-105 56,226-93,2 3,1 2,-34 28,64-45,2 0,-1 1,2 0,0 1,0 0,2 1,0 0,0 1,1 0,1 0,1 1,-5 17,6-11,2 1,0 0,2 0,1 0,0 1,2-1,1 0,1 0,1 0,1-1,1 1,1-1,1 0,8 15,2 0,1-1,3-1,1 0,1-2,2-1,1-1,2-1,5 2,37 26,2-3,3-4,2-2,2-5,2-2,2-5,1-3,10-1,152 48,4-10,2-11,3-12,151 7,-25-24,1-17,0-16,-1-17,110-31,-94-3,230-67,-553 102,-1-2,-1-4,-1-3,-1-3,-2-3,9-9,-60 32,-2-1,1 0,-2-2,1 0,-2 0,0-2,0 1,-1-2,-1 0,0 0,-1-1,-1-1,0 0,-2 0,0-1,0 0,-2 0,0-1,-2 0,0 1,0-2,-1-18,-4 13,-2 0,-1-1,-1 1,-1 0,-1 1,-2 0,0 0,-1 1,-1 0,-2 0,0 1,-9-9,-18-23,-1 2,-4 2,-1 3,-14-10,-5-2,-2 2,-2 4,-3 3,-1 3,-3 3,-2 3,-1 4,-2 4,-1 3,-84-19,110 39,0 3,0 3,0 1,-1 4,1 1,0 3,0 3,1 2,0 2,-52 20,-209 91,186-63</inkml:trace>
  <inkml:trace contextRef="#ctx0" brushRef="#br1" timeOffset="33065.367">2118 15550,'-21'123,"-5"-2,-5-1,-6-1,-42 92,61-173,7-25,5-23,31-120,-14 92,143-496,-115 441,-40 93,1 1,0-1,0 1,0 0,0-1,0 1,0-1,0 1,0-1,0 1,0 0,0-1,0 1,0-1,0 1,1-1,-1 1,0 0,0-1,1 1,-1-1,0 1,1-1,-1 0,0 1,1-1,-1 1,1-1,-1 0,1 1,-1-1,1 0,-1 1,1-1,-1 0,1 0,-1 1,1-1,-1 0,1 0,0 0,-1 0,1 0,-1 0,1 0,0 0,-1 0,1 0,-1 0,1 0,-1-1,1 1,0 0,-1 0,1-1,-1 1,1 0,-1 0,1-1,-1 1,0-1,1 1,-1 0,1-1,-1 1,0-1,1 1,-1-1,0 1,1-1,25 185,-15-81,5-1,5-1,4-1,6 5,-25-85,2 0,0-1,2 1,0-2,0 0,2 0,11 13,-11-20,-4-7</inkml:trace>
  <inkml:trace contextRef="#ctx0" brushRef="#br1" timeOffset="33348.6">1886 16056,'25'2,"26"1,26-5,24-4,17-5,11-2,-2-1,-5 3,-24 2</inkml:trace>
  <inkml:trace contextRef="#ctx0" brushRef="#br1" timeOffset="34317.2">2978 15974,'-40'0,"17"-2,-1 1,1 1,-1 1,1 1,0 2,0 0,0 1,0 1,1 1,0 1,-6 4,23-9,1-1,-1 1,0 0,1 0,0 0,0 1,0-1,0 1,0 0,1 0,0 1,-1-1,2 1,-1-1,1 1,-1 0,1 0,0 0,1 0,0 1,-1-1,1 0,1 1,-1-1,1 0,0 1,1-1,-1 1,1-1,0 0,0 0,0 1,1-1,0 0,0 0,0 0,1-1,0 1,0 0,0-1,0 0,1 0,3 4,-2-4,0 0,1-1,0 0,0 0,0 0,0 0,0-1,0 0,1-1,-1 1,1-1,-1 0,1-1,0 1,-1-1,1-1,-1 1,1-1,-1 0,1-1,-1 0,1 0,-1 0,0-1,0 1,3-3,5-3,-1 0,-1-1,1 0,-1-1,-1 0,0-1,0 0,-1-1,-1 0,0 0,0-2,6-13,-1-1,-2 0,-1 0,-1-1,-1-1,-2 1,-1-1,0-7,12-244,-21 110,3 172,-1-1,1 1,0-1,-1 0,1 0,-1 1,1-1,0 0,-1 1,1-1,-1 0,1 0,-1 0,1 0,-1 0,1 1,0-1,-1 0,1 0,-1 0,1 0,-1 0,1 0,-1 0,1-1,-1 1,1 0,-1 0,1 0,-1 0,1-1,0 1,-1 0,1 0,-1-1,1 1,0 0,-1-1,1 1,0 0,-1-1,1 1,0 0,0-1,-1 1,1-1,0 1,0-1,0 1,0-1,-1 1,1 0,0-1,0 1,0-1,0 1,0-1,0 1,0-1,0 1,1-1,-1 1,0-1,0 1,0-1,0 1,1-1,-36 90,14 1,4 1,3 1,5 0,2 52,5-119,1-1,1 1,0 0,2-1,1 1,1-1,2 0,0 0,1 0,1-1,2 0,7 14,-12-30,0-1,1 0,0-1,0 1,0-1,1 0,-1 0,1-1,0 0,1 0,-1-1,1 0,-1 0,1-1,0 0,0 0,0-1,0 0,1 0,-1-1,0 0,0-1,0 1,0-2,0 1,0-1,0 0,0-1,-1 0,1 0,-1 0,1-1,-1 0,-1-1,1 0,-1 0,1 0,-1 0,-1-1,1 0,-1-1,0 1,-1-1,1 0,-1 0,-1 0,1-1,-1 1,0-3,1-7,-1-1,-1 0,-1 0,-1 0,0 0,-1 0,-1 0,0 0,-2 1,-3-12,-10-98,17 125,0 1,0-1,0 1,0-1,0 1,1-1,-1 1,1-1,-1 1,1-1,-1 1,1-1,0 1,0 0,-1-1,1 1,0 0,0 0,0 0,0 0,1 0,-1 0,0 0,0 0,1 0,-1 0,1 1,-1-1,0 0,1 1,-1-1,1 1,-1 0,1 0,-1-1,1 1,0 0,-1 0,1 0,-1 1,1-1,-1 0,1 1,30-2,0 2,0 1,0 1,-1 2,1 1,19 8,-45-13,-1 0,0 1,0-1,0 1,0 0,0 1,0-1,-1 1,1 0,-1 0,0 1,0-1,0 1,0 0,0 0,-1 0,0 0,0 1,0 0,0-1,-1 1,0 0,0 0,1 4,-1 7,-2 0,0 1,0-1,-1 0,-1 0,-1 0,-1 0,0-1,-5 15,-12 55,20-81,0-1,1 1,0 0,-1-1,1 1,0 0,1-1,-1 1,0 0,1-1,0 1,0-1,0 1,1-1,-1 1,1-1,0 0,-1 0,2 0,-1 0,0 0,0 0,1 0,0-1,-1 1,1-1,0 0,0 0,0 0,1 0,-1-1,0 1,1-1,-1 0,4 1,6 0,0-1,0 0,0-1,0 0,0-1,0-1,0 0,0-1,-1 0,1-1,-1 0,0-1,0-1,0 0,-1 0,0-1,0 0,-1-1,0 0,0-1,-1 0,0-1,0 0,-1 0,-1-1,0 0,0 0,-1 0,0-1,-1 0,0-2,-1 4,-1 1,0-1,-1 0,0 0,0 0,-1 0,0 0,-1 0,0 0,-1 0,0 0,-1 0,1 0,-2 0,0 1,-3-8,6 15,0 1,-1 0,1-1,-1 1,0-1,1 1,-1 0,0 0,0-1,0 1,0 0,0 0,0 0,0 0,0 0,0 0,-1 0,1 0,0 1,-1-1,1 0,0 1,-1-1,1 1,-1-1,1 1,-1 0,1 0,-1 0,1 0,-1 0,1 0,-1 0,1 0,-1 0,1 1,-1-1,1 1,0-1,-1 1,1-1,0 1,-1 0,1 0,0 0,0-1,-1 1,1 1,-6 8,0 1,0 0,1 0,0 0,1 1,0 0,1 0,1 1,0-1,0 1,2-1,-1 1,1 0,1 6,-1-10,0 0,0 0,1 1,0-1,1 0,0 0,0 0,1 1,1-1,-1-1,1 1,1 0,-1-1,1 1,1-1,0 0,0-1,0 1,1-1,0 0,1 0,-1-1,1 0,1 0,-1-1,1 0,7 4,-4-5,1 0,0 0,0-1,1-1,-1 0,1-1,-1 0,1-1,40-2</inkml:trace>
  <inkml:trace contextRef="#ctx0" brushRef="#br1" timeOffset="35006.962">4440 15946,'-5'-5,"-1"1,1-1,-1 1,0 0,0 0,0 1,-1-1,1 1,-1 1,0-1,1 1,-1 1,0-1,0 1,-1 0,1 1,0-1,0 2,0-1,0 1,0 0,0 0,0 1,0 0,0 0,0 0,1 1,-6 3,6-2,-1 0,1 0,0 1,0 0,0 0,1 1,-1 0,1-1,1 2,-1-1,1 0,0 1,1 0,-1 0,1 0,1 0,-1 1,1-1,1 1,-1-1,1 1,1 0,-1-1,1 1,1 0,-1 0,1-1,1 1,-1-1,1 1,1-1,-1 0,2 2,7 3,0 0,1-1,0 0,1 0,0-2,0 0,1 0,1-1,-1-1,1 0,0-1,1-1,0 0,-1-1,4-1,1 4,25 6,91 37,-135-50,0 0,0 0,0 0,0 0,0 1,0-1,-1 0,1 1,0-1,0 0,0 1,-1-1,1 1,0 0,0-1,-1 1,1-1,0 1,-1 0,1 0,-1-1,1 1,-1 0,1 0,-1 0,0-1,1 1,-1 0,0 0,0 0,0 0,1 0,-1 0,0 0,0 0,0-1,-1 1,1 0,0 0,0 0,0 0,-1 0,1 0,0 0,-1-1,1 1,-1 0,1 0,-1-1,1 1,-1 0,1 0,-1-1,0 1,0 0,-11 4,1-1,-2 1,1-2,0 0,-1 0,1-2,-1 1,0-1,-5-1,8 0,-1 1,3 0,1 0,-1 0,0-1,1 0,-1 0,0-1,1 0,-1 0,1-1,-1 0,1 0,0-1,-1 0,1 0,6 2,0 0,1 0,-1 0,0 0,1 0,-1 0,0 0,1-1,-1 1,1 0,0 0,-1 0,1 0,0-1,0 1,0 0,0 0,0-1,0 1,0 0,0 0,1 0,-1-1,0 1,1 0,-1 0,1 0,-1 0,1 0,-1 0,1 0,0 0,0 0,-1 0,1 0,0 0,0 0,0 0,0 1,40-36,-19 20,2 1,-1 2,2 0,0 1,0 2,1 0,22-4,-45 12,0 1,1 0,-1 0,0 0,1 1,-1-1,1 1,-1 0,1 0,-1 0,0 0,1 1,-1-1,1 1,-1 0,0 0,1 0,-1 0,0 1,0-1,0 1,0 0,0 0,0 0,-1 0,1 0,-1 1,1-1,-1 1,0 0,0 0,0-1,0 1,0 2,5 18,-7-20,1 1,0-1,0 0,0 1,0-1,0 0,1 0,-1 0,1 0,0 0,0 0,0 0,0 0,1-1,-1 1,1-1,-1 0,1 0,0 0,1 1,6 0,0-1,0-1,0 1,1-1,-1-1,0 0,0 0,0-1,1-1,-1 0,0 0,0-1,-1 0,1 0,-1-1,1 0,-1-1,0 0,-1-1,7-4,-12 8,0-1,0 1,0-1,0 1,0-1,-1 0,1 0,-1 0,0 0,1 0,-1-1,-1 1,1-1,-1 1,1-1,-1 0,0 0,0 1,-1-1,1 0,-1 0,0 0,0 0,0 0,0 0,-1 0,1 1,-1-1,0 0,0 0,-1 1,1-1,-1 0,0 1,0 0,0-1,-1 0,-1-2,-1 0,0 0,0 0,-1 0,0 1,0 0,0 1,0-1,-1 1,0 0,0 1,0-1,0 1,-1 1,-6-2,9 2,1 2,-1-1,1 1,-1-1,1 1,-1 0,1 1,-1-1,1 1,0 0,-1 0,1 0,0 1,-1-1,1 1,0 0,0 0,1 1,-1-1,0 1,1 0,-1 0,1 0,0 0,0 0,0 1,1 0,-1 0,-2 4,1-1,0 2,0-1,1 0,0 1,1-1,0 1,0 0,1 0,0 0,0 6,1-11,0 0,0 0,0 0,1 0,-1 0,1 0,0-1,0 1,0 0,1 0,-1-1,1 1,0-1,0 0,0 1,1-1,-1 0,1 0,-1 0,1-1,0 1,0-1,0 0,1 1,-1-1,0 0,3 0,71 8,-38-15</inkml:trace>
  <inkml:trace contextRef="#ctx0" brushRef="#br1" timeOffset="35175.513">5027 15659,'-16'-6,"-13"-4,-8 2,-2 3,2 8,9 10,8 9,8 9,6 6,4-4</inkml:trace>
  <inkml:trace contextRef="#ctx0" brushRef="#br1" timeOffset="35361.015">4944 16124,'12'19,"8"8,8 2,9-2,9-5,16-7,17-10,22-10,17-10,-13-2</inkml:trace>
  <inkml:trace contextRef="#ctx0" brushRef="#br1" timeOffset="36394.07">9793 13379,'7'-25,"-2"0,0-1,-2 1,-1-1,-1 0,-1 0,-3-21,0 34,0-1,-2 0,0 1,0-1,-1 1,-1 1,0-1,0 1,-2 1,1-1,-1 1,-1 1,-10-9,-10-8,-2 2,0 1,-2 1,-12-5,-23-7,-2 3,-1 3,-1 3,-1 3,-1 4,-1 3,0 3,-1 4,0 2,-1 5,1 2,-1 4,1 4,-26 7,51-8,-1 3,1 2,1 2,0 2,2 3,0 2,0 1,2 3,1 2,2 2,0 2,2 2,2 1,-11 14,8 5,2 3,2 0,4 3,1 1,4 1,2 2,3 1,3 1,2 0,4 2,2 0,-2 45,6-49,4 1,2-1,3 1,3 0,2 0,4-1,2 1,3-2,2 0,4-1,1 0,4-2,2 0,3-2,2-1,26 33,-13-32,2-3,3-2,2-1,2-4,2-1,2-3,2-2,1-3,3-3,0-3,2-2,43 12,9-3,2-5,1-5,1-6,1-4,1-7,113-2,-139-8,1-5,-1-4,-1-4,0-4,-1-5,-1-3,0-5,13-10,-74 25,0-3,-1 0,-1-2,-1-1,0-2,-2-1,0-1,-1-1,-2-1,-1-2,0 0,-2-1,-2-2,5-9,4-21,-2-2,-2-1,-4-1,-2-1,-3 0,-3-1,-3-1,0-44,-4 28,-4-1,-3 1,-4 0,-4 0,-3 1,-4 0,-3 1,-17-39,18 66,-3 1,-2 1,-3 2,-1 0,-3 2,-2 0,-2 3,-2 1,-2 1,-1 2,-3 2,-40-29,41 40,-1 2,-1 1,-1 3,-1 1,-1 3,0 1,-2 3,0 2,0 1,-1 3,0 2,0 2,-1 3,1 1,-1 3,1 2,0 2,0 2,1 2,0 2,1 2,1 3,0 1,2 3,-41 25,51-24,0 1,2 2,1 1,1 1,2 2,0 1,2 1,-12 22,-43 84</inkml:trace>
  <inkml:trace contextRef="#ctx0" brushRef="#br1" timeOffset="37784.89">9984 16124,'-8'9,"4"-29,3 13,0 0,0 0,0 0,-1 0,0 0,0 0,0 0,-1 1,0-1,-1 1,1 0,-1 0,0 0,-1 0,0 1,1-1,-2 1,1 1,-1-1,1 1,-1 0,0 0,-1 0,1 1,-1 0,1 1,-1-1,0 1,0 0,0 1,0 0,0 0,0 0,0 1,-1 0,-7 4,1 0,0 1,0 1,0 0,1 1,0 1,0 0,1 0,0 1,0 1,1 0,0 0,1 1,0 1,1 0,0 0,1 0,1 1,0 1,0-1,1 1,-2 9,3-12,0 0,1 1,1 0,0 0,0 0,1 0,0 0,1 0,1 1,0-1,1 0,0 0,1 1,0-1,1 0,0 0,1-1,0 1,1-1,0 0,1 0,0 0,1-1,0 0,0 0,6 4,3-3,0-1,0 0,1-2,0 0,1-1,0 0,0-2,0 0,1-1,0-1,-1-1,1 0,0-1,0-2,0 0,0 0,0-2,-1 0,1-2,-1 0,5-2,-8 3,-1-1,0 0,0-1,0-1,0 0,-1 0,0-2,-1 1,0-2,0 0,-1 0,-1-1,1 0,-2-1,0 0,0 0,-1-1,0-1,-1 1,-1-1,1-2,-6-26,-14 62,11-13,0-1,0 1,1 0,0 0,0 0,1 0,0 1,0-1,0 0,1 0,0 0,1 0,0 0,0-1,0 1,1 0,0-1,0 1,0-1,1 0,0 0,0-1,1 1,0-1,-1 0,2 0,-1 0,1-1,-1 0,1 0,0 0,1-1,4 3,-4-3,0-1,-1 1,1-1,0-1,0 1,0-1,0 0,0 0,0-1,0 0,0-1,1 1,-1-1,0-1,0 1,-1-1,1 0,0-1,-1 0,1 0,-1 0,0-1,0 1,0-2,0 1,-1-1,0 1,0-2,0 1,0 0,-1-1,0 0,0 0,-1 0,0 0,0-1,0 0,-1 1,1-1,-2 0,2-7,-3 8,0-1,-1 1,0-1,0 0,-1 1,0-1,0 1,0 0,-1 0,0 0,0 0,0 0,-1 1,0-1,0 1,0 0,-1 0,1 0,-1 1,-1 0,1 0,0 0,-1 1,0-1,0 1,0 1,-3-2,-3-1,-1 0,0 1,0 1,0 0,0 0,-1 1,1 1,-1 0,1 1,-1 1,1 0,-1 1,0 0,-8 9,36 3,15-8,0-1,0-2,0-1,1-1,-1-2,1 0,-4 0,399-11,-423 12,0-1,0 0,1 1,-1-1,1 1,-1 0,0-1,1 1,-1 0,1 1,-1-1,1 0,-1 1,0-1,1 1,-1 0,0 0,1 0,-1 0,0 0,0 0,0 1,0-1,0 1,0-1,0 1,-1 0,1 0,0 0,-1 0,0 0,1 0,-1 0,0 0,0 0,0 1,0-1,-1 0,1 1,-1 9,-1-9,0 0,1 0,-1 0,1 0,0 0,0 0,0 0,0 1,1-1,-1 0,1 0,0 0,0-1,0 1,0 0,0 0,1 0,-1-1,1 1,-1-1,1 1,0-1,0 0,1 0,-1 0,0 0,1 0,-1 0,1 0,-1-1,3 2,8 0,0-1,0 0,0 0,0-2,0 1,0-2,1 0,-1 0,0-1,-1-1,1 0,0-1,-1 0,1-1,-1 0,-1-1,2-1,-6 4,0-1,0 1,0-1,-1-1,0 1,1-1,-2 0,1-1,0 1,-1-1,0 0,-1-1,1 1,-1-1,0 0,-1 0,0 0,0 0,0 0,-1-1,0 0,0-2,-3 0,-5 25,4-6,0 0,0 0,1 0,0 0,0 0,1 0,0 0,1 0,0 0,0 0,1 0,0 0,1 0,0-1,0 1,1-1,0 0,0 0,1 0,0-1,0 1,1-1,0 0,0-1,1 1,2 1,3-2,0 1,0-1,0-1,1 0,-1-1,1-1,9 2,35 5</inkml:trace>
  <inkml:trace contextRef="#ctx0" brushRef="#br1" timeOffset="38391.153">12005 16275,'-9'-10,"0"0,0 1,-1 1,0-1,-1 2,0-1,0 2,-1-1,0 2,0-1,0 2,0-1,-1 2,0 0,0 0,-11 0,20 3,0 1,0-1,0 1,0 0,0 0,0 0,0 1,0-1,0 1,1 0,-1 0,1 0,-1 1,1-1,0 1,0 0,0 0,1 0,-1 0,0 0,1 0,0 1,0 0,0-1,0 1,1 0,0 0,-1 0,1-1,0 4,0 0,-1 0,2 0,-1 1,1-1,0 0,0 0,1 1,0-1,1 0,-1 0,1 0,1 0,-1 0,1-1,0 1,1-1,0 1,0-1,0-1,1 1,-1-1,1 0,0 0,1-1,-1 0,1 0,0 0,0 0,0-1,0 0,1 0,-1-1,1 0,0 0,0 0,-1-1,1 0,0-1,0 1,0-1,0-1,0 1,0-1,0 0,0-1,0 0,-1 0,1 0,-1-1,1 0,-1 0,0 0,3-3,1-2,0 0,-1-1,0 0,0-1,-1 0,0-1,-1 1,0-1,0-1,-2 1,1-1,-1 0,-1 0,0-1,1-8,4-27,-2 0,-1 0,-2-28,-4 69,3-81,-3-1,-4 1,-12-66,6 111,9 43,1 1,0-1,0 1,0-1,-1 1,1-1,0 1,-1-1,1 0,0 1,-1-1,1 1,0-1,-1 0,1 1,-1-1,1 0,-1 0,1 1,-1-1,1 0,-1 0,1 0,-1 0,1 0,-1 1,1-1,-1 0,1 0,-1 0,1 0,-1 0,1-1,-1 1,0 0,1 0,-1 0,1 0,-1-1,1 1,0 0,-1 0,1-1,-1 1,1 0,-1-1,1 1,0 0,-1-1,1 1,0-1,-1 1,1-1,0 1,0-1,-1 1,1-1,0 1,0-1,0 1,0-1,-6 21,1 0,0 0,2 1,0-1,2 1,0 18,0-7,-4 21,3-1,3 0,1 0,3 0,2 0,2 0,3-1,1-1,3 0,6 8,-16-45,2-1,-1 1,1-2,1 1,0-1,1 0,0-1,0 0,1-1,1 0,7 5,-13-11,0 1,0-1,0 0,0-1,1 1,-1-1,1-1,-1 1,1-1,0 0,-1-1,1 1,0-1,0-1,-1 1,1-1,0 0,-1-1,1 1,-1-1,1-1,-1 1,0-1,0 0,3-3,4-4,-1-1,1 0,-2-1,0-1,0 0,-1 0,-1-1,0 0,-1-1,-1 0,0 0,-1-1,-1 1,0-1,-1 0,0-1,0-12,-2 9,-9 31,3 2,0 1,2 0,0 0,0-1,1 1,1 0,0 0,1 0,1 1,-2-10,1 0,0-1,0 1,0 0,0-1,1 1,-1-1,1 0,0 1,1-1,-1 0,1 0,0 0,0-1,0 1,0-1,0 1,1-1,0 0,0-1,0 1,0-1,0 1,0-1,0 0,1-1,-1 1,4 0,21-1,-2-6</inkml:trace>
  <inkml:trace contextRef="#ctx0" brushRef="#br1" timeOffset="38640.486">12606 15824,'0'2,"7"3,2 2</inkml:trace>
  <inkml:trace contextRef="#ctx0" brushRef="#br1" timeOffset="39018.013">13029 15387,'-6'-28,"5"23,6 19,13 65,-3 0,-4 1,1 65,-11-129,34 475,-33-475,1 0,0 0,1 0,1-1,0 1,7 11,-11-24,1 1,0-1,0 1,1-1,-1 0,1 0,-1 0,1 0,0-1,0 1,0-1,1 0,-1 0,0 0,1 0,0 0,-1-1,1 1,0-1,0 0,-1 0,1-1,0 1,0-1,0 0,0 0,0 0,0 0,0-1,0 0,15-4,-1-2,0 0,0-1,-1-1,0-1,-1 0,0-1,-1-1,0 0,-1-1,0-1,-1 0,0-1,1-3,45-71,-60 80,-10 23,6-5,0 0,0 0,1 1,0-1,1 1,0 0,1 0,0 0,0 1,1 6,0-12,1 0,0 0,1-1,-1 1,1 0,0 0,0 0,1 0,-1-1,1 1,0-1,0 1,1-1,-1 0,1 0,0 0,0 0,0 0,0-1,1 1,0-1,0 0,1 1,66 19,-36-20</inkml:trace>
  <inkml:trace contextRef="#ctx0" brushRef="#br1" timeOffset="39202.522">13712 15905,'-17'-4,"-11"-3,-4 2,1 0,4 2,4 1,3 1,6 0</inkml:trace>
  <inkml:trace contextRef="#ctx0" brushRef="#br1" timeOffset="39387.028">13084 15701,'25'-10,"26"-2,23 0,22 3,16 2,7 8,-4 7,-21 3</inkml:trace>
  <inkml:trace contextRef="#ctx0" brushRef="#br1" timeOffset="39639.862">13944 16370,'10'-3,"1"0,-1-1,0 0,0-1,-1 0,1 0,-1-1,0 0,-1 0,1-1,-1-1,-1 1,1-1,-1-1,-1 1,1-1,-2 0,5-8,12-66,-22 80,0 0,0 0,0 0,0 0,-1 0,1 0,-1 0,0 1,1-1,-1 0,-1 0,1 1,0-1,-1 1,1-1,-1 1,0 0,0-1,0 1,0 0,0 0,0 0,0 1,-1-1,1 0,-1 1,1 0,-3-1,2 1,0 0,0 0,0 0,-1 1,1-1,0 1,-1 0,1 0,0 0,0 1,-1-1,1 1,0 0,0 0,0 0,0 0,0 0,0 1,0-1,0 1,0 0,1 0,-1 0,1 0,-1 0,1 0,0 1,0-1,-1 3,-2 1,1 0,0 0,0 1,1 0,0 0,0 0,1 0,0 0,0 0,0 1,1-1,0 5,1-5,0-1,0 1,1-1,0 1,1-1,-1 0,1 0,0 1,1-1,-1 0,1-1,0 1,1-1,-1 1,1-1,1 0,-1 0,0 0,1-1,0 0,0 0,0 0,1 0,-1-1,1 0,0 0,1 0,16 6,0 0,1-1,0-2,0 0,1-2,13 1,66 5,-4-5</inkml:trace>
  <inkml:trace contextRef="#ctx0" brushRef="#br1" timeOffset="40091.044">15555 15468,'-10'21,"2"0,0 1,1 0,1 0,1 0,1 0,1 1,1 0,1 0,1-1,1 1,2 5,7 94,6 0,9 18,10 65,-34-186,15 39,-14-57,0-1,0 1,0-1,0 0,1 0,-1 0,0 0,0-1,0 1,0 0,0-1,0 0,0 1,0-1,0 0,0 0,0 0,0 0,0 0,-1-1,1 1,0-1,-1 1,1-1,0-1,1 1,31-26,-1-1,-1-2,-2 0,-1-2,19-30,-30 21,-43 53,20-6,-1 0,1 0,0 0,1 1,-1-1,1 1,0 0,1 0,-1 1,1-1,1 1,-1 0,1 0,0 0,1 0,-1 0,2 0,-1 0,1 0,0 0,0 0,1 1,-1-1,2 0,-1 0,1 0,0 0,1-1,0 1,0-1,0 1,0-1,1 0,0 0,1 0,3 3,1-3,0 0,0-1,1 0,-1 0,1-1,0 0,1-1,-1 0,0-1,1 0,0 0,6-1,28 1</inkml:trace>
  <inkml:trace contextRef="#ctx0" brushRef="#br1" timeOffset="40368.304">15460 15933,'19'-2,"22"1,27 3,26 4,17 1,11-1,-15-2</inkml:trace>
  <inkml:trace contextRef="#ctx0" brushRef="#br1" timeOffset="40849.532">16361 15960,'-23'0,"-1"1,0 1,1 0,0 2,-1 1,1 1,1 1,-18 8,37-14,0 0,0 1,0-1,1 0,-1 1,0-1,1 1,-1 0,1 0,0 0,-1 0,1 1,0-1,0 0,1 1,-1-1,0 1,1 0,0 0,-1-1,1 1,0 0,1 0,-1 0,0 0,1 0,0 1,-1-1,1 0,0 0,1 0,-1 0,1 0,-1 0,1 0,0 0,0 0,0 0,0 0,1 0,10 12,0-1,1 0,0-1,1 0,0-1,1-1,1-1,-1 0,2 0,4 0,-6-1,199 109,-177-89,-71-20,25-8,0 0,0 0,0-1,-1-1,1 0,0 0,0 0,0-1,0-1,0 1,0-2,1 1,0-1,-1 0,1-1,1 0,-5-3,10 4,1 1,0-1,0 0,0 1,1-1,-1 0,1 1,0-1,0 0,0 1,1-1,-1 0,1 1,0-1,0 1,0-1,0 1,1-1,0 1,-1 0,1 0,0-1,0 2,1-1,-1 0,1 0,-1 1,1-1,0 1,0 0,0 0,3-2,-4 3,7-9,30-28,-2-2,-2-1,-1-2,7-14,-13 5,-3 0,-1-1,-3-2,-2 0,-3-1,-2-1,-2 0,-4-1,-1 0,-3 0,-4-57,-4 77,4 38,0 0,-1 1,1-1,0 0,-1 0,1 0,0 0,-1 1,1-1,0 0,-1 0,1 0,0 0,-1 0,1 0,-1 0,1 0,0 0,-1 0,1 0,0 0,-1 0,1 0,-1 0,1 0,0 0,-1-1,1 1,0 0,-1 0,1 0,0-1,0 1,-1 0,1 0,0-1,-1 1,1 0,0-1,0 1,0 0,-1-1,1 1,0 0,0-1,0 1,0 0,0-1,0 1,-7 22,2 1,1 0,1 0,0 0,2 0,1 4,0-21,3 129,6 0,6 0,6-1,23 75,6-12,-37-168,-14-29,1 0,0-1,0 1,0 0,-1-1,1 1,0-1,0 1,0 0,0-1,0 1,0-1,0 1,0 0,0-1,0 1,0-1,0 1,0 0,0-1,0 1,0-1,1 1,-1 0,0-1,0 1,0 0,1-1,-1 1,0 0,0-1,1 1,-1 0,0 0,1-1,-1 1,0 0,1 0,-1 0,0-1,1 1,-1 0,0 0,1 0,-1 0,1 0,-1 0,0 0,1 0,-1 0,1 0,-1 0,0 0,1 0,-1 0,1 0,-1 0,0 0,1 0,-1 1,1-1,-1 0,0 0,1 1,-3-39,-2-5</inkml:trace>
  <inkml:trace contextRef="#ctx0" brushRef="#br1" timeOffset="41574.839">16471 15591,'1016'345,"-853"-285,-141-47,-26-5,-38-2,-77-13,85 3,0 2,0 1,0 1,-1 3,-3 1,35-4,-1 1,0-1,1 1,-1 0,1 0,-1 0,1 0,-1 1,1-1,0 1,0 0,0 0,0 0,0 1,0-1,1 1,-1-1,1 1,0 0,-1 0,1 0,1 0,-1 0,0 1,1-1,-1 0,1 1,0-1,0 1,1 0,-1-1,1 1,0 0,0-1,0 1,0 0,0-1,1 1,0 0,3 6,0 0,1 0,0-1,0 0,1 0,0 0,1-1,0 0,0 0,1 0,0-1,0 0,1-1,0 0,0 0,0-1,1 0,0-1,7 3,-12-5,0 0,0-1,0 1,1-1,-1 0,0-1,0 1,1-1,-1 0,0 0,1-1,-1 1,0-1,0 0,0-1,1 1,-1-1,-1 0,1-1,0 1,0-1,-1 0,0 0,1 0,-1 0,0-1,-1 0,1 0,-1 0,1 0,-1-1,60-99,-50 99,-9 26,-3 47,-2-56,0-1,0 1,1 0,1 0,0 0,0-1,1 1,1-1,0 1,1-1,0 0,0 0,1 0,1-1,-1 1,2-2,3 6,-7-12,0-1,1 1,-1-1,1 1,-1-1,1 0,0 0,0-1,-1 1,1-1,1 0,-1 0,0 0,0-1,0 1,0-1,0 0,1 0,-1 0,0-1,0 0,0 0,0 0,0 0,0 0,2-2,4-1,-1 0,-1-1,1-1,-1 1,0-1,0-1,0 0,-1 0,0 0,4-6,8-18,-1 0,-2-1,-1-1,-1 0,-2-1,-2-1,-1 0,-1 0,-1-7,16-90,-6 0,-6 0,-5-110,-6 230,-11-74,11 85,-1 0,1 0,-1 1,1-1,-1 0,0 1,1-1,-1 1,0-1,1 1,-1-1,0 1,0-1,1 1,-1 0,0-1,0 1,0 0,1 0,-1 0,0-1,0 1,0 0,0 0,0 0,1 0,-1 1,0-1,0 0,0 0,0 0,1 1,-1-1,0 0,0 1,1-1,-1 1,0-1,0 1,1-1,-1 1,1-1,-1 1,0 0,1-1,-1 1,1 0,-1 0,1-1,0 1,-1 0,1 0,0 0,0-1,-1 2,-11 18,0 1,1 0,1 0,1 1,1 0,1 1,1 0,-1 8,-4 18,1 0,4 1,1 0,2 1,3-1,1 0,3 0,7 26,-5-42,1 0,2 0,1-1,2 0,2-1,0 0,2-2,2 1,0-2,2 0,2-2,16 18,-32-38,0 0,0 0,0-1,1 0,0 0,0-1,1 0,-1 0,1-1,0 0,1 0,-1 0,0-2,1 1,2 0,13-5</inkml:trace>
  <inkml:trace contextRef="#ctx0" brushRef="#br1" timeOffset="41850.106">17740 15797,'17'7,"18"6,23 9,24 5,22 2,14 2,3-1,-19-5</inkml:trace>
  <inkml:trace contextRef="#ctx0" brushRef="#br1" timeOffset="42037.134">18492 16356,'-1'2,"-32"83,32-82,0 0,0 0,1 1,-1-1,1 0,0 0,0 0,0 0,1 0,-1 1,1-1,-1 0,1 0,0 0,0 0,1 0,-1-1,0 1,1 0,0-1,0 1,0 0,0-1,0 0,0 0,0 0,1 1,5 1,0 0,0-1,0 0,1 0,-1-1,1 0,-1 0,1-1,0 0,0 0,-1-1,1-1,0 1,0-1,0-1,-1 0,1 0,-1 0,0-1,1-1,-1 1,-1-1,6-3,-9 4,1 0,-1-1,-1 1,1-1,0 1,-1-1,0 0,0-1,0 1,0 0,-1-1,0 1,0-1,0 0,0 0,-1 0,0 0,0 0,0 0,0 0,-1 0,0 0,0-1,0 1,-1 0,0 0,0 0,0 0,-1 0,1 0,-1 0,0 1,-1-1,1 1,-1-1,0 1,0 0,0 0,0 0,-1 0,-3-2,-1 0,1 1,-1 0,0 0,0 0,0 1,0 0,-1 1,0 0,0 1,0-1,0 2,0-1,0 1,0 0,-1 1,1 0,0 1,0 0,0 0,0 1,0 0,0 1,0 0,0 0,1 1,0 0,0 1,0-1,0 2,0-1,1 1,0 0,1 0,-1 1,1 0,0 0,1 1,0-1,0 1,0 0,1 1,2-4,0 0,1 0,0 0,0 1,0-1,0 0,1 0,0 1,0-1,0 0,1 0,0 1,0-1,0 0,1 0,-1 0,1 0,0 0,1-1,-1 1,1 0,0-1,0 0,1 0,-1 0,1 0,-1 0,3 0,22 17</inkml:trace>
  <inkml:trace contextRef="#ctx0" brushRef="#br1" timeOffset="42208.672">18519 15892,'-16'-3,"-13"0,-5 5,-3 9,6 7,8 8,8-1</inkml:trace>
  <inkml:trace contextRef="#ctx0" brushRef="#br1" timeOffset="42379.223">18696 16534,'5'14,"4"7,4-1,10 0,18-4,21-8,30-9,-2-4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5:17.72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128 0,'-16'5,"-11"5,-2 5,-1-2,4-2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5:50.2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1,'0'0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23.4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2006 288,'-29'-38,"26"35,-87-70,68 64,0 0,-1 1,0 2,0 0,-8 0,-99-31,106 26,0 2,-1 1,0 0,0 2,-1 1,-10 0,-88-12,-127-7,29 25,178 2,1 2,0 1,1 3,0 1,-17 7,39-9,-1 0,1 1,0 1,1 0,-14 12,-114 78,133-88,1 0,0 0,1 1,1 1,0 0,0 1,2 0,0 1,1-1,0 2,1-1,1 1,-1 7,-7 10,14-33,-16 34,3 0,0 1,3 1,1 0,1 1,-37 385,40-375,3 0,2 0,2 0,3 6,9 189,28 173,9-194,-37-169,3-1,1 0,3-2,3 0,5 5,-16-35,1-2,1 1,0-1,1-2,1 1,1-2,0 0,1-1,1-1,0-1,9 4,22 9,2-2,1-2,1-3,4-1,32 2,0-3,1-4,0-5,0-3,75-8,-123 2,-1-1,0-3,-1-1,1-2,-1-2,-1-2,10-6,24-11,-1-3,-2-3,-2-4,11-9,-54 30,0-2,-1 0,-1-2,-1 0,-2-2,0 0,-1-2,-2 0,0-1,-2-1,4-13,27-76,-6-2,4-32,-44 145,17-49,-2-1,-3 0,-3-1,-2 0,-2-1,-3 0,-3 0,-3-27,-22-28,-5 1,-5 1,-4 2,-5 2,-24-36,50 106,-6-16,0-1,-2 1,-2 2,-16-21,40 68,-1 1,1-1,-1 1,1 0,-1 0,0 0,-1 1,1-1,-1 1,1 0,-1 1,0-1,0 1,0 0,-1 0,1 0,0 1,-1-1,1 1,-1 1,-2-1,-32 0,0 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31.5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269 768,'-6'-5,"1"1,-1 0,0 0,-1 0,1 1,-1 0,1 0,-1 1,0 0,0 0,0 0,-1 1,1 0,0 1,0-1,0 1,-1 1,1-1,0 1,0 1,0-1,0 1,0 0,0 1,0 0,1 0,-1 0,1 1,0 0,0 0,0 0,1 1,-1 0,0 2,2-4,1 0,0 0,0 1,0-1,0 1,1 0,-1 0,1 0,0 0,0 1,0-1,1 0,0 1,0 0,0-1,0 1,1-1,-1 1,1 0,0-1,1 1,-1 0,1-1,0 1,0-1,0 1,1-1,0 1,0-1,0 0,0 0,0 0,1 0,0 0,2 1,0-1,0-1,0 1,1-2,0 1,-1 0,1-1,0 0,0-1,1 1,-1-1,0 0,0-1,1 0,-1 0,0 0,0 0,1-1,-1 0,0-1,0 1,0-1,0 0,0-1,0 0,5-1,0-2,-1 1,0-1,0-1,0 0,-1 0,0-1,0 0,-1 0,0-1,0 0,2-6,-6 9,0 0,-1 0,0-1,0 1,-1-1,1 1,-1-1,-1 0,1 0,-1 0,-1 0,1 0,-1-1,0 1,-1-2,1 10,0-1,0 1,-1-1,1 0,0 0,0 1,-1-1,1 0,0 1,0-1,-1 0,1 0,0 1,-1-1,1 0,0 0,-1 0,1 0,0 1,-1-1,1 0,-1 0,1 0,0 0,-1 0,1 0,0 0,-1 0,1 0,-1 0,1 0,0 0,-1 0,1-1,0 1,-1 0,1 0,-1 0,1 0,0-1,-1 1,1 0,0 0,0-1,-1 1,1 0,0 0,0-1,-1 1,1 0,0-1,0 1,0 0,0-1,-1 1,1-1,0 1,0 0,0-1,0 1,0 0,0-1,0 1,0-1,0 1,0-1,-13 31,11-24,1-1,1 1,-1-1,1 1,0 0,0-1,0 1,1-1,0 1,0-1,1 1,-1-1,1 0,0 1,1-1,-1 0,1 0,0-1,0 1,1-1,-1 1,1-1,0 0,0 0,0-1,1 1,-1-1,1 0,0 0,0 0,0-1,3 1,104 23,-55-23</inkml:trace>
  <inkml:trace contextRef="#ctx0" brushRef="#br0" timeOffset="938.374">843 685,'-13'-4,"1"1,-1 0,0 1,0 0,0 1,-1 0,1 1,0 1,-11 1,19-1,0 0,0 0,0 0,0 1,1-1,-1 1,1 1,-1-1,1 0,0 1,0 0,0 0,0 0,0 1,1-1,0 1,-1 0,1 0,1 0,-1 0,0 0,1 1,0-1,0 1,1 0,-1-1,0 3,1 0,0-1,1 1,0 0,0 0,0 0,1 0,0 0,0-1,0 1,1 0,0-1,1 1,-1-1,1 0,0 1,1-2,0 1,0 0,0-1,0 1,5 3,-6-6,1 1,-1-1,1 0,0 0,0-1,0 1,1-1,-1 1,0-1,1-1,-1 1,1-1,0 1,0-2,-1 1,1 0,0-1,0 0,0 0,0 0,0-1,-1 1,1-1,0 0,0-1,-1 1,1-1,-1 0,1 0,3-3,1-1,-1 0,0-1,0 0,0-1,-1 1,0-1,0-1,-1 1,-1-1,1-1,-1 1,-1-1,1 1,-2-1,1 0,0-6,2-11,-1-1,-1 0,-2 1,0-1,-3-22,-3-2,-2-1,-2 1,-3 0,-2 1,-6-14,8 36,3 24,6 20,6 27,2 0,2 0,9 26,-6-21,89 334,-96-366,0-1,1 0,1 0,0-1,1 1,0-2,1 1,0-1,7 7,-14-18,0 0,0 0,0 0,0 0,0 0,0-1,0 1,1 0,-1-1,0 1,1-1,-1 1,0-1,1 1,-1-1,0 0,1 0,-1 0,1 0,-1 0,1 0,-1 0,0 0,1-1,-1 1,0 0,1-1,-1 1,0-1,1 0,-1 1,0-1,0 0,0 0,0 0,1 0,-1 0,0 0,31-47,-24 20,0 0,-2 0,-1-1,-2 0,0 0,-2 0,-1 0,-2-5,2 12,1-69,0 91,0-1,0 0,0 1,1-1,-1 1,0-1,0 1,1-1,-1 1,0 0,1 0,-1 0,0 0,1 0,-1 0,0 0,1 0,-1 0,0 1,0-1,1 0,-1 1,0-1,0 1,1 0,-1-1,0 1,0 0,0-1,0 1,0 0,0 0,0 0,0 0,0 1,7 3,52 23,60 36,-114-60,0 1,-1 0,0-1,0 2,0-1,-1 1,0-1,0 1,0 0,-1 1,0-1,0 1,-1-1,1 1,-1 0,-1 0,2 5,-1 123,-2-133,1 0,-1 0,1 0,-1 0,1 0,-1 0,1 0,0 0,0 0,0-1,0 1,0 0,1 0,-1-1,0 1,1-1,-1 0,1 1,0-1,-1 0,1 0,0 0,0 0,0 0,0 0,-1-1,1 1,0 0,0-1,0 0,1 1,-1-1,0 0,0 0,0 0,0-1,0 1,0 0,0-1,0 1,0-1,0 0,83-35,-75 28,-1 0,1 0,-1 0,-1-1,1-1,-2 1,1-1,-1-1,-1 1,0-1,0 0,-1-1,-1 1,0-1,0 0,-1 0,-1 0,1-5,-2 15,-1 1,1-1,-1 0,1 0,-1 1,0-1,0 0,0 0,0 1,0-1,0 0,0 0,0 0,-1 1,1-1,-1 0,1 1,-1-1,0 0,1 1,-1-1,0 1,0-1,0 1,0-1,-1 1,1 0,0 0,-1 0,1-1,0 1,-1 0,1 1,-1-1,0 0,1 0,-1 1,0-1,1 1,-1-1,0 1,0 0,1-1,-1 1,0 0,0 0,1 1,-1-1,0 0,0 0,1 1,-1-1,0 1,1 0,-1-1,0 1,1 0,-1 0,0 0,-4 6,-1 0,1 0,1 1,-1 0,1 0,1 0,-1 1,2-1,-1 1,1 0,0 0,1 0,0 1,0-1,1 1,0-1,1 1,0-1,1 0,0 3,0-6,1 0,0 0,0 0,1 0,-1 0,1 0,0-1,1 1,0-1,-1 0,1 0,1-1,-1 1,1-1,0 0,0 0,0 0,1-1,-1 1,1-1,0-1,4 3,5 0,0-1,0 0,0 0,1-2,-1 0,1 0,-1-2,13 0,24-4</inkml:trace>
  <inkml:trace contextRef="#ctx0" brushRef="#br0" timeOffset="1880.426">2126 536,'-3'-2,"-1"0,1 0,-1 1,1 0,-1 0,0 0,1 0,-1 0,0 1,0-1,1 1,-1 0,0 0,0 1,0-1,1 1,-1 0,0 0,0 0,1 0,-1 1,1-1,-1 1,1 0,0 0,0 0,0 0,0 1,0-1,0 1,1 0,-1 0,1 0,0 0,0 0,-2 3,2 1,0-1,1 1,-1-1,1 1,0 0,1 0,-1 0,1-1,1 1,0 0,-1 0,2 0,-1-1,1 1,0-1,1 1,-1-1,1 0,0 0,1 0,0 1,8 11,1-1,1 0,0-1,1 0,0-1,4 1,110 91,-127-106,-1 0,1-1,-1 1,0 0,0 0,1 0,-1 1,0-1,0 0,0 0,0 1,0-1,-1 0,1 1,0-1,-1 1,1-1,-1 1,1-1,-1 1,0-1,1 1,-1 0,0-1,0 1,0-1,0 1,-1-1,1 1,0 0,-1-1,1 1,-1-1,1 1,-1-1,0 1,1-1,-1 0,0 1,0-1,0 0,0 0,0 0,-1 0,1 0,0 0,0 0,-2 1,-5 2,0 0,0-1,-1 0,1 0,-1-1,0 0,0-1,0 0,0 0,0-1,1 0,-1 0,0-1,0 0,0-1,-6-2,13 4,0 0,1-1,-1 1,0-1,1 0,-1 0,0 1,1-1,-1 0,1 0,-1 0,1 0,0-1,-1 1,1 0,0-1,0 1,0 0,0-1,0 0,0 1,0-1,1 1,-1-1,1 0,-1 1,1-1,-1 0,1 0,0 0,0 1,0-1,0 0,0 0,0 1,1-1,-1 0,1 0,-1 1,1-1,-1 0,1 1,0-1,0 1,0-1,0 1,0-1,0 1,0-1,1 1,10-11,1 1,1 1,0 0,1 1,-1 0,2 1,-1 1,1 0,15-3,13-8,-25 10,-4 3,-1 0,0 0,-1-2,1 1,-1-2,-1 0,1 0,-1-1,-1-1,0 0,0 0,-1-1,0-1,-1 1,3-6,-11 15,0 0,0 0,0-1,-1 1,1 0,-1-1,1 1,-1 0,0-1,1 1,-1-1,-1 1,1 0,0-1,0 1,-1-1,0 1,1 0,-1 0,0-1,0 1,0 0,0 0,-1 0,1 0,-1 0,1 0,-1 0,1 1,-1-1,0 0,0 1,0 0,0-1,0 1,0 0,0 0,-1 0,1 0,0 0,0 1,-1-1,1 1,-1 0,1-1,0 1,-1 0,1 0,-2 1,0-1,1 1,-1 0,1-1,-1 2,1-1,0 0,0 1,-1-1,1 1,0 0,1 0,-1 0,0 0,0 1,1-1,0 1,-1-1,1 1,0 0,0 0,0 0,1 0,-1 0,1 1,0-1,0 0,0 1,0-1,0 4,-1 1,1 1,0 0,0 0,1-1,0 1,0 0,1 0,1 0,-1-1,1 1,2 4,1-3,1-1,-1-1,1 1,1-1,0 0,0-1,0 1,1-1,0-1,0 0,1 0,0 0,0-1,0 0,1-1,-1 0,1-1,0 0,0 0,1-1,-1 0,0-1,1 0,-1-1,0 0,1-1,-1 0,1 0,-1-1,0-1,0 1,0-2,0 1,6-5,0 1,-1-2,0 1,-1-2,0 0,0-1,-1 0,-1-1,0 0,0-1,-2-1,1 1,-2-2,0 1,0-1,-2-1,0 0,0 0,3-14,3-17,-3 0,-1-1,-2 0,-3 0,-1 0,-3-6,1 10,-2 0,-3-1,-1 1,-4-12,8 51,0 1,0-1,0 0,0 1,-1-1,1 1,-1 0,0-1,-1 1,1 0,-1 0,1 0,-1 1,-4-4,6 7,-1 0,1 0,-1 0,0 0,1 0,-1 0,1 0,-1 1,0-1,1 0,-1 1,1-1,-1 1,1 0,0 0,-1 0,1-1,0 1,-1 0,1 0,0 1,0-1,0 0,0 0,0 1,0-1,0 0,0 1,1-1,-1 1,0-1,1 1,-1 0,-13 26,2 2,0 0,2 0,1 0,2 1,1 1,1-1,0 24,2-18,1 0,2 0,1 0,2 0,2 0,1-1,4 7,-5-22,1 0,2-1,0 0,1 0,0-1,2 0,0-1,2 0,0-1,0 0,2-1,0-1,2 0,-11-8,1-1,0 0,0 0,0-1,1 0,0 0,0-1,0 0,0 0,1-1,0 0,0-1,-1 1,1-2,1 1,-1-1,0-1,0 0,0 0,0-1,0 0,0 0,0-1,0 0,0-1,0 0,-1 0,1-1,-1 0,0-1,7-4,-5-5,1 0,-2 0,1-1,-2 0,0 0,-1-1,-1 0,0 0,-1-1,-1 1,0-1,-2 0,0-1,0 1,-2 0,0 0,-1-1,-2-7,3 20,0 0,0 0,-1 0,1 0,-1 1,0-1,-1 0,1 0,-1 1,0-1,0 1,0-1,-1 1,0 0,0 0,0 0,0 0,0 1,-1-1,-1 0,3 3,-1 1,1 0,-1 0,1 1,0-1,-1 0,1 1,0-1,-1 1,1 0,0 0,0 0,0 0,0 0,0 0,0 1,0-1,0 1,0-1,0 1,1 0,-1 0,1 0,-1 0,1 0,0 0,0 0,0 0,0 0,0 0,0 1,1-1,-1 2,-2 3,0 0,1 1,0-1,0 1,1 0,0-1,0 1,0 0,1 0,1-1,-1 1,1 0,1 0,-1-1,1 1,0-1,1 1,0-1,0 0,1 0,0 0,0-1,0 1,1-1,0 0,0 0,1-1,-1 0,1 0,0 0,1 0,2 0,11 7,1-2,0 0,1-2,0 0,1-2,14 3,56 10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30.3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0 372,'44'-117,"25"-112,-63 205,-6 24,1 0,-1 0,0 0,0 1,0-1,0 0,1 0,-1 0,0 0,0 0,0 0,0 0,1 0,-1 0,0 0,0 0,0 0,0 0,1 0,-1-1,0 1,0 0,0 0,0 0,1 0,-1 0,0 0,0 0,0 0,0 0,0-1,0 1,1 0,-1 0,0 0,1 24,-1-21,0 47,-1 32,5 0,7 38,2-46,-6-42,-1 0,-2 0,-2 0,0 24,-7-23,-3-8</inkml:trace>
  <inkml:trace contextRef="#ctx0" brushRef="#br0" timeOffset="248.839">15 687,'16'-3,"12"-2,11-1,11-2,7-2,7 2,6-2,0 2,-7 0,-14 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29.4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84,'-5'10,"1"0,0 1,1-1,0 1,0-1,1 1,1 0,0 0,0 0,1 0,0 0,1 0,0-1,1 1,0 0,1 0,2 5,10 11,1-1,2 0,0-1,1-1,2-1,0-1,11 8,-4-3,-1 1,-2 1,0 1,6 13,-30-42,0 0,1 1,-1-1,0 1,0-1,0 1,0-1,0 1,0 0,0 0,-1-1,1 1,-1 0,1 0,-1 0,0-1,0 1,0 0,1 0,-2 0,1 0,0 0,0 0,-1-1,1 1,-1 0,1 0,-1-1,0 1,0 0,0-1,0 1,0 0,0-1,0 1,0-1,-1 0,1 1,0-1,-1 0,1 0,-1 0,0 0,1 0,-1 0,0-1,1 1,-2 0,-10 3,0-1,-1-1,1 0,-1 0,1-1,-1-1,1 0,-1-1,1-1,-1 0,1 0,0-2,0 0,0 0,0-1,1 0,-1-2,9 6,1-1,0 0,0 0,0 0,1 0,-1 0,0 0,1-1,0 1,-1-1,1 0,0 1,0-1,0 0,1 0,-1-1,1 1,0 0,0 0,0-1,0 1,0 0,1-1,0 1,-1-1,1 1,0-1,1 1,-1-1,1 1,-1-1,1 1,0 0,2-3,7-13,2 1,0 1,1 0,0 0,2 1,0 1,7-5,7-9,2-2,-11 15,-2-1,0-1,0-1,-2 0,0-2,-2 1,0-2,-1 0,-1 0,-2-1,0-1,-1 0,0-4,-8 25,-1 0,1-1,-1 1,1 0,-1 0,0-1,0 1,0 0,-1 0,1-1,-1 1,0 0,0 0,0 0,0 0,0 0,-1 0,0 0,1 0,-1 1,0-1,0 1,0-1,-1 1,1 0,-1 0,1 0,-1 0,1 0,-1 0,0 1,0-1,0 1,0 0,0 0,0 0,-1 0,1 1,0-1,-1 1,-3 1,-1 0,1 0,0 1,-1 0,1 0,0 1,1 0,-1 0,0 0,1 1,0 0,-1 1,2-1,-1 1,0 0,1 1,0-1,0 1,1 0,0 0,0 0,0 1,1 0,0-1,0 1,0 0,1 0,0 1,1-1,0 0,0 1,0-1,1 1,0-1,1 2,-1-5,1 0,0 0,1 0,-1 0,1-1,-1 1,1 0,0-1,1 1,-1-1,1 0,-1 0,1 0,0 0,0 0,0-1,2 2,27 16</inkml:trace>
  <inkml:trace contextRef="#ctx0" brushRef="#br0" timeOffset="319.5">738 153,'-1'0,"0"0,0 1,0-1,0 1,1 0,-1-1,0 1,0 0,0-1,1 1,-1 0,0 0,1 0,-1 0,0 0,1 0,-1 0,1 0,0 0,-1 0,1 0,0 0,0 0,-1 0,1 0,0 0,0 0,0 0,0 0,0 0,1 0,-1 0,0 1,0-1,1 0,-1 0,1 0,-1 0,1-1,-1 1,1 0,0 0,-1 0,1 0,0 0,-1-1,1 1,0 0,0-1,0 1,0-1,0 1,0-1,0 1,0-1,0 1,0-1,1 0,53-1,-54 0,1 1,-1-1,0 1,0-1,1 0,-1 1,0-1,0 0,0 0,0 0,0 0,0 0,0 0,0 0,-1 0,1 0,0 0,0 0,-1 0,1-1,-1 1,1 0,-1-1,0 1,1 0,-1-1,0 1,0 0,0-1,0 1,0 0,0-1,-1 1,1 0,0-1,-1 1,1 0,-1-1,1 1,-1 0,-2-4,-1 1,0 0,-1-1,1 2,-1-1,1 0,-1 1,0 0,0 0,-1 1,1-1,-1 1,1 0,-1 0,0 1,1 0,-1 0,0 0,0 1,-4 0,7 0,0 0,0 0,0 0,0 0,0 0,0 1,0 0,0 0,0-1,1 2,-1-1,0 0,0 0,1 1,-1 0,1-1,0 1,-1 0,1 0,0 0,0 1,0-1,0 0,1 1,-1-1,1 1,-1 0,1-1,0 1,0 0,0 1,-5 20</inkml:trace>
  <inkml:trace contextRef="#ctx0" brushRef="#br0" timeOffset="585.024">780 604,'-3'11,"3"44,1-55,0 0,0 0,0-1,1 1,-1 0,0-1,0 1,0-1,0 1,0-1,0 1,0-1,0 0,0 1,0-1,-1 0,1 0,0 0,0 0,-1 0,1 0,-1 0,1 0,0 0,-1 0,0 0,1 0,-1 0,0 0,0 0,1-1,2-4,-1-1,1-1,-1 1,0 0,-1-1,0 1,0 0,-1-1,0 1,0-1,0 0,-1 1,0 0,-1-1,0 1,0 0,0 0,-1 0,0 0,0 0,-3-2,5 8,0-1,0 1,0 0,-1 0,1 0,0 0,-1 0,1 0,-1 0,1 1,-1-1,1 1,-1-1,0 1,1-1,-1 1,0 0,1 0,-1-1,0 1,1 1,-1-1,0 0,0 0,1 1,-1-1,1 1,-1-1,0 1,1 0,-1-1,1 1,-1 0,1 0,0 0,-1 0,1 0,0 1,0-1,0 0,-1 1,-1 2,-1 0,0 1,1-1,0 1,0 0,0 0,1 0,0 0,0 1,0-1,1 0,-1 2,14 50,3-34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28.0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28 141,'0'18,"0"127,-18 140,14-260,-2-60,20-460,-13 501,-1 1,1-1,0 1,1-1,-1 1,1-1,1 0,-1 0,1 0,0 0,0 0,1-1,-1 1,2-1,-1 0,0 0,1 0,0-1,0 1,0-1,0-1,1 1,0-1,0 0,0 0,0 0,0-1,0 0,1 0,-1-1,1 0,-1 0,1 0,-1-1,1 0,0 0,-1-1,6-1,-2-1,-1-1,1 0,-1-1,0 0,0 0,0-1,-1 0,0-1,0 0,-1 0,1-1,-2 0,1 0,-1 0,0-1,-1 0,0 0,-1-1,0 1,0-1,-1 0,0 0,0 0,-1 0,-1 0,0-7,0 3,-4 19,-5 27,-5 41,4 2,3-1,4 72,2-130,1-1,1 1,1-1,0 0,0 0,2 0,0 0,5 10,6 2</inkml:trace>
  <inkml:trace contextRef="#ctx0" brushRef="#br0" timeOffset="337.393">684 127,'-13'39,"3"-1,1 1,2 1,1 0,2 0,2 0,2 10,0-39,0 0,0-1,1 1,0 0,1 0,0-1,1 1,0-1,1 1,0-1,1-1,0 1,0 0,1-1,0 0,1-1,0 1,0-1,3 2,-7-9,0 1,-1-1,1 1,0-1,0 0,0 0,0 0,0-1,1 1,-1-1,0 0,0 1,0-1,0-1,1 1,-1 0,0-1,0 0,0 1,0-1,0-1,0 1,0 0,-1-1,1 1,0-1,-1 0,1 0,-1 0,1 0,-1 0,0-1,0 1,7-8,-1 0,-1 0,1-1,-2 0,1 0,-2-1,4-8,4-22,-2-1,-1 0,-2-1,-3 0,-1 0,-2-1,-2-2,0 38,-1 4,1 1,0 0,-1 0,2 0,-1 0,0 0,1 0,0-1,0 1,0 0,0 0,1 1,0-1,-1 0,1 0,1 1,-1-1,0 1,1 0,2-2,8-1</inkml:trace>
  <inkml:trace contextRef="#ctx0" brushRef="#br0" timeOffset="562.791">1162 141,'9'19,"8"12,5 9,7 4,2 4,3 3,1 0,-2-4,-1-6,-1-7,-5-7,-3-8,-4-7,-2-11,0-12,-3-5</inkml:trace>
  <inkml:trace contextRef="#ctx0" brushRef="#br0" timeOffset="728.348">1625 169,'-16'-5,"-12"-1,-12 7,-4 8,-6 12,0 11,4 10,2 10,4 4,7 3,8 0,10-9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26.5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64 424,'98'-277,"-79"209,-12 95,-7 69,-4 1,-4-1,-8 21,-21 19,25-107</inkml:trace>
  <inkml:trace contextRef="#ctx0" brushRef="#br0" timeOffset="247.338">23 724,'-9'0,"-1"0,6 0,13 0,14 0,15-2,13-3,8-4,7-1,1-3,-6 0,-13 1</inkml:trace>
  <inkml:trace contextRef="#ctx0" brushRef="#br0" timeOffset="452.303">829 1,'-4'9,"-5"13,-5 13,-4 16,-7 17,-5 16,-8 14,-6 10,-3 2,0-4,3-8,7-13,7-15,9-19</inkml:trace>
  <inkml:trace contextRef="#ctx0" brushRef="#br0" timeOffset="794.389">733 520,'21'-12,"0"2,1 0,0 2,1 0,0 1,0 2,0 0,4 1,-22 2,1 0,-1 1,1 0,0 0,-1 0,1 1,0 0,0 0,-1 0,1 1,0 0,-1 0,1 0,-1 1,1 0,-1 0,0 0,1 1,-1 0,-1 0,1 0,0 0,-1 1,1 0,-1 0,0 0,0 0,2 4,-5 3,0-1,0 0,-1 1,0-1,-1 1,0-1,-1 0,0 1,0-1,-1 0,-1 0,0-1,0 1,-1-1,0 0,0 0,-1 0,0-1,-1 0,-5 5,-131 145,98-113,-3 17,48-60,-1 0,1 0,0 0,0-1,0 1,0 0,1 0,-1 0,0 0,1-1,0 1,-1 0,1 0,0-1,-1 1,1-1,0 1,0 0,1-1,-1 0,0 1,0-1,1 0,-1 1,1-1,-1 0,1 0,-1 0,1 0,0-1,-1 1,1 0,0-1,0 1,-1-1,1 0,0 1,0-1,0 0,0 0,0 0,-1 0,2-1,26 5,0-2,0-1,1-2,-1 0,0-2,6-2,47-8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35.7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99,'19'-5,"14"-1,12-2,13-2,6-2,4-1,-7 0,-11-4,-13 3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36.0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 0,'-11'5,"-2"6,6 3,8 2,12 0,3-2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36.2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 0,'-7'9,"2"4,12-4,11-7,3-5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36.8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94 36,'-8'7,"0"-1,1 2,-1-1,2 1,-1 0,1 0,0 1,1 0,0 0,0 0,1 0,0 1,1 0,0 0,1 0,0 0,0 0,1 1,0-1,1 0,0 1,1-1,0 0,1 0,0 1,0-1,1 0,0-1,1 1,0-1,1 1,0-1,0 0,1-1,0 1,0-1,1 0,-2-3,0 0,1 0,0 0,0-1,0 0,0 0,0 0,1-1,-1 0,1 0,0-1,0 1,0-2,1 1,-1-1,0 0,1 0,-1-1,0 0,1-1,-1 1,0-1,0-1,1 1,-1-1,0-1,0 1,-1-1,1 0,0-1,-1 1,0-1,1-1,1-3,0-1,0 0,-1 0,0-1,0 0,-1 0,-1 0,0-1,0 0,-1 0,0 0,-1 0,0-1,-1 1,0-1,-1 0,0 1,-1-1,-1 0,0 0,0 0,-1 1,0-1,-1 1,-1 0,1-1,-2 1,0 1,0-1,-1 1,0 0,-1 0,-3-3,8 10,-1-1,0 1,0 0,0 1,0-1,0 0,-1 1,1 0,-1 0,0 0,0 0,1 1,-1-1,0 1,0 0,-1 0,1 0,0 1,0 0,0-1,0 1,0 1,-1-1,1 1,0-1,0 1,0 0,0 1,0-1,0 1,0 0,1 0,-1 0,1 0,-1 0,1 1,0 0,0 0,0 0,0 0,0 0,0 1,0 4,-1 0,1 0,0 1,1-1,0 1,0 0,1 0,0-1,1 1,-1 0,2 0,-1 0,1 0,1 0,0-1,0 1,1-1,-1 1,2-1,1 3,15 32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37.1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1 282,'17'-256,"-14"235,0 17,-1 12,0 18,-1 86,-2-55,3 1,2-1,3 0,11 47,-9-74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37.3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0 212,'3'-16,"0"-13,2-5,0-3,2 2,0 3,-2 10,-2 16,2 18,-1 21,0 21,1 17,1 16,4 7,3 3,2-3,-1-17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34.8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87 128,'-10'12,"0"1,1 0,1 1,0 0,1 0,1 1,0 0,1 0,0 1,1-1,1 1,0 0,1 13,2-25,1 1,0 0,0-1,0 1,0-1,1 1,0-1,0 0,0 0,0 0,1 0,0 0,0 0,0-1,0 1,0-1,1 0,-1 0,1 0,0 0,0-1,0 1,0-1,0 0,1 0,-1-1,1 1,-1-1,1 0,0 0,-1-1,1 1,0-1,-1 0,1-1,0 1,-1-1,1 1,0-1,-1-1,5-1,-3 1,1 0,-1 0,1-1,-1 0,0 0,0-1,0 0,-1 0,1 0,-1-1,0 0,0 0,-1 0,0 0,1-1,-2 0,1 1,-1-2,0 1,0 0,0-1,-1 1,0-1,-1 1,1-1,-1 0,0 0,-1 0,0 0,0-3,0-1,0 1,-1-1,-1 0,1 0,-2 1,0-1,0 1,0 0,-2-1,1 2,-1-1,0 1,-1-1,0 1,-1 1,0-1,0 1,-1 1,-2-3,6 7,1 0,-1 1,1-1,-1 1,0 0,0 0,1 0,-2 1,1-1,0 1,0 0,0 0,-1 0,1 1,0 0,0-1,-1 1,1 1,0-1,-1 1,1 0,0 0,0 0,-1 0,1 1,0-1,1 1,-1 0,0 1,0-1,1 1,-1-1,1 1,0 0,0 0,0 0,0 1,1-1,-1 1,1 0,0-1,0 1,-1 3,1 0,0 1,0-1,1 0,0 0,0 1,1-1,0 0,0 1,1-1,0 0,0 1,1-1,-1 0,2 0,-1 0,1 0,0-1,0 1,1-1,0 1,0-1,1-1,-1 1,1 0,0-1,1 0,-1 0,1-1,0 0,1 0,-1 0,0-1,1 1,1-1,43 19</inkml:trace>
  <inkml:trace contextRef="#ctx0" brushRef="#br0" timeOffset="349.363">442 142,'-5'0,"0"1,0 0,0 0,0 0,0 1,0-1,0 1,1 0,-1 1,1-1,-1 1,1 0,0 0,0 0,0 0,1 1,-1 0,1 0,-1 0,1 0,1 0,-1 1,1-1,-1 1,1-1,1 1,-1 0,1 0,-1 0,1 0,1 0,-1 0,1 0,0 0,0 1,0-1,1 0,0 0,0 0,0 0,0 0,1 0,0-1,1 3,3 0,0-1,0 1,1-1,0 0,0-1,0 1,1-2,0 1,0-1,0 0,0 0,1-1,-1 0,1-1,0 0,0 0,0-1,0 0,0-1,0 0,0 0,0-1,0 0,0-1,0 1,0-2,-1 1,1-2,-1 1,1-1,-1 0,0 0,-1-1,7-5,-9 4,1 0,-2 0,1 0,0-1,-1 1,-1-1,1 0,-1-1,0 1,0 0,-1-1,0 0,-1 1,1-1,-2 0,1 0,-1 0,0 1,-1-1,1 0,-2 0,1 0,-1-1,-1-1,1 0,-1 0,-1 0,0 1,0-1,-1 1,-1 0,1 1,-1-1,0 1,-1 0,0 0,0 1,-1 0,0 1,0-1,-6-2,10 7,0 0,0 0,0 0,0 0,-1 1,1 0,0 0,-1 0,1 0,-1 1,1-1,-1 1,1 0,0 1,-1-1,1 1,-1 0,1 0,0 0,-1 1,1 0,0-1,0 1,0 1,0-1,1 0,-1 1,1 0,-1 0,1 0,0 0,0 1,0-1,1 1,-1 0,1 0,0 0,0 0,0 0,-1 4,2-3,-1 0,1 0,0 1,0-1,1 1,-1-1,1 1,1-1,-1 1,1-1,0 1,0-1,0 0,1 1,0-1,0 0,0 0,1 0,-1 0,1-1,0 1,1-1,-1 0,1 0,0 0,0 0,0 0,0-1,1 0,0 0,0 1,37 20</inkml:trace>
  <inkml:trace contextRef="#ctx0" brushRef="#br0" timeOffset="669.023">961 59,'-9'6,"0"-1,-1 1,2 1,-1-1,1 2,0-1,0 1,1 0,0 1,1-1,-2 4,6-9,-1 1,1-1,1 1,-1-1,0 1,1 0,0-1,0 1,0 0,0 0,1 0,0 0,-1 0,1-1,1 1,-1 0,0 0,1 0,0 0,0 0,0-1,1 1,-1 0,1-1,0 1,0-1,0 1,0-1,0 0,1 0,0 0,0 1,5 2,1-1,-1 1,1-1,0-1,0 1,1-2,-1 1,1-1,0-1,0 0,0 0,0-1,0 0,0-1,0 0,0 0,0-1,0-1,0 1,0-2,0 1,0-2,-1 1,8-5,-12 6,-1-1,0 0,1 1,-1-2,0 1,-1-1,1 1,0-1,-1 0,0 0,0 0,0-1,-1 1,1-1,-1 1,0-1,-1 0,1 0,-1 0,0 0,0 0,0 0,-1 0,0-1,0 1,0 0,0 0,-1 0,0 0,0 0,-1 0,1 0,-1 0,0 0,0 1,-1-1,1 1,-1-1,0 1,0 0,-3-3,0 1,0 1,-1-1,1 1,-1 1,0-1,0 1,-1 0,1 1,-1 0,0 0,0 1,-7-2,11 3,0 0,-1 0,1 1,0-1,0 1,0 0,0 0,0 1,-1-1,1 1,0 0,0 0,0 0,0 0,1 1,-1 0,0 0,1 0,-1 0,1 0,-1 1,1-1,0 1,0 0,0 0,0 1,2-2,0 0,0 0,0 1,1-1,-1 0,1 0,-1 0,1 1,0-1,0 0,0 0,0 1,0-1,0 0,1 1,-1-1,1 0,0 0,-1 0,1 0,0 0,0 0,1 0,-1 0,0 0,1 0,-1 0,1-1,-1 1,1-1,0 1,-1-1,1 1,0-1,0 0,0 0,0 0,2 0,30 18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56.4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1 104,'18'0,"16"0,16-2,11-3,9-4,7-2,3-1,1-4,-5-1,-8 0,-15 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56.7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159 0,'-16'5,"-12"6,-7 3,1 2,6 0,13-2,13-3,7-5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56.8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 1,'-7'16,"-3"10,4 1,9-4,11-9,13-13,8-15,-2-4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57.2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24 613,'-2'-41,"3"0,1 1,2-1,2 1,3-6,4-39,9-159,-23 216,-6 22,0 20,-8 37,3 1,2 0,-3 53,7-66,2 0,1 0,2 1,2-1,2 1,1-1,2 0,1 0,11 28,3-18</inkml:trace>
  <inkml:trace contextRef="#ctx0" brushRef="#br0" timeOffset="451.294">419 517,'-11'-28,"1"0,1-1,2 0,1 0,1-1,1 1,2-1,1-30,5 3,0 54,-2 16,11 196,-10-115,4 0,8 20,-14-106,0-1,0 1,1-1,0 0,0 1,1-1,0 0,0 0,1-1,-1 1,2-1,-1 0,1 0,0 0,1 1,14 6</inkml:trace>
  <inkml:trace contextRef="#ctx0" brushRef="#br0" timeOffset="700.188">734 490,'70'-418,"-64"394,-2 20,-4 17,-30 298,24-237,4 0,7 67,1-93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55.5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5 368,'-3'-37,"1"0,3 0,1 0,1 0,2 0,2 1,1 0,6-15,-5 29,-3 27,0 91,-6-77,-1 47,3 0,2 0,4-1,2 1,3-2,18 51,-7-64,-1-16</inkml:trace>
  <inkml:trace contextRef="#ctx0" brushRef="#br0" timeOffset="621.668">428 272,'-2'22,"-1"-4,1 0,0 0,2 0,0 0,1 0,1 0,3 15,-3-28,0-1,-1 0,1 0,1 0,-1 0,1 0,-1 0,1-1,0 1,1-1,-1 0,0 0,1 0,0-1,-1 1,1-1,0 1,1-1,-1-1,0 1,0-1,1 1,-1-1,1 0,-1-1,1 1,-1-1,1 0,-1 0,1 0,0-1,-1 0,1 0,-1 0,0 0,1-1,-1 1,0-1,0 0,1-1,4-1,0-1,0 0,0-1,0 0,-1 0,0-1,0 0,-1-1,0 1,0-1,-1-1,0 1,-1-1,1 0,-2 0,1-1,-1 0,-1 1,0-1,0-1,-1 1,0 0,-1 0,0-1,0 1,-2-1,0-5,0 10,-2-1,1 1,-1 0,0 0,0 0,0 1,-1-1,0 1,0 0,0 0,-1 0,0 1,0-1,0 1,0 0,-1 1,0-1,1 1,-1 0,0 1,-1-1,1 1,0 0,-1 1,1 0,-1 0,1 0,-1 1,1 0,-1 0,0 0,1 1,-1 0,1 0,-1 1,1 0,0 0,0 0,0 1,-4 2,3 0,-1 1,2-1,-1 1,1 1,0-1,0 1,0 0,1 0,0 1,1 0,0-1,0 2,0-1,1 0,0 1,1-1,0 1,0 5,1-8,0-1,0 1,1-1,0 1,0-1,1 1,0-1,0 1,0-1,0 1,1-1,0 0,0 0,0 0,1 0,0 0,0 0,0-1,0 1,1-1,0 0,-1 0,2 0,-1-1,0 1,1-1,-1 0,1 0,0-1,2 1,10 1,1 0,-1-2,1 0,0-1,0-1,0-1,0 0,0-1,0-1,-1-1,1 0,-1-1,0-1,-1-1,1 0,-1-1,8-6,108-68,-132 82,0-1,1 0,-1 1,1-1,-1 1,1-1,-1 0,1 1,-1-1,1 1,0-1,-1 1,1 0,0-1,-1 1,1 0,0-1,0 1,-1 0,1 0,0 0,0-1,-1 1,1 0,0 0,0 0,0 0,-1 0,1 1,0-1,0 0,-1 0,1 0,0 1,0-1,-1 0,1 1,0-1,-1 1,1-1,0 1,-1-1,1 1,-1-1,1 1,-1-1,1 1,-1 0,0-1,1 1,-1 0,1 0,-1-1,0 1,0 0,0 0,1-1,-1 1,0 0,0 0,0-1,0 1,-1 44,3 31,-1-74,0 1,0-1,0 0,0 1,0-1,0 0,1 0,-1 1,1-1,-1 0,1-1,0 1,0 0,0 0,0-1,0 1,0-1,0 0,1 1,-1-1,1 0,-1-1,0 1,1 0,-1-1,1 1,1-1,8 0,1-1,-1-1,1 0,-1 0,0-2,0 1,0-1,0-1,-1 0,0-1,0 0,0-1,-1 0,0-1,0 0,-1 0,0-1,0 0,4-7,-4 5,-1 1,0-1,-1-1,0 1,0-1,-2-1,1 1,-2-1,1 0,0-7,-4 15,0-1,0 1,0-1,-1 1,0-1,0 1,0-1,-1 0,0 1,0-1,0 1,-1 0,1-1,-1 1,-1 0,1 0,-1 0,0 1,0-1,0 0,0 1,-1 0,0 0,0 0,0 0,-3-1,1 1,-1 0,1 0,-1 1,1 0,-1 1,0-1,0 1,0 0,-1 1,1 0,0 0,-1 1,1-1,0 2,-1-1,1 1,0 0,-1 0,1 1,0 0,0 1,0-1,1 1,-1 1,0-1,-2 2,0 1,0 0,1 0,-1 0,1 1,1 0,0 1,0 0,0 0,1 0,0 1,1 0,0 0,0 0,1 1,0-1,-1 6,3-10,1 0,0 0,1 0,-1 1,1-1,0 0,0 0,1 0,-1 0,1 0,0 0,0 0,1 0,0 0,0-1,0 1,0 0,1-1,-1 0,1 1,0-1,0 0,1 0,0-1,0 2,28 20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52.9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396 1084,'-9'-6,"0"0,-1 1,0 0,0 0,0 1,0 1,-1 0,0 0,1 1,-1 0,0 1,0 0,0 1,0 0,0 1,0 0,0 1,0 0,0 0,1 1,-1 1,1 0,0 0,0 1,1 1,-1-1,1 1,0 1,1 0,-1 0,1 1,1-1,-1 2,1-1,1 1,0 0,0 1,1-1,0 1,0 0,1 1,1-1,0 1,-1 5,3-13,0 1,1 0,-1 0,1 0,0 0,0 0,0 0,0 0,1 0,-1-1,1 1,0 0,0 0,1-1,-1 1,1 0,0-1,0 1,0-1,0 0,0 0,1 0,0 0,-1 0,1-1,0 1,0-1,1 1,-1-1,0 0,1-1,-1 1,1 0,0-1,0 0,-1 0,1 0,0 0,0-1,0 0,0 1,1-1,8-2,0-1,0 0,0 0,0-1,0-1,-1 0,0-1,0 0,0-1,-1 0,0-1,0 0,-1-1,0 0,0-1,-1 0,-1 0,0-1,0 0,-1 0,0-1,0-2,0 3,-1-1,0 1,0-1,-1 0,-1 0,0-1,-1 1,0-1,-1 0,0 0,0-12,-3 26,1-1,0 1,-1-1,1 1,-1-1,1 0,-1 1,1-1,-1 0,1 0,-1 1,1-1,-1 0,1 0,-1 0,1 1,-1-1,0 0,1 0,-1 0,1 0,-1 0,1 0,-1 0,0-1,1 1,-1 0,1 0,-1 0,1 0,-1-1,1 1,-1 0,1 0,-1-1,1 1,-1-1,1 1,0 0,-1-1,1 1,-1-1,1 1,0-1,0 1,-1-1,1 1,0-1,0 1,-1-1,1 1,0-1,0 1,0-1,0 0,0 1,0-1,0 1,0-1,0 0,-5 14,0 0,1 0,0 0,1 0,0 1,1-1,1 1,0 0,1 0,0-1,1 1,1 0,0-1,3 8,-3-15,0 0,0 0,1 0,0 0,1 0,-1-1,1 1,0-1,0 0,0 0,1 0,0-1,0 0,0 0,1 0,-1 0,1-1,0 0,0 0,0-1,0 1,0-1,1-1,-1 1,0-1,6 0,41 1,-4-5</inkml:trace>
  <inkml:trace contextRef="#ctx0" brushRef="#br0" timeOffset="958.51">929 1002,'-10'-1,"-1"-1,0 2,1 0,-1 0,1 1,-1 0,1 1,-1 0,1 0,0 1,0 1,0 0,0 0,1 1,-1 0,1 0,1 1,-1 1,1-1,0 1,0 1,-4 4,5-3,1-1,0 1,0-1,0 2,1-1,1 1,0-1,0 1,1 0,0 1,0 3,2-11,0 1,1-1,-1 0,1 1,0-1,0 1,1-1,-1 1,1-1,0 0,-1 1,2-1,-1 0,0 1,1-1,-1 0,1 0,0 0,0-1,0 1,0 0,0-1,1 1,-1-1,1 0,0 0,0 0,0 0,0 0,0 0,0-1,0 0,0 1,0-1,4 0,0 1,-1-1,1 0,0 0,-1-1,1 0,0 0,0 0,-1-1,1 0,0 0,-1-1,1 0,-1 0,1 0,-1-1,0 0,0 0,0-1,-1 0,1 0,0-1,9-8,-1 0,0-1,-1-1,-1 0,0-1,8-13,1-9,-1 0,-2-1,-1-1,-2 0,-3-2,0 1,-3-1,4-41,-3-23,-5-1,-8-106,-5 131,2 80,-7 77,-4 98,7-1,8 26,1-175,1 1,1-1,2 1,0-1,1 0,1 0,1 0,1-1,1 0,2-1,0 1,10 16,-18-35,0 0,1 0,-1 0,0 0,1-1,0 1,-1 0,1-1,0 0,0 0,1 0,-1 0,0 0,1-1,-1 1,1-1,-1 0,1 0,-1-1,1 1,0-1,0 1,-1-1,1 0,0 0,-1-1,1 1,0-1,-1 0,1 0,0 0,-1-1,0 1,1-1,-1 1,0-1,0 0,0-1,0 1,0 0,2-3,5-10,0 0,-1-1,-1 0,0 0,-1-1,-1 0,0 0,-2-1,0 1,0-1,-2 0,0-12,5-153,-8 182,1 0,0 1,-1-1,1 0,0 0,0 0,0 0,0 0,0 0,0 0,0 0,0 0,0 0,0 0,0 0,1 0,-1 0,0 0,1 0,-1 0,1 1,-1-1,1 0,-1 0,1 0,-1 1,1-1,0 0,0 1,-1-1,1 0,0 1,0-1,0 1,0-1,-1 1,1 0,0-1,0 1,0 0,0 0,0 0,0-1,0 1,0 0,0 0,0 0,0 1,0-1,133 12,19-13,-151 2,0-1,0 1,1-1,-1 1,0 0,0 0,0 0,0 0,0 0,0 0,0 1,0-1,0 1,-1-1,1 1,0 0,-1-1,0 1,1 0,-1 0,0 0,0 0,0 0,0 0,0 1,-1-1,1 0,-1 0,1 1,-1-1,0 0,0 2,-8 82,5-67,0-4,-6 115,9-125,1-1,0 1,0-1,0 1,0-1,1 1,0-1,0 0,0 0,0 0,1 0,-1 0,1 0,0-1,0 1,1-1,-1 0,1 0,-1 0,1 0,0-1,0 0,0 1,0-2,1 1,0 0,2 0,1 0,-1 0,0-1,1 0,-1-1,1 1,-1-1,1-1,-1 0,1 0,-1 0,1-1,-1 0,0 0,0-1,0 0,0 0,-1-1,1 1,-1-2,0 1,6-5,-2 0,-1 0,0 0,-1 0,0-1,0 0,-1-1,0 0,-1 0,0-1,-1 1,0-1,-1 0,1-4,-2 3,0-1,0 1,-2-1,0 0,0 0,-1 0,-1 0,0 1,-1-1,-1 0,0 1,-1 0,0-1,-1 1,-1-1,6 12,-1 1,1 0,0-1,-1 1,1 0,-1-1,0 1,1 0,-1 0,0 0,0 0,1 0,-1 0,0 0,0 0,0 0,-1 0,1 0,0 0,0 1,0-1,0 1,-1-1,1 1,0-1,-1 1,1 0,0-1,-1 1,1 0,0 0,-1 0,1 0,-1 0,1 0,0 1,-1-1,1 0,0 1,-1-1,1 1,0-1,0 1,-1-1,1 1,0 0,0 0,-4 7,1-1,0 1,1 0,0 0,0 0,1 0,0 0,0 1,1-1,0 1,0-1,1 5,-1-1,-1 8,1-1,1 0,0 1,2-1,0 0,1 0,2 2,-4-14,1-1,1 1,-1 0,1-1,0 0,1 0,-1 0,1 0,0 0,1-1,-1 1,1-1,0 0,1-1,-1 1,1-1,0 0,0-1,0 1,0-1,1 0,4 0,0 1,0-2,0 1,0-2,0 0,0 0,0-1,2 0,35-3</inkml:trace>
  <inkml:trace contextRef="#ctx0" brushRef="#br0" timeOffset="1962.936">2376 592,'-8'3,"0"0,0 0,0 1,0 0,1 0,-1 1,1 0,0 1,1-1,-1 1,1 0,0 1,1-1,-1 1,1 0,1 1,-1-1,1 1,1 0,-1 0,1 0,1 1,-1-1,2 1,-1-1,1 1,0-1,1 1,0 0,0 0,1-1,0 1,1 1,8 11,1-1,1 0,0-1,1 0,2-1,0 0,0-1,2-1,0-1,1 0,0-1,10 5,-8-4,2 2,-9-8,0 1,-1 0,0 0,-1 2,0-1,0 1,-1 1,3 6,-12-18,0 0,-1 0,1 0,-1 1,1-1,-1 0,1 0,-1 0,0 1,1-1,-1 0,0 0,0 1,0-1,0 0,0 0,0 1,0-1,-1 0,1 0,0 0,-1 1,1-1,-1 0,1 0,-1 0,1 0,-1 0,0 0,0 0,1 0,-1 0,0 0,0 0,0 0,0-1,0 1,0 0,0-1,0 1,-1-1,1 1,0-1,0 1,0-1,-1 0,1 0,0 1,0-1,-1 0,-66 1,55-2,1 0,-1-1,1-1,0 0,0-1,0 0,0 0,1-2,0 1,0-2,0 1,-2-4,11 9,0-1,0 0,1 0,-1 0,0 0,1 0,0 0,-1 0,1 0,0-1,0 1,0 0,1-1,-1 1,1-1,-1 1,1-1,0 1,0-1,0 1,0-1,0 1,0-1,1 1,-1-1,1 1,0-1,0 1,0 0,0 0,0-1,0 1,1 0,-1 0,1 0,-1 0,1 0,0 0,0 1,1-2,84-62,-19 26,-20 12,-1-2,-1-1,37-34,-78 61,-1 0,0-1,1 0,-1 0,-1 0,1 0,-1-1,1 0,-1 1,0-1,-1 0,1 0,-1-1,0 1,-1 0,1-1,-1 1,1-6,-3 9,-1 0,1 1,0-1,0 1,-1-1,1 1,-1 0,0-1,1 1,-1 0,0 0,1 0,-1 0,0 1,0-1,0 0,0 1,0-1,0 1,0 0,0 0,0 0,0 0,0 0,0 0,0 0,0 1,0-1,0 1,0-1,0 1,0 0,1-1,-1 1,0 0,0 1,1-1,-1 0,1 0,-1 1,1-1,-1 1,1 0,-4 5,0 0,1 1,0 0,0 0,1 0,0 1,1-1,-1 1,2-1,-1 1,1 0,1 0,-1-1,2 1,-1 0,1 0,0 0,1-1,0 1,0-1,2 3,0-1,0-1,0 1,1-1,1 0,-1 0,2 0,-1-1,1 0,0 0,1-1,0 0,0 0,0-1,1 0,0 0,0-1,1 0,-1-1,1 0,0-1,0 0,0 0,1-1,-1 0,1-1,-1 0,1-1,-1 0,1 0,-1-1,1-1,-1 0,0 0,7-3,-1-2,0 0,0-1,0 0,-1-2,0 0,-1 0,0-1,-1-1,0-1,-1 1,-1-2,2-2,9-13,-2-1,-1-1,-2 0,-1-2,6-19,-3-3,-2 0,-3-1,-2-1,-3-1,-2 1,-3-1,-2 0,-3 0,-5-27,5 70,0 0,-1 0,-1 0,-1 1,0-1,-5-11,9 25,-1 0,1-1,-1 1,1 0,-1 0,1 0,-1 0,0-1,0 1,0 0,1 0,-1 0,0 1,0-1,0 0,0 0,-1 0,1 1,0-1,0 1,0-1,0 1,-1-1,1 1,0-1,-1 1,1 0,0 0,0 0,-1 0,1 0,0 0,-1 0,1 0,-1 1,-34 32,21-4,2 0,1 2,2-1,0 1,3 1,0 0,2 0,1 0,2 12,-2-5,1-1,2 1,2 0,2-1,1 1,2-1,7 21,-10-45,1 0,1-1,0 0,1 0,0 0,1-1,1 0,0 0,0-1,1 0,1 0,0-1,0 0,1-1,0 0,1-1,0 0,0-1,0 0,1-1,0 0,1-1,-1 0,1-1,-1 0,1-1,0-1,0 0,0-1,0 0,0-1,0-1,0 0,0-1,0-1,0 0,-1 0,1-2,-1 0,0 0,-1-1,1 0,-1-2,0 1,-1-1,1-1,-2 0,1 0,-1-1,-1-1,0 0,0 0,-1-1,1-4,-2-1,0 0,-1 0,0 0,-2-1,0 0,-1 0,0 0,-2 0,0 0,-1-1,-1 1,-1 0,0 0,-1-1,-18-38,21 57,-1-1,1 1,-1-1,1 1,-1 0,0-1,1 1,-1 0,1-1,-1 1,0 0,1 0,-1 0,0 0,1 0,-1 0,0-1,1 1,-1 1,0-1,1 0,-1 0,0 0,1 0,-1 0,0 1,1-1,-1 0,1 0,-1 1,0-1,1 1,-1-1,1 0,-1 1,1-1,-1 1,1-1,0 1,-1 0,1-1,0 1,-1-1,1 1,0 0,-1-1,1 1,0-1,0 1,0 0,0 0,-6 12,2 1,-1 0,2 1,0-1,0 1,2-1,0 1,0 8,1-18,-2 8,1 0,0 1,1-1,1 0,0 1,1-1,0 0,1 0,0 0,1 0,1-1,0 0,1 0,0 0,0 0,2-1,-1 0,1-1,1 1,0-1,0-1,1 0,3 2,9 0,-1-2,1 0,1-1,-1-1,1-1,1-2,-1 0,1-1,-1-1,1-2,0 0,0-2,-1 0,3-2,29-3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00.4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111 681,'-16'0,"14"-1,0 0,0 1,-1-1,1 1,0 0,-1 0,1 0,0 0,-1 0,1 0,0 0,0 1,-1-1,1 1,0 0,0-1,0 1,0 0,0 0,0 1,0-1,0 0,0 1,0-1,0 1,1-1,-1 1,1 0,0 0,-1 0,1 0,0 0,0 0,-5 94,-2-49,1 1,3-1,1 31,4 186,13-89,-8-43,16 80,-14-152,11 73,8 95,-28 537,8-537,-2-106,-4 1,-11 59,-5 47,12 168,5-206,16 277,-8 118,-11-374,-13 134,26-16,-53 115,51-128,22-107,73 277,-100-469,2 13,1 0,2-1,1 0,1-1,2-1,0 0,2 0,15 19,64 23,-68-52,0-1,2-2,-1-1,2-1,0-1,0-1,1-2,0-2,0 0,17 0,268 12,244 32,-9-14,-402-30,-59-5,-1 4,50 12,41 13,0-9,16-7,-99-8,-1 4,27 10,-16-2,1-5,29-3,334 16,-280-18,45 13,-216-20,492 42,-27 8,-189-17,-161-15,0-7,4-5,191-9,-272-2,0-2,0-3,-1-2,26-10,37-3,-113 23,-1 0,1 0,0 0,0-1,0 0,0 0,-1 0,1-1,0 0,-1-1,4-1,68-23,-73 27,0 0,0-1,0 0,0 0,0-1,-1 1,1-1,0 0,-1-1,1 1,-1-1,0 1,0-1,0-1,0 1,-1 0,1-1,-1 0,0 0,0 0,0 0,0 0,-1-1,0 1,0-1,0 1,0-3,56-155,-51 149,-1-1,0 0,-1 0,-1 0,0-1,-1 0,-1 1,0-1,-1 0,0-1,-1 1,-1 0,-1-2,-35-174,5-8,18 125,3-1,-1-67,5-96,2-85,9 276,2 1,2 0,10-29,8-50,19-151,-14-11,18 37,-21 135,60-260,-59 122,-25 201,2-360,-8 247,2 84,-1-123,9 0,15-54,6 3,-11-1,-12-81,-6-438,-15 470,24-56,-3 9,-3 322,1 0,2 0,1 0,1 1,4-7,24-108,-34 113,-1 0,-2 1,-1-1,-1 1,-1-1,-2 1,-1 0,-1 1,-3-2,-45-209,54 228,0-1,-1 1,-1-1,0 1,0 1,-1-1,-1 0,0 1,0 0,-1 1,-1-1,1 1,-2 1,1-1,-1 2,-1-1,0 1,0 0,0 1,-6-2,-20-6,0 2,0 2,-1 1,-1 1,0 3,0 1,0 1,0 3,-33 2,39-2,-37-1,-236-3,-3 12,-717 106,103 5,441-57,-216-11,-552-5,945-28,-184 38,282-37,0-9,-76-12,66 1,46 2,28-35,117 28,18 3</inkml:trace>
  <inkml:trace contextRef="#ctx0" brushRef="#br0" timeOffset="1066.96">1244 927,'2'14,"0"0,1 0,1 0,0 0,1-1,0 0,1 0,0 0,1 0,4 4,-7-11,1-1,-1 1,1-1,0 0,1-1,-1 1,1-1,-1 0,1-1,0 1,1-1,-1 0,1-1,-1 1,1-1,0-1,0 1,0-1,0 0,0-1,0 1,0-2,-3 1,-1 0,1-1,0 0,0 0,-1 0,1-1,-1 1,1-1,-1 1,0-1,1 0,-1-1,0 1,0-1,-1 1,1-1,0 0,-1 0,0 0,1 0,-1 0,-1 0,1-1,0 1,-1-1,0 1,1-1,-1 0,2-9,0 1,0 0,-1-1,-1 0,0 1,0-1,-2-12,-1 10,0 0,-1 1,-1-1,0 1,-1-1,0 2,-1-1,-1 0,0 1,-1 1,0-1,-4-3,7 10,0-1,-1 1,0 0,0 0,-1 0,0 1,0 0,0 1,0-1,-1 1,0 1,0-1,0 1,0 1,0-1,0 2,-1-1,1 1,-1 0,1 1,-1 0,0 0,1 2,0-1,0 2,0-1,0 1,1 0,-1 1,1 0,0 0,0 0,0 1,0 0,1 1,0-1,0 1,0 0,1 1,0-1,0 1,-2 5,3-6,1-1,0 1,0 0,0 0,1 0,0 1,0-1,0 0,1 1,0-1,0 1,1-1,0 1,0-1,0 1,1 0,0-1,0 1,1-1,0 0,0 1,0-1,1 0,0 0,0 0,30 30,5-5</inkml:trace>
  <inkml:trace contextRef="#ctx0" brushRef="#br0" timeOffset="1780.049">3907 776,'-8'23,"3"-16,1 2,0-1,0 1,1-1,0 1,0 0,1 0,1 0,-1 0,1 0,1 1,0-1,0 0,1 0,0 1,0-1,1 0,1 0,-1 0,1-1,5 9,0-8,1 0,0-1,0-1,1 1,0-1,0-1,1 0,0 0,0-1,0-1,1 0,0 0,-1-1,1-1,0 0,0 0,1-1,-1-1,0 0,2-1,-6 1,-1 0,1 0,0 0,-1-1,1 0,-1-1,0 0,1 0,-1 0,0-1,0 0,0-1,-1 1,1-1,-1 0,0-1,0 0,-1 0,1 0,-1-1,0 1,0-1,-1 0,0-1,0 1,0-1,-1 0,0 0,0 0,-1 0,0 0,0 0,0-7,-2 1,-1 1,0 0,-1-1,-1 1,0 0,-1 0,0 0,0 0,-1 1,-1 0,0 0,-1 0,0 1,0 0,-1 0,-1 1,1 0,-1 0,-1 1,0 0,0 1,0 0,-1 1,0 0,0 0,-1 1,0 1,0 0,0 1,0 0,0 0,0 2,-2-1,8 2,-1 0,1 0,0 0,-1 1,1 0,0 0,0 1,-1 0,1 0,0 0,1 1,-1 0,0 0,1 0,0 1,-1-1,2 1,-1 1,0-1,1 1,0 0,0 0,0 0,0 0,1 0,0 1,0 0,1 0,-1 0,1 0,1 0,-1 0,1 0,0 1,0-1,1 0,0 1,0-1,1 7,1-5,-1 0,2 0,-1 0,1 0,0 0,1 0,0 0,0-1,0 0,1 0,0 0,1-1,-1 1,1-1,1-1,-1 1,8 4,30 22</inkml:trace>
  <inkml:trace contextRef="#ctx0" brushRef="#br0" timeOffset="2406.125">5915 708,'-2'11,"1"0,0-1,1 1,0 0,1 0,0 0,1-1,0 1,0-1,2 1,-1-1,1 0,0 0,1 0,0-1,1 0,0 0,0 0,1 0,0-1,0 0,1-1,0 0,1 0,-1-1,1 0,1 0,-1-1,1 0,0-1,0 0,0 0,0-1,1-1,-1 1,3-1,-2-4,-1 0,0 0,0-1,0-1,0 1,0-2,-1 1,0-1,0-1,0 1,0-2,-1 1,0-1,-1 0,1-1,-1 0,-1 0,1 0,-2-1,1 0,-1 0,0 0,2-7,-1 2,0 1,0-1,-1 0,-1 0,0-1,-1 1,-1-1,0 0,-1 0,-1 1,0-1,-2-6,2 14,-1 1,0-1,-1 1,0-1,0 1,0 0,0-1,-1 1,0 0,-1 1,1-1,-1 1,0-1,-1 1,1 0,-1 0,0 1,0 0,0 0,-1 0,0 0,1 1,-1 0,-1 0,1 0,0 1,0 0,-2 0,-3 0,1 1,-1-1,0 2,0 0,0 0,1 1,-1 0,0 0,0 2,1-1,0 1,-1 1,1 0,0 0,1 1,-1 0,-8 7,1-1,2 1,-1 1,1 0,1 1,0 1,1 0,1 1,0 1,-2 5,-38 103,39-73</inkml:trace>
  <inkml:trace contextRef="#ctx0" brushRef="#br0" timeOffset="5007.44">4057 3126,'-64'95,"62"-90,0-1,0 1,1 0,0 0,0 0,0 0,0 0,1 0,0 0,0 0,0 0,0 0,1 0,0 0,0 0,1 0,-1 0,1 0,0-1,0 1,1 1,6 5,1-1,0 0,0 0,1-1,0 0,1-1,0-1,0 1,0-2,1 0,0 0,0-2,1 1,-1-2,1 1,0-2,0 0,0-1,0 0,0-1,3-1,-3 1,0-1,0 0,-1-1,1 0,-1-2,0 1,0-1,0-1,0-1,-1 0,1 0,4-4,-11 5,1 0,-1 0,0 0,0 0,-1-1,0 0,0 0,0-1,-1 1,1-1,-2 0,1 0,-1-1,0 1,-1-1,1 1,-2-1,1 0,-1 0,0 0,0 0,-1 0,-2-4,1 1,-2 0,1 1,-2-1,1 0,-2 1,1 0,-1 0,-1 0,0 0,0 1,-1 0,0 0,0 1,-1 0,0 0,-1 1,1 0,-1 1,-1-1,1 2,-1-1,0 2,-1-1,1 1,-1 1,0 0,1 0,-1 1,-1 0,1 1,0 1,0-1,0 2,-11 1,14 0,-1 1,1 1,0 0,0 0,0 0,1 1,-1 0,1 0,0 1,1 0,-1 0,1 1,1 0,-1 0,1 0,0 1,1-1,0 1,0 0,0 0,1 1,0-1,1 1,0 0,1-1,-1 1,2 0,-1 0,1 0,0 0,1 0,0 0,1-1,0 1,2 5,14 31</inkml:trace>
  <inkml:trace contextRef="#ctx0" brushRef="#br0" timeOffset="5736.998">6597 3303,'31'-73,"-3"-2,-4-1,13-70,-23 72,-11 64,-4 25,-16 207,9 167,11-312</inkml:trace>
  <inkml:trace contextRef="#ctx0" brushRef="#br0" timeOffset="7042.628">1299 3440,'-6'24,"2"1,0 0,2 0,1 0,1 0,1 0,1 0,1 0,1 0,1 0,2-1,0 0,10 20,-13-35,1-1,0 0,0 0,0 0,1-1,1 1,-1-1,1-1,0 0,0 0,5 3,-8-7,-1 0,1 0,0 0,0 0,0-1,0 0,0 1,0-2,0 1,1 0,-1-1,0 0,0 0,1 0,-1 0,0-1,0 1,1-1,-1-1,0 1,0 0,0-1,0 0,-1 0,1 0,1-1,8-9,0-1,0 0,-1-1,-1 0,0-1,-1 0,-1-1,0 0,-1 0,-1-1,0 0,-2 0,0-1,0 0,-2 1,0-1,-1-5,1 6,0 0,-2 0,0 0,0 0,-2 0,0 0,-1 1,-1-1,0 0,-1 1,-1 0,-1 0,0 0,-1 0,0 1,-2 0,1 1,-9-10,14 20,0 1,-1-1,1 1,0 0,-1 0,0 0,0 1,1-1,-2 1,1 0,0 0,0 1,-1-1,1 1,-1 0,1 0,-1 0,1 1,-1-1,1 1,-1 0,0 1,1-1,-1 1,1 0,-1 0,1 0,-1 1,1-1,-1 1,-9 9,0 0,1 0,0 1,1 1,0 0,1 1,1 0,0 1,1 0,0 0,1 1,1 0,1 0,0 1,1 0,1 0,-2 16,-16 77,8-7</inkml:trace>
  <inkml:trace contextRef="#ctx0" brushRef="#br0" timeOffset="7655.306">1490 5516,'-11'16,"0"1,2 1,0-1,1 2,1-1,1 1,0 0,1 0,1 1,1 0,1-1,1 1,1 0,0 0,1 0,3 6,-3-17,2-1,-1 1,1-1,0 1,1-1,0 0,0-1,1 1,0-1,0 1,1-2,0 1,0 0,1-1,0-1,0 1,0-1,0 0,1 0,0-1,0 0,0-1,0 0,1 0,0 0,-1-1,1-1,0 1,0-1,0-1,0 0,-1 0,1-1,0 0,6-1,-7 0,0 0,0-1,-1 0,1 0,-1 0,0-1,0 0,0-1,0 1,-1-1,0-1,0 1,0-1,-1 0,1 0,-1-1,-1 1,1-1,-1 0,-1 0,1-1,-1 1,-1-1,1 0,1-7,-1-3,0 0,-1 0,0-1,-2 1,0 0,-1 0,-1-1,-1 1,0 0,-1 0,-2-1,-1-4,-1 1,0 1,-2-1,0 2,-2-1,0 2,-1-1,-1 2,-1 0,-1 0,0 2,-13-11,26 25,0-1,0 0,0 0,0 1,0 0,-1-1,1 1,-1 1,0-1,1 0,-1 1,0 0,0 0,0 0,0 0,0 1,0-1,0 1,0 0,0 1,0-1,0 1,0-1,0 1,0 0,0 0,0 1,0 0,1-1,-1 1,0 0,1 0,0 1,0-1,-3 3,-1 5,1 0,1-1,0 2,0-1,1 0,0 1,1 0,0 0,1 0,0 0,1 2,-10 79,6-3</inkml:trace>
  <inkml:trace contextRef="#ctx0" brushRef="#br0" timeOffset="8350.444">1558 6908,'-15'16,"1"0,0 0,2 2,0-1,1 2,0 0,2 0,0 0,1 1,1 1,1-1,1 1,1 0,1 0,0 1,1 12,1-16,0-1,1 1,1 0,1 0,1 0,0-1,1 1,1-1,5 14,-7-23,1 0,0 0,0-1,1 0,0 1,0-2,0 1,1-1,0 1,0-2,1 1,0-1,0 0,0 0,0-1,1 0,0 0,0-1,0 0,0 0,2 0,-3-2,1 1,-1-2,0 1,0-1,1 0,-1 0,0-1,0 0,1 0,-1-1,0 0,0 0,-1-1,1 0,0 0,-1 0,0-1,0 0,0 0,0-1,0 0,-1 0,2-2,2-3,0-1,0 0,-1-1,-1 0,0 0,0 0,-1-1,-1 0,0-1,-1 1,2-11,-2 7,-1-1,-1 0,-1 0,-1 0,0 0,-1-1,-1 2,-1-1,-1 0,0 0,-1 1,-1 0,0 0,-2 0,0 1,0 0,-2 1,0 0,0 0,-2 1,0 1,0 0,-5-3,13 12,0 1,-1 0,1 0,-1 1,1-1,-1 1,0 0,0 1,0-1,0 1,0 0,-1 0,1 0,0 1,-1 0,1 0,0 0,0 1,-1-1,1 1,0 0,0 1,0 0,0-1,0 2,0-1,1 0,-1 1,1 0,-2 1,-6 7,0 0,0 0,1 1,0 1,2 0,-1 0,-3 9,-22 38</inkml:trace>
  <inkml:trace contextRef="#ctx0" brushRef="#br0" timeOffset="14520.281">4057 5064,'106'-300,"-83"247,-22 53,1 0,-1-1,0 1,0 0,0 0,0 0,0 0,0 0,0 0,1 0,-1 1,0-1,0 0,0 1,0-1,0 0,0 1,0-1,0 1,0 0,0-1,0 1,0 0,-1 0,1-1,0 1,0 0,-1 0,1 0,-1 0,1 0,-1 0,1 0,-1 0,1 0,-1 0,0 0,1 0,-1 0,0 1,0-1,0 0,0 0,0 1,0-1,49 171,-43-140,1 0,2-1,2 1,0-2,2 0,1 0,11 15,-1-13</inkml:trace>
  <inkml:trace contextRef="#ctx0" brushRef="#br0" timeOffset="15271.648">6324 5023,'10'5,"0"0,0-1,1 0,0 0,-1-2,1 1,0-1,1-1,-1 0,0 0,0-1,0-1,1 0,-1 0,0-1,0-1,0 1,-1-2,1 0,-1 0,0-1,0 0,0-1,2-1,-4 0,0 0,-1 0,1-1,-2 0,1 0,-1 0,0-1,-1 0,0 0,0-1,-1 0,-2 6,-1 0,1-1,-1 1,0 0,-1 0,1 0,-1-1,0 1,0 0,0-1,0 1,-1 0,0-1,0 1,0 0,0 0,-1 0,1 0,-1 0,0 0,0 0,-1 1,1-1,-1 1,0 0,1-1,-4-1,-3-1,0 0,0 1,-1 0,0 1,0 0,0 0,0 1,-1 0,1 1,-1 0,0 0,1 2,-1-1,0 1,0 1,0 0,1 0,-1 1,0 1,1-1,-4 3,-7 5,2 0,-1 2,2 0,0 1,0 0,1 2,1 0,0 1,1 1,1 0,0 1,2 0,0 1,-5 12,-18 28</inkml:trace>
  <inkml:trace contextRef="#ctx0" brushRef="#br0" timeOffset="17740.034">4166 6936,'11'-54,"3"1,1 1,3 0,16-31,-22 52,30-64,-42 96,0-1,1 0,-1 1,0-1,0 0,0 1,0-1,0 0,0 0,0 1,1-1,-1 0,0 1,0-1,0 0,1 0,-1 0,0 1,0-1,1 0,-1 0,0 0,1 0,-1 1,0-1,0 0,1 0,-1 0,0 0,1 0,-1 0,0 0,1 0,-1 0,0 0,1 0,-1 0,0 0,0 0,1 0,-1 0,0 0,1-1,-1 1,0 0,0 0,1 0,-1 0,0-1,0 1,1 0,-1 0,0 0,0-1,1 1,-1 0,0 0,0-1,0 1,0 0,0-1,1 1,-1 0,0 0,0-1,0 1,0 0,0-1,0 1,4 27,-4-26,0 424,0-290,0-86</inkml:trace>
  <inkml:trace contextRef="#ctx0" brushRef="#br0" timeOffset="19215.698">6639 6812,'105'-279,"-84"219,-11 55,-8 25,-4 368,2-385,1 0,-1-1,0 1,0 0,0-1,-1 1,1 0,-1-1,1 1,-1-1,0 1,0-1,0 1,0-1,-1 1,1-1,0 0,-1 0,0 0,0 0,1 0,-1 0,0 0,0 0,-1-1,1 1,0-1,-1 0,1 1,-2-1,1 0,0 1,1-1,-1 1,1-1,-1 1,1 0,-1 0,1 0,0 0,0 1,0-1,0 0,0 1,1-1,-1 1,1 0,0 0,-1-1,1 1,1 0,-1 0,0 0,1 0,-1 0,1 0,0 0,0 0,0 2,1-3,1 1,-1-1,1 0,-1 0,1-1,0 1,0 0,0-1,0 1,0-1,0 1,0-1,1 0,-1 0,0 0,1 0,-1 0,0-1,1 1,-1-1,1 1,-1-1,1 0,-1 0,1 0,-1 0,1-1,0 1,29-2,0-1,0-1,0-2,-1-1,0-1,4-4,-7 4,5-1</inkml:trace>
  <inkml:trace contextRef="#ctx0" brushRef="#br0" timeOffset="19490.497">7349 6976,'0'0</inkml:trace>
  <inkml:trace contextRef="#ctx0" brushRef="#br1" timeOffset="51309.608">343 8861,'-10'2,"0"0,0 0,1 1,-1 1,1 0,0 0,0 0,0 1,1 1,0-1,0 1,0 1,0-1,1 1,0 1,1-1,0 1,0 0,0 1,1 0,1-1,-1 2,-17 39,2 2,3 1,2 0,2 1,2 0,-1 31,0 44,6 1,8 86,0-80,-2 1779,41-1278,-38-562,3 0,3 0,14 53,33 157,-2 87,-43-287,31 161,11 84,-46-242,16 171,38 153,41 11,-69-271,47 128,-59-229,2-2,3-1,1 0,2-3,3 0,1-2,2-1,29 25,-20-27,1-2,2-2,2-2,0-3,2-1,45 17,2 4,-63-32,80 44,2-5,2-6,34 7,79 3,154 19,-210-53,2-7,27-8,373-1,126 42,-523-52,0-8,62-14,-96 3,-1 6,2 7,54 8,-86 6,27 3,1-6,52-8,510-62,-550 47,0-6,58-21,-60 2,-2-7,-2-7,59-35,-171 70,-1-2,-1-2,-1-1,-2-1,0-2,8-12,115-94,-124 112,-2-1,0-1,-2-2,-1 0,17-24,118-147,-56-3,-101 190,0 0,-1 0,0 0,-1 0,-1 0,0-1,0 0,-1 1,0-1,-1-3,4-35,53-195,-51 169,-3 1,-4-1,-5-32,-1-59,0 36,-5 1,-18-69,25 178,0 0,-2 1,0 0,-1 0,-1 1,-2-3,-58-164,60 166,0 0,-1 0,-2 1,0 1,0 0,-2 0,0 1,-13-11,-5-2,0-2,3-1,0-1,3-2,-16-27,-148-234,147 236,2-1,4-3,-10-24,8 4,-5 2,-2 2,-41-51,47 77,2-2,3-1,2-2,3-1,-2-15,-74-257,73 212,5-1,2-27,-37-166,28 167,6-1,7-1,5-24,12 106,2-1,4 0,3-4,1 44,2 0,1 0,1 1,1 0,2 1,0 0,2 1,14-20,29-59,-34 55,-2-1,-3-1,-1-1,3-27,-17 65,0-1,0 1,-2-1,0 0,-1 1,0-1,-1 0,-1 1,-1-1,0 1,-1 0,0 0,-7-13,8 16,-2-1,0 1,0 0,-2 1,1-1,-1 1,-1 1,0-1,0 1,-1 1,0-1,-1 2,0-1,0 1,-1 1,0 0,0 0,-1 1,0 1,0 0,0 0,-2 1,-170-15,68-9,66 14,-2 2,1 2,-1 3,-6 2,-271-11,72-19,46 5,-60 6,-320 17,159-35,-195-17,-28-22,328 60,197 17,1-6,-10-7,31-2,-24-5,0 6,-70 2,-232 8,319 4,0 5,-84 12,-135 22,-7 27,231-32,97-22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6:59.3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2351 221,'-26'-24,"0"2,-2 1,0 1,-1 2,-1 1,0 1,-2 1,0 2,0 1,-1 2,0 1,-1 2,0 1,0 1,-11 2,-13 0,1 4,0 1,0 4,0 1,1 3,0 3,1 2,-45 19,24-2,2 2,1 4,2 3,2 3,1 3,3 3,3 3,1 2,3 3,3 3,-34 48,29-27,4 3,3 1,5 3,3 2,4 2,5 2,3 1,5 1,-2 31,15-49,3 0,4 0,3 1,4 0,8 73,-1-99,3 0,1 0,3-1,3 0,1-1,3-1,2-1,3-1,2 1,4-2,2-2,2-2,2-1,1-1,3-3,1-1,1-2,3-2,0-2,2-2,29 12,10 1,1-5,3-3,0-4,2-5,1-3,35 1,-23-7,2-6,-1-3,19-6,-71-3,-1-3,-1-2,1-2,-1-2,0-3,-1-2,12-8,-26 6,-1-2,-1-1,-1-2,-1-2,0-1,-2-1,-2-2,0-1,-2-2,-1 0,-1-2,-2-1,-1-1,-2-1,-2 0,-1-2,-2 0,0-4,10-34,-3 0,-4-1,-3-1,-4 0,-2-1,-5-1,-2 1,-5-1,-2 1,-5 0,-2 0,-14-40,3 30,-4 1,-4 2,-4 1,-3 1,-4 2,-4 2,-3 2,-3 2,-3 3,-51-51,60 76,-2 2,-2 2,-2 2,-1 2,-3 3,-1 2,21 15,0 2,-1 2,0 1,-1 2,-1 1,0 2,-1 2,1 1,-2 3,-29-1,16 6,1 3,-1 2,-20 6,-142 39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7:02.1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0 449,'12'-36,"1"1,2 0,2 1,0 0,3 1,-2 3,-2 0,0-1,-3-1,0 0,6-30,-17 38,-2 24,0 0,0 0,-1 1,1-1,0 0,0 0,0 0,0 1,0-1,-1 0,1 0,0 0,0 0,0 1,-1-1,1 0,0 0,0 0,0 0,-1 0,1 0,0 0,0 0,-1 1,1-1,0 0,0 0,-1 0,1 0,0 0,0 0,-1-1,1 1,0 0,0 0,0 0,-1 0,1 0,0 0,0 0,-1 0,1 0,0-1,0 1,0 0,-1 0,1 0,0 0,0-1,0 1,0 0,-7 15,1 0,0 0,2 1,0 0,0 0,2 0,-1 3,2-8,-8 76,4 1,4 0,4 0,3 0,14 59,-11-84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7:05.0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67 187,'0'19,"1"104,-5 0,-19 110,-3-107,16-113,6-33,25-201,-7 33,-9-103,-4 309,0 1,1 0,1-1,1 1,1-1,0 0,5 10,-8-23,1 1,-1-1,1 0,-1 1,1-1,1-1,-1 1,1 0,0-1,0 1,0-1,1 0,-1-1,1 1,0-1,0 0,0 0,1-1,-1 1,1-1,-1 0,1-1,0 1,-1-1,1 0,0-1,0 1,0-1,4 0,6-4,1-1,-1 0,0-1,0-1,-1-1,0 0,0 0,-1-2,0 0,-1 0,0-1,0-1,-1 0,-1-1,0 0,4-9,-4 8,0-1,-2 0,0-1,0 0,-2 0,0-1,-1 0,0 0,-1-1,1-11,-26 125,3 8,4 0,5 1,5 100,20-81,-5-84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7:06.4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132 146,'0'17,"1"1,1-1,1 0,0 0,2 0,-1-1,2 1,0-1,1-1,1 1,0-1,1 0,1-1,2 3,136 140,-106-116,-13-5,-28-35,-1 0,0 0,1 0,-1 0,0 0,0 0,0 0,0 0,0 0,0 0,0 0,0 0,0 0,0 0,-1 0,1 0,0 0,-1 0,1 0,-1 0,1 0,-1 0,0 0,1 0,-1 0,0-1,1 1,-1 0,0 0,0-1,0 1,0-1,0 1,0-1,0 1,1-1,-2 1,1-1,0 0,0 0,-22 8,0-2,0-1,0 0,-1-2,0-1,-15 0,20-1,1 0,2 1,0 0,0-1,0-1,0-1,0 0,0-1,1-1,-1 0,0-1,-1-2,15 5,1 1,0-1,-1 1,1-1,0 0,-1 0,1 0,0 0,0 0,0 0,0 0,0 0,0 0,0 0,0 0,0-1,0 1,1 0,-1-1,0 1,1-1,0 1,-1-1,1 1,0-1,-1 1,1-1,0 1,0-1,0 1,1-1,-1 1,0-1,0 1,1-1,-1 1,1-1,0 1,0-1,39-50,52-30,-66 63,-1-1,-1-1,-1-2,-2 0,0-2,-1 0,-1-1,-1-1,-2 0,10-25,-23 43,0 0,-1 0,0 0,-1 0,0-1,0 1,-1 0,0-1,-1 1,0 0,0-1,-2-3,2 9,0 0,0 0,-1 0,0 0,0 0,0 0,0 0,0 1,-1-1,0 1,1-1,-1 1,0 0,-1 0,1 0,-1 1,1-1,-1 1,0 0,0 0,1 0,-2 1,1-1,0 1,0 0,0 0,-3 0,-2 1,0 1,0 1,0-1,0 1,0 1,1 0,-1 0,1 1,0-1,0 2,0-1,0 1,1 1,0-1,0 1,0 1,1-1,0 1,0 0,0 0,1 1,0 0,1-1,0 2,0-1,-2 7,4-11,1-1,0 1,0 0,0-1,0 1,0 0,1 0,-1-1,1 1,0 0,0 0,0 0,1-1,0 1,-1 0,1 0,1-1,-1 1,0-1,1 1,0-1,0 1,0-1,0 0,0 0,1 1,20 15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7:07.6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 1,'-4'0,"-7"0,-1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7:06.8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 23,'4'11,"7"5,6-6,4-7,0-3</inkml:trace>
  <inkml:trace contextRef="#ctx0" brushRef="#br0" timeOffset="1460.807">1 23,'9'4,"6"0,0-3,-3-5,-3-3,-7-4,-5 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7:06.6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142 91,'-9'5,"-3"-1,0-4,2-3,4-7,1-3,3 2,1 3</inkml:trace>
  <inkml:trace contextRef="#ctx0" brushRef="#br0" timeOffset="1466.797">33 37,'-5'9,"1"3,4 0,5-2,6-6,2-7,0-7,-3-2,-3-3,-6-1,-6 3,-6 3,-2 6,-3 8,0 8,3 9,3 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7:07.1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0 456,'50'-185,"12"-67,-55 234,-4 18,-8 110,0-12,4 0,5 1,11 61,-9-128,-4-22,1-1,-2 1,1 0,-2 0,1 0,-1 0,-1 0,0 0,-1 5,-6 2,-3-7</inkml:trace>
  <inkml:trace contextRef="#ctx0" brushRef="#br0" timeOffset="245.342">41 729,'16'-2,"15"-3,11-4,9-1,3-5,1-2,-10 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7:05.4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15 143,'-7'138,"3"-105,1 1,2-1,1 1,2-1,1 0,2 0,1 0,1 0,3 4,-9-33,1 1,-1 0,1-1,0 1,0-1,0 0,1 0,-1 0,1 0,0 0,0 0,1-1,-1 1,1-1,-1 0,1 0,0 0,0-1,1 1,-1-1,0 0,1-1,-1 1,1-1,0 1,-1-1,1-1,0 1,0-1,2 0,2-3,0-2,0 1,-1-1,0-1,0 0,0 0,0 0,-1-1,0 0,-1-1,0 1,0-1,0 0,-1-1,0 1,-1-1,4-8,7-20,-2 0,-1 0,-2-2,-2 1,-1-1,-2 0,0-29,0 20,-5 37,0 1,2-1,-1 0,1 0,1 1,0-1,0 1,1 0,0 0,1 0,0 1,1-1,0 1,0 0,1 1,4-4,16-8</inkml:trace>
  <inkml:trace contextRef="#ctx0" brushRef="#br0" timeOffset="283.172">671 35,'2'14,"5"11,7 11,7 9,8 5,7 5,8 1,5-2,4-2,-1-4,-3-8,-9-5,-9-9,-9-12,-9-7</inkml:trace>
  <inkml:trace contextRef="#ctx0" brushRef="#br0" timeOffset="555.453">1066 61,'-19'-2,"-12"8,-11 16,-5 16,-4 20,0 15,1 12,3 7,4 0,10-15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7:03.9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231 1,'0'16,"0"20,0 24,-2 28,-6 26,-8 22,-8 16,-8 9,-4 2,-4-10,0-13,8-32</inkml:trace>
  <inkml:trace contextRef="#ctx0" brushRef="#br0" timeOffset="404.424">341 424,'21'18,"2"-1,1-1,0-1,1-1,0-1,1-1,0-2,1 0,0-2,1-1,-1-1,23 1,-43-6,-4-1,1 0,-1 0,1 0,-1 0,1 1,-1-1,1 1,-1 0,1 0,-1 0,0 1,0-1,0 1,0 0,0-1,0 1,0 1,0-1,-1 0,1 1,-1-1,1 1,-1 0,0 0,0 0,0 0,-1 0,1 0,-1 0,0 1,0-1,0 0,0 3,-3 6,-1 0,-1-1,0 1,-1-1,0 0,-1 0,0-1,0 0,-1 0,-1 0,-1 1,-5 8,-60 81,-92 140,128-151,38-87,0 0,0 0,0 0,0 0,0 0,1 0,-1 0,1 0,-1-1,1 1,0 0,-1 0,1 0,0-1,0 1,0 0,1-1,-1 1,0-1,1 1,-1-1,0 0,1 0,0 1,-1-1,1 0,0 0,-1-1,1 1,0 0,0 0,0-1,0 1,0-1,0 0,0 0,0 1,78-1,-22-11,-1-3,-1-1,-1-4,52-24,-76 31,72-30,-13 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7:43.3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56 210,'-16'26,"-15"232,28-222,-2 83,5-117,1 0,0 0,0 0,0 0,0 0,0 0,0 0,0-1,1 1,-1 0,1-1,-1 1,1-1,-1 0,1 0,0 1,0-1,0 0,0 0,0-1,-1 1,2 0,-1-1,0 1,0-1,0 0,0 1,0-1,0 0,0 0,0-1,1 1,-1 0,0-1,0 1,0-1,0 0,0 1,0-1,0-1,18 1,607-1,-244 2,-369-1,1 0,-1 0,1-2,-1 1,0-2,0 0,8-4,-20 7,0-1,0 0,0 0,0 0,0 0,0-1,0 1,-1 0,1-1,-1 0,0 1,0-1,1 1,-2-1,1 0,0 0,-1 0,1 0,-1 1,0-1,0 0,0-3,1-5,14-82,-5 0,-4 0,-5-57,-1 145,0-7,-1 0,0 0,0 0,-2 0,1 0,-1 1,-1-1,0 1,-6-11,8 20,0 0,-1 1,1-1,-1 0,0 1,0 0,1-1,-1 1,0 0,0 1,0-1,0 0,0 1,0 0,0 0,0 0,0 0,0 0,0 0,0 1,0 0,0-1,0 1,0 0,-1 1,-13 1,-135 12,0-6,-87-9,137-1,-304 0,405 1,-1 0,-1-1,1 1,-1 0,1-1,-1 1,1 0,-1 0,0 1,1-1,-1 1,1-1,-1 1,1 0,0 0,-1 0,1 0,0 0,-1 0,1 1,0-1,0 1,0-1,0 1,0 0,1 0,-1 0,1 0,-1 0,1 0,-1 1,1 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7:53.5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6254 3218,'-20'-1,"0"2,0 0,0 1,1 1,-1 1,1 1,0 0,0 2,0 0,1 1,0 1,1 0,0 2,0 0,1 0,-8 10,16-16,0 1,1 1,0 0,0 0,1 0,0 0,0 1,1 0,0 0,-2 4,7-11,-1 0,1 0,-1 1,1-1,-1 0,1 1,0-1,-1 0,1 1,0-1,0 1,0-1,0 0,0 1,1-1,-1 0,0 1,1-1,-1 0,0 1,1-1,0 0,-1 0,1 1,0-1,0 0,-1 0,1 0,0 0,0 0,0 0,0 0,0-1,1 1,-1 0,0 0,0-1,53 16,62-3,-86-11,0 0,0 3,-1 0,1 2,-1 1,-1 1,3 2,-24-7,0-1,0 1,-1 0,0 0,0 1,0 0,0 0,-1 1,0-1,3 6,-6-9,0 1,-1-1,1 1,-1-1,0 1,0 0,0-1,0 1,-1 0,1 0,-1 0,0-1,1 1,-1 0,0 0,-1 0,1 0,-1 0,1-1,-1 1,0 0,0 0,0-1,0 1,0 0,-1-1,1 0,-1 1,0 0,-10 9,0-2,-1 1,0-1,-1-1,0-1,0 0,-1 0,0-2,0 0,-1 0,1-2,-1 0,0 0,0-2,-2 0,14-1,-14 3,-1-1,0-1,0 0,0-2,0 0,-1-1,21 1,-1-1,0 1,0 0,1 0,-1-1,0 1,0 0,1 0,-1-1,0 1,0 0,0-1,0 1,0 0,0-1,1 1,-1 0,0-1,0 1,0-1,0 1,0 0,0-1,0 1,-1 0,1-1,0 1,0 0,0-1,0 1,0 0,0-1,-1 1,1 0,0-1,0 1,0 0,-1 0,1-1,0 1,0 0,-1 0,1 0,0-1,-1 1,1 0,0 0,-1 0,1 0,0 0,-1-1,1 1,0 0,-1 0,1 0,0 0,-1 0,1 0,0 0,-1 0,1 0,-1 1,17-11</inkml:trace>
  <inkml:trace contextRef="#ctx0" brushRef="#br0" timeOffset="529.583">6760 3450,'-7'-2,"1"0,0 1,-1 0,1 0,-1 0,0 1,1 0,-1 0,1 1,-1-1,1 1,-1 1,1-1,0 1,-1 1,1-1,0 1,0 0,1 0,-1 1,1-1,-1 1,1 1,0-1,1 1,-1-1,1 1,0 1,0 0,-1 2,0 1,1 0,1 0,-1 0,2 0,-1 1,1-1,0 1,1 0,1-1,-1 1,1 0,1 0,0-1,1 8,-1-11,1-1,-1 1,1 0,0-1,0 1,1-1,-1 0,1 0,1 0,-1 0,0-1,1 1,0-1,0 0,1 0,-1 0,1 0,0-1,0 0,0 0,0 0,0-1,1 0,-1 0,1 0,2 0,-1-1,1 0,0 0,-1-1,1 0,0 0,0-1,-1 0,1 0,-1-1,1 0,-1-1,0 1,0-1,0-1,0 1,0-1,-1-1,1 1,-1-1,0 0,-1 0,4-5,5-4,-1-2,-1 0,0 0,-1-1,-1-1,0 0,-2 0,2-5,-2 2,1-1,-2 0,-1-1,-1 1,-1-1,-1 0,-1 0,-1-1,-1 1,-1 0,-1 0,0 0,-2 0,-2-3,5 21,-1-1,1 1,-1-1,-1 1,1 0,-1 0,0 0,0 0,0 0,-1 0,1 1,-1 0,0 0,-1 0,1 0,-1 0,1 1,-1 0,0 0,0 1,-1-1,1 1,0 0,-1 0,1 1,-1-1,0 1,1 1,-1-1,0 1,-2 0,-3 2,0 1,0 0,1 1,-1 0,1 0,0 1,0 1,0 0,1 0,0 1,0 0,0 0,1 1,0 1,1-1,0 1,0 0,1 0,0 1,1 0,0 0,0 1,1-1,1 1,0 0,-1 4,3-7,1 0,0-1,0 1,0 0,1 0,0-1,1 1,0 0,0-1,1 1,0-1,0 0,0 0,1 0,0-1,0 1,1-1,0 0,4 4,116 98,-120-105,42 31,-14-12,-1 2,-1 1,-2 1,0 1,6 11,-28-29,0 1,-1 1,0-1,0 1,-1 0,-1 0,0 0,0 2,8 7,-7-26</inkml:trace>
  <inkml:trace contextRef="#ctx0" brushRef="#br0" timeOffset="955.468">7264 3491,'4'191,"-4"-186,1 0,0 0,1 0,-1-1,1 1,0 0,0-1,0 0,1 1,0-1,-1 0,1 0,1 0,-1-1,1 1,-1-1,1 0,0 0,0 0,0 0,1-1,-1 0,1 0,-1 0,1 0,0-1,-1 1,1-1,0 0,0-1,0 1,0-1,0 0,0-1,0 1,4-1,-1-1,0 1,0-1,1-1,-1 1,-1-2,1 1,0-1,-1 0,0 0,0-1,0 0,0 0,-1-1,0 0,0 0,0 0,-1-1,0 1,-1-2,1 1,-1 0,0-1,4-10,0 1,-1-1,-1 0,-1 0,-1-1,0 0,-1 0,-1 0,-1-7,0 12,0-1,-1 0,-1 1,0-1,-1 1,-1 0,0-1,-1 1,0 0,-1 1,-1-1,0 1,-1 0,0 1,-1-1,-1 1,0 1,0 0,-1 0,-4-3,10 12,0-1,0 1,-1 0,1 1,0-1,-1 1,1 0,-1 0,1 0,-1 0,1 1,-1 0,0 0,1 0,-1 0,1 1,-1 0,1 0,-1 0,1 1,-1-1,1 1,0 0,0 0,0 1,0-1,0 1,1 0,-1 0,-2 2,-7 8,0 0,1 0,1 1,0 1,1 0,0 1,-1 3,-12 31,1 1,3 1,-6 27,5-13</inkml:trace>
  <inkml:trace contextRef="#ctx0" brushRef="#br0" timeOffset="-5962.39">27 1648,'-2'-4,"-1"0,1 0,0 0,0-1,0 1,0 0,1-1,0 1,0-1,0 1,1-1,-1 0,1 0,-1 0,-3-79,3 0,4 1,3-1,14-63,-14 103,5-57,4 1,5 1,4 0,4 2,4 1,33-65,-55 139,1 1,2-1,0 2,1 0,0 1,2 0,0 1,1 1,1 0,1 2,10-7,-20 16,-30 13,4-4,0-2,0 0,-1-1,1-1,0 0,0-1,-1-1,11 4,0-1,1 2,-1-1,1 1,-1 0,1 1,0-1,0 1,0 0,0 1,0 0,1-1,0 2,0-1,0 1,0-1,0 2,1-1,0 0,-3 6,-6 4,4-4,40-22,15-20,1 3,2 1,1 3,27-8,-77 31,1 1,-1-1,1 1,-1 0,1-1,-1 1,1 0,-1-1,1 1,0 0,-1 0,1-1,-1 1,1 0,0 0,-1 0,1 0,0 0,-1 0,1 0,0 0,-1 0,1 0,-1 0,1 0,0 1,-1-1,1 0,-1 0,1 1,0-1,-1 0,1 1,-1-1,1 1,-1-1,1 0,-1 1,0-1,1 1,-1-1,0 1,1 0,-1-1,0 1,1-1,-1 1,0 0,0-1,0 1,0-1,0 1,1 0,-1-1,0 1,0 0,-1-1,1 1,0 0,0 0,-16 37,8-22,0 0,1 1,1 0,0 1,2-1,0 1,1 0,-1 17,-7 32,-29 96,39-163,0 1,0-1,1 0,-1 1,0-1,0 0,0 0,1 0,-1 0,0 0,0 0,0 0,0 0,0 0,1 0,-1 0,0 0,0-1,0 1,1 0,-1-1,0 1,0 0,1-1,-1 1,0-1,1 1,-1-1,0 1,1-1,-1 0,1 1,-1-1,1 0,-1 1,1-1,0 0,-1 0,1 0,0 1,0-1,-1 0,1 0,0 0,0 1,0-1,0 0,0 0,0 0,0 0,0 1,1-1,-1 0,-5-9,-16-17,-2 1,0 1,-1 1,-2 1,-1 1,0 1,-21-11,35 23,14 9,0 0,-1 0,1 0,0 0,-1-1,1 1,0 0,-1 0,1 0,-1-1,1 1,0 0,-1-1,1 1,-1 0,1-1,-1 1,1-1,-1 1,1-1,-1 1,1-1,-1 1,0-1,1 0,-1 1,0-1,0 1,1-1,-1 0,0 1,0-1,0 0,0 1,0-1,0 0,0 1,0-1,0 0,0 1,0-1,0 0,0 1,-1-1,1 0,0 1,0-1,-1 1,1-1,-1 0,1 1,0-1,-1 1,1-1,-1 1,1-1,-1 1,1 0,-1-1,0 1,1 0,-1-1,1 1,-1 0,0 0,1-1,-1 1,0 0,1 0,-1 0,70-35,-2-2,-1-4,39-32,-104 72,16-11,-17 13,0-1,0 0,0 0,0 0,0 0,0 1,0-1,0 0,0 0,0 0,0 1,0-1,0 0,0 0,0 0,0 0,0 1,1-1,-1 0,0 0,0 0,0 0,0 1,0-1,0 0,0 0,1 0,-1 0,0 0,0 0,0 1,0-1,0 0,1 0,-1 0,0 0,0 0,0 0,1 0,-1 0,0 0,0 0,0 0,0 0,1 0,-1 0,0 0,0 0,0 0,1 0,-1 0,0 0,-75 129,39-59,72-119,-3-4,-30 66,-75 170,39-119,20-44</inkml:trace>
  <inkml:trace contextRef="#ctx0" brushRef="#br0" timeOffset="-4573.367">14 1606,'32'295,"-14"-158,109 710,-74-614,-52-233,-1-1,0 1,0-1,1 1,-1-1,0 1,0 0,1-1,-1 1,1-1,-1 1,0 0,1-1,-1 1,1 0,-1-1,1 1,-1 0,1 0,-1-1,1 1,-1 0,1 0,0 0,-1 0,1 0,-1 0,1 0,-1 0,1 0,-1 0,1 0,0 0,-1 0,1 0,-1 1,1-1,-1 0,1 0,-1 1,1-1,-1 0,1 1,-1-1,0 0,1 1,-1-1,1 1,-1-1,0 0,0 1,1-1,-1 1,0-1,0 1,1-1,-1 1,0 0,0-1,7-15</inkml:trace>
  <inkml:trace contextRef="#ctx0" brushRef="#br0" timeOffset="-3497.614">983 3546,'0'0</inkml:trace>
  <inkml:trace contextRef="#ctx0" brushRef="#br0" timeOffset="-2535.219">792 3450,'-3'298,"-14"-201,8-87,2-28,5-14,1-1,2 1,1 0,2 0,1 0,9-31,-2 6,3 1,2 0,4-3,-20 55,0 2,-1 0,1 0,0 0,-1 0,1 0,0 0,0 0,0 1,1-1,-1 0,0 1,1-1,-1 1,1-1,-1 1,1-1,0 1,-1 0,1 0,0 0,12 34,-13-31,4 75,-6-59,2 0,0 0,1 0,1 0,0-1,1 1,1-1,1 0,2 3,-6-18,-1 1,1-1,0 1,0-1,0 0,0 0,0 0,1 0,-1 0,1 0,-1-1,1 1,0-1,-1 0,1 0,0 0,0 0,0 0,0 0,0-1,0 1,0-1,0 0,0 0,0 0,0-1,0 1,0-1,0 1,0-1,0 0,0 0,0 0,-1-1,1 1,0-1,-1 1,1-1,-1 0,0 0,1 0,-1 0,0-1,0 1,0-1,21-24,0-2,-2 0,-2-1,0-1,-2 0,-2-1,-1-1,-1-1,7-30,-15 49,13-27,-17 42,-1 0,0 0,0 0,1 0,-1 0,0-1,0 1,1 0,-1 0,0 0,1 0,-1 0,0 0,0 0,1 0,-1 0,0 0,0 1,1-1,-1 0,0 0,1 0,-1 0,0 0,0 0,1 1,-1-1,0 0,0 0,0 0,1 1,-1-1,0 0,0 0,0 0,0 1,1-1,-1 0,0 0,0 1,0-1,0 0,0 1,0-1,0 0,0 0,0 1,0-1,0 0,0 1,0-1,0 0,0 0,0 1,0-1,0 0,0 0,0 1,-1-1,1 0,0 0,0 1,0-1,0 0,-1 0,4 59,-2 0,-8 56,2-29,4-58,-1-8,1 0,0 1,2-1,0 0,2 1,0-1,1 0,2 4,-4-20,-1-1,1 1,0-1,0 0,0 1,0-1,0 0,1 0,0 0,-1-1,1 1,0-1,0 1,0-1,1 0,-1 0,1-1,-1 1,1-1,-1 1,1-1,0 0,-1-1,1 1,0 0,0-1,0 0,0 0,0 0,-1-1,2 1,5-2,-1 0,1 0,-1-1,0 0,0 0,0-1,0 0,0-1,-1 0,0 0,7-7,-5 4,-1 0,0 0,0-1,-1 0,-1-1,1 0,-2 0,1 0,-1-1,-1 0,0 0,0-1,-1 1,-1-1,0 0,-1 0,0 0,0 0,-2 0,1-2,-1 12,0 0,0 0,0 0,-1 1,1-1,0 0,-1 0,1 0,-1 1,0-1,0 0,1 1,-1-1,0 0,0 1,0-1,-1 1,1 0,0-1,-1 1,1 0,0 0,-1 0,1 0,-1 0,0 0,1 0,-1 0,0 1,0-1,1 1,-1-1,0 1,0 0,0-1,0 1,1 0,-1 0,0 1,0-1,0 0,0 0,1 1,-2 0,-5 4,1 0,-1 1,1 0,1 0,-1 1,1 0,0 0,0 1,1-1,0 1,1 0,0 1,0-1,0 1,1 0,0 0,1 0,0 0,0 7,0-9,1-1,-1 1,2-1,-1 1,1 0,0 0,0-1,0 1,1 0,0-1,1 1,-1-1,1 1,1-1,-1 0,1 0,0 0,1 0,-1 0,1-1,0 1,0-1,1 0,0 0,0-1,0 1,0-1,0 0,1-1,5 3,3 0,0-2,0 0,0 0,0-1,0-1,1-1,-1 0,1 0,0-2,-1 0,1 0,-1-2,12-2,23-8</inkml:trace>
  <inkml:trace contextRef="#ctx0" brushRef="#br0" timeOffset="-1674.438">1911 3518,'-6'13,"1"1,1-1,0 1,0 0,2 0,-1 1,2-1,0 0,1 1,0-1,1 0,1 1,0-1,1 0,0 0,1 0,1-1,0 1,1-1,1 0,1 3,-6-14,0 1,0-1,0 0,1 0,-1 0,0 0,1 0,0 0,-1 0,1-1,0 1,0-1,0 0,0 0,0 0,0 0,0-1,0 1,0-1,0 0,0 0,0 0,0 0,1 0,-1-1,0 1,0-1,0 0,0 0,0 0,0 0,-1-1,1 1,0-1,-1 0,1 1,-1-1,1-1,-1 1,0 0,1-1,8-9,0-1,-1 0,0 0,-1-1,0 0,-1-1,-1 0,-1 0,0-1,0 1,-2-1,0-1,0-2,-6 26,1 0,0 0,0 0,1 0,0 1,1-1,-1 0,1 0,1 0,-1 0,1 0,0 0,1 0,0-1,0 1,0-1,1 0,0 0,0 0,0 0,4 3,-2-6,-1-1,0 1,1-1,-1-1,1 1,0-1,0 0,-1 0,1-1,0 1,0-1,0-1,0 1,-1-1,1 0,0 0,-1-1,1 0,0 0,-1 0,0 0,0-1,0 0,3-2,7-5,-1 0,0 0,-1-1,0-1,-1 0,0-1,7-11,-8 9,-2-1,0 1,0-2,-2 1,0-1,0-4,-4 48,-3-11,6 107,-5-118,1 0,-1 0,1 0,0 0,1 0,-1 0,1 0,0-1,0 1,0-1,1 0,0 0,-1 0,1 0,1-1,-1 1,0-1,1 0,0-1,0 1,2 0,5 0,-1 0,1 0,0-1,0-1,0 0,0-1,1 0,-1-1,0 0,0-1,0 0,-1-1,1 0,0-1,-1 0,0-1,0 0,0-1,-1 0,0-1,0 0,-1-1,1 0,-2 0,1-1,3-5,-6 7,-6 6,1 0,-1 0,0 1,0-1,0 0,1 1,-1-1,0 0,1 1,-1-1,1 0,-1 1,1-1,-1 1,1-1,-1 1,1-1,-1 1,1-1,-1 1,1 0,0-1,-1 1,1 0,0 0,0-1,-1 1,1 0,0 0,-1 0,1 0,0 0,0 0,-1 0,1 0,0 0,0 0,-1 0,1 1,0-1,-1 0,1 0,0 1,-1-1,1 0,0 1,-1-1,1 1,-1-1,1 1,-1-1,1 1,-1-1,1 1,-1 0,3 3,0 1,0-1,0 0,0 0,1 0,-1 0,1-1,0 1,0-1,0 0,1-1,-1 1,1 0,-1-1,1 0,0 0,0-1,0 0,0 1,0-1,0-1,0 1,0-1,5 0,-1 0,0-1,-1 0,1-1,0 0,0 0,-1-1,1 0,-1 0,0-1,0 0,0-1,-1 1,1-1,-1-1,0 0,-1 0,1 0,-1-1,0 1,-1-2,0 1,0 0,0-1,2-8,-6 13,0 1,0-1,0 0,-1 0,0 0,1 0,-1 0,0 0,-1 0,1 0,0 0,-1 0,0 0,1 0,-1 0,-1 1,1-1,0 0,0 1,-1-1,0 0,1 1,-1 0,0-1,0 1,-1 0,1 0,0 0,0 1,-1-1,0 0,1 1,-1 0,0-1,-3-1,0 1,-1-1,1 1,-1 0,0 1,1 0,-1 0,0 0,0 1,0 0,1 0,-1 1,0 0,-4 1,5-1,1 1,0 1,-1-1,1 1,0 0,0 0,1 0,-1 1,1 0,0 0,-1 0,2 0,-1 1,0-1,1 1,0 0,0 0,1 0,-1 0,1 1,0-1,1 1,-1-1,1 1,0 0,0 0,1-1,0 1,0 3,2 23</inkml:trace>
  <inkml:trace contextRef="#ctx0" brushRef="#br0" timeOffset="-1042.629">3522 3805,'-10'-15,"0"-1,1 0,1-1,0 0,1-1,1 1,1-1,1 0,0 0,1-1,1 1,0-1,2 0,0 1,1-1,2-7,-2 21,-1 3,0-1,0 0,1 0,-1 1,1-1,-1 0,1 1,0-1,0 0,0 1,1-1,-1 1,0-1,1 1,0 0,-1 0,1 0,1-1,28 34,-27-24,1-1,-1 0,1 0,1 0,-1-1,1 1,-1-2,2 1,-1 0,0-1,1 0,0-1,0 0,0 0,0 0,0-1,4 1,11 0,0 0,-1-2,1-1,0-1,0 0,4-3,-24 4,0-1,0 1,-1 0,1 0,0-1,0 1,0 0,0 0,0 1,0-1,-1 0,1 1,0-1,0 1,0 0,-1-1,1 1,0 0,-1 0,1 0,-1 0,1 0,-1 1,1-1,-1 0,0 1,0-1,0 1,0-1,0 1,0-1,0 1,0 0,0-1,-1 1,1 0,-1 0,1 0,-1 0,0-1,0 3,10 162,-9-163,-1-1,1 1,0 0,1 0,-1 0,1 0,-1-1,1 1,0-1,0 1,0-1,0 0,0 0,0 0,1 0,-1 0,1 0,-1-1,1 1,0-1,0 0,0 1,-1-1,1-1,0 1,0 0,0-1,0 1,1-1,-1 0,0 0,0 0,0-1,0 1,0-1,8-1,0 0,0-1,0 0,0-1,-1 0,0 0,0-1,0-1,1 0,-1-1,0 0,0-1,0 0,-1-1,0 0,-1 0,0-1,-1 0,0 0,0-1,-1 0,0 0,-1 0,-1-1,0 0,0 0,-1 0,0 0,-1-2,-6 44,-4 84,8-108,1 1,0-1,0 0,0 0,0 0,1 0,0 0,1 0,-1 0,1 0,0-1,1 0,-1 1,1-1,0 0,0-1,5 5,-6-7,0 0,1 0,-1 0,0 0,1 0,0-1,-1 0,1 0,0 0,-1 0,1 0,0-1,0 0,0 1,0-1,0-1,-1 1,1-1,0 1,0-1,0 0,0-1,23-8</inkml:trace>
  <inkml:trace contextRef="#ctx0" brushRef="#br0" timeOffset="-782.446">4342 3246,'-19'2,"-8"3,-1 6,3 3,6 1,9 1,13-1,6-2</inkml:trace>
  <inkml:trace contextRef="#ctx0" brushRef="#br0" timeOffset="-447.348">4943 3586,'-227'-35,"221"34,0 1,0 0,-1 1,1-1,0 1,0 0,0 1,0-1,0 1,1 1,-1-1,1 1,-1 0,1 0,0 0,0 1,0 0,0 0,1 0,-1 0,1 1,0 0,1 0,-1 0,1 0,0 0,0 1,1-1,-1 1,1 0,0 4,1-7,0 0,1-1,-1 1,1 0,0 0,0 0,0-1,0 1,1 0,-1 0,1-1,-1 1,1 0,0-1,0 1,0-1,1 1,-1-1,0 1,1-1,0 0,0 0,-1 0,1 0,0 0,0 0,1 0,-1-1,0 1,1-1,-1 0,1 1,3 0,1 0,-1 0,0 0,0-1,1 1,-1-2,1 1,-1-1,1 0,-1 0,1-1,-1 0,3 0,0-1,-1 0,1 0,-1-1,0 0,0-1,0 0,-1 0,1 0,-1-1,0 0,-1 0,1-1,-1 0,0 0,0-1,-1 1,1-1,-2 0,1-1,-1 1,0-1,-1 0,1 0,-2 0,1 0,-1-1,-2 9,0 1,-1 0,1-1,-1 1,1-1,0 1,-1 0,1-1,-1 1,1-1,-1 1,0-1,1 0,-1 1,1-1,-1 0,0 1,1-1,-1 0,0 0,0 1,1-1,-1 0,0 0,1 0,-1 0,0 0,0 0,1 0,-1 0,0 0,1 0,-1-1,0 1,0 0,1 0,-1-1,0 1,1 0,-1-1,1 1,-1-1,1 1,-1-1,0 1,1-1,0 1,-1-1,1 0,-1 1,1-1,0 1,-1-1,1 0,0 1,0-1,-1 0,1 0,0 1,0-1,0 0,0 1,0-1,0-1,-3 7,0 0,0 0,0 0,1 0,-1 0,1 0,0 1,1-1,0 1,0-1,0 1,0-1,1 1,0 0,0-1,0 1,1 0,0-1,0 1,0-1,1 1,0-1,0 0,0 1,1-1,-1 0,1-1,1 1,-1 0,1-1,-1 0,1 0,0 0,1 0,-1 0,1-1,4 3,7 2,1 0,1-1,-1-1,1 0,0-2,1 0,-1-1,1 0,13-1,41 2</inkml:trace>
  <inkml:trace contextRef="#ctx0" brushRef="#br0" timeOffset="3340.938">1161 4461,'-1'0,"1"0,-1 0,1 1,0-1,-1 0,1 1,0-1,-1 1,1-1,0 0,0 1,-1-1,1 1,0-1,0 0,0 1,0-1,-1 1,1-1,0 1,0-1,0 1,0-1,0 1,0-1,0 1,0-1,0 1,1-1,-1 1,0-1,0 0,0 1,0-1,1 1,-1-1,0 1,0-1,1 0,-1 1,0-1,1 0,-1 1,0-1,1 0,-1 0,1 1,-1-1,0 0,7 4,0 0,0 0,0 0,0-1,1-1,-1 1,1-1,-1 0,1-1,0 0,0 0,0 0,5-2,-4 2,21 2,1-2,0-1,0-2,-1 0,1-3,-1 0,0-2,0-1,-1-1,0-2,5-3,6-13,-40 26,1 1,0-1,0 0,-1 1,1-1,0 1,-1-1,1 0,-1 0,1 1,-1-1,1 0,-1 0,1 0,-1 0,0 0,1 1,-1-1,0 0,0 0,0 0,0 0,0 0,0 0,0 0,0 0,0 0,0 0,-1 1,1-1,0 0,0 0,-1 0,1 0,-1 0,1 1,-1-1,1 0,-1 0,1 1,-1-1,0 0,0 1,1-1,-1 1,0-1,-2-1,1 1,-1-1,0 1,0 0,0-1,0 1,0 1,0-1,0 0,0 1,0 0,0-1,0 1,-1 0,1 1,0-1,0 1,0-1,0 1,0 0,0 0,0 0,0 0,0 1,1-1,-1 1,0 0,1 0,-1 0,1 0,0 0,0 0,0 1,0-1,0 1,0-1,1 1,-1 0,1-1,-1 1,-2 16,0-1,2 0,-1 1,2 0,1-1,0 1,2 8,0 15,-2 15,-1 0,-3 0,-3 0,-2-1,-3 0,-2-1,-16 41,-16-8,25-60</inkml:trace>
  <inkml:trace contextRef="#ctx0" brushRef="#br0" timeOffset="3617.198">1187 4843,'28'7,"26"0,21-6,18-8,8-7,2-6,-8-1,-20 2</inkml:trace>
  <inkml:trace contextRef="#ctx0" brushRef="#br0" timeOffset="3882.489">2048 4775,'14'7,"12"4,10 1,11-2,7-2,5-4,3-1,-3-4,-6-2,-11-2,-12-1</inkml:trace>
  <inkml:trace contextRef="#ctx0" brushRef="#br0" timeOffset="4131.345">2321 4557,'-9'14,"-4"16,-1 14,2 12,4 10,9 3,7 2,6-3,4-2,0-7,-2-13</inkml:trace>
  <inkml:trace contextRef="#ctx0" brushRef="#br0" timeOffset="4361.109">2867 4816,'7'-57,"2"0,3 1,2 1,11-26,-13 58,-12 23,1 0,-1 0,1 0,-1 0,1 0,0 0,-1 0,1 0,-1 1,1-1,-1 0,1 0,-1 0,1 1,-1-1,1 0,-1 0,1 1,-1-1,1 1,-1-1,0 0,1 1,-1-1,1 1,-1-1,0 1,0-1,1 1,-1-1,0 1,0-1,0 1,1-1,-1 1,0-1,0 1,0-1,0 1,0 0,0-1,0 1,0-1,0 1,-1-1,1 1,0-1,0 1,0 0,-1-1,1 1,0-1,0 0,-1 1,1 0,-18 339,18-312,1-1,2 0,0 0,2 0,0 0,5 10,7 7</inkml:trace>
  <inkml:trace contextRef="#ctx0" brushRef="#br0" timeOffset="5200.859">4042 4939,'51'-49,"-2"-3,-2-1,-3-2,-2-3,13-25,-45 66,-2 0,1 0,-2 0,0-1,-2 0,0-1,0 1,-2-1,0 0,-2 1,0-1,-1 0,-1-10,1 25,0 1,0-1,-1 0,0 1,1-1,-1 1,0-1,-1 1,1-1,-1 1,1 0,-1 0,0 0,0-1,0 2,-1-1,1 0,-1 0,1 1,-1 0,0-1,0 1,0 0,0 0,-1 1,1-1,0 1,-1-1,1 1,-1 0,1 1,-1-1,0 0,1 1,-1 0,0 0,1 0,-1 0,0 1,1 0,-1-1,-2 2,-4 5,1 1,-1-1,2 2,-1-1,1 1,1 0,-1 1,2 0,-1 0,1 1,1-1,0 1,1 0,0 1,0-1,1 1,1 0,0 0,0 0,1 2,-5 16,1 1,2 0,1 0,1 0,1 0,2 0,2 0,0 0,2-1,2 0,0 0,2 0,1-1,2-1,0 0,2 0,2-1,-14-21,1 0,0-1,1 1,-1-1,1 0,0 0,0 0,0-1,1 1,0-1,0-1,0 1,0-1,0 0,1-1,-1 1,1-1,0 0,0-1,0 0,0 0,0 0,0-1,0 0,0 0,0-1,-1 0,1 0,0-1,0 0,0 0,-1 0,1-1,4-3,3-5,0 0,-1-1,0 0,-1-1,0 0,-1-1,-1-1,0 1,-1-2,3-7,19-28,-31 51,0 1,0-1,0 0,0 0,0 1,1-1,-1 0,0 0,0 1,0-1,0 0,0 0,1 0,-1 1,0-1,0 0,0 0,1 0,-1 1,0-1,0 0,0 0,1 0,-1 0,0 0,0 0,1 0,-1 1,0-1,1 0,-1 0,0 0,0 0,1 0,-1 0,0 0,0 0,1-1,-1 1,0 0,0 0,1 0,-1 0,0 0,0 0,1 0,-1 0,0-1,0 1,0 0,1 0,-1 0,0-1,0 1,0 0,0 0,1 0,-1-1,0 1,0 0,0 0,0-1,0 1,0 0,0-1,3 31,-2-18,0-6,0-1,0 0,1 1,-1-1,1 0,1 0,-1 0,1 0,-1 0,1 0,1-1,-1 0,1 1,-1-1,1 0,0-1,1 1,-1-1,1 0,-1 0,1 0,0-1,0 1,0-1,1 0,-1-1,0 1,1-1,-1 0,1-1,-1 1,1-1,-1 0,3-1,-1 2,-1-2,1 1,0-1,-1 0,1 0,-1 0,0-1,1 0,-1-1,0 1,0-1,-1 0,1-1,0 1,-1-1,0 0,0-1,0 1,-1-1,1 0,-1 0,0 0,0-1,-1 1,0-1,0 0,0 0,-1 0,0 0,0-1,0 1,-1-1,0 1,0-1,-1 1,1-1,-1 1,-1-1,0 0,1 1,-2-4,-1 4,0 0,0 0,0 0,-1 0,0 0,0 1,0-1,-1 1,0 1,0-1,0 0,0 1,-1 0,1 0,-1 1,0 0,0 0,-1 0,1 1,-1 0,1 0,-1 0,0 1,-3 0,-1-1,1 2,-1 0,1 0,-1 1,1 0,-1 0,1 2,0-1,-1 1,1 0,1 1,-1 1,1-1,-1 1,-4 5,6-5,0 1,1 1,0-1,1 1,0 0,0 1,0 0,1 0,0 0,0 0,-2 8,5-12,1-1,-1 1,1 0,0 0,1 0,-1 0,1 0,-1 0,1 0,0 0,1 0,-1-1,1 1,-1 0,1 0,0 0,1 0,-1-1,1 1,0 0,-1-1,1 0,1 1,-1-1,1 0,-1 0,1 0,0 0,1 0,43 26,6-9</inkml:trace>
  <inkml:trace contextRef="#ctx0" brushRef="#br0" timeOffset="6257.199">5544 4652,'-20'2,"1"1,-1 1,1 1,0 1,1 0,-1 1,1 1,1 1,-1 1,2 0,-1 1,1 1,1 1,0 0,-1 3,13-14,0 0,1 1,-1 0,1 0,-1 0,1 0,0 0,0 0,0 1,0-1,1 1,-1-1,1 1,0-1,0 1,1 0,-1 0,1-1,-1 1,1 0,0 0,1 0,-1-1,1 1,-1 0,1 0,0-1,1 1,-1 0,6 2,0 0,0-1,0 0,1 0,0 0,-1-1,2-1,-1 1,0-1,1 0,-1-1,1 0,0-1,0 1,0-2,0 1,6-1,51 1,0-3,0-3,0-2,-1-4,7-3,-57 11,461-94,-410 77,-66 19,0 1,0-1,0 1,0-1,0 1,-1-1,1 0,0 1,0-1,-1 1,1-1,0 1,-1-1,1 1,0-1,-1 1,1 0,-1-1,1 1,-1 0,1-1,-1 1,1 0,-1-1,1 1,-1 0,1 0,-1 0,0-1,1 1,-1 0,1 0,-1 0,1 0,-1 0,0 0,1 0,-1 0,1 0,-1 1,0-1,1 0,-30-6,1 2,0 1,-1 1,0 1,1 2,-1 1,-25 5,46-4,0 0,0 0,0 1,0 0,0 1,1-1,0 2,0-1,-5 5,11-8,-1 0,0 1,1-1,0 1,-1-1,1 1,0 0,0 0,0 0,1 0,-1 0,1 0,0 0,0 0,0 1,0-1,0 1,1-1,-1 0,1 1,0-1,0 1,1-1,-1 1,1-1,-1 1,1-1,1 1,1 2,2-1,-1 0,1 0,0-1,0 1,0-1,0 0,1 0,0-1,-1 0,2 0,-1 0,0-1,0 1,1-1,-1-1,1 0,-1 0,1 0,0 0,0-1,3-1,2 3,1-2,0 1,-1-2,1 0,-1 0,1-1,-1-1,1 0,-1-1,0 0,-1 0,1-2,-1 1,0-1,0-1,-1 0,1-1,-2 0,1 0,-1-1,0 0,-1-1,0 0,-1 0,0-1,0 1,1-7,8 105,-14-84,-1 0,1 0,0 0,0-1,0 1,1-1,-1 0,1 1,0-1,0 0,0-1,0 1,0 0,0-1,1 0,-1 0,1 0,0 0,0 0,0-1,0 0,0 0,0 0,0 0,0 0,0-1,0 0,0 0,0 0,0 0,1-1,-1 1,0-1,0 0,0-1,0 1,-1-1,3 0,10-7,0-1,-1-1,0 0,-1-1,0 0,-1-1,0-1,-1 0,0 0,-2-2,0 1,0-1,-1 0,-1-1,-1 0,-1-1,0 1,-1-1,-1 0,0-3,5-29,-3 0,-2 0,-1 0,-4-1,-1 1,-2 0,-3 0,-2 0,-11-33,-19-31,17 84,21 30,0 0,0-1,1 1,-1 0,0 0,0 0,1 0,-1 0,0 0,0 0,0 0,1 0,-1 0,0 1,1-1,-1 0,0 0,0 1,1-1,-1 0,0 1,1-1,-1 1,1-1,-1 1,0-1,1 1,-1 0,1-1,0 1,-1-1,1 1,-1 0,1 0,0-1,0 1,-1 0,1-1,0 1,0 0,0 0,0-1,0 1,0 0,-7 22,1 0,1 1,1-1,1 1,2 0,0 9,0-22,-2 32,2 0,2 0,2 0,2 0,1 0,3-1,1 0,2-1,2 0,1-1,2-1,2 0,2-1,1-1,2-1,14 14,-34-45,-1 0,1 0,1-1,-1 1,1-1,0 0,0 0,0 0,0-1,1 0,-1 0,1 0,0-1,0 0,0 0,0 0,0-1,0 0,1 0,-1 0,0-1,0 0,1 0,-1-1,4 0,5-6,0-1,-1 0,-1-1,1-1,-1 0,-1 0,0-1,0-1,-2 0,1-1,8-13,3-1,17-16,-38 43,1 0,-1-1,0 1,0 0,0 0,0 0,1 1,-1-1,0 0,0 0,0 0,0 1,1-1,-1 1,0-1,0 1,0-1,0 1,0 0,0-1,0 1,-1 0,1 0,0 0,0 0,-1 0,1 0,0 0,-1 0,1 0,-1 0,1 0,-1 0,1 0,-1 0,0 0,0 1,0-1,1 0,-1 0,0 0,0 0,-1 1,1-1,0 0,0 0,0 0,-1 1,2 6,2 4,0 0,1-1,1 1,-1-1,2 0,-1 0,2-1,-1 1,2-1,-5-6,0 0,0 0,1-1,0 0,-1 1,1-1,1 0,-1-1,0 1,0-1,1 0,0 0,-1 0,1-1,0 1,0-1,0 0,0-1,-1 1,1-1,0 0,0 0,4-1,28-10,-5-4</inkml:trace>
  <inkml:trace contextRef="#ctx0" brushRef="#br0" timeOffset="6521.494">7333 4515,'-14'0,"-9"-2,-1-1</inkml:trace>
  <inkml:trace contextRef="#ctx0" brushRef="#br0" timeOffset="6799.746">6527 4379,'17'2,"13"4,17 0,14-1,13-1,12-1,11-2,6 2,1 3,-18 0</inkml:trace>
  <inkml:trace contextRef="#ctx0" brushRef="#br0" timeOffset="6800.746">7852 4638,'-7'14,"-3"9,4 8,4 3,8 1,7-2,4-3,1-8,0-6,-3-7</inkml:trace>
  <inkml:trace contextRef="#ctx0" brushRef="#br0" timeOffset="7061.048">7961 4119,'-14'-2,"-4"3,0 10,4 4,2 2,2-1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8:12.6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1000,'28'-17,"195"-140,-203 140,-1-1,0-1,-1 0,-1-1,-1-1,0-1,-2 0,-1-1,1-3,-8 11,0-1,-1 1,-1-1,0 1,-1-1,-1 0,0 0,-2-1,1 1,-2-6,0 14,1 1,-1 0,-1-1,1 1,-1 0,0 0,-1 0,0 0,0 0,0 1,-1-1,0 1,0 0,-1 0,0 0,0 1,0-1,0 1,-1 1,0-1,0 1,0 0,-3-1,5 3,-1 0,0 0,0 0,0 1,0 0,0 0,0 0,0 1,0 0,-1 0,1 0,0 0,0 1,0 0,0 0,0 0,0 1,0 0,0-1,1 2,-1-1,0 1,1-1,0 1,0 0,0 1,0-1,0 1,1 0,-1 0,0 1,-7 9,0 1,1 0,1 1,1 0,0 0,1 1,0 0,-1 8,-2 9,1 0,2 0,2 1,1 0,1 0,2 0,2 0,1 1,2-1,1-1,2 1,7 21,-12-47,1 0,0 0,0-1,1 1,0-1,1 0,0 0,0 0,0 0,1-1,0 0,1 0,0-1,0 0,0 0,1 0,0-1,0 0,0-1,0 0,1 0,0 0,0-1,0-1,0 0,0 0,0 0,0-1,1-1,-1 0,4 0,-3-3,0 0,0-1,0 0,0-1,-1 0,0 0,0-1,0 0,-1 0,0-1,0 0,-1-1,0 0,0 0,-1-1,0 1,0-1,-1 0,0-1,-1 0,0 1,0-1,1-7,15 115,-17-94,-1-1,0 1,1-1,0 0,0 0,0 0,0 0,0 0,1-1,-1 1,1-1,-1 0,1 0,0 0,0-1,0 1,0-1,0 0,0 0,1 0,-1-1,0 0,0 1,1-2,-1 1,0 0,0-1,0 0,1 0,-1 0,0 0,0-1,0 1,-1-1,1 0,0 0,-1-1,1 1,-1-1,0 1,1-1,-2 0,1-1,0 1,0 0,1-4,-1 2,1 1,-1-1,-1 0,1 0,-1 0,0 0,0 0,0-1,-1 1,0 0,0-1,0 1,-1-1,0 1,0-1,0 1,0-1,-1 1,0-1,-1 1,1-1,-1 1,0 0,0 0,0 0,-1 0,0 0,0 0,0 1,0 0,-1-1,0 1,0 0,0 1,0-1,0 1,-1 0,0 0,0 0,0 0,-4-1,0 2,1 1,0-1,0 1,0 1,-1 0,1 0,0 0,0 1,0 1,0-1,-1 1,2 1,-1-1,0 1,0 1,1-1,0 1,0 0,0 1,0 0,1 0,0 1,0-1,0 1,0 0,1 1,0 0,1-1,0 2,-3 3,6-8,0 1,1-1,-1 0,0 1,1-1,0 1,0-1,0 0,0 1,1-1,-1 1,1-1,0 0,0 1,0-1,0 0,0 0,1 0,0 0,-1 0,1 0,0 0,0-1,1 1,-1-1,1 1,-1-1,1 0,0 0,-1 0,2 0,30 20</inkml:trace>
  <inkml:trace contextRef="#ctx0" brushRef="#br0" timeOffset="1063.678">1161 877,'-12'-7,"1"2,-1 0,0 0,0 1,-1 1,1 0,-1 0,1 2,-1-1,0 2,0-1,0 2,1 0,-1 0,0 1,1 1,-1 0,1 1,0 0,0 1,0 0,1 1,-1 0,2 1,-1 0,1 1,-3 2,11-8,-1 0,0 1,1-1,-1 1,1-1,0 1,0 0,0 0,0 0,1 0,-1 1,1-1,0 0,0 1,0-1,0 1,0-1,1 1,0-1,-1 1,2-1,-1 1,0-1,0 1,1-1,0 1,0-1,0 1,0-1,0 0,1 1,5 4,1-1,0 1,0-1,1 0,0-1,0 0,0-1,1 1,-1-2,1 1,1-2,-1 1,0-1,1-1,0 0,7 0,56 11,0-4,1-2,0-5,61-5,-84 2,-1-3,0-1,0-3,0-3,-1-1,-1-3,22-10,-5-18,-64 41,0 0,0 0,0 0,-1 0,1 0,-1 0,1 0,-1-1,0 1,0-1,0 1,0-1,0 1,-1-1,1 1,-1-1,0 1,1-1,-1 0,-1 1,1-1,0 0,0 1,-1-1,0 1,1-1,-1 1,-1-2,-1 1,0 0,0 0,-1 0,1 1,-1-1,0 1,0 0,0 0,0 1,0-1,0 1,0-1,0 1,-1 1,1-1,0 1,-1-1,1 1,0 1,-1-1,1 0,0 1,-1 0,1 0,0 0,0 1,0 0,0-1,-3 3,-2-1,0 1,1-1,-1 2,1-1,0 1,0 0,1 1,0 0,0 0,0 1,0 0,1 0,0 0,1 1,0 0,0 0,0 0,1 0,1 1,-1 0,0 6,3-12,1 0,0 1,0-1,0 0,0 1,0-1,1 0,-1 1,1-1,0 0,0 0,0 1,1-1,-1 0,1 0,0-1,-1 1,1 0,1 0,-1-1,0 1,1-1,-1 0,1 0,-1 0,1 0,0 0,0-1,2 2,2 0,1 0,0 0,0-1,0 0,0 0,0-1,0 0,0 0,0-1,0 0,7-1,-6 0,0 0,0-1,-1-1,1 1,-1-1,0-1,1 1,-2-1,1-1,0 0,-1 0,0 0,0-1,-1 0,1 0,-1 0,0-1,-1 0,0 0,0-1,0 0,-1 1,-1-1,1-1,-1 1,0 0,-1-1,1-5,5-7,-5 33,1 0,0 0,1 0,0 0,1-1,0 0,1 0,0 0,1-1,2 2,-6-8,0 0,0 0,0 0,0-1,0 1,1-1,0 0,0 0,0-1,0 0,0 0,0 0,0 0,1-1,-1 1,0-2,1 1,0 0,-1-1,1 0,-1-1,1 1,-1-1,6-1,-3-1,0 0,0-1,0 0,0 0,0-1,-1 0,0 0,0-1,-1 0,1 0,-1 0,-1-1,1 0,-1 0,4-7,2-6,0 0,-1 0,-1-1,-2 0,5-17,7-53,-4 0,-5 0,-3-1,-4-8,-3 98,2-48,3-60,-10-105,5 209,0 2,0 0,0 1,0-1,-1 0,1 0,-1 0,0 1,0-1,0 0,-1 1,1-1,-1 1,0 0,0-1,0 1,-1-1,-13 10,10 2,1 1,1-1,0 1,0 0,1 1,0-1,0 0,-1 9,3-14,-12 55,1 2,4-1,1 1,4 0,2 0,3 0,3 0,2 0,3-1,3 0,2-1,4 3,-14-44,0-1,2 0,0 0,1 0,0-1,2-1,0 1,0-1,2-1,0 0,0-1,1 0,-8-10,-1 0,1-1,-1 1,1-1,0 0,0-1,0 1,0-1,0 0,0 0,0 0,0-1,1 0,-1 0,0 0,0 0,0-1,1 0,-1 0,0-1,0 1,-1-1,1 0,2-2,11-5,-1-1,0-1,0 0,-1-2,10-9,78-78,-102 99,18-16,-20 17,0 0,0-1,1 1,-1 0,0 0,0 0,1 0,-1-1,0 1,0 0,1 0,-1 0,0 0,1 0,-1 0,0 0,0 0,1 0,-1 0,0 0,1 0,-1 0,0 0,1 0,-1 0,0 0,0 0,1 0,-1 0,0 0,1 1,-1-1,0 0,0 0,1 0,-1 0,0 1,0-1,0 0,1 0,-1 1,0-1,0 0,0 0,0 1,1-1,-1 0,0 1,0-1,0 0,0 0,0 1,0-1,0 0,0 1,0-1,0 0,0 1,0-1,0 0,0 0,0 1,0-1,0 0,-1 1,1-1,-5 38,1 47,5-83,0 1,-1-1,1 1,0-1,0 1,1-1,-1 1,0-1,1 0,-1 0,1 0,0 0,0 0,-1 0,2 0,-1-1,0 1,0 0,0-1,1 0,-1 0,0 0,1 0,-1 0,1 0,0 0,-1-1,1 1,0-1,0 0,33-1,0-6</inkml:trace>
  <inkml:trace contextRef="#ctx0" brushRef="#br0" timeOffset="1329.504">2936 659,'-19'0,"-12"2,-4 1,1 2,5-2,8-1</inkml:trace>
  <inkml:trace contextRef="#ctx0" brushRef="#br0" timeOffset="1609.756">2390 495,'23'0,"24"0,23 0,18 0,12 0,6 0,-16 0</inkml:trace>
  <inkml:trace contextRef="#ctx0" brushRef="#br0" timeOffset="1610.756">3264 823,'-2'18,"-1"14,-1 8,2 1,5-1,4-4,4-10,2-8,-1-13,-3-6</inkml:trace>
  <inkml:trace contextRef="#ctx0" brushRef="#br0" timeOffset="1887.581">3291 345,'-9'-16,"-8"-13,-1-1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8:11.2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0 303,'14'0,"12"0,10 0,11 0,7-3,3 0,-1 0,-5 1,-10 0,-10 1</inkml:trace>
  <inkml:trace contextRef="#ctx0" brushRef="#br0" timeOffset="157.577">205 57,'-12'18,"-6"19,1 11,2 12,4 7,6 2,9 0,9-4,5-9,1-13</inkml:trace>
  <inkml:trace contextRef="#ctx0" brushRef="#br0" timeOffset="377.494">642 384,'21'-269,"-6"156,-15 113,0 0,0 0,0 0,0 0,1 0,-1 0,0 0,0 0,0 0,1 0,-1 0,0 0,0 0,0 0,0 0,1 0,-1 0,0 0,0-1,0 1,0 0,1 0,-1 0,0 0,0 0,1 27,-1-26,1 92,-4-43,4 0,1 0,2-1,3 1,2-1,14 45,-8-58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8:10.7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0,'347'3,"-216"16,-126-18,1 1,-1 0,1 0,-1 1,0-1,0 1,0 0,0 0,0 1,-1 0,0 0,1 0,-1 0,-1 0,1 1,-1 0,0-1,0 1,0 1,0-1,0 3,-1 8,0 0,0 0,-2 1,0-1,-1 1,-1-1,0 0,-1 0,-1 0,0 0,-1 0,-5 9,-4 20,-5 23,3 0,-4 48,18-88</inkml:trace>
  <inkml:trace contextRef="#ctx0" brushRef="#br0" timeOffset="246.341">136 328,'19'0,"20"0,21 0,22-3,18-2,11-3,4-3,-3-1,-20 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8:09.9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0 301,'16'5,"20"1,17 0,16-2,12 0,7-2,2-1,-5-1,-7 0,-13 0,-15 0,-16 2,-14 1</inkml:trace>
  <inkml:trace contextRef="#ctx0" brushRef="#br0" timeOffset="353.059">518 1,'1'7,"0"0,0 0,0 0,1 0,0 0,0 0,1-1,0 1,0-1,0 0,1 0,0 0,0 0,1 0,0-1,0 0,0 0,0 0,109 71,0-26,-80-36,0 0,-1 2,-1 2,10 8,-38-25,-1 1,0 0,1 0,-1 1,0-1,-1 1,1-1,0 1,-1 0,1 0,-1 0,0 0,0 1,0-1,-1 1,1-1,-1 1,0-1,0 1,0 0,0-1,0 1,-1 0,0 0,0 0,0-1,0 1,-1 0,1 0,-1 0,0-1,0 1,0 0,-1-1,1 1,-1-1,-1 2,-9 8,-1 1,0-1,-1-1,0 0,-1-1,-1-1,1-1,-2 0,-9 4,1 1,-23 12,9-4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8:02.8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0 219,'136'16,"0"-7,120-7,-249-2,-2 1,-1-1,0 1,0-1,0 0,1-1,-1 1,0-1,0 0,0 0,0 0,0 0,0-1,0 1,0-1,-1 0,1-1,-1 1,1 0,-1-1,3-3,-6 5,0-1,-1 0,1 0,0 0,-1 1,0-1,1 0,-1 0,0 1,0-1,0 1,0-1,0 1,0-1,0 1,0-1,-1 1,1 0,-1 0,1 0,-1 0,1 0,-1 0,0 0,1 0,-1 1,0-1,0 0,1 1,-1 0,0-1,0 1,0 0,0 0,1 0,-1 0,0 0,0 1,0-1,0 1,-1 1,1 0,-1 0,1 0,-1 1,1-1,0 1,0 0,0 0,0 0,0 0,1 0,0 0,-1 0,1 0,0 1,0-1,1 1,-1-1,1 4,-28 241,23-171,-1 11,-24 195,25-259</inkml:trace>
  <inkml:trace contextRef="#ctx0" brushRef="#br0" timeOffset="276.267">41 656,'14'0,"18"0,21-3,19-4,16-7,10-3,4-3,-2 2,-8 1,-10 4,-20 4</inkml:trace>
  <inkml:trace contextRef="#ctx0" brushRef="#br0" timeOffset="556.509">1120 451,'-9'16,"-6"18,0 16,3 16,3 15,3 11,5 7,5 7,1 0,1-3,-1-8,-2-19</inkml:trace>
  <inkml:trace contextRef="#ctx0" brushRef="#br0" timeOffset="4419.958">1120 465,'10'-7,"0"1,1 1,0 0,0 1,0 0,0 0,1 1,-1 1,1 0,0 0,0 1,-1 1,1 0,0 1,0 0,0 0,-1 1,1 1,-1 0,1 1,9 4,-18-4,1-1,-1 1,0 0,0 0,-1 0,1 0,-1 0,0 0,0 1,0-1,-1 1,1 0,-1-1,0 1,0 0,-1 0,0 0,0-1,0 1,0 0,-1 0,1 0,-1-1,-1 1,1 0,-1-1,1 1,-1-1,-1 1,1-1,0 0,-1 0,0 0,0-1,0 1,-1 0,1-1,-1 0,0 0,-3 2,-7 8,0-2,-1 0,-1 0,1-2,-2 1,1-2,-1-1,0 0,-1-1,0 0,0-2,-17 3,28-7,6 0</inkml:trace>
  <inkml:trace contextRef="#ctx0" brushRef="#br0" timeOffset="5738.971">1666 492,'-3'-2,"0"0,0 0,0 0,-1 0,1 0,-1 0,1 1,-1 0,0 0,1 0,-1 0,0 0,0 1,0 0,0 0,1 0,-1 0,0 0,0 1,0 0,1-1,-1 2,0-1,1 0,-1 1,-2 1,-5 7,0 0,0 1,1 0,1 1,0 0,0 0,1 1,1 0,0 1,1-1,0 2,1-1,0 3,-10 54,15-69,0 0,0 0,0-1,0 1,0 0,0 0,1 0,-1 0,1 0,-1 0,1-1,0 1,-1 0,1 0,0-1,0 1,0-1,1 1,-1-1,0 1,1-1,-1 0,0 0,1 1,0-1,-1 0,1 0,0-1,-1 1,1 0,0 0,0-1,0 1,-1-1,3 1,5-2,0 0,0-1,0 0,0 0,0 0,0-1,-1-1,1 0,-1 0,0 0,0-1,-1 0,1-1,-1 1,0-2,2-1,9-8,-1 0,0-1,-1-1,0 0,-2-1,0-1,-1 0,-1-1,2-7,-4 19,-9 32,-1-13,0-3,0 1,0 0,1-1,0 1,0-1,1 1,-1-1,2 0,-1 0,1 0,0 0,1 0,-1 0,2-1,-1 0,0 0,1 0,0 0,1-1,-1 0,1 0,0 0,0-1,5 3,31 10,0-5</inkml:trace>
  <inkml:trace contextRef="#ctx0" brushRef="#br0" timeOffset="6297.648">2363 355,'-25'7,"0"2,1 0,0 2,1 0,0 2,1 0,-21 17,41-29,1 0,-1 0,0 0,0 1,1-1,-1 0,1 1,-1-1,1 1,-1-1,1 1,0 0,0-1,0 1,0 0,0 0,0 0,1 0,-1 0,1 0,-1 0,1 0,0 0,0 0,-1 0,2 0,-1 0,0 0,0 0,1 1,-1-1,1 0,-1 0,1-1,0 1,0 0,0 0,0 0,0 0,0-1,0 1,1 0,12 8,0 0,1-1,0 0,0-2,1 0,0 0,14 3,-4 0,1 0,-4-3,0 2,-1 1,0 0,-1 2,0 0,4 5,-23-16,0 0,0 0,0 0,0 0,0 1,0-1,-1 1,1-1,-1 1,1 0,-1 0,1-1,-1 1,0 0,0 0,0 0,0 0,0 1,0-1,-1 0,1 0,-1 0,1 1,-1-1,0 0,0 1,0-1,0 0,0 1,-1-1,1 0,-1 0,1 0,-1 1,0-1,0 0,0 0,0 0,0 0,-1 0,1 0,0-1,-1 1,-1 1,-3 1,1 0,-1 0,-1-1,1 0,0 0,-1-1,0 1,1-1,-1-1,0 1,0-1,0-1,0 1,0-1,0 0,0-1,0 0,0 0,0 0,1-1,-8-2,12 2,0 1,-1-1,1 0,0 0,0 0,0-1,0 1,0 0,0-1,1 1,-1-1,1 0,0 1,-1-1,1 0,1 0,-1 0,0 0,1 0,-1 1,1-1,0 0,0 0,0 0,0 0,1 0,-1 0,1 0,0 0,0 0,0 0,0 0,49-85,-26 61,1 2,1 1,2 2,0 0,1 2,1 1,1 1,31-13,-43 22,0 1,0 1,0 1,1 0,0 2,13-2,-30 5,-1 1,1 0,-1-1,1 1,-1 0,1 0,-1 0,1 1,-1-1,1 1,-1-1,1 1,-1 0,0 0,1 0,-1 0,0 1,0-1,0 0,0 1,0 0,0-1,0 1,0 0,-1 0,1 0,-1 0,1 0,-1 0,0 1,0-1,0 0,0 1,0-1,0 0,-1 1,1-1,-1 1,0 1,0 90,-1-79,0 0,0-1,2 1,0-1,0 1,1-1,1 1,4 10,-6-21,1-1,-1 1,1 0,0-1,1 1,-1-1,0 0,1 0,0 0,0 0,0 0,0 0,0-1,1 0,-1 1,1-1,-1-1,1 1,0 0,0-1,0 0,0 0,0 0,0 0,0-1,0 1,0-1,0 0,0 0,0-1,0 1,0-1,0 0,0 0,0 0,0-1,0 1,-1-1,1 0,1-1,27-22,-5-4</inkml:trace>
  <inkml:trace contextRef="#ctx0" brushRef="#br0" timeOffset="6545.543">2786 0,'-16'0,"-10"3,-6 7,3 7,7 9,8 8,10 8,8 2,3-5</inkml:trace>
  <inkml:trace contextRef="#ctx0" brushRef="#br0" timeOffset="6716.086">2663 1161,'-7'21,"-2"14,0 8,2 3,2-1,2-4,1-4,1-8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8:27.7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294 522,'-11'-4,"-1"0,1 1,-1 0,0 1,0 0,0 1,0 1,0-1,0 2,0 0,0 0,0 1,1 1,-1 0,0 0,1 1,0 0,0 1,0 1,1 0,-1 0,-7 8,16-13,0 1,0-1,1 1,-1 0,0 0,1 0,0 0,-1 0,1 0,0 0,0 0,0 1,1-1,-1 0,0 1,1-1,0 0,-1 1,1-1,0 1,0-1,0 0,1 1,-1-1,0 1,1-1,0 0,-1 1,1-1,0 0,0 0,1 0,-1 0,0 0,1 0,-1 0,1 0,-1 0,1-1,0 1,0 0,0-1,0 0,0 1,0-1,0 0,0 0,1 0,18 6,1 0,-1-2,1 0,0-1,0-2,0 0,0-1,1-1,-1-2,7-1,17-1,-1-2,0-2,-1-2,0-2,-1-2,7-5,-44 17,-6 1,1 0,-1 1,1-1,0 0,-1 1,1-1,0 1,0-1,-1 1,1-1,0 1,0-1,0 1,0 0,-1 0,1-1,0 1,0 0,0 0,0 0,0 0,0 0,0 0,0 0,0 0,0 0,-1 1,1-1,0 0,0 0,0 1,0-1,0 1,-1-1,1 1,0-1,0 1,-1-1,1 1,0 0,-1-1,1 1,-1 0,1 0,-1-1,1 1,-4 26,2-23,0-1,0 0,1 1,0-1,-1 1,1-1,0 1,0-1,1 1,-1-1,1 1,0-1,0 0,0 1,0-1,1 0,-1 0,1 0,-1 0,1 0,0 0,1 0,1 2,2-1,-1 0,1 0,0 0,0-1,0 0,1-1,-1 1,1-1,-1 0,1-1,0 1,0-1,0-1,-1 1,1-1,0 0,0-1,0 0,1 0,-4 0,1 1,-1-1,0 0,1-1,-1 1,0-1,0 0,0 0,0 0,0-1,-1 1,1-1,-1 0,1 0,-1 0,0 0,0-1,0 1,-1-1,1 0,-1 0,0 0,0 0,0 0,-1 0,0 0,1-1,-1 1,0-3,-1 1,0 1,-1 0,0-1,0 1,0-1,0 1,-1 0,0 0,0 0,0 0,0 0,-1 0,0 0,0 1,-1 0,1-1,-1 1,0 0,0 1,0-1,0 1,-1 0,1 0,-1 0,0 0,0 1,0 0,0 0,0 0,0 1,-1 0,1 0,-1 0,-2 0,9 2,-1-1,1 0,0 1,-1-1,1 0,-1 1,1-1,0 1,-1-1,0 1,1-1,-1 1,1-1,-1 1,1 0,-1-1,0 1,0-1,1 1,-1 0,0-1,0 1,0 0,0 0,1-1,-1 1,0 0,0-1,-1 1,1 0,0-1,0 1,0 0,0-1,-1 1,1 0,0-1,0 1,-1 0,1-1,-1 1,1-1,0 1,-1-1,1 1,-1-1,1 1,-1-1,0 1,1-1,-1 1,1-1,-1 0,0 0,1 1,-1-1,0 0,1 0,-1 0,0 0,0 1,20 4,0 0,0 0,0-2,0-1,1 0,-1-1,5-1,-4 0,43 1,-38-2,1 1,-1 2,1 0,-1 2,0 1,1 0,-23-4,0 1,0-1,0 0,0 1,0 0,0 0,0 0,0 0,-1 0,1 0,-1 1,0-1,1 1,-1 0,0 0,-1 0,1 0,0 0,-1 0,0 0,0 0,0 1,0-1,0 0,-1 1,1-1,-1 0,0 1,0-1,0 4,-1-5,1 1,0-1,0 0,0 0,0 1,0-1,0 0,1 1,-1-1,1 0,0 0,-1 1,1-1,0 0,0 0,1 0,-1 0,0 0,1 0,-1-1,1 1,-1 0,1-1,0 1,0-1,0 0,0 1,0-1,0 0,0 0,0 0,0-1,0 1,1 0,-1-1,0 1,2-1,6-1,-1 0,0-1,0 0,0 0,0-1,0 0,-1 0,1-1,-1-1,0 1,0-1,-1-1,1 1,-1-1,6-7,-12 12,0 0,-1 0,1 0,0 0,-1 0,1 0,0 0,0 0,0 0,0 0,0 1,0-1,0 0,0 1,0-1,0 1,1-1,-1 1,0 0,0-1,0 1,1 0,-1 0,0 0,0 0,1 0,-1 0,0 0,0 0,0 1,1-1,-1 0,0 1,0-1,0 1,0-1,0 1,1-1,-1 1,0 0,-1 0,1-1,0 1,0 0,0 0,18 32,-17-28,0 0,1 0,0 0,0 0,0-1,0 1,0-1,1 0,0 0,0 0,0-1,0 1,1-1,-1 0,1 0,0-1,1 1,0-1,0 0,0 0,1-1,-1 0,0 0,1-1,-1 1,1-1,-1-1,0 1,1-1,-1-1,0 1,0-1,0 0,0 0,0-1,0 1,0-1,-1-1,1 1,-1-1,0 0,3-3,3-4,0 0,-1-1,-1 0,0 0,-1-1,0 0,0-1,-2 0,6-13,7-39,-2 1,-4-2,-2 0,1-48,-6 57,11-118,-26 273,-1-10,4 0,5 0,4 28,-2-101,0-1,1 0,0 0,1 0,0 0,1-1,1 1,0-1,1 0,0 0,1-1,0 0,0 0,2 0,-1-1,1 0,1-1,-1 0,2-1,-1 0,1 0,0-1,7 3,-6-4,0-2,0 1,1-1,-1-1,1 0,0-1,-1-1,1 1,0-2,0 0,0-1,0 0,0-1,0 0,1-1,23-10</inkml:trace>
  <inkml:trace contextRef="#ctx0" brushRef="#br0" timeOffset="279.254">1892 318,'-26'-2,"-15"-1,-5 0,2 0,17 2,23 2,30 4,30 3,32 2,26 3,-6-2</inkml:trace>
  <inkml:trace contextRef="#ctx0" brushRef="#br0" timeOffset="1178.032">2410 851,'19'-53,"-2"-1,-2 0,-3-1,-2-1,-3 1,-2-8,-4 67,0-1,0 1,0-1,0 1,0-1,1 0,-1 0,1 1,0-1,0 0,0-1,0 1,0 0,1 0,0-1,-1 0,1 1,0-1,0 0,0 0,0-1,0 1,3 0,84 31,115-9,-203-25,1 1,-1 0,1 0,-1 0,1 0,-1 0,0 1,1-1,-1 1,1-1,-1 1,0 0,0 0,1 0,-1 0,0 1,0-1,0 1,0-1,0 1,-1-1,1 1,0 0,-1 0,1 0,-1 0,0 0,1 0,-1 0,0 1,-1-1,1 0,0 1,-1-1,1 0,-1 1,1 0,-38 139,37-140,0 0,0 1,0-1,0 0,1 0,-1 1,1-1,0 0,-1 0,1 0,0 0,0 0,1 0,-1 0,0 0,1 0,-1 0,1-1,-1 1,1-1,0 1,0-1,0 0,0 1,0-1,0 0,0 0,0 0,0-1,2 1,70 9,-58-10,1 0,-1-1,0-1,0-1,0 0,0-1,-1-1,0 0,1-1,-2-1,1 0,-1-1,11-8,-25 15,0 1,1-1,-1 1,0-1,1 0,-1 1,0-1,1 1,-1-1,1 1,-1-1,1 1,0-1,-1 1,1 0,-1-1,1 1,0 0,-1-1,1 1,0 0,-1 0,1 0,0 0,-1-1,1 1,0 0,-1 0,1 0,0 0,-1 1,1-1,0 0,-1 0,1 0,0 1,-1-1,1 0,0 0,-1 1,1-1,-1 1,1-1,-1 0,1 1,-1-1,1 1,-1-1,1 1,-1 0,1-1,-1 1,0-1,1 1,-1 0,0-1,0 1,0 0,1-1,-1 1,0 0,0-1,0 1,0 0,0 0,0-1,0 1,0 0,-1-1,1 1,2 5,0-1,0 1,0-1,1 0,0 0,0 0,0 0,0 0,1-1,0 1,0-1,0 0,0 0,1-1,0 1,0-1,0 0,0 0,0-1,0 1,1-1,-1 0,1-1,0 1,-1-1,1 0,0-1,0 1,-1-1,1 0,0-1,0 1,0-1,2-1,-4 0,-1-1,1 1,-1-1,1 0,-1 0,0 0,0-1,-1 1,1-1,-1 1,1-1,-1 0,0 0,-1 0,1 0,-1 0,0-1,0 1,0 0,0-1,-1 1,1 0,-1-1,-1 1,1-1,0 1,-1 0,0-1,0 1,0 0,-1 0,1 0,-1 0,0 0,0 0,-3-3,-1-2,-1 1,0 0,0 1,-1-1,0 2,0-1,-1 1,0 0,0 1,0-1,-1 2,1 0,-1 0,0 1,0 0,-1 0,1 1,-1 1,-8-1,-21 6,42 2,5-3,0-1,0 0,1 0,-1-1,0 0,1 0,-1-1,1 0,-1 0,1 0,4-2,-5 1,18 0,-1-2,1 0,-1-2,1-1,-2 0,1-2,-1-1,0-1,-1-1,0 0,0-2,-2-1,0 0,0-2,-1 0,-1-1,-1-1,0 0,-2-2,0 0,-1 0,-1-1,-1-1,-1 0,0-1,5-20,-11 28,-1 0,0-1,-1 1,-1-1,0 0,-1 0,-1 1,0-1,-1 0,-1 0,-1 0,0-1,2 14,0 0,-1 0,1 0,0 0,-1 0,0 0,1 1,-1-1,0 1,-1-1,1 1,0 0,-1-1,1 1,-1 0,0 1,1-1,-1 0,0 1,0 0,0 0,0 0,0 0,-1 0,1 0,0 1,0 0,0-1,-1 1,1 0,0 1,0-1,-1 0,1 1,0 0,0 0,-1 0,-7 3,0 0,0 0,0 1,0 0,1 1,0 0,0 1,1 0,-6 6,4-2,0 0,1 1,0 0,1 1,0 0,1 0,1 1,0 0,1 0,0 1,1 0,1 0,0 0,1 0,1 0,1 1,0-1,0 1,2 0,0-1,1 1,0-1,1 0,1 0,0 0,2 0,-1 0,2-1,0 0,0-1,1 1,1-1,0-1,1 0,1 0,13 9,1-1,1-1,1-1,0-2,1 0,1-2,0-2,1 0,0-2,7 1,85 23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8:25.8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71 195,'-23'337,"6"-194,8-127,0-37,3-29,1 0,3 0,4-32,-2 46,1-20,2 0,2 0,13-53,-17 103,0 0,0 1,0-1,1 0,0 1,0-1,0 1,1-1,-1 1,1 0,1 0,-1 0,1 1,-1-1,1 1,1 0,-1 0,1 0,-1 1,1-1,0 1,0 0,1 1,-1-1,0 1,1 0,0 0,-1 1,1 0,0 0,0 0,0 1,0-1,1 1,10 3,0 0,0 2,0-1,-1 2,1 0,-1 1,-1 1,0 0,0 1,0 1,-1 0,0 1,3 5,-13-13,1 0,-2 1,1-1,0 1,-1 0,1 0,-1 1,-1-1,1 0,0 1,-1 0,0 0,0 0,0 0,-1 0,0 0,0 0,0 0,0 0,-1 1,0-1,0 0,-1 0,1 0,-1 1,-1 3,-7 4,0-1,-1 1,0-2,-1 0,0 0,0-1,-1 0,-1-1,0-1,0 0,-1 0,1-2,-2 1,1-2,-1 0,1-1,-16 3,28-7,1 0,-1 0,1 0,-1 0,1 0,-1 0,1 0,-1 0,1 1,-1-1,1 0,0 1,-1-1,1 1,0 0,-1-1,1 1,0 0,0 0,-1 0,1 0,0 0,0 0,0 0,0 0,0 0,1 1,-1-1,0 0,0 0,1 1,-1-1,1 1,-1-1,1 1,0-1,0 0,-1 1,1-1,0 1,0-1,0 1,0-1,1 1,-1-1,0 1,1-1,-1 1,1 0,10 14,1-1,0 1,1-2,1 0,0 0,1-1,0-1,-13-11,15 14,1-1,0-1,1-1,1 0,0-2,0 0,1-1,9 1,-23-7,0-1,0 0,1-1,-1 1,1-1,0-1,-1 0,1 0,0 0,-1-1,1 0,-1-1,1 1,-1-2,0 1,0-1,0 0,0 0,0-1,-1 0,1 0,-1 0,0-1,0 0,-1 0,2-2,-2-1,1 1,-1-1,-1 0,1 0,-1-1,-1 0,1 1,-2-1,1 0,-1 0,-1-1,1 1,-1 0,-1-1,0 1,0 0,-1-1,0 1,-1 0,0 0,-1-1,3 7,-1 1,0 0,0-1,0 1,0 0,0 0,0 0,-1 0,1 0,-1 0,1 0,-1 0,0 0,0 1,0-1,0 1,0-1,0 1,0 0,0 0,0 0,-1 0,1 0,0 1,-1-1,1 1,-1-1,1 1,-1 0,1 0,0 0,-1 0,0 0,-3 1,0 1,1-1,-1 1,0 0,1 1,0-1,-1 1,1 0,0 0,0 1,1-1,-1 1,-1 2,2-3,0 0,1 0,0 0,-1 1,1-1,0 1,1 0,-1 0,1 0,-1 0,1 0,0 1,1-1,-1 0,1 1,0-1,0 1,0 0,1-1,-1 1,1 0,1 0,-1-1,0 1,1 0,0-1,0 1,1-1,-1 1,1-1,0 0,0 1,0-1,1 0,-1 0,1-1,0 1,0 0,2 1,14 5,0-1,1 0,0-2,0 0,1-1,-1-1,1-1,0-1,1-1,-1 0,0-2,18-2,28 1,1-4,-2-2,15-6,-6-1</inkml:trace>
  <inkml:trace contextRef="#ctx0" brushRef="#br0" timeOffset="449.794">1341 467,'-10'-14,"-61"-75,68 87,0-1,0 1,0-1,0 1,0 0,-1 0,1 1,-1-1,0 1,1-1,-1 1,0 0,0 1,1-1,-1 1,0-1,0 1,0 0,0 1,0-1,0 1,1-1,-1 1,0 0,0 1,1-1,-1 1,-4 2,1 1,0-1,0 2,0-1,1 1,-1 0,1 0,1 1,-1-1,1 1,0 1,1-1,0 1,0-1,1 1,-1 0,2 1,-1-1,1 0,1 1,-1-1,1 1,1 6,0-13,0 0,1 1,-1-1,1 0,-1 0,1 0,0 0,0 0,0 0,0 0,0-1,0 1,1 0,-1-1,1 1,-1 0,1-1,-1 0,1 1,0-1,0 0,0 0,0 0,-1 0,1 0,1-1,-1 1,0 0,0-1,0 0,0 1,0-1,0 0,1 0,-1 0,0 0,0-1,0 1,83-19,41-41,-124 60,0 0,0 0,0 0,0 0,0 0,0 0,0 0,-1 0,1 1,0-1,0 1,0 0,0-1,0 1,0 0,-1 0,1 0,0 0,-1 0,1 1,-1-1,1 1,-1-1,0 0,1 1,-1 0,0-1,0 1,0 0,0 0,-1 0,1-1,0 1,-1 0,1 0,-1 0,0 0,0 0,1 0,-1 0,-1 0,1 0,0 0,0 0,-1 1,11 75,-3 1,-3 0,-5 38,0-77,-1-1,-2 1,-2-1,-1 0,-11 32,-4-25,21-45,0 0,1 0,-1 0,0 0,0 0,1-1,-1 1,0 0,0 0,0-1,0 1,0 0,0-1,0 1,-1-1,1 0,0 1,0-1,0 0,0 0,0 1,-1-1,1 0,0 0,0 0,0-1,-1 1,1 0,0 0,0-1,0 1,0 0,0-1,0 1,0-1,0 0,0 1,-1-2,-5-5,1 0,0 0,0-1,1 0,0 0,1-1,0 1,0-1,0 0,1 0,1 0,-2-8,0 2,-4-8,1 0,1-1,1 1,1-1,1-1,1-18,2 39,1 0,0 0,0-1,0 1,0 0,1 0,-1 0,1 1,0-1,0 0,1 1,-1-1,1 1,0 0,0 0,0 0,0 0,0 0,1 0,-1 1,1 0,-1 0,1 0,3-1,97-26,-50 21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8:32.5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37,'3'-7,"0"-7,0-2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8:31.2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84 42,'-14'0,"-9"0,-1 5,6 3,13 6,17 2,6-2</inkml:trace>
  <inkml:trace contextRef="#ctx0" brushRef="#br0" timeOffset="263.59">125 547,'-3'7,"5"2,1 0</inkml:trace>
  <inkml:trace contextRef="#ctx0" brushRef="#br0" timeOffset="623.165">821 205,'1'-8,"-1"0,0 0,0-1,-1 1,0 0,-1 0,0 0,0 0,0 0,-1 1,0-1,-1 1,0-1,0 1,-1 0,1 1,-1-1,-1 1,1 0,-1 0,0 1,-1 0,1 0,-1 0,0 1,0 0,0 0,-1 1,0-1,1 2,-1-1,-4 0,-6 2,0 0,1 1,-1 1,0 1,0 0,1 2,-1 0,1 0,0 2,0 0,1 1,-1 1,2 0,-1 1,1 1,1 0,-2 2,13-10,0 0,0 0,0 0,1 0,-1 0,0 1,1-1,-1 1,1 0,0 0,0 0,0 0,0 0,1 0,-1 1,1-1,0 0,0 1,0-1,0 1,1-1,-1 1,1 0,0-1,0 1,0-1,1 1,-1-1,1 1,0-1,0 1,0-1,0 1,1-1,-1 0,1 0,0 0,1 2,10 3,0 0,1-1,-1 0,1-1,1-1,-1 0,1-1,0-1,0 0,0-1,0 0,1-1,-1-1,2-1,21 2,1-2,0-2,0-1,-1-2,0-2,15-6,-48 13,-4 0,0 0,0 1,1-1,-1 0,0 1,0-1,0 1,0 0,1-1,-1 1,0 0,0 0,1 0,-1-1,0 1,0 1,1-1,-1 0,0 0,0 0,1 1,-1-1,0 0,0 1,0-1,1 1,-1 0,0-1,0 1,0 0,0 0,0 0,0-1,-1 1,1 0,0 0,0 0,-1 0,1 1,0-1,0 1,-1 116,1-99,-1 0,-1 0,0 0,-2 0,0 0,-1-1,-1 1,-1-1,0 0,-2-1,0 1,-1-1,0-1,-1 0,-1 0,-10 10,13-17,-1-1,0-1,0 1,0-1,-1-1,0 0,0 0,-1-1,0-1,1 1,-2-2,1 1,0-2,-11 2,-2-9,8-6</inkml:trace>
  <inkml:trace contextRef="#ctx0" brushRef="#br0" timeOffset="1101.043">1354 288,'33'-104,"-32"100,-1 0,1 1,-1-1,0 0,-1 0,1 0,-1 1,1-1,-1 0,0 1,-1-1,1 1,0-1,-1 1,0 0,0-1,0 1,0 0,-1 0,1 0,-1 1,1-1,-1 1,0-1,0 1,0 0,-2-1,-3-1,0 1,0 0,0 0,0 0,-1 1,1 0,-1 1,0 0,1 0,-1 1,0 0,1 1,-1 0,0 0,1 1,-1 0,1 0,-1 1,1 0,0 1,0-1,1 2,-1-1,1 1,0 0,0 0,1 1,-1 0,1 0,0 1,1 0,0 0,0 0,-3 6,7-9,-1 0,1-1,1 1,-1 0,0 0,1 0,0 0,0 0,0 0,0 0,1 0,0-1,0 1,0 0,0 0,0 0,1-1,-1 1,1-1,0 1,0-1,0 0,1 0,-1 0,1 0,0 0,0 0,0-1,3 3,4 2,1 0,0-1,0 0,0-1,0 0,1-1,0 0,0 0,0-2,14 3,1-2,-1 0,0-2,1-1,-1-1,1-2,-1 0,0-2,3-1,-28 5,0 1,0 0,1-1,-1 1,0 0,0 0,1 0,-1 0,0 0,0 0,1 0,-1 0,0 0,0 1,0-1,1 1,-1-1,0 0,0 1,0 0,0-1,0 1,0 0,0-1,0 1,0 0,0 0,0 0,-1 0,1 0,0 0,0 0,-1 0,1 0,-1 0,1 1,-1-1,0 0,1 0,-1 0,0 1,0-1,0 0,0 0,0 1,0-1,0 0,0 0,0 0,-1 1,1-1,-1 0,2 13,-1 0,-1 0,0 0,-1 0,-1 0,0 0,-1-1,0 1,-1-1,-1 0,0-1,0 1,-2-1,1-1,-1 1,-1-1,0-1,-1 1,-9 7,-27 1,27-15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8:29.5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70 229,'-15'214,"12"-141,-3 0,-9 43,8-91,7-25,0 0,-1 0,1 0,0 0,-1 0,1 0,0 0,-1 0,1 0,0 0,-1 0,1 0,0 0,-1 0,1 0,0 0,-1 0,1 0,0 0,-1 0,1 0,0 0,0-1,-1 1,1 0,0 0,0 0,-1-1,1 1,0 0,0 0,-1-1,1 1,0 0,0 0,0-1,0 1,-1 0,1-1,0 1,0 0,0-1,0 1,0 0,0-1,0 1,0 0,0-1,0 1,0 0,0-1,0 1,0 0,0-1,0 1,1 0,-1-1,0 1,0 0,0 0,0-1,1 1,-1 0,0 0,0-1,1 1,-1 0,0 0,0-1,1 1,-6-301,-3 10,8 286,-1 1,0 0,0 0,1 0,-1 0,1 0,0 0,0 0,1 0,-1 0,1-1,0 1,0 0,0 0,0 1,1-1,0 0,0 0,0 1,0-1,0 1,1 0,-1-1,1 1,0 0,0 1,0-1,0 0,1 1,-1 0,1 0,0 0,0 0,11 2,1 0,0 2,-1 0,1 0,-1 2,0 0,0 0,0 2,-1 0,0 0,0 1,9 7,-8-6,0 1,0 0,-1 1,-1 1,1 0,2 5,-13-13,0 0,0 0,0 0,0 0,-1 1,1-1,-1 1,0 0,0 0,0 0,-1 0,0 0,1 0,-1 0,-1 0,1 1,-1-1,1 0,-1 1,0-1,-1 0,1 0,-1 1,0-1,0 0,0 0,-2 3,-6 6,-1 0,0-1,-1-1,-1 1,1-2,-2 0,0 0,0-1,0-1,-1 0,-1 0,1-2,-15 5,-120 51,148-62,-1 1,0-1,0 1,0-1,0 1,0 0,0-1,0 1,0 0,0 1,1-1,-1 0,0 0,1 1,-1-1,1 1,-1-1,1 1,0 0,0-1,0 1,0 0,0 0,0 0,0 0,0 0,1 0,-1 0,1 0,0 0,-1 0,1 0,0 0,0 1,3 1,0-1,1 0,-1 1,0-1,1-1,0 1,-1 0,1-1,0 0,1 0,-1 0,0-1,0 1,3 0,49 13,0-2,1-3,0-2,0-2,32-3,-22 1,26 2</inkml:trace>
  <inkml:trace contextRef="#ctx0" brushRef="#br0" timeOffset="1388.867">1204 11,'-163'-11,"155"12,-1 0,1 0,0 0,0 1,0 1,0-1,0 1,0 0,1 1,-1 0,1 0,0 1,0 0,1 0,0 0,0 1,0 0,-2 2,-1 9,-1 1,2-1,0 1,1 1,1 0,1 0,1 0,0 0,2 1,0-1,1 1,1-1,0 1,2 0,3 16,-2-19,1 0,0 0,1-1,1 1,0-1,1-1,1 1,1-1,8 12,-12-19,1 0,1-1,-1 0,1 0,1 0,-1-1,1 0,0 0,0 0,1-2,0 1,0-1,0 0,0-1,1 0,-1 0,9 1,-14-4,0 0,1 0,-1 0,1 0,-1-1,0 1,1-1,-1 0,0-1,0 1,0-1,0 0,0 0,0 0,0 0,0-1,-1 1,1-1,-1 0,0 0,0 0,0-1,0 1,-1-1,1 1,-1-1,0 0,0 0,0 0,-1 0,1-3,3-6,-1-1,0 0,-1 0,-1 0,0 0,-1 0,0-1,-2 1,0-5,1 12,-2-1,1 1,-1 0,0-1,0 1,-1 0,0 0,0 0,-1 1,0-1,-3-3,6 8,-1 0,1 0,-1 0,0 1,0-1,0 1,0-1,0 1,0 0,0 0,0 0,0 0,0 0,-1 0,1 0,0 1,-1-1,1 1,-1 0,1 0,0 0,-1 0,1 0,-1 0,1 1,0-1,-1 1,1-1,0 1,0 0,-1 0,1 0,0 0,0 1,0-1,0 0,-1 2,-3 1,0 1,1 0,0 0,0 0,0 1,0-1,1 1,0 0,0 1,0-1,1 1,0-1,1 1,-1 0,1 0,0 0,1 0,0 1,0-1,1 0,-1 1,2-1,-1 0,1 1,0-1,0 0,1 0,2 4,22 25,7-7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8:41.25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165 288,'-2'-1,"0"0,-1 0,1 1,0-1,0 1,-1-1,1 1,0 0,-1 0,1 0,0 0,0 0,-1 1,1-1,0 0,0 1,-1 0,1 0,0 0,0 0,0 0,0 0,0 0,0 0,0 1,1-1,-1 1,0 0,1-1,-1 1,1 0,0 0,0 0,-1 0,1 0,0 1,-8 17,0 1,2 0,0 1,1 0,1 0,1 1,2-1,0 1,1 15,-1-32,1 1,1-1,-1 1,1 0,0-1,1 1,-1-1,1 1,1 0,-1-1,1 0,0 1,0-1,1 0,0 0,0 0,1-1,-1 1,1-1,0 1,1-1,-1-1,2 2,10 1,0 0,1-1,0-1,-1 0,2-1,-1-1,0-1,1 0,9-2,16 4,293 22,-233-18,-2 5,15 7,-92-16,36 3,0-3,1-2,28-5,4 2,490-28,24 29,-116-27,0-16,-372 29,105 3,8 4,124 0,-218 8,26 4,-1 7,126 26,62-3,-24-21,-59-9,-260-6,0 1,-1-1,1 0,0 0,-1-1,1 0,-1-1,1 0,-1 0,0 0,0-1,0 0,-1 0,1-1,-1 0,0 0,-1 0,1-1,-1 0,0 0,0 0,-1 0,0-1,0 0,0 0,-1-1,24-56,-2-2,-4 0,10-57,-29 115,0 3,0 1,-1-1,1 0,-1 1,0-1,-1 0,1 0,-1 1,0-1,0 0,0 0,-1 0,1 1,-1-1,0 0,-1 0,1 1,-1-1,0 1,0 0,0-1,-1 1,0 0,1 0,-2 1,1-1,-2-2,-134-57,99 46,-2 1,0 1,-1 3,0 2,-1 1,-38-2,22 2,-251-32,231 30,-1 3,-51 3,-281 21,-126 34,-292 33,722-71,-132 14,-125-6,-199 7,-60 1,620-28,-106 0,0-4,-36-10,50-2,1-4,-14-9,51 13,0 3,-1 2,-1 3,1 3,-36 2,61 2,1 2,-1 2,1 1,0 2,0 1,0 1,1 2,1 2,-24 11,47-20,-1 1,1 0,1 1,-1 0,1 0,-1 1,1 0,1 0,-1 1,1 0,1 0,-1 1,1 0,0 0,1 0,0 1,-3 7,1 9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8:47.3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1034,'70'-252,"-47"109,-22 138,-1 4,-1 0,1 0,0-1,0 1,-1 0,1 0,0 0,0 0,0-1,1 1,-1 0,0 0,0 0,1 0,-1 0,0 0,1-1,-1 1,1 0,0 0,-1 0,1 0,0 1,-1-1,1 0,0 0,0 0,0 0,0 1,0-1,0 1,0-1,0 0,0 1,0 0,0-1,0 1,0 0,1-1,-1 1,0 0,0 0,0 0,0 0,1 0,-1 0,12 9,-1-1,-1 2,0-1,0 2,-1 0,9 11,9 9,-8-10,66 84,-85-104,0 1,0-1,-1 1,1-1,0 1,-1-1,0 1,1 0,-1-1,0 1,1-1,-1 1,0 0,0-1,0 1,-1 0,1-1,0 1,-1 0,1-1,-1 1,1-1,-1 1,0-1,0 1,1-1,-1 0,0 1,0-1,0 0,-1 0,1 1,0-1,0 0,-1 0,1 0,-1-1,1 1,0 0,-1 0,0-1,1 1,-1-1,1 1,-1-1,0 0,1 0,-2 0,-2 1,-1 0,1 0,-1-1,1 0,-1 0,1-1,0 1,-1-1,1 0,0-1,-1 1,1-1,0 0,0 0,-3-2,7 3,-1 0,0 0,0-1,1 1,-1 0,1-1,-1 1,1-1,0 1,-1-1,1 1,0-1,0 0,0 0,0 0,0 0,1 0,-1 1,1-1,-1 0,1 0,0-1,-1 1,1 0,0 0,0 0,1 0,-1 0,0 0,1 0,-1 0,1 0,0 0,-1 0,1 1,0-1,0 0,0 0,0 1,1-1,-1 0,1 0,9-8,0-1,0 2,1-1,0 2,1-1,0 2,0 0,1 0,-1 2,1-1,1 2,-1 0,1 0,12 0,65-4,-89 8,1 0,-1 1,1-1,-1 1,0 0,0 0,1 0,-1 0,0 1,0-1,0 1,0 0,-1-1,1 2,0-1,-1 0,1 0,-1 1,0-1,0 1,0 0,0 0,0 0,-1 0,2 3,5 43,-9-45,1-1,-1 0,1 0,0 1,0-1,0 0,0 1,1-1,-1 0,1 1,0-1,0 0,0 0,0 0,1 0,-1 0,1 0,-1 0,1-1,0 1,1 0,-1-1,0 0,1 1,-1-1,1 0,-1 0,1 0,0-1,0 1,0-1,0 0,0 1,0-1,2 0,0-1,0 0,0-1,0 0,0 1,0-1,-1-1,1 1,0-1,-1 0,1 0,-1 0,1-1,-1 1,0-1,0 0,0-1,-1 1,1 0,-1-1,0 0,0 0,2-2,3-6,-1 0,0 0,-1 0,0-1,-1 0,-1 0,3-8,2-26,-3 147,-6-94,0 0,0-1,0 1,1 0,0 0,0-1,0 1,1 0,-1-1,1 1,1-1,-1 0,1 0,0 0,0 0,0 0,1 0,0-1,0 0,0 0,0 0,1 0,-1-1,1 1,0-1,0 0,6 2,17 1</inkml:trace>
  <inkml:trace contextRef="#ctx0" brushRef="#br0" timeOffset="636.978">1148 624,'-3'6,"0"0,1 1,0-1,0 1,0 0,1-1,0 1,0 0,1 0,0-1,0 1,0 0,1 0,0 0,0-1,1 1,0-1,0 1,1-1,0 0,0 1,0-2,0 1,1 0,0-1,1 1,-1-1,3 2,-2-3,0 0,-1 0,1-1,1 0,-1 0,0 0,1-1,-1 0,1 0,0 0,0-1,0 1,0-1,0-1,0 1,0-1,0 0,0-1,0 1,0-1,0 0,0-1,0 0,-1 1,1-2,-1 1,1-1,-1 0,0 0,0 0,0-1,0 1,0-1,-1-1,2-1,57-115,-63 121,0-1,1 0,-1 1,0-1,1 1,-1-1,1 1,-1-1,0 1,1-1,0 1,-1-1,1 1,-1 0,1-1,-1 1,1 0,0-1,-1 1,1 0,0 0,-1 0,1-1,0 1,-1 0,1 0,0 0,-1 0,1 0,0 0,-1 0,1 1,0-1,-1 0,1 0,0 0,-1 1,1-1,-1 0,1 1,-1-1,1 1,0-1,-1 0,1 1,-1-1,0 1,1-1,-1 1,1 0,-1-1,0 1,1-1,-1 1,0 0,0-1,1 1,-1 0,0-1,15 47,-13-42,2 13,39 102,-41-116,1 1,0-1,0 1,0-1,0 0,1-1,-1 1,1 0,0-1,0 0,0 0,1 0,-1-1,1 1,-1-1,1 0,0 0,0-1,0 1,0-1,0 0,0-1,1 1,4-1,0-1,0 0,0 0,0-1,-1 0,1-1,0 0,-1-1,0 0,0 0,0-1,0 0,-1 0,1-1,-1 0,6-7,-1 1,-1-1,0 0,0-1,-1-1,-1 0,0 0,-2-1,1 0,-2-2,9-32,-2-2,-3 0,-2 0,-3-1,-2 0,-2 0,-2 0,-3-2,3 26,-4-164,1 166,-4 25,-17 68,9-6,4 2,2 0,3 0,2 0,5 56,1-92,0 1,2-1,1 0,1 0,1 0,2-1,9 20,-13-33,1-1,0 0,1-1,0 1,0-1,1 0,1-1,0 0,0-1,0 0,1 0,1-1,-1 0,1 0,0-2,0 1,6 1,22 2,-7-6</inkml:trace>
  <inkml:trace contextRef="#ctx0" brushRef="#br0" timeOffset="888.305">1708 406,'25'5,"34"3,40 1,40-1,31-3,-13-1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8:44.3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291 222,'-2'11,"-2"16,1 17,-2 15,-2 12,-2 4,-5 0,-1-4,1-9,3-16</inkml:trace>
  <inkml:trace contextRef="#ctx0" brushRef="#br0" timeOffset="1148.976">4 112,'0'0,"-1"-1,1 1,-1-1,1 1,0-1,0 1,-1-1,1 0,0 1,0-1,0 1,-1-1,1 0,0 1,0-1,0 0,0 1,0-1,0 0,1 1,-1-1,0 0,0 1,0-1,1 1,-1-1,0 0,0 1,1-1,-1 1,1-1,-1 1,0-1,1 1,-1-1,1 1,-1 0,1-1,-1 1,1 0,0-1,-1 1,1 0,-1 0,1-1,0 1,-1 0,1 0,-1 0,1 0,0 0,-1 0,1 0,0 0,-1 0,1 0,0 0,-1 0,1 0,0 1,-1-1,1 0,-1 1,1-1,0 0,24 8,0 0,0 1,0 2,-2 1,1 0,-1 2,-1 0,-1 2,5 5,6 2,-1 2,-2 1,0 2,-2 0,-1 2,-1 1,-2 1,-1 1,-2 1,-1 1,0 5,-14-32,-1 1,0-1,-1 1,0-1,0 1,-1 0,0 1,-1-1,0 0,0 0,-1 0,0 1,-1-1,0 0,0 0,-1 1,0-1,-1-1,0 1,0 0,-1-1,0 1,0-1,-1 0,0 0,-1-1,1 0,-1 0,-1 0,-3 2,-7 0,-1-1,0-1,-1 0,0-2,0 0,0-1,0-1,-1-1,0 0,1-2,-1 0,1-1,-1-1,1-1,-1-1,1 0,-14-7,-88-27,122 38,-1 0,0 0,1 0,-1 0,1 1,-1-1,0 0,1 0,-1 0,0 0,1 0,-1 0,0 0,1 0,-1 0,1-1,-1 1,0 0,1 0,-1 0,0 0,1 0,-1-1,0 1,0 0,1 0,-1-1,0 1,1 0,-1 0,0-1,0 1,0 0,1-1,-1 1,0 0,0-1,0 1,0 0,0-1,0 1,1 0,-1-1,0 1,0 0,0-1,0 1,0-1,0 1,-1 0,1-1,0 1,0 0,0-1,0 1,0 0,0-1,-1 1,2 0,270-22,-131 10,0-7,-2-6,30-13,-82 6,-86 32,-1 0,1 0,-1 0,1 0,-1 0,1 0,-1 0,1 0,-1 0,1 0,-1 0,1 0,0-1,-1 1,1 0,-1 0,1-1,0 1,-1 0,1-1,0 1,-1 0,1-1,0 1,-1 0,1-1,0 1,0-1,0 1,-1 0,1-1,0 1,0-1,0 1,0-1,0 1,0-1,0 1,0 0,0-1,0 1,0-1,0 1,0-1,0 1,0-1,0 1,1-1,-1 1,0 0,0-1,1 1,-1-1,0 1,0 0,1-1,-1 1,0 0,1-1,-1 1,0 0,1 0,-1-1,1 1,-1 0,1 0,-1 0,1-1,-21-2,1 0,-1 1,0 1,0 0,0 2,0 0,1 2,-1 0,0 1,1 1,-11 4,-53 29,79-36,1 0,-1 0,1 0,0 1,0 0,0-1,0 1,0 0,1 1,0-1,-1 0,1 1,0-1,1 1,-1 0,0-1,1 1,0 0,0 0,0 0,1 1,1-2,0 0,0 0,1 0,-1 0,1 0,0 0,0-1,0 1,0-1,0 1,0-1,1 0,-1 1,1-1,0-1,0 1,0 0,0-1,0 1,0-1,0 0,0 0,0 0,0 0,1-1,-1 0,0 1,1-1,-1 0,0 0,1-1,13 2,0-2,0 0,0-1,0-1,0 0,0-1,0-1,-1-1,0 0,-1-1,1-1,1-1,-17 8,1 0,-1 1,0-1,1 1,-1-1,1 1,-1-1,1 1,-1 0,1-1,-1 1,1-1,0 1,-1 0,1-1,0 1,-1 0,1 0,-1 0,1 0,0-1,-1 1,1 0,0 0,0 0,-1 0,1 0,0 1,-1-1,1 0,0 0,-1 0,1 1,-1-1,1 0,0 0,-1 1,1-1,-1 1,1-1,-1 1,1-1,-1 0,1 1,-1 0,1-1,-1 1,0-1,1 1,-1-1,0 1,0 0,1-1,-1 1,0 0,0-1,0 1,0 0,0-1,0 1,0 0,0-1,0 1,0 0,0-1,0 1,0 0,-1 0,2 5,-1 0,1 1,0-1,0 0,1 0,0 0,0 0,1 0,-1 0,1 0,1-1,-1 1,1-1,0 0,0 0,0-1,1 1,-1-1,1 0,0 0,0 0,1-1,-1 0,1 0,0 0,0-1,0 1,0-2,2 1,3-2,1-1,-1 0,1-1,-1-1,0 0,0 0,0-1,0 0,-1-1,1 0,-1-1,-1 0,1-1,-1 0,0 0,0-1,-1 0,4-5,6-7,-2-1,1-1,-2 0,-1-1,-1 0,-1-1,-1-1,-1 0,-2 0,0-1,4-25,1-27,-3 0,-3 0,-4-35,-2 89,0 3,-1 0,0 1,-2-1,0 0,-4-14,6 34,0 1,0-1,0 0,0 1,0-1,0 0,0 1,0-1,-1 0,1 1,0-1,0 1,0-1,-1 0,1 1,0-1,-1 1,1-1,-1 1,1-1,0 1,-1-1,1 1,-1-1,1 1,-1-1,1 1,-1 0,0-1,1 1,-1 0,0 0,1 0,-1-1,1 1,-1 0,0 0,1 0,-1 0,0 0,1 0,-1 0,0 0,1 0,-1 0,0 1,-21 26,9 7,0 0,3 2,1-1,1 1,3 0,0 1,2 16,-5 18,3 1,4 0,2 0,4 0,3-1,4 5,-9-61,1 0,1-1,0 1,2-1,-1 0,1-1,1 1,1-2,4 7,-9-15,0 1,0 0,1-1,-1 0,1 0,0 0,1-1,-1 1,0-1,1 0,0-1,0 0,-1 1,1-2,1 1,-1-1,0 0,0 0,0-1,1 0,-1 0,0 0,0-1,1 0,0 0,0-1,-1 0,1-1,-1 1,0-1,1 0,-1-1,-1 0,1 0,-1 0,1 0,-1-1,0 0,-1 0,1 0,-1-1,0 0,0 1,-1-1,0-1,1-2,2-4,-1-1,-1 1,0-1,0 0,-2 0,0 0,0 0,-2 0,1 0,-2-1,1 10,0 1,0 0,0 0,0-1,-1 1,0 0,0 0,0 0,0 0,-1 0,0 0,0 0,0 0,0 0,0 1,-1-1,1 1,-2-1,3 4,0-1,0 1,0 0,0 0,0 0,0 0,1 0,-1 1,0-1,0 0,0 0,0 1,0-1,0 0,1 1,-1-1,0 1,0-1,1 1,-1-1,0 1,0-1,1 1,-1 0,1 0,-1-1,1 1,-1 0,1 0,-1-1,1 1,0 0,-1 0,1 0,0 0,0 0,-1 0,1 0,0 0,-4 12,0 1,1 1,0-1,1 0,1 1,0-1,1 1,0-1,1 1,1-1,0 0,1 0,1 1,0-2,1 1,3 5,-4-11,1-1,-1 1,1-1,1-1,0 1,-1-1,2 1,-1-2,1 1,5 3,27 13</inkml:trace>
  <inkml:trace contextRef="#ctx0" brushRef="#br0" timeOffset="1413.27">960 385,'18'9,"23"6,23 2,26-1,23-4,16-8,9-10,-19-4</inkml:trace>
  <inkml:trace contextRef="#ctx0" brushRef="#br0" timeOffset="2130.868">2025 931,'47'-43,"-2"-2,-1-1,-3-3,-3-1,-1-2,-2-2,-3-1,-3-1,-2-2,10-34,-18-22,-19 110,0 0,0 0,-1 0,1 0,-1 0,1 0,-1 0,0 0,-1 0,1 1,-1-1,0 0,1 1,-2 0,1-1,0 1,-1 0,1 0,-1 0,0 0,0 1,0-1,0 1,-1-1,1 1,-3-1,-1 2,0 0,0 0,1 1,-1 0,0 0,0 0,1 1,-1 0,0 0,1 1,-1 0,1 0,-1 1,1-1,0 1,0 1,0-1,1 1,-1 0,1 0,0 1,0-1,-3 6,-10 8,2 0,0 2,2 0,0 0,1 2,1-1,1 2,0 0,2 0,1 0,1 1,1 0,1 1,1 0,2-1,0 1,1 0,2 0,0 0,2 0,1-1,1 1,3 9,-3-19,0 1,1-1,1 0,0-1,1 0,1 0,0 0,0-1,2-1,0 1,0-2,1 0,0 0,1-1,0 0,1-1,0-1,0 0,1-1,-1-1,2 0,-1-1,1 0,0-2,-9-2,-1 0,1-1,0-1,-1 1,1-1,0 0,-1 0,1-1,0 0,-1 0,0 0,0-1,0 0,0 0,0-1,0 0,-1 0,0 0,0 0,0-1,0 0,-1 0,1 0,-1-1,-1 1,4-7,0-1,0-1,-1 1,-1-1,0-1,-1 1,0-1,-1 1,-1-1,0 0,-1 0,-1-11,-1 27,1 0,0 0,-1-1,1 1,-1 0,0 0,1-1,-1 1,0 0,1-1,-1 1,0-1,0 1,1-1,-1 1,0-1,0 1,0-1,0 0,0 1,0-1,1 0,-1 0,0 0,0 0,0 0,0 0,0 0,0 0,0 0,0 0,0 0,0-1,0 1,0 0,1-1,-1 1,0-1,0 1,0-1,1 1,-1-1,0 1,1-1,-1 0,0 0,1 1,-1-1,1 0,-1 0,1 1,-1-1,1 0,0 0,-1 0,1 0,0 0,0 0,-1 0,1 0,0 0,0 1,0-1,0 0,0 0,1 0,-8 9,0 1,1 1,0 0,1-1,0 2,1-1,0 0,0 1,1 0,1 0,0 0,0 0,1 0,0 0,1 1,1-1,1 9,-1-15,2-1,-1 1,0-1,1 0,0 1,0-1,0-1,0 1,1 0,-1-1,1 0,0 1,0-2,0 1,1 0,-1-1,1 0,-1 0,1 0,0 0,0-1,3 1,113 14,-115-16,78 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8:54.8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69 155,'-7'5,"-3"2</inkml:trace>
  <inkml:trace contextRef="#ctx0" brushRef="#br0" timeOffset="1963.201">0 101,'5'7,"3"-2,1-5,-1-6,0-8,-1-3,-2-3,-1-1,-5 3,-3 5,-2 9,-2 8,0 7,2 7,7 3,9-3,4-4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8:54.7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66 26,'-14'0,"-7"0,1 2,9 6,13 4,5-1</inkml:trace>
  <inkml:trace contextRef="#ctx0" brushRef="#br0" timeOffset="1861.185">80 13,'-5'0,"-1"2,2 1,5 0,4-3,1-4,3-1,-2-2,-3 3,-5 3,-4 10,-2 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8:55.4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548 256,'-3'-8,"-1"0,0 0,0 1,-1 0,0 0,0 0,0 1,-1 0,0 0,-1 0,1 1,-1-1,0 2,0-1,-1 1,1 0,-1 0,0 1,-6-1,-13-5,-2 1,1 2,-1 1,0 1,-2 2,26 1,-12-2,1 2,0-1,0 2,0 0,0 1,-1 1,1 0,0 1,1 1,-1 0,-6 4,19-7,0 1,0-1,0 1,1 0,-1 0,1 0,-1 0,1 0,0 1,0-1,0 1,0-1,0 1,1 0,-1 0,1 0,0 0,0 0,0 0,0 0,0 0,1 0,-1 0,1 0,0 1,0-1,0 0,0 0,1 0,-1 1,1-1,1 2,0 3,2 0,-1 0,1 0,0-1,1 0,0 1,0-2,0 1,1 0,0-1,5 4,6 1,0 0,0-2,1 0,0-1,1 0,0-2,0 0,0-1,1-1,-1-1,1-1,0-1,0 0,0-1,0-2,0 0,-1-1,1-1,-1 0,4-3,3 0,-18 4,1 0,0 0,0 1,0 0,1 0,-1 1,0 1,1 0,-1 0,0 0,1 1,-1 1,3 0,-6 3,0 0,-1 1,0-1,0 1,-1 0,1 0,-1 1,-1-1,1 1,-1 0,0 0,-1 0,0 0,0 0,0 1,-1-1,0 1,-1-1,1 1,-1-1,-1 1,0-1,0 1,0 1,-2 1,0 0,-1 0,0 0,0 0,-1-1,0 1,-1-1,0-1,0 1,-1-1,0 0,-1-1,0 1,0-1,0-1,-1 0,0 0,0-1,0 0,-1 0,0-1,0 0,0-1,0 0,0-1,-1 0,1 0,-1-1,0-1,-8 0,14 0,0 0,0 0,1 0,-1 0,0-1,1 0,-1 0,0 0,1-1,-1 1,1-1,0 0,0-1,0 1,0-1,0 1,-3-4,-5-8</inkml:trace>
  <inkml:trace contextRef="#ctx0" brushRef="#br0" timeOffset="465.176">1217 229,'1'-10,"0"1,0 0,-2-1,1 1,-1 0,0 0,-1 0,0-1,0 1,-1 1,-1-1,1 0,-1 1,0 0,-1 0,0 0,-1 0,1 1,-1 0,-5-5,2 6,0 1,0 0,-1 0,0 1,0 0,0 0,0 1,0 1,0 0,-1 0,1 1,-1 0,1 1,-1 0,0 1,1 0,-1 1,1 0,0 0,0 1,0 1,0-1,0 2,1-1,-1 1,1 1,-4 3,9-6,1 0,-1 0,1 0,0 0,0 0,0 1,1 0,-1 0,1-1,0 1,0 1,0-1,0 0,1 0,0 1,-1-1,2 1,-1-1,1 1,-1-1,1 1,0-1,1 1,-1-1,1 1,0-1,0 1,0-1,1 0,-1 1,1-1,0 0,1 0,-1 0,1-1,-1 1,1 0,0-1,0 0,1 0,0 1,14 8,0-1,1 0,1-2,-1 0,1-1,1-1,0-1,0-1,0-1,0-1,1 0,-1-2,1 0,8-2,12 0,54 8,-91-4,1 1,-1-1,0 1,0 0,0 1,0-1,-1 1,0 0,0 0,0 1,-1-1,1 1,-1-1,-1 1,1 0,-1 0,0 1,0-1,0 5,3 3,0-1,20 84,-24-94,-1 0,0 1,0-1,0 0,-1 0,1 0,-1 1,1-1,-1 0,0 0,-1 0,1 0,0 0,-1 0,1 0,-1-1,0 1,0 0,0-1,-1 0,1 1,0-1,-1 0,1 0,-1 0,0-1,0 1,-2 0,-110 21,45-18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8:53.5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205 86,'-2'18,"-3"18,-1 15,-2 12,1 5,1 1,3-3,-2-6,-2-8,-2-10,1-13</inkml:trace>
  <inkml:trace contextRef="#ctx0" brushRef="#br0" timeOffset="439.955">1 17,'11'-4,"0"1,1 0,0 1,0 0,-1 0,1 1,0 1,0 0,0 1,0 0,0 1,0 0,-1 1,1 0,-1 1,0 0,1 1,4-1,-1 1,0 1,0 0,-1 1,1 0,-1 1,-1 1,0 0,0 1,-1 0,0 1,0 0,1 4,-11-12,-1-1,1 0,-1 0,0 1,1-1,-1 0,0 1,-1 0,1-1,0 1,-1-1,1 1,-1 0,0-1,0 1,0 0,0-1,-1 1,1 0,-1-1,1 1,-1-1,0 1,0-1,0 1,0-1,-1 0,1 1,-1-1,1 0,-1 0,0 0,0 0,0 0,-80 47,-41-9,103-32,20-8,-1 0,1 1,0-1,-1 0,1 1,0-1,0 1,0-1,-1 0,1 1,0-1,0 1,0-1,0 1,0-1,0 0,0 1,0-1,0 1,0-1,0 1,0-1,0 0,0 1,0-1,0 1,1-1,-1 0,0 1,0-1,0 1,1-1,-1 0,0 1,1-1,-1 0,0 1,0-1,1 0,-1 0,1 1,-1-1,0 0,1 0,-1 0,0 0,1 1,-1-1,1 0,-1 0,1 0,-1 0,0 0,1 0,-1 0,1 0,-1 0,1 0,-1 0,0 0,1-1,-1 1,290 107,-268-98,-2 2,1 1,-2 0,0 1,0 1,-1 1,-1 1,0 0,-2 1,8 11,-21-26,0 1,0-1,0 1,0 0,-1-1,0 1,1 0,-1 0,0 0,0 0,-1 0,1 0,-1 0,1 0,-1 0,0 1,0-1,-1 0,1 0,0 0,-1 0,0 0,0 0,0 0,0 0,0 0,-1 0,1-1,-1 1,0 0,1-1,-1 1,0-1,-1 0,0 1,-13 7,-1-1,0-1,-1 0,0-2,0 0,0 0,-1-2,0 0,0-2,0 0,-18 0,35-2,-18 2,1 0,0-1,0 0,-1-2,1 0,0-2,0 0,-16-5,4-10,14-3</inkml:trace>
  <inkml:trace contextRef="#ctx0" brushRef="#br0" timeOffset="912.782">888 250,'26'-7,"-1"2,1 1,0 1,0 2,0 0,0 2,0 0,0 2,23 6,-37-8,0 1,0 1,0 0,0 1,-1 0,1 1,-1 1,0-1,-1 1,1 1,3 3,-12-8,-1-1,1 1,0 0,-1 0,1-1,-1 1,0 0,0 0,0 0,0 0,0 1,0-1,0 0,-1 0,1 1,-1-1,1 0,-1 0,0 1,0-1,0 0,0 1,-1-1,1 0,-1 1,1-1,-1 0,0 0,0 0,0 0,0 1,0-1,0 0,0-1,-1 1,0 0,-63 56,-49 9,114-66,1-1,-1 1,0 0,0 0,1-1,-1 1,0 0,1 0,-1-1,1 1,-1 0,1-1,-1 1,1-1,0 1,-1-1,1 1,0-1,-1 1,1-1,0 1,0-1,-1 0,1 0,0 1,0-1,-1 0,1 0,0 0,0 0,0 0,0 0,-1 0,1 0,0 0,0 0,0 0,-1-1,1 1,0 0,0 0,-1-1,1 1,0-1,1 1,21-2,0 2,0 0,0 2,-1 0,1 2,-1 0,1 1,-1 2,-1 0,1 1,-1 1,-1 1,0 1,17 12,-33-20,-1 0,1 0,-1 0,0 1,0-1,0 1,0 0,0-1,-1 1,0 1,0-1,0 0,0 0,-1 1,1-1,-1 1,0-1,-1 1,1 0,-1-1,0 1,0 0,0-1,-1 1,1 0,-1-1,0 1,-1-1,1 1,-1-1,0 0,0 1,-7 4,-1 0,0-1,0-1,0 1,-1-2,0 0,-1 0,1-1,-1 0,0-1,0 0,0-1,-7 1,2 1,-1 0,1-1,-1-1,1-1,-1-1,-12 0,5-4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8:52.5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110 260,'0'16,"0"13,0 5,0 3,0-2,2-3,4-6,2-6,1-8</inkml:trace>
  <inkml:trace contextRef="#ctx0" brushRef="#br0" timeOffset="449.148">1 1,'31'7,"0"1,0 2,-1 1,0 2,-1 1,0 1,-2 1,10 8,-23-14,-1 0,1 1,-2 1,0 0,0 1,-1 0,-1 1,0 0,-1 1,-1 0,0 0,-1 1,0-1,-2 2,0-1,1 6,2 98,-7-119,-1 0,0-1,0 1,1 0,-1 0,0 0,1 0,-1 0,1 0,-1 0,1 0,0-1,-1 1,1 0,0-1,-1 1,1 0,0-1,0 1,0-1,0 1,-1-1,1 1,0-1,0 0,0 1,0-1,0 0,0 0,0 0,0 1,0-1,0 0,0-1,0 1,0 0,0 0,0 0,0-1,0 1,0 0,0-1,1 0,42-18,-28 11,-1 0,0-2,-1 0,0 0,-1-1,0-1,0 0,-1-1,-1 0,0-1,-1 0,-1-1,0 0,1-22,-10 37,0-1,0 1,0-1,0 1,0-1,1 1,-1-1,0 0,-1 1,1-1,0 1,0-1,0 1,0-1,0 1,0-1,-1 1,1-1,0 1,0-1,-1 1,1-1,0 1,-1 0,1-1,-1 1,1 0,0-1,-1 1,1 0,-1-1,1 1,-1 0,1 0,-1-1,1 1,-1 0,1 0,-1 0,1 0,-1 0,1 0,-1 0,1 0,-1 0,0 0,1 0,-1 0,1 0,-1 0,1 0,-1 1,1-1,-1 0,1 0,-1 1,1-1,0 0,-1 1,1-1,-1 0,1 1,-5 2,0 0,1 0,-1 1,1 0,0 0,0 0,1 0,-1 1,1-1,0 1,0 0,1 0,-1 0,1 0,0 0,0 1,1-1,0 0,-1 1,2 0,-1-1,1 1,0-1,0 1,0 0,1-1,0 1,0-1,1 1,-1-1,1 0,0 1,3 3,4-1,1 1,0-1,1-1,0 1,0-2,1 0,0 0,0-1,0-1,0 0,1 0,0-1,0-1,0 0,0-1,0 0,7-1,55 1,-8-4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7:29.77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1144 561,'0'0</inkml:trace>
  <inkml:trace contextRef="#ctx0" brushRef="#br0" timeOffset="80959.037">352 588,'-21'-3,"-134"-15,146 18,0 0,-1 1,1 0,0 1,0 0,0 0,0 1,0 0,0 1,1 0,-1 0,1 1,0 0,1 0,-3 2,8-5,-1 0,0 1,1-1,-1 0,1 1,0-1,-1 1,2 0,-1 0,0 0,0 0,1 0,0 0,-1 0,1 1,0-1,1 0,-1 1,1-1,-1 1,1-1,0 1,0-1,0 0,1 1,-1-1,1 1,0-1,0 0,0 0,1 1,-1-1,1 0,-1 0,1 0,0 0,0-1,0 1,1-1,-1 1,1-1,-1 0,1 1,2 0,16 8,1-1,0-1,1-1,0-1,0-1,0 0,1-2,0-1,0-1,3-1,56 5,-8-3</inkml:trace>
  <inkml:trace contextRef="#ctx0" brushRef="#br0" timeOffset="81593.289">858 779,'11'-5,"-1"0,0-2,0 1,0-1,-1-1,1 1,-2-2,1 1,-1-1,-1 0,0-1,0 0,3-5,-11 13,1 0,0 0,0 0,-1 1,1-1,0 0,-1 1,0-1,1 0,-1 1,0-1,0 1,0-1,0 1,0-1,0 1,-1 0,1 0,0-1,-1 1,1 0,-1 0,1 0,-1 1,1-1,-1 0,0 0,1 1,-1-1,0 1,0 0,1-1,-1 1,0 0,0 0,1 0,-1 0,0 1,0-1,0 0,1 1,-1-1,0 1,1-1,-9-2,0 1,0 1,0 0,0 0,0 1,1 0,-1 1,0 0,1 0,-1 1,1 1,0-1,0 1,0 1,0 0,1 0,0 1,0-1,0 2,1-1,0 1,0 1,-1 1,7-7,0-1,1 1,-1-1,0 1,1-1,-1 1,1-1,0 1,0-1,-1 1,1 0,0-1,0 1,0-1,1 1,-1 0,0-1,1 1,-1-1,1 1,-1-1,1 1,0-1,-1 0,1 1,0-1,0 0,0 1,0-1,0 0,0 0,1 0,-1 0,0 0,1 0,-1 0,0-1,2 2,60 14,-40-13,0-1,0-1,1-1,-1-1,0-1,-1-1,1-2,13-3,-33 7,1 0,-1 0,1 0,-1-1,0 1,0-1,0 0,1 0,-2 0,1 0,0-1,0 1,-1-1,1 0,0-2,-14 17,10-10,0 0,0 0,1 0,-1 0,0 0,1 0,0 0,-1 0,1 0,0 0,0 0,0 0,1 0,-1 0,0 0,1 0,-1 0,1 0,0 0,-1 0,1 0,0 0,0 0,0-1,1 1,-1 0,0-1,1 1,-1-1,1 1,-1-1,1 0,0 0,-1 0,1 0,0 0,0 0,0 0,0 0,84 17,-76-18,-1-1,1 0,-1-1,1 0,-1 0,0-1,1-1,-1 1,-1-2,1 1,-1-1,0 0,0-1,0 0,-1 0,0 0,0-1,0 0,-1-1,0 1,-1-1,1 0,-1-1,-1 1,0-1,0 0,-1 0,0 0,-1-1,1-3,28-208,-25 154,27-242,-30 270,-6 27,-5 26,8-13,-24 54,2 2,3 0,2 0,3 2,2 0,2 10,6-40,2 0,1 0,2 0,0 0,2 1,1-2,7 24,-8-41,0 0,1-1,0 1,0-1,1 0,0 0,1 0,0-1,1 0,0 0,0 0,1-1,0 0,0-1,1 0,0 0,0-1,1 0,0 0,0-1,5 1,-12-4,0-1,1 0,-1 0,1 0,-1 0,1 0,-1-1,1 0,0 0,-1 0,1 0,-1 0,1-1,-1 1,1-1,-1 0,1 0,-1 0,1-1,-1 1,0-1,0 0,2-1,10-13</inkml:trace>
  <inkml:trace contextRef="#ctx0" brushRef="#br0" timeOffset="81764.829">1198 451,'-13'-7,"-1"-2,11 0,24 0,25 1,32 2,29 1,23 3,15-1,-18-1</inkml:trace>
  <inkml:trace contextRef="#ctx0" brushRef="#br0" timeOffset="82403.126">1553 683,'20'-1,"-1"-1,0-1,0-1,0 0,0-2,-1 0,1-1,-2-1,1 0,-1-1,-1-2,1 1,-2-2,1 0,5-7,-19 17,0 0,0 0,0 0,0 0,0 0,-1 0,1-1,-1 1,1-1,-1 1,0-1,0 0,0 1,-1-1,1 0,0 0,-1 0,0 1,0-1,0 0,0 0,0 0,0 0,-1 1,0-1,1 0,-1 0,0 1,0-1,0 0,-1 1,1-1,-1 1,1 0,-1-1,-1 0,-1 0,0 1,0 0,0 1,-1-1,1 1,0-1,-1 1,1 0,-1 1,1-1,-1 1,1 0,-1 0,1 1,-1-1,1 1,-1 0,1 0,0 0,0 1,-1-1,1 1,0 0,0 1,0-1,1 1,-2 0,-2 2,1 0,0 0,1 0,-1 0,1 1,0 0,0 0,1 1,0-1,0 1,1 0,-1 0,1 0,1 0,-2 7,3-9,0 0,1 0,0 1,0-1,0 0,1 0,0 0,0 0,0 0,0 0,1 0,0 0,0-1,0 1,0 0,1-1,0 0,0 1,0-1,0-1,1 1,0 0,-1-1,1 0,0 0,1 0,-1 0,4 1,8 5,1-1,0-1,0 0,0-2,1 0,0 0,10-1,141 9,-88-14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8:48.8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222 464,'-14'0,"-105"9,114-8,1 0,-1 0,1 0,-1 1,1 0,0 0,-1 0,1 0,0 1,0-1,1 1,-1 0,0 0,1 1,0-1,0 1,0 0,0-1,1 1,-1 1,1-1,-2 4,4-6,-1 0,0 0,1 0,-1-1,1 1,0 0,0 0,0 0,0 0,0 0,0 0,0 0,0 0,1-1,-1 1,1 0,-1 0,1 0,0-1,0 1,0 0,0-1,0 1,0 0,0-1,1 0,-1 1,0-1,1 0,-1 0,1 1,-1-1,1 0,0-1,-1 1,1 0,0 0,0-1,0 1,1 0,4 0,0 1,-1-1,1 0,0-1,0 0,0 0,-1 0,1-1,0 0,0 0,0-1,5-2,0 0,-1-1,0-1,0 0,0 0,-1-1,0-1,0 1,-1-2,0 1,0-1,-1-1,-1 0,1 0,-1 0,-1-1,0 0,0 0,-2 0,4-9,3-13,-2 0,-1-1,-2 0,-1 0,-1-1,-2-28,-1 41,0 11,0 0,-1 0,0 0,-1 0,0 0,-1 1,0-1,-1 0,-3-9,6 19,-1 0,1 1,0-1,-1 0,1 0,-1 1,1-1,-1 1,1-1,-1 0,0 1,1-1,-1 1,0-1,1 1,-1 0,0-1,0 1,1 0,-1-1,0 1,0 0,0 0,1 0,-1 0,0 0,0 0,0 0,1 0,-1 0,0 0,0 0,0 0,1 0,-1 1,0-1,0 0,0 1,1-1,-1 1,0-1,1 0,-1 1,0 0,1-1,-1 1,1-1,-1 1,1 0,-1-1,1 1,-1 0,-9 13,0 0,0 0,2 1,0 0,0 1,1 0,1 0,0 3,3-9,-9 20,2 0,1 1,2 0,1 1,1-1,2 1,1 0,2 8,1-31,-1 0,2 1,0-1,0 0,0 0,1-1,1 1,-1 0,1-1,1 0,-1 0,2 0,-1-1,1 0,0 0,0 0,1 0,0-1,0 0,1-1,-1 0,1 0,0 0,0-1,1 0,0-1,-1 0,1 0,2-1,3 1,-1 0,1-1,0 0,0-2,0 1,0-2,1 0,-2 0,1-2,0 0,0 0,-1-1,7-3,-13 4,1 0,-1-1,0 0,0 0,0-1,0 0,-1 0,0-1,0 1,0-1,-1-1,0 1,0-1,-1 0,1 0,-1 0,-1 0,0-1,0 1,0-1,-1 0,0 0,0-4,-9-79,7 88,-1-1,0 1,-1 0,1-1,0 1,-1 0,0 0,0 0,0 0,0 0,0 0,-1 1,1-1,-1 1,1 0,-1-1,0 1,0 0,0 1,0-1,-1 0,1 1,0 0,-1 0,2 0,-1 1,1 0,-1 0,0 0,1 1,-1-1,1 1,-1-1,1 1,0 0,-1 0,1 0,0 0,-1 0,1 0,0 1,0-1,0 1,0 0,0-1,1 1,-1 0,0 0,1 0,-1 0,1 0,0 1,0-1,0 0,-1 2,-15 76,18-74,0 1,1-1,-1 0,1 0,0 0,1 0,0 0,-1 0,2 0,-1-1,1 0,0 1,0-1,0-1,1 1,-1-1,1 0,0 0,1 0,-1 0,1-1,-1 0,1 0,0-1,4 2,14 4,1 0,0-2,1-1,-1-1,19 1,25 0</inkml:trace>
  <inkml:trace contextRef="#ctx0" brushRef="#br0" timeOffset="397.568">1327 313,'-18'-1,"-1"1,1 1,-1 0,1 2,-1 0,1 1,0 0,0 2,1 0,0 1,0 1,0 0,-2 3,18-10,-1 0,0 0,1 0,-1 0,0 0,1 0,-1 1,1-1,0 1,-1-1,1 1,0-1,0 1,0 0,0-1,0 1,0 0,1 0,-1 0,1 0,-1-1,1 1,0 0,-1 0,1 0,0 0,0 0,1 0,-1 0,0 0,1 0,-1 0,1 0,-1 0,1-1,0 1,0 0,0 0,0-1,0 1,0 0,0-1,1 1,-1-1,2 1,13 10,0-1,1 0,0-2,1 0,0-1,1-1,-1 0,1-1,1-2,0 1,7 2,105 35,-132-42,1 0,0 0,0 1,0-1,0 0,0 0,-1 0,1 1,0-1,0 0,0 1,-1-1,1 1,0-1,0 0,-1 1,1 0,0-1,-1 1,1-1,-1 1,1 0,-1 0,1-1,-1 1,1 0,-1 0,0-1,0 1,1 0,-1 0,0 0,0 0,0 0,0-1,0 1,0 0,0 0,0 0,0 0,0 0,0-1,0 1,-1 0,1 0,0 0,-1 0,1-1,-1 1,1 0,-1-1,1 1,-1 0,1-1,-1 1,0 0,1-1,-1 1,0-1,0 1,1-1,-1 0,0 1,0-1,1 0,-1 1,0-1,-1 0,-20 8,-2-1,1-1,-1-1,0-2,0 0,-19 0,27-2,-124 5,135-7,18 0,-10 0,27-2</inkml:trace>
  <inkml:trace contextRef="#ctx0" brushRef="#br0" timeOffset="985.433">1928 477,'-13'-3,"-76"-13,86 16,-1 0,1 0,0 0,-1 1,1-1,-1 1,1 0,0 0,-1 0,1 0,0 1,0-1,0 1,0 0,0 0,0 0,1 0,-1 0,1 1,-1-1,1 1,0 0,-2 2,2-1,0 0,0 1,0-1,0 1,1-1,-1 1,1 0,1-1,-1 1,1 0,-1 0,1 0,1-1,-1 1,1 0,0 0,0-1,0 1,0 0,1-1,0 1,0-1,0 0,1 0,-1 0,1 0,0 0,0 0,0-1,1 1,-1-1,1 0,0 0,0 0,0-1,0 1,0-1,0 0,1 0,2 0,20 7,0-1,0-1,1-2,-1 0,1-2,0-2,0 0,0-2,0 0,0-2,0-2,25-6,-43 9,1-1,-1 0,1 0,-1-1,0-1,0 1,-1-1,1-1,-1 0,5-5,-15 11,0 1,1-1,-1 0,0 0,0 0,1 0,-1-1,0 1,0 0,1 0,-1 0,0 0,1-1,-1 1,0 0,1-1,-1 1,0-1,1 1,-1-1,1 1,-1-1,0 1,1-1,0 1,-1-1,1 0,-1 1,1-1,0 0,-1 1,1-1,0 0,0 1,-1-1,1 0,0 0,0 1,0-1,0 0,0 0,0 1,0-1,0 0,1 0,-1 1,0-1,0 0,1 1,-1-1,0 0,1 1,-1-1,-1 1,0 1,0 0,-1 0,1-1,0 1,0 0,0 0,1 0,-1 0,0 0,0 1,0-1,1 0,-1 0,1 0,-1 1,1-1,-1 0,1 0,0 1,-1-1,1 1,0-1,0 0,0 1,0-1,0 0,1 1,-1-1,0 0,0 1,1-1,-1 0,1 0,-1 1,1-1,0 0,0 0,-1 0,1 0,0 0,0 0,0 0,0 0,1 0,54 32,-45-29,1-2,0 1,0-1,0-1,0 0,0-1,0 0,12-2,-20 1,0 1,0-1,0 0,0 0,0 0,0-1,0 1,0-1,0 0,-1 0,1 0,-1-1,0 1,1-1,-1 0,0 0,0 0,-1 0,1 0,-1-1,0 1,1-1,-2 0,1 0,0 1,-1-1,1-2,-1 2,0-1,-1 0,1 0,-1-1,0 1,0 0,-1 0,0 0,0 0,0 0,0 1,-1-1,1 0,-1 0,0 1,-1-1,1 1,-1 0,0 0,0 0,0 0,-1 0,1 1,-1-1,0 1,0 0,0 0,-1 1,1-1,-2-1,-1 0,0 1,1 0,-1 0,0 1,-1 0,1 0,0 0,-1 1,1 0,-1 0,1 1,-1 0,1 1,-1-1,1 2,0-1,-1 1,-2 1,3 0,-1 1,0 0,1 0,0 1,0 0,0 0,1 0,-1 1,1 0,-2 4,5-7,1-1,0 1,0 0,0 0,0 0,1 0,-1 0,1 0,0 1,0-1,0 1,0-1,0 0,1 1,-1-1,1 1,0-1,0 1,1-1,-1 1,1-1,0 1,-1-1,1 1,1-1,0 1,-1-1,2 0,-1 0,0 0,0 0,1-1,0 1,-1-1,1 0,0 0,0 0,0 0,0 0,1-1,-1 0,2 1,26 8</inkml:trace>
  <inkml:trace contextRef="#ctx0" brushRef="#br0" timeOffset="1173.93">2557 40,'-14'0,"-7"5,-2 8,2 9,8 10,11 9,9 7,12 4,2-7</inkml:trace>
  <inkml:trace contextRef="#ctx0" brushRef="#br0" timeOffset="1584.83">2721 681,'6'15,"-5"-13,-1 1,0-1,1 1,-1-1,1 1,0-1,-1 0,1 1,1-1,-1 0,0 0,0 0,1 0,-1 0,1 0,0 0,0 0,-1 0,1-1,0 1,1-1,-1 1,0-1,0 0,0 0,1 0,-1 0,1 0,-1-1,0 1,1-1,-1 0,1 1,0-1,-1 0,1 0,-1-1,1 1,-1 0,3-2,3-5,1-1,-1 0,0-1,-1 0,0 0,-1 0,1-1,-2 0,1-1,-2 1,1-1,-2 0,1 0,-1 0,1-9,16-158,-20 175,0 2,-1-1,1 1,-1 0,1 0,0 0,-1 0,1-1,0 1,0 0,0 0,0-1,0 1,0 0,0 0,0-1,1 1,-1 0,0 0,1 0,-1 0,1-1,-1 1,1 0,0 0,-1 0,1 0,0 0,0 0,0 1,0-1,0 0,0 0,0 1,0-1,0 0,0 1,0-1,0 1,0-1,0 1,1 0,-1-1,0 1,0 0,1 0,-1 0,0 0,0 0,0 0,1 0,-1 1,0-1,13 6,0 2,-1-1,0 2,0-1,-1 2,0 0,-1 0,1 3,-8-8,0 0,-1 1,0-1,0 1,-1 0,1 0,-2 0,1 0,0 1,-1-1,0 0,-1 1,1-1,-1 0,0 1,-1-1,0 1,0-1,0 0,-1 0,0 1,0-1,0-1,-1 2,-10 60,13-65,0-1,0 1,0 0,0 0,1-1,-1 1,0-1,1 1,0 0,-1-1,1 1,0-1,0 1,0-1,0 0,0 1,0-1,0 0,0 0,1 1,-1-1,0 0,1-1,-1 1,1 0,-1 0,1 0,0-1,-1 1,1-1,-1 1,3-1,59 7,-56-7,198-20,-133 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9:07.2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1 407,'10'17,"20"125,-12-36,-18-104,0 0,0 0,0-1,1 1,-1 0,0 0,1-1,-1 1,1 0,-1 0,1-1,0 1,0-1,0 1,0-1,0 1,0-1,0 0,0 1,1-1,-1 0,0 0,1 0,-1 0,1 0,-1 0,1 0,-1 0,1-1,0 1,-1-1,1 1,0-1,0 0,-1 1,1-1,0 0,0 0,0 0,-1-1,1 1,0 0,0-1,-1 1,1-1,0 1,-1-1,1 0,0 0,9-8,1-1,-1 0,-1-1,0 0,-1 0,0-1,3-6,3-3,91-135,60-126,-85 142,-69 121,-14 58,-1-19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9:08.3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1,'3'36,"6"72,-5-1,-5 13,1 43,0-154,11 38,-10-47,1 0,-1 0,1 0,0 0,-1 0,1-1,-1 1,1 0,-1-1,1 1,0-1,-1 0,0 1,1-1,-1 0,0 0,1 0,-1 0,0 0,0 0,0-1,0 1,0 0,0 0,0-1,0 1,0-1,0 1,1-3,40-51,-3-3,-2-1,10-28,-9 20,-19 33,4-9,3 0,2 1,11-11,-16 32,-23 21,1 0,-1 0,0-1,1 1,-1 0,1 0,-1 0,1 0,-1 0,0-1,1 1,-1 0,1 0,-1 0,1 0,-1 0,1 0,-1 1,1-1,-1 0,0 0,1 0,-1 0,1 0,-1 1,0-1,1 0,-1 0,1 1,-1-1,0 0,1 1,-1-1,0 0,0 1,1-1,-1 0,0 1,0-1,1 1,-1-1,0 0,0 1,0-1,0 1,0-1,0 1,0-1,0 0,0 1,0-1,0 1,0-1,0 1,0-1,0 1,0-1,0 12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9:17.7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2287 233,'-67'-18,"0"4,-1 2,0 3,-53 0,-359 2,410 8,-1 3,1 3,1 3,0 3,0 3,2 4,0 2,1 3,2 2,1 4,1 2,-38 29,54-30,1 2,2 2,1 2,3 2,1 1,2 2,1 1,3 2,2 1,-10 23,25-34,0 1,3 1,1 0,2 1,1 0,3 0,1 0,1 1,3 0,1 0,2-1,1 1,3-1,4 13,10 29,3-1,4 0,4-2,2-2,5-1,13 17,-14-28,2-2,3-3,3 0,2-3,2-3,3-1,2-3,2-2,2-3,2-2,1-3,12 2,10-2,2-4,1-4,2-4,1-4,0-3,1-5,1-3,1-5,-1-3,26-6,-47-1,0-3,-1-3,0-3,0-3,-2-3,0-4,-1-2,-2-3,0-3,-2-2,-2-4,-1-2,-2-2,-1-3,-3-3,-1-2,-2-3,-17 10,-2 0,-2-2,-1-2,-3-1,-2 0,-1-2,-3-1,-2 0,-2-1,-2-1,-3-1,-2 0,-2 0,0-49,-6 20,-3 0,-4 1,-3 0,-3 0,-5 1,-2 1,-4 1,-4 0,-16-31,12 40,-3 1,-3 1,-3 2,-2 2,-3 2,-3 1,-5 0,19 24,-2 2,-1 1,-2 2,0 1,-2 2,-2 2,0 2,-1 2,-1 1,-1 3,-17-3,16 8,-1 3,-1 2,1 2,-1 2,1 2,-1 3,0 1,1 3,0 1,0 3,1 2,-28 11,-156 72,24 12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29:20.1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3247 644,'-30'-34,"-1"2,-1 1,-1 1,-2 2,-1 1,-1 2,-2 2,-38-17,-16 1,-2 4,-2 4,0 5,-2 4,-100-9,88 16,-1 5,-1 4,1 5,0 6,0 4,0 5,1 5,2 4,0 6,-86 35,122-34,1 3,1 3,2 3,2 3,2 3,1 3,3 3,-48 51,80-68,2 1,2 1,1 1,1 1,3 1,1 1,1 1,3 0,1 1,3 0,1 2,2-1,2 1,0 30,4-22,2 0,3 0,2 0,2-1,2 0,3 0,2-1,2 0,2-2,2 0,2-1,11 15,3-6,3-1,2-2,2-1,3-3,1-2,3-1,1-3,2-2,2-3,32 15,17 5,2-5,3-5,2-5,1-5,62 11,-65-22,1-4,1-6,1-4,103-3,-149-11,-1-2,1-4,-1-2,-1-3,0-3,-1-3,0-2,-2-4,6-4,-8-4,-1-3,-1-2,-2-2,-2-3,-2-2,-2-3,-1-1,-3-3,-2-1,-3-2,-2-2,-2-2,-3-1,-3-1,-2-2,-3 0,-2-2,-4-1,-2-1,0-19,-2 0,-3 0,-4-1,-4 0,-4 0,-3 0,-4 0,-11-43,8 72,-4 1,-1 0,-3 1,-2 0,-3 2,-2 1,-3 1,-1 1,-3 1,-1 2,-25-25,31 42,0 2,-2 1,-1 1,-1 2,-1 1,-2 1,0 2,0 1,-2 2,0 1,-1 2,-1 2,0 1,-1 2,1 2,-2 1,1 2,-30 1,-145 27,14 21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0:06.3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181 169,'-9'1,"0"0,0 1,0-1,0 2,0-1,1 1,-1 1,1 0,0 0,0 0,0 1,1 0,-1 1,1 0,1 0,-1 0,1 1,0 0,0 0,1 0,0 1,1 0,-1 0,1 0,4-3,-1 0,1-1,0 1,0 0,0 0,1-1,-1 1,1 0,0 0,1-1,-1 1,1-1,0 1,0-1,0 0,1 0,0 0,-1 0,1 0,1-1,0 2,79 65,-80-68,15 10,-2-3,-1 0,-1 1,0 1,0 0,-1 0,0 2,-1-1,-1 2,0-1,0 2,-2-1,0 2,0-1,-2 1,4 8,-10-20,0 1,0-1,-1 0,1 1,-1-1,0 0,0 1,-1-1,1 0,-1 1,0-1,0 0,0 0,-1 1,1-1,-1 0,0-1,0 1,-1 0,1 0,-1-1,1 0,-1 1,0-1,-1 0,1 0,0-1,-1 1,0-1,1 0,-1 0,0 0,0 0,0 0,1-3,0 1,0-1,0 0,0 1,0-1,0 0,1-1,-1 1,0 0,1-1,-1 0,1 1,0-1,-1 0,1 0,0-1,0 1,0 0,1-1,-1 1,0-1,1 1,0-1,0 0,-1 1,2-1,-1 0,0 0,0 0,1 0,0 0,0 0,-1 0,2 0,-1 0,0 0,1 0,-1 0,2-32,2-1,1 1,2 0,1 0,2 1,1 0,2 1,9-17,-18 41,157-381,-169 429,-39 226,45-237,0 0,2 0,1 0,2 0,0-1,2 1,1-1,7 19,-10-36,0 0,1 1,1-1,0-1,0 1,1-1,0 0,0 0,1-1,0 1,1-2,0 1,0-1,1 0,-1-1,2 0,6 4,24-10,-28-9</inkml:trace>
  <inkml:trace contextRef="#ctx0" brushRef="#br0" timeOffset="248.336">331 292,'21'-2,"21"-4,21-4,17-4,9-1,-11 1</inkml:trace>
  <inkml:trace contextRef="#ctx0" brushRef="#br0" timeOffset="588.425">755 292,'56'-13,"0"3,1 2,57 0,-113 8,68 6,-67-6,-1 0,1 1,-1-1,1 1,-1-1,0 1,1 0,-1-1,0 1,1 0,-1 0,0 0,0 0,0 0,0 0,0 0,0 1,0-1,0 0,0 0,0 1,-1-1,1 1,-1-1,1 1,-1-1,0 1,1-1,-1 1,0-1,0 1,0-1,0 1,0-1,0 1,0-1,-1 1,1-1,-1 1,1-1,-1 2,-5 9,0 0,0-1,-1 0,0 0,-1 0,0-1,-1 0,0-1,-9 7,-35 42,52-57,0-1,1 1,-1-1,0 1,1 0,-1-1,0 1,1 0,-1 0,1 0,-1-1,1 1,0 0,-1 0,1 0,0 0,-1 0,1 0,0 0,0 0,0 0,0 0,0 0,0 0,0-1,0 1,1 0,-1 0,0 0,0 0,1 0,-1 0,1 0,-1 0,0-1,1 1,0 0,-1 0,1-1,0 1,-1 0,1-1,0 1,-1 0,1-1,0 1,0-1,0 0,0 1,0-1,0 1,-1-1,1 0,0 0,1 0,121 0,-81-3,-24 1,1 1,-1 0,0 1,1 1,-1 1,1 0,6 3,-22-4,0 0,0 0,0 1,0-1,0 1,0-1,0 1,-1 0,1 0,-1 0,1 1,-1-1,0 1,0-1,0 1,0 0,0-1,-1 1,1 0,-1 0,0 0,0 0,0 0,0 1,0-1,-1 0,0 0,1 1,-1-1,0 0,-1 1,1-1,-1 0,1 0,-1 0,0 1,0-1,0 0,-1 2,-9 16,-1 0,-1 0,-1-1,0-1,-1 0,-1-2,-1 1,-1-2,0 0,-1-1,-116 82,68-57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0:04.4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 2415,'1'-6,"1"1,-1-1,2 0,-1 0,1 1,-1-1,2 1,-1 0,0 0,1 0,0 0,0 1,1-1,3-2,1-3,234-219,-168 162,721-692,134-207,-883 918,28-28,3 3,22-11,-100 84,27-18,-27 18,1-1,-1 1,0 0,1 0,-1-1,0 1,1 0,-1 0,0 0,1-1,-1 1,1 0,-1 0,0 0,1 0,-1 0,1 0,-1 0,0 0,1 0,-1 0,1 0,-1 0,0 0,1 0,-1 0,1 1,-1-1,0 0,1 0,-1 0,0 1,1-1,-1 0,0 0,1 1,-1-1,0 0,0 1,1-1,-1 0,0 1,0-1,0 0,1 1,-1-1,0 0,0 1,0-1,0 1,0-1,0 0,0 1,0-1,0 1,0-1,0 0,0 1,0-1,0 1,0-1,0 0,0 1,-31 84,17-54</inkml:trace>
  <inkml:trace contextRef="#ctx0" brushRef="#br0" timeOffset="861.824">223 1911,'-37'124,"-36"78,-26 24,86-172,14-53,0 0,0 1,1-2,-1 1,0 0,1 0,-1 0,0-1,1 1,-1 0,1-1,0 0,-1 1,1-1,-1 0,1 0,0 0,-1 0,1 0,-1 0,1 0,-1 0,1-1,0 1,-1-1,1 1,-1-1,1 0,-1 1,0-1,1 0,-1 0,1 0,0 0,293-112,-90 31,-203 82,1-1,0 0,0-1,-1 1,1 0,-1-1,1 1,-1-1,0 0,1 0,-1 0,0 0,0 0,0 0,-1-1,1 1,0 0,-1-1,0 0,1 1,-1-1,0 0,-1 1,1-1,0 0,-1 0,1 0,-1 0,0 0,0 0,0 0,-1 0,1 1,-1-1,0-2,-6-4,-1 0,-1 0,1 1,-1 0,-1 0,0 1,0 0,0 1,-1 0,0 1,0 0,-11-7,-194-109,215 121,0-1,0 1,0-1,0 1,0-1,0 0,0 1,1-1,-1 0,0 0,0 0,0 1,1-1,-1 0,0 0,1 0,-1 0,1 0,-1 0,1 0,0-1,-1 1,1 0,0 0,0 0,0 0,0 0,0 0,0-1,0 1,0 0,0 0,1 0,-1 0,0 0,1 0,-1 0,1 0,-1 0,1 0,-1 0,1 0,0 0,-1 0,1 0,0 0,0 0,0 1,0-1,0 0,0 1,0-1,18-13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0:09.3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208 12,'-7'-3,"0"1,0 0,0 1,0 0,-1 0,1 0,0 1,0 0,-1 0,1 1,0 0,0 0,0 1,0 0,0 0,0 0,0 1,0 0,1 1,0-1,0 1,0 0,0 1,0 0,1 0,-3 3,4-1,1-1,0 1,0 0,0 0,1 0,1 1,-1-1,1 0,0 1,1-1,-1 1,1-1,1 1,0-1,0 1,0-1,1 0,0 1,0-1,1 0,0 0,1 1,6 11,0-1,2-1,0 0,0 0,2-1,0-1,8 7,40 33,-43-41,-1 2,-1-1,0 2,-1 0,-1 1,-1 1,0 0,-1 1,-1 2,-9-16,0-1,-1 1,0 0,-1 0,1 0,-1 0,0 0,-1 0,1 0,-1 0,0 0,-1 0,1 1,-1-1,-1 0,1-1,-1 1,0 0,0 0,-1-1,1 1,-1-1,-1 0,1 1,-1-2,0 1,0 0,0-1,0 0,-1 0,0 0,0 0,0-1,0 0,-3 2,-55 14,62-19,-1 0,0 0,0 1,0-1,1-1,-1 1,0 0,0 0,1-1,-1 1,0-1,1 1,-1-1,0 0,1 1,-1-1,1 0,-1 0,1 0,0 0,-1-1,1 1,0 0,0 0,0-1,-1 1,2-1,-1 1,0-1,0 1,0-1,1 0,-1 1,1-1,-1-1,1-5,0 0,0 0,1 0,0 0,0 0,1 0,0 0,1 0,-1 1,1-1,1 1,0 0,4-7,-6 10,82-143,32-69,-102 182,-3 0,0-1,-2 0,2-29,-11 194,1-57,2 0,4-1,3 1,3-2,4 2,-16-67,0 1,1 0,-1-1,1 1,1 0,0-1,-1 0,2 0,-1 0,1 0,0 0,0-1,1 0,-1 0,1 0,0 0,1-1,-1 0,1 0,0 0,0-1,0 1,0-2,2 2,-5-5,1 1,-1-1,0 0,0 0,1 0,-1-1,0 1,0-1,-1 1,1-1,0 0,0 0,-1 0,1-1,-1 1,0-1,0 1,0-1,0 0,0 1,-1-1,1 0,-1 0,1 0,-1-1,0 1,-1 0,1 0,0-1,-1-1,8-26</inkml:trace>
  <inkml:trace contextRef="#ctx0" brushRef="#br0" timeOffset="252.87">358 408,'-14'0,"-7"0,5 0,12-2,18-4,23-4,22-9,17-7,11-4,6-2,-2 2,-10 7,-18 7</inkml:trace>
  <inkml:trace contextRef="#ctx0" brushRef="#br0" timeOffset="509.719">1109 490,'3'19,"2"-1,0 1,1-1,0 0,2 0,0-1,1 0,0 0,2-1,0 0,0-1,2 0,0-1,0-1,15 12,63 39,-91-63,0-1,1 1,-1 0,0 0,0 0,0 0,0 0,0 0,0 0,0 0,0 0,0-1,0 1,0 0,0 0,-1 0,1 0,0 0,-1 0,1-1,-1 1,1 0,-1 0,1-1,-1 1,1 0,-1-1,0 1,1 0,-1-1,0 1,0-1,0 1,1-1,-1 0,0 1,0-1,0 0,0 1,0-1,1 0,-2 0,-25 11,0-1,0-1,-1-1,0-2,-19 2,-9 1</inkml:trace>
  <inkml:trace contextRef="#ctx0" brushRef="#br0" timeOffset="707.191">1164 408,'21'-14,"18"-11,17-11,12-7,7 0,-3 5,-13 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0:07.7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1,'121'261,"-71"-161,175 414,-23 9,23 161,-167-509,2 3,-41-126</inkml:trace>
  <inkml:trace contextRef="#ctx0" brushRef="#br0" timeOffset="722.099">97 287,'0'423,"5"-356,-2-63,-1-17,-23-189,5 78,6-1,4-66,12 150,-5 40,-1 0,0 1,0-1,1 0,-1 1,1-1,-1 1,1-1,-1 1,1-1,-1 0,1 1,-1 0,1-1,0 1,-1-1,1 1,-1 0,1-1,0 1,0 0,-1 0,1-1,0 1,0 0,-1 0,1 0,0 0,0 0,-1 0,1 0,0 0,-1 1,1-1,0 0,0 0,-1 0,1 1,0-1,-1 0,1 1,0-1,-1 1,1-1,-1 1,1-1,-1 1,1-1,-1 1,1 0,127 130,61 76,-186-204,0-1,-1 0,1 0,0 1,-1-1,1 1,-1 0,0 0,0 0,0 0,0 0,0 0,-1 0,1 1,-1-1,0 1,0-1,0 1,-1-1,1 1,-1 0,0-1,0 1,0-1,-1 1,1 0,-1-1,0 1,0 0,-4 2,0 0,0-1,-1 1,0-1,0 0,-1-1,1 0,-1 0,0 0,0 0,-4 0,-8 6,-13 6,-4 2,1 1,1 2,-24 20,54-39,1 0,-1 0,1 1,0-1,0 1,0 0,0 0,1 0,-1 0,1 0,0 1,0-1,0 1,0-1,0 1,1 0,0 0,0 0,0 0,0 0,0 0,1 0,0 0,0 0,0 3,11 16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0:46.3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442 250,'1'0,"-1"0,1 0,-1 0,1 0,-1 0,0 0,1 0,-1 0,1 0,-1 0,1-1,-1 1,1 0,-1 0,0 0,1-1,-1 1,1 0,-1-1,0 1,1 0,-1-1,0 1,1-1,-1 1,0 0,0-1,0 1,1-1,-1 1,0-1,0 1,0-1,0 1,0-1,0 1,0-1,0 1,0-1,0 1,0 0,0-1,0 1,0-1,0 1,0-1,-1 1,1-1,0 1,0-1,-1 1,1 0,0-1,0 1,-1 0,1-1,-1 1,1 0,-1-1,-1-12,-1-1,0 1,-1 0,-1 1,0-1,-1 1,0 0,-1 0,0 1,-1 0,0 0,0 0,-2 1,1 1,-1 0,0 0,-8-4,13 10,-1 0,1 0,-1 1,1-1,-1 1,0 1,0-1,0 1,0 0,0 1,0-1,0 1,0 0,0 1,0-1,0 1,0 1,1-1,-1 1,0 0,0 0,1 0,0 1,-1 0,1 0,0 1,0-1,0 1,-1 1,-9 12,1 1,0 0,1 1,1 0,1 1,1 0,0 1,2 0,0 0,1 1,2 0,0 0,1 1,1 10,-1-13,1 0,1 0,1 1,0-1,2 0,0 1,2-1,0 0,1 0,1 0,1-1,1 1,0-1,1-1,4 5,-8-17,0-1,1 0,-1 1,1-2,1 1,-1 0,0-1,1 0,0 0,0-1,0 0,1 0,-1 0,1-1,-1 0,1 0,0 0,0-1,0 0,0-1,-1 1,1-1,0-1,0 1,0-1,0-1,0 1,0-1,-1 0,1 0,-1-1,2-1,16-9,-1-1,0-1,-1-1,-1-2,-1 0,0 0,2-6,96-79,-117 102,0 0,0 0,0 0,1 0,-1 0,0 0,1 1,-1-1,1 0,-1 1,1-1,-1 1,1-1,-1 1,1 0,-1 0,1 0,0 0,-1 0,1 0,-1 0,1 0,0 0,-1 1,1-1,-1 1,1-1,-1 1,1 0,-1 0,0-1,1 1,-1 0,0 0,0 0,0 0,1 1,-1-1,0 1,57 122,-53-115,0 1,1-1,0-1,0 1,1-1,0 0,1-1,0 0,2 2,-7-7,-1 0,1 0,-1 0,1-1,0 1,0-1,0 0,0 1,-1-1,2-1,-1 1,0 0,0-1,0 1,0-1,0 0,0 0,1 0,-1-1,0 1,0-1,0 0,0 1,0-1,0-1,0 1,0 0,-1-1,1 1,0-1,-1 0,1 0,-1 0,3-4,-1 0,0-1,0 1,0-1,-1 0,0 0,0 0,-1 0,0 0,0 0,-1-1,0 1,0-1,-1 1,0-1,0 1,0-1,-1 1,-1-1,1 1,-1 0,0-1,-1 1,1 0,-2 0,1 1,-1-1,0 1,0 0,0 0,-1 0,0 0,-1 1,1 0,-2-2,3 4,0-1,1 1,-1 0,0 0,-1 0,1 0,0 1,-1 0,1 0,-1 0,0 0,0 1,0 0,1 0,-1 0,0 0,0 1,0 0,-1 0,1 0,0 1,0 0,1 0,-1 0,0 0,0 1,0 0,1 0,-1 0,1 0,0 1,-1 0,1 0,0 0,1 0,-1 1,0-1,1 1,0 0,-1 2,3-5,1 0,-1 0,1 0,-1 0,1 1,-1-1,1 0,0 1,-1-1,1 0,0 0,0 1,0-1,0 0,0 1,0-1,1 0,-1 1,0-1,1 0,-1 0,1 1,-1-1,1 0,0 0,-1 0,1 0,0 0,0 0,0 0,0 0,0 0,0 0,0 0,0 0,0-1,0 1,0 0,0-1,1 1,-1-1,0 0,0 1,1-1,-1 0,0 0,1 0,-1 1,0-2,1 1,-1 0,0 0,1 0,-1 0,0-1,0 1,1-1,-1 1,1-1,20-5,0 0,0-2,0-1,-1 0,0-2,9-6,7-2,-15 7,-9 4,0 1,0 0,1 1,0 0,1 1,-1 1,1 0,-1 1,1 0,0 1,2 1,-13 1,-1 1,0-1,0 1,0 0,0 0,0 0,-1 0,1 1,0-1,0 1,-1-1,1 1,-1 0,0 0,1 0,-1 1,0-1,0 0,0 1,-1-1,1 1,0 0,-1-1,0 1,0 0,0 0,1 3,11 88,-13-78,1 3,-2-14,1 1,0-1,0 0,1 1,-1-1,1 1,0-1,1 0,-1 0,1 0,0 0,0 0,1 0,1 3,-1-8,0 1,0-1,0 1,0-1,0 0,-1 0,1-1,0 1,0-1,0 1,0-1,0 0,-1 0,1 0,0 0,-1-1,1 1,-1-1,1 1,-1-1,0 0,1 0,-1 0,0 0,-1 0,1-1,0 1,-1-1,2-1,14-19,-1 0,-1-1,-1-1,-1 0,-1-1,-1 0,-2-1,0 0,3-24,-9 67,0 27,-3-29,0 0,1 0,0-1,1 1,1 0,0-1,1 0,0 0,1 0,1 0,0-1,0 1,8 8,-12-18,0-1,0 0,1 0,-1 0,1 0,-1 0,1 0,0-1,-1 1,1-1,0 0,0 0,0 0,0 0,0 0,1-1,-1 0,0 1,0-1,0 0,0 0,0-1,1 1,-1-1,0 1,0-1,0 0,0 0,0-1,-1 1,1-1,0 1,0-1,-1 0,1 0,-1 0,0 0,1 0,-1-1,0 1,0 0,-1-1,1 0,0 0,-1 0,12-19,-2 0,-1-1,-1 0,-1 0,-1-1,-1 0,0 0,0-17,1 122,-6-65,1 0,0 0,1 0,1-1,0 1,2-1,-1 0,2 0,0-1,0 0,1 0,1-1,1 0,0 0,0-1,1 0,6 4,4-5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0:46.9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17,'11'-2,"0"-1,0 2,0-1,0 2,1-1,-1 1,0 1,0 0,0 1,0 0,0 1,0 0,-1 0,1 1,-1 0,0 1,0 1,-1-1,1 2,-1-1,0 1,-1 0,0 1,7 8,-2 10,-2 0,-1 0,-1 1,-1 0,-1 1,-1 0,-2 0,-1 0,-1 0,-2 0,0 1,-4 12,-19 233,23-274,-1 3,0 0,0 0,0 0,0 0,1-1,0 1,-1 0,1 0,0 0,1 0,-1 0,0 0,1 0,0 0,0 0,-1 0,2 0,-1-1,0 1,0 0,1-1,0 1,-1-1,1 0,0 1,0-1,0 0,1 0,-1 0,0 0,1-1,-1 1,1-1,1 1,4-2,0-1,0 0,0 0,0 0,-1-1,1-1,0 1,-1-1,0 0,1-1,-1 0,-1 0,1 0,-1-1,1 0,-1-1,-1 1,5-6,-2 3,-2-1,1 0,-1 0,-1-1,0 1,0-1,-1 0,0-1,0 1,-1-1,-1 1,0-1,0 0,-1 0,-1 0,0 0,0 0,-1 0,-1-4,-1-6,-1 0,-2 1,0-1,-1 1,-1 0,-1 0,0 1,-2 0,-5-7,4 8,0 0,-1 0,-1 1,-1 1,0 0,-1 2,-1-1,0 2,-1 0,0 1,-1 1,0 1,17 9,1 0,-1 0,0 0,1 0,-1 0,0 1,1-1,-1 0,0 1,0 0,0-1,1 1,-1 0,0 0,0 0,0 0,0 0,1 1,-1-1,0 1,0-1,0 1,1-1,-1 1,0 0,1 0,-1 0,1 0,-2 1,4-1,0 1,-1 0,1 0,0-1,0 1,0 0,0-1,1 1,-1-1,0 1,1-1,-1 0,0 0,1 1,0-1,-1 0,1 0,0-1,-1 1,1 0,0-1,0 1,0 0,0-1,-1 0,1 0,0 1,0-1,0 0,0-1,11 3,0-2,0 0,0-1,-1 0,1-1,0 0,0-1,-1 0,0-1,0 0,0-1,3-2,136-82,-128 73,67-40,-89 56,0 1,1-1,-1 0,0 1,1-1,-1 1,0-1,1 1,-1 0,0-1,0 1,0 0,0 0,0 0,0 0,0 0,0 0,0 0,0 0,0 1,-1-1,1 0,-1 0,1 1,-1-1,1 0,-1 1,0-1,1 0,-1 1,0-1,0 1,0-1,0 0,0 1,0-1,-1 1,1-1,0 0,-1 1,1-1,-1 0,0 1,1 9,2 26,-3-21,1-1,1 1,1-1,0 1,1-1,1 0,0 0,6 13,-10-26,1 0,0 0,0 0,0 0,1 0,-1 0,0 0,1-1,-1 1,1 0,0-1,-1 1,1-1,0 0,0 1,0-1,0 0,0 0,0 0,0 0,0-1,1 1,-1-1,0 1,0-1,1 0,-1 0,0 0,0 0,1 0,-1 0,0-1,0 1,1-1,-1 1,0-1,0 0,0 0,0 0,0 0,0 0,0-1,0 1,0-1,21-17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0:47.2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177 0,'-17'0,"-9"5,-3 5,1 7,1 7,0 6,5-2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0:47.5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0,'5'21,"3"16,1 12,-1 3,-2-2,-2-4,-2-11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0:48.4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0 571,'25'-13,"0"0,1 2,1 1,-1 1,1 1,1 2,0 0,0 2,0 1,13 1,-26 1,0 2,-1-1,1 2,0 0,-1 1,0 0,1 1,-2 1,1 0,0 1,-1 1,0 0,0 0,-1 1,0 1,-1 0,1 1,-2 0,0 1,6 7,-4 0,-1 1,-2 0,0 1,0-1,-2 2,-1-1,0 1,-2 0,0 0,0 14,3 10,0-21,-7-24,1 1,-1-1,0 0,0 1,0-1,1 0,-1 0,0 1,1-1,-1 0,0 0,0 0,1 1,-1-1,0 0,1 0,-1 0,0 0,1 0,-1 1,1-1,-1 0,0 0,1 0,-1 0,0 0,1 0,-1 0,0-1,1 1,-1 0,1 0,-1 0,0 0,1 0,-1 0,0-1,1 1,-1 0,0 0,0 0,1-1,-1 1,0 0,0-1,1 1,-1 0,0 0,0-1,0 1,1 0,-1-1,0 1,0 0,0-1,0 1,0-1,0 1,0 0,0-1,67-155,-15 56,-52 100,0-1,1 0,-1 1,1-1,-1 0,1 1,-1-1,1 0,0 1,-1-1,1 1,0-1,-1 1,1-1,0 1,0 0,-1-1,1 1,0 0,0 0,0 0,0-1,-1 1,1 0,0 0,0 0,0 0,0 0,-1 1,1-1,0 0,0 0,0 0,-1 1,1-1,0 1,0-1,-1 0,1 1,0-1,-1 1,1-1,0 1,-1 0,1-1,-1 1,1 0,-1-1,1 1,-1 0,22 47,-17-36,1 2,-4-4,0-1,2 0,-1 0,1 0,0 0,1-1,0 1,0-1,1-1,0 1,0-1,1 0,0 0,0-1,1 0,-1 0,1 0,1-1,-1-1,3 2,-6-6,0-1,0 1,0-1,0 0,0-1,0 1,0-1,-1 0,1 0,-1 0,1-1,-1 1,0-1,0 0,0-1,0 1,-1-1,1 1,-1-1,0 0,0 0,0-1,-1 1,1 0,-1-1,0 0,0-2,11-18,-2 0,-1-1,-1 0,-2-1,0 0,-2 0,-1 0,-1-1,0-25,-4-4,-1-1,-4 1,-1 0,-7-16,-38-110,39 158,12 24,1 1,0 0,-1 0,1 0,-1 0,1-1,-1 1,1 0,-1 0,1 0,-1 0,1 0,-1 0,1 1,-1-1,1 0,-1 0,1 0,-1 0,1 0,-1 1,1-1,0 0,-1 0,1 1,-1-1,1 0,0 1,-1-1,1 0,0 1,0-1,-1 1,1-1,0 1,0-1,-1 0,1 1,0-1,0 1,0-1,0 1,0-1,0 1,0-1,0 1,0-1,0 1,0-1,0 1,0-1,0 1,0-1,0 1,0-1,1 0,-1 1,0-1,0 1,1-1,-1 1,0-1,1 0,-1 1,0-1,1 0,2 53,2 0,2 0,6 14,-3-10,-4-22,8 48,3-1,4 0,4 3,-20-72,1 1,-1-1,2 0,0-1,1 0,0 0,0 0,6 5,-9-13,-1 0,0 0,1 0,0-1,0 1,0-1,0 0,1-1,-1 1,1-1,-1 0,1 0,0-1,0 0,0 0,0 0,0-1,0 0,0 0,0 0,2-1,8-3,-1-1,0-1,0 0,-1 0,0-2,0 0,0 0,-1-1,0-1,-1 0,0-1,-1 0,0-1,-1 0,0-1,-1 0,0 0,-1-1,5-14,12-53,-24 78,-1 0,1-1,-1 1,0 0,0 0,0-1,-1 1,1 0,-1 0,1-1,-1 1,0 0,-1 0,1 0,0 0,-1 0,0 1,1-1,-1 0,0 1,-1-1,1 1,0 0,-2-1,3 2,0 0,0 0,0 1,-1-1,1 1,0-1,0 1,-1-1,1 1,0 0,-1 0,1 0,0 0,-1 0,1 0,0 0,-1 0,1 0,0 0,-1 1,1-1,0 1,-1-1,1 1,0-1,0 1,0 0,0-1,-1 1,1 0,0 0,0 0,1 0,-1 0,0 0,0 0,0 0,1 1,-1-1,0 0,1 0,-1 1,-18 56,18-53,0 0,1 0,-1 0,1 0,0 0,1 0,-1 0,1 0,0 0,0 0,0 0,1 0,0 0,0 0,0-1,0 1,1-1,0 1,0-1,0 0,0 0,1-1,0 1,-1-1,1 1,0-1,1 0,-1-1,1 1,-1-1,1 0,0 0,-1 0,1-1,0 1,0-1,0-1,1 1,-1-1,0 1,0-2,0 1,2-1,23-11,-4-4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0:48.6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1 166,'18'-7,"23"-6,23-9,19-8,16-2,10-1,-13 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0:49.36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58 481,'-14'-244,"-12"153,21 80,3 5,0 0,0-1,0 0,0 1,1-1,0 0,1 0,-1 0,1 1,1-1,-1 0,1 0,1 0,0-4,1 9,0-1,0 0,0 1,0-1,0 1,1 0,-1 0,1 0,0 1,-1-1,1 1,0 0,0 0,0 0,0 0,-1 1,1 0,0 0,0 0,0 0,0 0,0 1,3 0,1 0,1-1,-1 1,0 0,0 1,0 0,0 0,0 1,-1-1,1 2,-1-1,0 1,0 1,0-1,0 1,-1 0,1 0,-2 1,1 0,0 0,-1 1,0-1,-1 1,1 0,-1 0,-1 1,2 3,0 15,-2-1,-1 1,-1 0,-1 0,-2 16,3 84,-1-122,0-1,0 1,1-1,-1 1,1-1,0 1,0-1,0 1,0-1,1 0,-1 0,1 0,0 0,0 0,0 0,1 0,-1 0,0-1,1 1,0-1,0 0,-1 0,1 0,1 0,-1 0,0-1,0 1,1-1,-1 0,0 0,1 0,1 0,6-3,-1 0,1-1,0 0,-1 0,0-1,0-1,0 0,-1 0,1-1,-1 0,-1 0,1-1,-1 0,0-1,-1 0,6-6,25-30,-6 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0:50.0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1 152,'31'42,"-1"2,-3 1,-1 2,12 33,-25-53,16 23,-28-49,-1-1,1 1,-1 0,1-1,-1 1,1-1,0 1,-1-1,1 1,0-1,-1 0,1 1,0-1,0 0,-1 1,1-1,0 0,0 0,0 0,-1 0,1 0,0 0,0 0,0 0,-1 0,1 0,0 0,0 0,0-1,-1 1,1 0,0-1,0 1,-1 0,1-1,0 1,-1-1,1 1,-1-1,1 1,0-1,-1 0,1 1,-1-1,1 0,-1 1,0-1,1 0,-1 0,19-40,-18 39,45-212,-39 190,-7 24,1-1,-1 1,1 0,0 0,-1 0,1 0,0-1,-1 1,1 0,0 0,-1 0,1 0,-1 0,1 1,0-1,-1 0,1 0,0 0,-1 0,1 1,-1-1,1 0,-1 1,1-1,-1 0,1 1,-1-1,1 1,-1-1,1 1,-1-1,1 1,-1-1,0 1,1-1,-1 1,0-1,0 1,0 0,1-1,-1 1,0 0,0-1,0 1,0-1,0 1,0 0,0-1,0 1,0 0,0-1,0 1,-1 0,1-1,0 1,0-1,1 3,4 11,-3-2,1 0,0-1,1 1,0-1,1 0,1 0,-1-1,2 1,-1-1,1 0,1-1,0 0,0 0,1-1,0 0,0 0,1-1,0 0,0-1,1 0,10 4,-14-9,0 0,0 0,0 0,0-1,0 0,0 0,0-1,0 0,0 0,0-1,0 1,-1-2,1 1,0-1,-1 0,0 0,0 0,0-1,0 0,0-1,-1 1,0-1,2-2,7-7,0-2,-2 1,1-2,-2 0,0 0,-1-1,4-11,-7 14,0 1,-1-1,-1 0,0 0,-2-1,1 1,-2-1,0 0,-1 0,0 0,-1 0,-2-10,-18-11,20 36,-1 1,0-1,1 1,-1-1,1 1,-1-1,0 1,0 0,1-1,-1 1,0 0,1 0,-1-1,0 1,0 0,0 0,1 0,-1 0,0 0,0 0,0 0,1 0,-1 0,0 1,0-1,1 0,-1 0,0 1,0-1,1 0,-1 1,0-1,1 1,-1-1,1 1,-1-1,0 1,1-1,-1 1,1 0,0-1,-1 1,1 0,-1-1,1 1,0 0,-1 0,1-1,0 1,0 0,-5 9,1 1,1-1,0 1,0 0,1 0,0 0,1 0,0 0,1 0,0 0,1 0,0 0,1 0,0 0,1 0,0-1,1 1,0 0,-1-4,0-1,1 0,0 1,0-1,0-1,1 1,0-1,0 1,1-1,-1-1,1 1,0-1,0 0,0 0,1-1,-1 0,1 0,0-1,0 1,0-1,0-1,0 1,0-2,4 1,7 0,0-1,0-1,0 0,-1-1,1-2,0 1,-1-2,0 0,9-5,126-69,-86 36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17.26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3101 16814,'20'-102,"-5"46,37-177,-16 20,-30 155,2 0,3 0,2 2,9-18,-5 6,-2-2,-3 0,-4-1,0-66,-5-28,-7 0,-20-126,13 156,7 68,-3 0,-14-59,-38-94,21 84,-14-100,42 142,4 0,5 0,5-32,37-436,-33 142,-6 394,2-28,-2 0,-3-1,-2-3,-66-238,32-69,29 325,-3 0,0 0,-13-25,-29-113,21-145,18 96,15-137,2 326,1 0,2 0,2 1,2 0,1 0,1 1,15-27,-10 12,-2-2,-2 1,2-33,-13 75,6-23,2-1,1 1,2 1,8-15,-8 22,-2-1,-1 0,-1 0,-1-1,-1 0,-2 0,1-12,-2-19,3 1,2 0,7-17,-6 30,-2 1,-2-2,-2 1,-1-40,7-104,40-154,-1 99,-22-2,-13 143,-5-1,-4-13,-8 60,-2 0,-3 0,-12-40,-2-18,11 39,7 39,-2 0,-1 1,-2 0,-6-14,-89-154,83 160,2-1,2-1,2-1,-9-45,0 3,5 6,3 0,4-1,4-1,3-5,-12-278,19 291,3 1,4-1,2 2,17-55,-3 40,-9 35,-2-1,-3 0,4-48,30-250,-34 286,-4 0,0-59,-3 66,2 1,3-1,3 2,3-7,11-52,67-271,-72 307,2-2,-3 0,-4-1,-1-32,16-265,-16 203,-6-82,-10-285,-40 302,32 187,-3 2,-3-1,-1 2,-3 0,-3 1,-25-44,-13-16,18 32,-3 2,-16-15,31 58,-1 1,-3 1,0 2,-2 2,-31-20,62 45,2 2,-27-21,-1 0,-1 3,0 0,-2 2,-14-4,-33-4,-1 3,-1 4,0 4,-19 1,20 7,-1 3,0 4,-58 8,-146 21,237-22,0 3,1 2,0 2,1 2,1 3,1 1,-27 17,26-13,4-5,2 1,0 2,1 2,1 2,2 2,0 1,2 1,2 2,0 2,-2 6,4 6,1 1,3 1,2 2,2 0,2 2,3 0,2 1,2 1,-6 50,-68 456,-3 3,37-164,39-318,-6 26,4 2,5-1,4 28,8-63,-1 125,-12 49,0-20,12 115,3-153,3-68,6 0,8 23,-11-86,18 300,15 169,-42 393,-21-721,3-56,-4 61,-12 24,23-142,4 1,4 0,3 1,10 68,7 112,-13 121,-3 303,-14-495,15 336,40-128,-27-144,-1-1,-24 125,-6-21,16-358,-14 138,3 77,-25 109,4-24,-3 3,-16 144,48-87,17-183,1 57,-14-231,13 192,9-24,-16-116,2-1,3-1,8 23,71 301,-41-32,44-5,-17-144,-14-62,-44-92,3-2,2 0,2-1,12 15,117 160,-123-184,2-1,2-3,1 0,1-2,2-2,1-2,0-1,2-2,1-2,43 14,-24-10,18 7,1-3,38 6,210 20,-291-47,1-3,0-1,0-2,1-1,-1-2,0-2,0-2,30-7,-1-10,0-2,-2-3,45-27,90-48,90-66,-209 124,-60 34,-20 9,0 1,1-1,-1 0,0 0,0 0,0 0,0 0,0 0,0 0,-1 0,1-1,0 1,-1-1,1 0,-1 1,1-1,-1 0,0 0,1 0,-1 0,0 0,-1 0,1 0,0 0,0 0,-1-2,-3-15,-4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18.4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1530,'417'-251,"10"18,10 19,100-17,139-11,207-26,-576 177,-301 95,-3 14,37-11,-63-24,6 9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18.79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163 4,'-35'-1,"24"0,0 0,-1 1,1 0,0 1,-1 0,1 1,0 0,-6 3,16-5,0 0,0 0,0 0,0 1,0-1,0 0,1 1,-1-1,0 0,0 1,0-1,1 1,-1-1,0 1,1-1,-1 1,0 0,1-1,-1 1,1 0,-1 0,1-1,-1 1,1 0,-1 0,1 0,0 0,0-1,-1 1,1 0,0 0,0 0,0 0,0 0,0 0,0 0,0 0,0-1,0 1,1 0,-1 0,0 0,0 0,1 0,-1-1,1 1,36 24,-2-18,0-2,0-1,1-1,35-3,-17 1,-23 0,26-2,-1 3,0 3,0 2,-1 2,42 14,-91-22,0 0,0 1,0 0,0 0,-1 0,1 1,-1-1,0 1,0 1,0-1,0 1,0 0,-1 0,1 0,-1 0,-1 1,1 0,0 0,-1 0,0 0,0 0,-1 1,1-1,-1 1,0 0,-1-1,1 3,-4 5,0 0,-1-1,0 1,-1-1,-1 1,0-2,0 1,-1 0,-1-1,0 0,0 0,-1-1,-2 1,-48 62,-4-3,-3-2,-3-3,-13 6,-20 14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23.5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349 955,'-1'-2,"1"1,-1-1,0 1,0-1,0 1,-1 0,1 0,0-1,0 1,-1 0,1 0,0 0,-1 0,1 1,-1-1,1 0,-1 0,0 1,1-1,-1 1,0 0,1-1,-1 1,0 0,0 0,1 0,-1 0,0 1,-7-2,0 1,0 1,0 0,0 0,0 1,0 0,1 1,-1 0,1 0,-1 0,1 1,0 1,0-1,1 1,0 1,-5 4,-4 3,1 1,1 0,1 2,0-1,1 2,0-1,2 2,1-4,2 1,0 0,0 0,2 1,0 0,1 0,0 0,1 1,1-1,1 1,0 2,1-13,0 1,0 0,1-1,0 1,0-1,1 1,-1-1,2 1,-1-1,0 0,1 0,1 0,-1-1,1 1,-1-1,2 1,-1-1,0 0,1-1,0 1,0-1,1 0,-1 0,1-1,0 0,0 0,0 0,5 1,-1-1,0 0,0-1,1-1,-1 1,1-2,-1 0,1 0,-1 0,1-2,-1 1,0-1,1-1,-1 0,0 0,-1-1,1 0,0-1,-1 0,2-2,14-9,0-2,-1 0,0-2,-2-1,0 0,-1-3,18-23,-3-2,-3-1,18-35,-32 53,-17 28,-2 3,0 0,1-1,-1 1,0 0,1-1,-1 1,1 0,-1-1,1 1,0 0,0 0,-1 0,1 0,0 0,0 0,0 0,0 0,0 0,0 0,0 0,0 1,1-1,-1 0,0 1,0-1,1 1,-1-1,0 1,1 0,-1 0,0-1,1 1,-1 0,0 0,1 0,-1 0,1 1,-1-1,1 0,37 86,-35-76,1-1,0 0,0 0,1 0,0-1,1 0,0 0,0 0,1-1,0 0,0 0,1-1,-1-1,1 1,1-1,-1-1,1 1,-1-2,1 1,0-1,1-1,-1 0,0 0,1-1,-1-1,1 1,-1-2,7 0,-5-3,0 0,0 0,-1-1,1-1,-1 0,0 0,-1-1,0-1,0 0,0 0,-1-1,-1 0,1 0,-1-1,-1 0,0-1,0 1,-1-1,-1-1,0 1,0-1,-1 0,0 0,-1 0,-1-2,-1 7,-1 1,0-1,0 1,-1-1,1 1,-2-1,1 1,-1 0,0-1,0 1,0 0,-1 0,0 1,0-1,-1 0,0 1,0 0,0 0,0 0,-1 0,0 1,0 0,0 0,0 0,-1 0,1 1,-1 0,0 0,0 1,0 0,0 0,-1 0,1 1,0-1,-2 1,-11-1,1 0,-1 1,1 0,-1 2,1 0,-1 1,1 1,0 0,0 2,0 0,1 1,-1 1,1 0,1 2,-10 6,11-5,31-15,173-106,-26 11,-136 87,0 0,1 2,0 1,1 1,11-2,-32 9,-1 1,1 0,0 0,0 0,0 1,0 0,0 1,0 0,0 0,0 1,-1 0,1 0,-1 0,1 1,-1 1,0-1,0 1,0 0,0 1,-1-1,0 1,3 3,0 4,-1-1,0 1,-1 0,0 1,-1 0,-1 0,0 0,0 0,-2 1,1 0,-1 7,13 39,-3-32,-13-28,1 1,-1-1,0 0,1 1,-1-1,0 0,1 1,-1-1,1 0,-1 1,0-1,1 0,-1 0,1 0,-1 1,1-1,-1 0,1 0,-1 0,1 0,-1 0,1 0,-1 0,1 0,-1 0,1 0,-1 0,1 0,-1 0,0 0,1-1,-1 1,1 0,-1 0,1-1,-1 1,1 0,-1 0,0-1,1 1,-1 0,0-1,1 1,-1-1,0 1,1 0,-1-1,0 1,0-1,0 1,1-1,-1 1,0-1,0 1,0-1,0 1,41-137,-36 112,34-188,-22 170,1 66,2 38,-17-48,-1-1,2 0,0-1,0 1,1-1,1 1,0-1,0-1,1 1,0-1,1-1,0 1,3 1,-10-10,1 0,0 0,-1 1,1-1,0 0,0 0,0 0,0-1,0 1,0 0,0-1,0 0,0 1,0-1,0 0,1 0,-1 0,0 0,0 0,0-1,0 1,0-1,0 1,0-1,0 0,0 0,0 0,0 0,0 0,-1 0,1 0,0 0,-1-1,1 1,-1-1,1 0,40-69,-34 45,-2 0,0 0,-1-1,-2 1,-1-1,-1 0,-1 0,-1 0,-5-21,0 23,11 42,0 0,0-1,2 1,0-1,1 0,0-1,2 0,2 3,-6-11,0 0,1 0,0-1,0 0,1 0,0-1,0 0,0 0,0-1,1 0,0 0,-1-1,1 0,1-1,-1 0,0 0,1-1,-1 0,0-1,1 0,-1 0,1-1,-1-1,0 1,1-1,-1-1,0 0,0 0,-1-1,1 0,-1 0,7-5,5-5,0 0,-1-2,-1 0,-1-2,0 1,-1-2,-1 0,0-1,-2-1,0 0,-2-1,0 0,-2 0,0-1,-1 0,-2-1,0 0,-1-5,-3 23,0 0,-1 0,0 0,0-1,0 1,-1 0,0-1,0 1,-1 0,1-1,-1 1,-1 0,1-1,-1 1,0 0,-1 0,1 1,-1-1,-1 0,1 1,-2-2,4 7,0-1,-1 0,1 0,-1 1,1-1,-1 1,0 0,1-1,-1 1,1 0,-1 0,0 0,1 0,-1 0,0 0,1 1,-1-1,1 1,-1-1,1 1,-1-1,1 1,-1 0,1 0,-1-1,1 1,0 0,0 0,-1 0,1 1,0-1,0 0,0 1,-32 46,30-42,0 0,-1 0,2 1,-1-1,1 1,0 0,0-1,1 1,0 0,0 0,1 0,0 0,0 0,1 0,-1 0,2 0,-1 0,1 0,0 0,0-1,1 1,-1-1,2 0,-1 1,1-2,0 1,0 0,5 4,4-3,1 0,1-1,-1-1,1 0,0-1,0-1,0 0,0-1,1-1,-1 0,1-1,-1-1,0 0,1-1,-1-1,0 0,0-1,10-4,39-14,-10-2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23.9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0 172,'285'255,"-284"-254,54 37,-54-37,1 0,0 0,0 0,0-1,-1 1,1 0,0-1,0 0,0 1,0-1,0 0,0 0,0 0,0 0,0 0,0 0,0-1,0 1,0-1,0 1,0-1,0 0,-1 0,1 0,0 0,0 0,-1 0,1 0,-1-1,2 0,2-7,0 0,0-1,-1 0,0 0,0 0,-1 0,-1-1,0 1,0-1,-1 0,0 1,-1-1,0-1,0 6,2-38,-3 0,-1-1,-2 1,-2 0,-5-14,4 32,4 23,5 16,0 1,1-1,1 1,1-1,-1 0,2 0,0-1,1 1,0-2,0 1,2-1,-1 0,1 0,1-1,0 0,0-1,1 0,0-1,1 0,-1 0,2-2,-1 1,1-2,0 1,0-2,2 1,-2-2,0-1,0 0,1-1,-1 0,0-1,1 0,-1-1,0 0,1-2,-1 1,0-2,0 1,-1-2,1 0,-1 0,10-7,17-14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24.5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1 308,'18'-10,"0"1,1 0,0 1,0 2,1 0,0 0,0 2,0 1,1 0,-1 2,18 0,-26 1,0 1,-1 0,1 1,-1 0,0 0,1 1,-1 1,-1 0,1 1,0 0,-1 0,0 1,0 0,-1 1,0 0,0 1,0 0,-1 0,0 1,-1 0,0 0,-1 0,5 10,0 7,-1 1,-1 0,-2 1,-1 0,-1 0,-1 0,-1 0,-2 1,-1-1,-2 9,1 3,3 0,1 0,1 0,8 29,-10-63,-1 0,1 0,0 0,0 0,1-1,0 1,0-1,0 1,0-1,1 0,0 0,0-1,1 1,-1-1,1 0,0 0,0-1,0 1,0-1,1 0,-1 0,1-1,0 0,0 0,0 0,0-1,0 1,0-2,0 1,0-1,3 0,2-1,-1 0,0-1,0 0,0-1,0 0,0-1,-1 0,1-1,-1 0,0 0,0-1,-1 0,0 0,0-1,0 0,-1 0,0-1,-1 0,1 0,-2-1,1 0,-1 0,0 0,-1-1,0 1,-1-1,0 0,0 0,-1 0,0 0,-1-1,0 1,-1-1,0 1,-1 0,0-1,0 1,-1 0,-1 0,1 0,-2 0,-1-3,-2-1,0-1,-1 2,-1-1,-1 1,0 1,0-1,-1 2,-1-1,0 2,0 0,-1 0,0 1,-1 0,0 2,0-1,-2 1,-12-5,-1 2,-1 0,1 2,-1 1,-1 2,1 0,-29 1,-16 4,76 0,-1 0,0 0,0 0,0 0,0 0,0-1,0 1,0 0,1 0,-1 0,0 0,0 0,0-1,0 1,0 0,0 0,0 0,0 0,0 0,0-1,0 1,0 0,0 0,0 0,0 0,0 0,0-1,0 1,0 0,0 0,0 0,0 0,0 0,0-1,0 1,-1 0,1 0,0 0,0 0,0 0,0 0,0-1,0 1,-1 0,25-11,-16 7,95-53,-3-5,41-35,-34 22,96-49,-136 98,-65 27,-1-1,1 1,-1 0,1 0,-1-1,1 1,-1 1,0-1,1 0,-1 0,0 0,0 1,0-1,0 0,0 1,0-1,0 1,0-1,-1 1,1 0,-1-1,1 1,-1 0,0-1,1 1,-1 0,0-1,0 1,0 0,0 0,0-1,-1 1,1 0,-1-1,1 1,-1 1,1 0,-2 17,5 108,-2-122,0 0,0-1,0 1,1 0,0-1,1 1,-1-1,1 0,0 0,0 0,0 0,1 0,0-1,0 0,0 0,0 0,1 0,-1 0,1-1,2 1,-3-2,1-1,-1 0,1 1,0-2,-1 1,1 0,0-1,0 0,0 0,-1-1,1 1,0-1,0 0,-1 0,1-1,-1 1,1-1,-1 0,0 0,1-1,-1 1,0-1,-1 0,1 0,0 0,-1-1,0 1,0-1,0 1,2-5,22-26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24.8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157 1,'-14'0,"-12"2,-3 6,0 3,6 5,6 2,7 0,4 2,4-2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26.5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509 1257,'-17'-1,"0"1,0 1,0 0,0 1,0 1,0 0,0 2,1 0,0 0,0 2,1 0,-1 0,2 2,-1 0,1 0,0 1,1 1,-3 3,-4 5,1 1,0 0,2 2,0 0,2 0,0 2,2 0,0 0,2 1,-8 25,13-35,1 0,0 0,1 1,1 0,0 0,1-1,1 1,1 1,0-1,1 0,0 0,2 0,-1-1,2 1,4 10,-7-23,1 0,-1 0,1 0,-1-1,1 1,0 0,0-1,1 1,-1-1,0 0,1 0,-1 0,1 0,0 0,0-1,0 1,-1-1,1 0,1 0,-1 0,0 0,0 0,0-1,0 1,1-1,-1 0,0 0,0 0,1 0,-1-1,0 1,0-1,0 0,0 0,2 0,6-7,0 1,0-1,0-1,-1 0,-1 0,1-1,-2 0,1-1,-2 0,1 0,-1 0,-1-1,0 0,0-3,16-34,-2 0,-2-1,-3-1,-1-1,-3 0,-2 0,-3-1,-2 0,-2-1,-3 1,-1 0,-3 0,-3 0,-2 1,-2 0,-2 1,-2 0,-22-44,-15-3,53 99,0-1,0 1,0 0,0-1,0 1,0-1,0 1,0 0,0-1,0 1,0-1,0 1,0-1,-1 1,1-1,0 1,0-1,-1 1,1-1,0 1,-1-1,1 1,0-1,-1 1,1-1,-1 0,1 1,-1-1,1 0,-1 1,1-1,-1 0,1 0,-1 1,1-1,-1 0,1 0,-1 0,0 0,1 0,-1 0,1 0,-1 0,1 0,-1 0,0 0,1 0,-1 0,1 0,-1-1,1 1,-1 0,1 0,-1-1,1 1,-1 0,1-1,-1 1,1 0,-1-1,1 1,0-1,-1 1,1-1,0 1,16 118,13-11,4-3,5 0,4-3,5-1,11 11,-44-85,1-2,1 0,1-1,1 0,1-2,18 16,-29-29,0-1,1-1,0 0,0 0,0-1,1 0,0 0,0-1,0-1,1 1,-1-2,1 1,-1-2,1 1,0-1,0-1,0 0,0-1,4 0,-3-2,1 0,-1-1,0 0,0 0,0-2,0 1,-1-1,0-1,0 0,-1-1,0 0,0 0,-1-1,0-1,0 1,-1-1,-1-1,0 1,2-4,2-7,0 0,-1 0,-1-1,-1 0,-1 0,-1-1,-1 0,-1 0,-1 0,-1-4,0 17,-2 0,1 0,-1 0,-1 0,0 0,0 1,-1-1,-1 0,1 0,-1 1,-1 0,0 0,0 0,-1 0,0 0,0 1,-1 0,-2-2,6 8,1 1,-1 0,1-1,-1 1,1 0,-1 0,0 0,0 0,0 0,1 0,-1 0,0 1,0-1,0 1,0 0,0-1,0 1,0 0,0 0,0 0,0 0,0 1,0-1,0 0,0 1,0-1,0 1,0 0,0 0,0 0,0 0,1 0,-1 0,0 0,1 1,-1-1,1 0,-1 1,1-1,0 1,-1 0,-39 78,34-60,2 0,0 1,1 0,1 0,1 0,1 0,1 1,0-1,2 0,1 0,0 0,6 18,-8-34,1-1,-1 0,1 0,-1 0,1-1,0 1,1 0,-1-1,1 1,-1-1,1 0,0 0,1 0,-1 0,0 0,1-1,-1 1,1-1,0 0,0 0,0-1,0 1,0-1,0 0,0 0,0 0,1 0,-1-1,0 0,0 0,1 0,-1 0,0-1,0 1,1-1,-1 0,0-1,0 1,0-1,0 1,3-3,5-6,0-1,-1-1,0 1,-1-2,0 1,-1-2,-1 1,0-1,0 0,-2-1,0 0,0 0,-2 0,1 0,-2-1,0 0,-1 0,-1-5,1 11,-1 0,0 1,-1-1,0 0,-1 1,0-1,0 1,-1-1,0 1,-1-2,3 11,0 0,0 1,0-1,0 0,0 0,-1 1,1-1,0 0,0 0,0 0,0 1,0-1,-1 0,1 0,0 0,0 1,0-1,0 0,-1 0,1 0,0 0,0 0,-1 0,1 1,0-1,0 0,-1 0,1 0,0 0,0 0,-1 0,1 0,0 0,0 0,-1 0,1 0,0 0,0 0,0 0,-1 0,1-1,2 15,0-1,1 0,1 0,0 0,1-1,0 1,1-1,0 0,1-1,0 1,1-2,0 1,1-1,0 0,3 2,-8-8,0 1,1-1,0 1,0-1,0 0,0-1,1 0,-1 1,1-2,0 1,0-1,0 0,0 0,0 0,1-1,-1 0,0 0,1-1,-1 0,0 0,1 0,-1-1,1 0,-1 0,0 0,0-1,0 0,0-1,0 1,0-1,0 0,-1 0,0-1,4-3,7-9,-1-1,-1-1,-1 0,-1-1,0 0,-2-1,0 0,-1-1,-1 0,-1-1,-1 1,2-15,6-36,-4-1,-3 0,-3-1,-3 1,-3-1,-4 1,-3 0,-3 0,-3 1,-3 1,-3 0,-29-61,44 117,-35-62,27 78,12 6,0 0,1-1,0 1,0 0,1 0,0 0,0 0,0 0,1-1,0 1,1 2,-1 5,13 83,4-2,4 0,4-2,33 77,30 19,-81-175,1 0,1 0,0-1,1-1,0 1,1-2,0 0,1 0,0-1,1-1,8 5,-16-11,0 0,0 0,0-1,1 0,-1 0,1 0,-1-1,1 0,0-1,-1 1,1-1,0 0,0-1,-1 1,1-1,-1-1,1 1,-1-1,1-1,-1 1,0-1,0 0,0 0,0 0,-1-1,1 0,-1 0,0-1,0 0,-1 1,1-2,-1 1,3-5,0-5,0-1,-1 0,0-1,-1 0,-1 0,-1 0,-1 0,0 0,-1 0,-1-1,0 1,-2 0,0-1,0 1,-2 0,0 0,-1 1,-1-1,0 1,-1 0,-8-11,15 26,-1-1,0 0,0 0,1 0,-1 0,0 0,-1 0,1 0,0 1,0-1,-1 0,1 1,-1-1,0 1,1 0,-1-1,0 1,0 0,1 0,-2 0,2 3,0 0,0 1,1-1,-1 1,1-1,0 1,0-1,0 1,0-1,0 0,0 1,1-1,-1 1,1-1,0 1,0-1,0 0,0 1,-1-3,4 16,1 0,0-1,1 0,1 0,0-1,1 0,1 0,0-1,1 0,0 0,1-1,0 0,1-1,0-1,1 0,0 0,1-1,0-1,0 0,1-1,0-1,0 0,2-1,-10-4,-1 0,1-1,0 0,0 0,-1 0,1-1,0 0,-1-1,1 1,-1-1,0-1,1 1,-1-1,0 0,0 0,-1-1,1 0,-1 0,0 0,0 0,0-1,0 0,-1 0,0 0,1-3,14-24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26.8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61 552,'-16'9,"-8"4,5-2,17-8,26-17,29-20,31-23,32-20,26-18,21-11,11-5,-24 18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27.8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340 620,'-21'12,"0"1,0 1,2 1,0 1,0 0,2 2,0 0,1 1,1 0,0 2,2-1,-3 7,0-1,2 0,0 1,1 0,2 1,1 1,1-1,1 2,-2 23,9-50,0 1,0-1,0 1,1-1,-1 1,1-1,0 1,0-1,0 1,0-1,1 1,-1-1,1 1,0-1,0 0,1 1,-1-1,0 0,1 0,0 0,0 0,0 0,0 0,0 0,1-1,-1 1,1-1,0 0,-1 0,1 0,0 0,0 0,1-1,-1 1,0-1,0 0,1 0,-1 0,1 0,-1 0,1-1,-1 0,1 0,10-4,-2-1,1-1,0 0,-1 0,0-2,-1 1,0-2,0 1,0-1,-1-1,-1 0,0 0,0-1,-1 0,0-1,-1 0,0 0,12-21,-1 0,-2-1,-1-1,-1 0,-3-1,-1 0,-1-1,-2 0,-2-1,1-33,-4-4,-4 1,-2-1,-4 1,-3 0,-4-1,11 55,1 1,-1 0,0 0,-1 1,-1-1,-1 2,-1-1,0 1,-4-6,11 23,1-1,0 0,-1 0,1 0,-1 0,1 1,-1-1,1 0,-1 1,0-1,1 0,-1 1,0-1,1 1,-1-1,0 1,0-1,0 1,1 0,-1-1,0 1,0 0,0-1,0 1,0 0,0 0,0 0,1 0,-1 0,0 0,0 0,0 0,0 1,0-1,0 0,0 0,1 1,-1-1,0 0,0 1,0-1,1 1,-1-1,0 1,0 0,1-1,-1 1,1 0,-1-1,1 1,-1 0,1 0,-1-1,1 1,-1 0,1 0,0 0,-6 11,0-1,1 1,1 1,0-1,1 1,0 0,-1 13,-4 22,2 1,2 1,3-1,1 0,3 1,1-1,3 0,2-1,2 0,3 0,5 11,-11-39,2 0,0-1,1 0,1-1,1 0,0 0,1-2,1 0,1 0,1-1,-8-7,1 0,0-1,0-1,0 1,1-2,0 1,0-2,0 1,1-2,-1 1,1-2,0 1,0-2,0 1,0-2,0 0,0 0,11-2,-13 0,0-1,0 0,0-1,0 0,-1 0,0-1,0 0,0 0,0-1,-1-1,0 1,0-1,-1-1,1 1,-2-1,1-1,-1 1,1-4,7-11,-1 0,-2-1,0 0,-1-1,-2 0,4-18,-4 12,-1 1,-1-1,-2 1,-1-2,-1 1,-2 0,-1 0,-2 0,-1 0,-1 0,-1 1,-6-15,9 38,-1-1,1 1,-1 0,0 1,0-1,-1 1,0-1,0 1,-1 1,-4-5,8 8,-1 0,1 0,-1 1,1-1,-1 1,0 0,0 0,1 0,-1 0,0 0,0 0,0 1,0 0,0-1,0 1,0 0,0 0,0 1,0-1,0 1,0-1,1 1,-1 0,0 0,0 0,0 1,1-1,-1 1,0 0,-5 5,1 0,0 1,0 0,0 1,1 0,1 0,-1 0,2 0,-1 1,1 0,0 0,1 0,1 1,-1-1,2 0,-1 1,1 0,1-1,0 1,1 0,0-1,0 1,1-1,0 1,1-1,0 0,4 6,-3-5,1-1,1 0,0-1,0 1,1-1,0 0,1-1,0 0,0 0,1-1,0 0,0 0,0-1,1 0,0-1,0 0,1 0,-1-1,1-1,0 0,0 0,0-1,2 0,19 2,-1-1,1-2,0 0,0-3,-1 0,1-3,22-5,51-17,-14-4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28.6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395 3,'-10'-1,"0"0,-1 1,1 0,0 0,0 1,-1 1,1 0,0 0,0 1,0 0,1 1,-1 0,1 1,0 0,0 0,0 1,1 0,0 0,0 1,-5 6,-7 2,1 0,1 2,0 1,1 0,1 1,1 1,0 0,2 1,0 0,-8 20,21-39,-1-1,0 1,0-1,1 1,-1-1,1 1,-1 0,1-1,0 1,0 0,-1-1,1 1,0 0,1-1,-1 1,0 0,0-1,1 1,-1 0,1-1,-1 1,1-1,0 1,0-1,0 1,0-1,0 0,0 1,0-1,0 0,0 0,0 0,1 1,-1-1,1-1,-1 1,0 0,1 0,-1 0,1-1,0 1,-1-1,1 1,0-1,-1 0,2 0,24 4,0-1,0-2,1 0,-1-2,24-4,-8 2,-20 1,1-1,0 0,1 2,-1 1,1 0,-1 2,0 1,0 1,0 1,0 1,-1 1,16 7,-33-10,1 0,-1 1,0 0,0 0,-1 0,1 1,-1 0,0 0,-1 0,1 1,-1-1,-1 1,1 0,-1 0,-1 1,1-1,-1 0,0 1,-1 0,0-1,0 1,0 0,-1-1,0 1,-1 0,0 0,0-1,-1 1,1-1,-2 1,1-1,-2 2,-5 10,-2 0,0-1,-1 0,-1 0,-1-2,0 1,-1-2,-1 0,0-1,-1-1,0 0,-1-1,-1-1,0-1,0 0,-1-2,0 0,0-1,-1-1,0-1,0-1,-1-1,1-1,-1 0,1-2,-12-3,32 3,0 0,1 0,-1 0,1 0,-1 0,0-1,1 1,-1 0,1 0,-1 0,0-1,1 1,-1 0,1-1,-1 1,1 0,-1-1,1 1,-1-1,1 1,0-1,-1 1,1-1,0 1,-1-1,1 1,0-1,0 1,-1-1,1 0,0 1,0-1,0 1,0-1,0 0,0 1,0-1,0 0,0 1,0-1,0 1,0-1,0 0,1 1,-1-1,0 1,0-1,1 0,49-44,-13 18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29.19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325 284,'-1'-4,"0"0,-1 0,1 0,-1 0,0 0,0 0,0 0,0 1,0-1,-1 1,0-1,0 1,0 0,0 0,0 0,-1 1,1-1,-1 1,0 0,1 0,-1 0,0 0,0 0,0 1,-1 0,1 0,0 0,0 1,-1-1,0 1,-6 3,0 1,0 1,1 0,-1 0,1 1,1 0,-1 0,1 1,0 1,1 0,-1 0,2 0,-1 1,1 0,1 1,-1-1,2 1,-4 7,-1 1,1 1,1 1,1 0,0 0,2 0,0 1,1 0,1 0,2 0,-1 0,2 0,1 0,3 19,-2-28,0 0,0 0,1 1,1-2,0 1,1 0,0-1,0 0,1 0,1 0,0-1,0 0,1-1,1 1,-1-2,1 1,1-1,0 0,0-1,0 0,1-1,0 0,0-1,1 1,-5-3,1 0,-1 0,1-1,0 0,-1 0,1-1,0 0,0 0,0-1,0 0,0 0,0-1,0 0,0 0,0-1,0 0,-1 0,1-1,-1 0,0-1,0 1,0-1,0-1,0 1,-1-1,0 0,0-1,5-5,-2-6,-2 0,1-1,-2 0,0 0,-2 0,0-1,0 1,-2-1,0 0,-2 0,0 0,-1 0,-1 0,0 0,-2 1,-1-4,-3-19,-2 0,-2 1,-2 1,-1 0,-2 1,-2 1,-1 0,-2 1,-25-29,-32-16,75 77,-1 0,0 1,1 0,-1 0,0 1,0-1,-1 1,1 0,0 0,-1 1,1-1,-1 1,0 1,1-1,-1 1,0 0,1 0,-3 1,4 0,1 0,-1 0,0 1,0-1,1 1,-1 0,1 0,-1 1,1-1,0 1,0-1,0 1,0 0,1 0,-1 0,1 1,0-1,-1 1,2-1,-1 1,0-1,1 1,0 0,-1 0,1 0,1 1,-2 4,0 1,1-1,0 1,1 0,0-1,1 1,0 0,0-1,1 0,2 8,2-3,0-1,0 1,1-1,1 0,0-1,1 0,0 0,1-1,0 0,1-1,0 0,1-1,6 4,23 15,2-2,1-2,18 6,-17-8,14 3,-2 3,-1 2,-1 3,-2 2,-1 2,-3 3,1 3,63 99,-103-130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29.56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28 391,'0'21,"1"0,1 0,0-1,2 1,0-1,1 0,1 0,2 2,-4-13,0 0,1-1,0 0,0 1,0-2,1 1,1-1,-1 1,1-2,0 1,1-1,-1 0,1-1,0 0,1 0,-1 0,1-1,5 1,-1-1,0-1,1 0,0-1,0-1,-1 0,1 0,0-2,0 0,0 0,0-1,-1-1,1 0,-1-1,0 0,0-2,0 1,-1-1,1-1,-2 0,1-1,-1 0,0-1,-1 0,1-1,-2 0,0 0,0-1,-1 0,0-1,-1 1,0-2,-1 1,0-1,-1 0,-1 0,0 0,-1-1,0 1,-1-1,0 0,-1 0,-1 0,0 0,-1 1,-1-2,-4-5,0 0,-2 1,0 0,-1 0,-1 1,-1 0,-1 0,0 1,-1 1,-1 0,0 1,-1 1,-1 0,0 1,-1 0,0 2,-1 0,0 1,-20-8,24 11,-1 1,0 0,0 1,0 1,0 1,-1 0,0 1,-7 0,17 1,-1 1,1 0,0 1,-1 0,1 0,0 0,-1 1,1 0,0 0,0 0,1 1,-1 0,0 0,1 1,0-1,0 1,0 0,0 1,0-1,1 1,0 0,-1 1,-3 9,0 1,1 0,1 1,1-1,0 1,1 0,1 0,0 1,2-1,0 0,1 1,0-1,1 1,2-1,0 5,6 30,1 0,3-1,2 0,2-1,22 44,5-1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46.88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3728 341,'1'-8,"-1"0,0 0,-1 0,0 0,0 0,0 1,-1-1,-1 0,1 1,-1 0,0-1,-1 1,0 0,0 1,-1-1,-11-13,-2 0,0 2,-1 0,-1 1,-1 2,0 0,-1 1,-1 0,-12-4,9 9,0 0,-1 1,0 2,0 1,-1 1,1 1,-1 2,0 0,1 2,-13 2,-104-3,66-7,1 4,-1 4,-54 7,-237 33,313-32,0 3,1 3,-49 19,85-28,-98 40,2 5,-89 54,157-77,1 1,2 3,1 1,-30 31,48-40,-2 0,0-1,-2-2,0-1,-1-1,-1-2,-32 13,-28 18,26 27,50-53,-37 48,20-28,1 0,2 2,2 1,3 2,-3 10,-100 313,107-319,3 0,2 2,-7 46,-6 35,-35 97,47-176,-54 193,11 12,27 122,25-277,2 142,10-183,-3 0,-2 0,-7 37,-1-43,-13 203,7 138,7-313,-5 0,-3-1,-7 14,16-72,-7 38,4 0,2 1,2 67,-34 317,41-401,2 0,3 0,7 22,13 122,-25-97,-2-40,2 1,3-1,8 32,65 163,-41-149,-18-46,33 100,22 110,-60-173,-4 0,-3 0,-6 64,1-50,23 341,2-57,-15-166,14 34,-9-101,-13-102,2 0,2-1,3 0,2 0,3-1,2-1,2 0,22 39,27 16,4-3,33 31,-89-115,10 16,1-2,2-1,2-1,1-1,1-2,1-2,2-1,1-2,34 17,-35-26,1-2,1-1,0-2,1-2,0-2,1-1,-1-3,2 0,-13-4,0-1,0-1,0-1,0-1,-1-2,0-1,-1-1,1-2,-2 0,0-2,10-7,32-21,-3-4,-2-2,34-33,3-15,-4-4,-5-3,-4-5,-5-3,-5-4,47-95,-29 48,-8-4,-7-4,45-141,114-490,-171 591,-9-4,4-68,62-378,-19 221,-30 147,-13-2,-12-4,8-245,-45-184,1 514,-1 70,-7-1,-6 0,-7 0,-10-46,-5 51,-1-100,18-196,-3 379,-1 0,-3 1,-3 0,-6-13,-34-155,13-203,39 393,-2-30,-3 0,-13-55,6 67,-2 0,-3 2,-2 0,-1 1,-4-1,-29-64,41 78,-2 1,-1 0,-2 2,-1 0,-1 0,-24-25,10 33,16 18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52.95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0,'2'21,"1"18,2 15,3 9,-1 6,0 2,-3 2,-3-4,-7-5,-2-14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53.32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80 398,'-13'-23,"1"-1,1 0,1 0,2-1,0 0,1-1,-1-14,7 34,0 1,1-1,-1 0,1 1,1-1,-1 0,1 0,0 1,0-1,0 1,1-1,0 1,0-1,0 1,1 0,0 0,0 0,0 1,1-1,-1 0,1 1,0 0,4-3,6-1,1 0,0 1,0 0,1 1,0 1,0 0,0 1,0 1,1 1,0 0,-1 1,1 1,0 0,0 2,12 2,-10-3,0 1,0 1,0 1,-1 1,1 0,-1 1,-1 1,1 1,-1 0,0 2,-1 0,0 0,-1 2,0 0,-1 0,0 1,-1 1,4 6,-14-15,0 0,0 1,0 0,-1-1,0 1,0 0,0 0,-1 1,0-1,0 0,0 0,-1 0,0 1,0-1,-1 0,0 0,0 1,0-1,-1 0,0 0,0 0,0 0,-1-1,0 1,0-1,0 0,-1 1,0-1,0-1,0 1,-1 0,-15 11,0-2,-1 0,0-1,-1-1,-1-1,0-1,0-1,-1-2,0 0,0-1,-1-1,1-2,-19 1,9 2,-11 4,39-6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53.67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1 233,'0'6,"-1"-1,1 1,0 0,1 0,-1-1,1 1,0 0,1-1,-1 1,1-1,0 0,0 1,1-1,0 0,0 0,0-1,0 1,1 0,-1-1,1 0,0 0,1 0,-1-1,5 3,3 3,1-1,0-1,0 0,0-1,1 0,0-1,1-1,-1 0,1-1,-8-1,-1-1,1 0,0 0,-1-1,1 1,0-1,0-1,-1 0,1 0,-1 0,1-1,-1 1,1-2,-1 1,0-1,0 0,0 0,0 0,-1-1,1 0,-1 0,0-1,0 1,0-1,-1 0,0 0,0-1,0 1,-1-1,2-2,-1-3,1 1,-2-1,1 1,-1-1,-1 0,0-1,-1 1,0 0,-1 0,0 0,0-1,-1 1,-1 0,0 0,0 0,-1 0,-1 0,0 1,0-1,-1 1,0 0,-1 0,0 1,-1 0,0 0,0 0,-1 1,0 0,0 1,-1 0,-4-3,8 7,0 1,0 0,0 0,-1 1,1 0,0-1,-1 2,0-1,1 1,-1 0,1 0,-1 0,1 1,-1-1,1 2,-1-1,1 0,0 1,-1 0,1 1,0-1,0 1,1 0,-1 0,0 0,1 1,0-1,0 1,0 0,0 0,0 2,-4 4,0 0,1 0,0 1,0 0,1 0,1 1,0-1,1 1,0 0,0 1,2-1,-1 1,1 3,2 32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54.2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1350,'2'-278,"-2"274,0 0,0 0,0-1,0 1,1 0,0 0,-1 0,1 0,1 0,-1 0,1 0,-1 0,1 0,0 1,1-1,-1 1,1-1,-1 1,1 0,0 0,0 0,0 0,1 1,-1-1,1 1,-1 0,5-2,3 4,0 0,0 1,0 0,-1 1,1 0,0 1,-1 0,1 1,-1 0,0 0,0 1,0 0,-1 1,5 4,107 76,-115-81,1 1,-1 1,-1-1,1 1,-1 0,0 0,-1 1,0-1,0 1,-1 0,1 0,-2 0,1 1,-1-1,1 9,-3-13,0 0,0-1,0 1,-1 0,1 0,-1 0,0 0,0 0,0-1,-1 1,1-1,-1 1,0-1,0 1,0-1,0 0,0 0,-1 0,0 0,1 0,-1-1,0 1,0-1,-1 0,1 1,0-2,-1 1,1 0,-1-1,0 1,0-1,1 0,-1-1,0 1,0 0,0-1,0 0,0 0,1 0,-1-1,0 1,0-1,0 0,-3-1,3-2,0 0,0-1,1 1,0-1,0 1,0-1,0 0,1 0,0-1,0 1,0 0,0-1,1 1,0-1,0 0,1 1,0-1,0 1,0-1,0 0,1 1,0-1,0 0,1 1,-1 0,1-1,1-1,16-52,3 1,1 1,28-45,-24 48,23-49,-5-2,7-34,-38 95,-2 0,-2 0,-2-1,-2 0,-2 0,-2 0,-2-13,0 53,0-5,0 1,-1-1,0 1,0-1,-1 1,0-1,0 1,-1 0,-1 0,1 0,-2 0,1 1,4 7,-1 1,1-1,-1 1,1-1,-1 1,1-1,-1 1,1-1,-1 1,1 0,-1-1,0 1,1 0,-1 0,1-1,-1 1,0 0,1 0,-1 0,0 0,1 0,-1 0,0 0,1 0,-1 0,0 0,1 0,-1 0,0 0,1 1,-1-1,0 0,1 0,-1 1,1-1,-1 0,0 1,1-1,-1 1,1-1,-1 1,1-1,0 1,-1-1,1 1,-1-1,1 1,0 0,0-1,-1 1,1-1,0 1,0 0,-1 0,-21 96,14-8,4 1,3 0,5-1,13 80,-11-132,1-1,2 0,2 0,1-1,1-1,3 0,0-1,10 14,-17-33,1 0,0-1,0 0,2 0,-1-1,2-1,-1 0,2-1,-1 0,1-1,1 0,0-1,0-1,0 0,1-1,0-1,0-1,0 0,11 1,27-3,-9-7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54.56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19,'14'0,"26"0,31 0,33 0,33-2,27-3,18-1,-21 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54.82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1,'2'21,"1"20,0 18,2 11,0 6,1 0,1-1,-3-4,0-5,-4-9,-5-10,0-12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55.10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3 207,'-1'-6,"0"1,1 0,0-1,0 1,0-1,1 1,-1-1,1 1,1 0,-1-1,1 1,0 0,0 0,0 0,1 0,0 1,0-1,0 1,0-1,1 1,0 0,-1 0,2 1,-1-1,0 1,1 0,1-1,16-8,-1 2,1 0,1 2,-1 0,2 2,-1 0,1 2,-1 0,1 2,13 0,-23 1,0 0,0 0,0 2,0 0,0 0,0 2,0-1,-1 2,1 0,-1 0,10 5,-21-7,1-1,-1 0,0 1,1-1,-1 1,0-1,0 1,0 0,0 0,0 0,-1 0,1 1,-1-1,1 0,-1 1,0-1,0 1,0-1,0 1,0-1,0 1,-1 0,1 0,-1-1,0 1,0 0,0-1,0 1,0 0,-1 0,1-1,-1 1,0 0,0-1,0 1,0-1,0 1,0-1,-1 1,-9 11,-1 0,-1-1,0 0,-1-1,0-1,-1 0,0 0,0-2,-1 0,-1-1,1 0,-1-2,-1 0,-103 34,74-30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55.8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96 513,'-19'-70,"2"-1,-4-57,-7-30,18 89,10 68,1 0,-1 0,0 0,1 0,-1 1,1-1,-1 0,1 0,0 0,-1 1,1-1,0 0,0 1,0-1,-1 0,1 1,0-1,0 1,0-1,0 1,0 0,0-1,0 1,0 0,0 0,0 0,0-1,0 1,0 0,0 1,0-1,0 0,0 0,0 0,0 0,0 1,0-1,0 1,0-1,232 35,-181-28,-16-3,0 1,0 2,0 2,-1 1,22 10,-50-17,-1 0,0 1,0 0,0 0,-1 0,1 0,-1 1,0 0,0 0,-1 0,0 1,0-1,0 1,0 0,-1 0,0 1,0-1,-1 1,0-1,0 1,0 0,-1 0,0 0,0 0,-1 0,0 3,-2 12,0 1,-1-1,-2 0,0-1,-1 1,-3 5,-8 29,16-54,0 0,0 0,0-1,1 1,-1 0,1 0,-1 1,1-1,0 0,0 0,0 0,0 0,0 0,0 0,1 0,-1 0,0 0,1 0,0 0,0 0,-1 0,1 0,0-1,1 1,-1 0,0 0,0-1,1 1,-1-1,1 1,-1-1,1 0,0 0,-1 0,1 0,0 0,0 0,0 0,0 0,0-1,0 1,0 0,0-1,1 0,20 1,1-1,-1-1,0-1,0-2,0 0,-1-1,1-1,-1-1,20-10,90-37,-129 52,-2 1,0 0,0 1,0-1,1 0,-1 0,0 1,0-1,1 1,-1-1,0 1,1-1,-1 1,1 0,-1 0,0 0,1 0,-1 0,0 0,1 0,-1 0,1 0,-1 1,0-1,1 0,-1 1,0-1,1 1,-1 0,0-1,0 1,0 0,0 0,0 0,1 0,-2 0,1 0,0 0,0 0,14 45,-15-41,1 0,0 0,0 0,1 0,-1 0,1 0,0-1,1 1,-1-1,1 1,0-1,0 0,0 0,0 0,1-1,-1 1,1-1,0 0,0 0,0 0,1 0,-1-1,5 2,1-1,-1-1,1 0,0 0,-1-1,1 0,0 0,0-1,-1-1,1 1,0-2,0 1,-1-1,1-1,-1 0,0 0,0-1,0 0,0-1,0 1,-1-2,0 1,0-1,-1-1,1 1,-1-1,-1 0,1-1,-1 0,-1 0,1 0,-2 0,1-1,-1 0,0 0,-1 0,1-3,-4 2,-1 0,-1 0,0 0,0 1,0-1,-1 1,-1-1,0 1,0 0,-1 0,0 1,0 0,-1-1,0 2,-1-1,1 1,-1 0,-1 0,1 1,-1 0,-1 0,1 1,-1 0,0 1,0-1,0 2,0-1,-5 0,7 2,1-1,-1 1,0 1,0-1,0 1,0 0,0 1,0-1,0 1,0 1,0 0,0 0,0 0,1 0,-1 1,0 1,1-1,-1 1,1 0,0 0,0 1,0 0,0 0,1 0,-1 0,1 1,0 0,0 1,1-1,0 1,-4 5,6-7,0 1,1-1,-1 0,1 1,0-1,0 0,0 1,1-1,0 1,0 0,0-1,0 1,1-1,-1 1,2 2,8 24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56.31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315 26,'-8'-4,"-1"0,1 0,-1 1,0 1,0-1,0 1,0 1,0 0,0 0,-1 1,1 0,0 0,0 1,-1 0,1 1,0 0,0 1,1 0,-1 0,0 0,1 1,-3 3,0 3,1 1,1 0,-1 0,2 1,0 1,0-1,1 1,1 1,0-1,1 1,0 0,2 0,-1 0,1 1,1-1,1 1,0 13,0-20,1-1,0 1,0-1,1 1,0-1,0 0,1 1,0-1,0 0,1 0,0 0,0 0,0-1,1 1,0-1,0 0,1 0,0 0,0-1,0 1,1-1,-1 0,1-1,0 0,1 0,-1 0,5 2,12 0,0 0,0-2,1 0,0-1,-1-2,1 0,0-2,0 0,-1-2,1-1,-1 0,1-2,-2-1,1 0,7-5,-2 2,-1 0,0-2,-1-1,0-1,0-1,-2-2,0 0,-1-2,7-7,-24 20,-1 0,0-1,0 1,-1-1,0 0,0 0,0 0,-1 0,0-1,-1 1,1-3,-2 7,-1 0,1 0,-1 0,0 0,0 0,0 0,0 0,0 0,-1 0,1 0,-1 0,0 0,0 0,0 0,0 0,0 0,-1 1,0-1,1 1,-1-1,0 1,0 0,0-1,0 1,-1 0,1 0,0 0,-1 1,1-1,-3 0,1 0,0 0,0 0,-1 1,1-1,-1 1,1 0,-1 1,1-1,-1 1,1 0,-1 0,0 0,1 0,-1 1,0 0,1 0,-1 0,1 1,0-1,-1 1,1 0,0 0,0 1,0-1,1 1,-1 0,0 0,-1 2,-3 3,0 0,0 1,1-1,0 2,0-1,1 1,1 0,-1 0,2 0,-1 1,1 3,1-6,0 1,1-1,1 1,-1 0,1-1,1 1,0 0,0 0,0 0,1-1,1 1,0 0,0-1,0 1,1-1,0 0,1 0,0 0,0 0,1 0,0-1,0 0,0 0,6 5,1-3,0 0,1 0,0-2,0 1,1-2,0 0,0 0,0-1,1-1,-1 0,1-2,1 1,184 8,-108-16,-10-2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5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268 9,'-10'-3,"0"1,0 0,0 1,0 0,0 1,0 0,-1 1,1 0,0 0,0 1,0 1,1-1,-1 2,1-1,-1 1,1 1,0 0,0 0,1 0,0 1,0 1,0-1,1 1,0 0,0 1,0 0,-3 7,8-11,0 0,0 1,1-1,0 0,0 1,0 0,0-1,1 1,0-1,0 1,0 0,0-1,1 1,0 0,0-1,0 1,0-1,1 0,0 1,0-1,0 0,0 0,0 0,1 0,0 0,0-1,0 1,1-1,8 10,1-2,1 0,-1 0,2-2,0 1,15 6,68 30,-69-35,-1 2,-1 1,0 1,0 1,-2 1,0 1,9 11,-30-27,-1 1,1-1,-1 1,0 0,0 1,0-1,0 0,-1 1,1 0,-1-1,0 1,0 0,0 0,-1 0,1 1,-1-1,0 0,0 0,-1 1,1-1,-1 1,0-1,0 0,0 1,-1-1,0 0,1 1,-2-1,1 0,0 0,-1 0,0 0,0 0,0 0,0 0,-1 0,0 0,-4 2,0 0,-1-1,0 0,0 0,0-1,0 0,-1-1,1 1,-1-2,0 1,0-1,0-1,0 1,-1-2,1 1,0-1,0 0,-1-1,1 0,0-1,0 0,0 0,0-1,-3-2,9 4,1-1,0 1,0-1,0 1,0-1,1 0,-1 0,0 0,1 0,-1 0,1 0,0 0,-1 0,1-1,0 1,0 0,1-1,-1 1,0-1,1 1,0-1,0 1,-1-1,1 1,1-1,-1 0,0 1,1-1,-1 1,1 0,0-1,-1 1,1-1,0 1,1 0,-1 0,0-1,1 1,-1 0,1 0,0 0,-1 1,1-1,0 0,0 1,2-2,17-13,0 0,1 1,1 1,0 2,0 0,2 1,-1 2,1 0,1 1,-1 2,18-2,-23 2,2 1,-1 1,1 1,-1 1,1 1,0 1,-1 0,1 2,0 1,-1 0,0 2,16 5,-30-6,-2 0,1 0,0 0,-1 1,0 0,0 0,0 1,-1-1,1 1,-2 0,1 0,0 0,-1 1,0-1,-1 1,0 0,0 0,0 0,-1 0,0 0,0 2,1-2,-2-5,1 0,-1 0,1 0,0 0,0 0,0-1,0 1,0 0,0 0,0-1,1 1,-1-1,0 1,1-1,0 0,-1 1,1-1,0 0,-1 0,1 0,0 0,0-1,0 1,0 0,0-1,0 1,0-1,0 0,0 0,0 0,0 0,0 0,0 0,0 0,0 0,0-1,0 1,0-1,1 0,75-36,-69 31,-1 0,1 0,-1 0,0-1,-1 0,1-1,-2 0,1 0,-1 0,0-1,-1 0,0 0,0 0,-1-1,0 1,-1-1,0 0,0 0,-1-1,-1 1,1 0,-2-1,1 1,-2 0,1-1,-1 1,-1-1,0 1,0 0,-2-1,1 3,-1 0,0 0,-1 0,0 1,0 0,-1 0,0 0,0 1,0-1,-1 2,0-1,0 1,0 0,-1 0,0 1,0 0,0 0,0 1,-1 0,1 1,-1-1,0 2,1-1,-1 1,0 1,0-1,0 2,0-1,0 1,1 0,-1 1,0 0,1 1,-1 0,1 0,0 0,0 1,0 1,0-1,1 1,0 0,0 1,-6 5,8-6,1 1,-1-1,1 1,0 0,0 0,0 1,1-1,0 1,0-1,1 1,0 0,0 0,1 0,-1 0,2 1,-1-1,1 0,0 0,0 1,1-1,0 0,1 0,-1 0,1 0,1 0,-1 0,1 0,0-1,1 0,-1 1,1-1,1 0,-1-1,1 1,0-1,0 0,3 2,2-2,1 0,-1-1,1-1,-1 0,1 0,0-1,0 0,0-1,0 0,1-1,-1 0,0-1,3-1,38-5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57.25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314 84,'-21'-14,"-18"-7,-10 0,-4 4,4 7,6 10,12 9,10 11,14 8,15 9,15 8,4-4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57.84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0 456,'24'49,"-13"-24,1 0,2 0,0-1,17 19,-30-41,0 0,0 0,0 0,0-1,1 1,-1-1,1 1,-1-1,1 1,-1-1,1 0,0 0,-1 0,1 0,0 0,0 0,0 0,0-1,0 1,0-1,0 1,0-1,0 0,0 0,0 0,0 0,0 0,0 0,0 0,0-1,0 1,0-1,0 0,0 1,0-1,0 0,0 0,0 0,-1 0,1-1,0 1,-1 0,1-1,-1 1,0-1,1 0,-1 1,0-1,8-14,0 0,-1 0,-1-1,-1 0,0 0,-1-1,-1 0,-1 0,0 0,-1 0,-1-3,1-52,-3 0,-2 0,-4 0,-8-25,13 84,1 11,1 2,-1 0,1 0,-1 1,1-1,-1 0,1 0,-1 0,1 0,0 0,-1 0,1 0,0 1,0-1,0 0,0 0,0 0,0 0,0 0,0 0,0 0,0 0,1 0,-1 0,0 0,1 0,-1 0,0 1,1-1,-1 0,1 0,0 0,-1 1,1-1,0 0,-1 0,1 1,0-1,0 1,-1-1,2 0,63 60,-39-44,1-1,1-2,0 0,1-2,0-1,0-2,1 0,0-2,1-2,80 19,-105-22,0 1,1 0,-1 0,0 1,0 0,0 0,0 0,-1 1,1-1,0 2,-1-1,0 0,0 1,0 0,0 0,-1 1,1-1,-1 1,0 0,-1 0,1 0,-1 1,0-1,0 1,-1-1,1 1,0 4,-3 4,0 0,-1-1,-1 1,0 0,-1 0,0-1,-1 1,-2 4,-14 67,19-82,1 0,0 0,-1 0,1 0,0 0,1 0,-1 0,1 0,-1 0,1-1,0 1,0 0,0 0,0 0,1-1,-1 1,1-1,-1 1,1-1,0 1,0-1,0 0,0 0,1 0,-1 0,1-1,-1 1,1 0,-1-1,1 0,0 0,0 0,-1 0,1 0,3 0,14 1,0-1,0 0,0-2,0 0,-1-2,1 0,0-1,-1-1,0 0,0-2,-1 0,1-1,8-7,4 0,0-1,-1-2,0-1,-2-1,0-1,-2-2,0-1,-2-1,0-1,13-20,-19 21,-18 25,-1 1,1-1,0 0,0 0,0 1,0-1,0 0,0 0,0 1,0-1,0 0,1 0,-1 1,0-1,0 0,0 0,0 0,0 1,0-1,0 0,1 0,-1 0,0 1,0-1,0 0,0 0,1 0,-1 0,0 1,0-1,0 0,1 0,-1 0,0 0,0 0,0 0,1 0,-1 0,0 0,0 0,1 0,-1 0,0 0,0 0,1 0,-1 0,0 0,0 0,1 0,-1 0,0 0,0 0,0 0,1 0,-1-1,-3 37,2-24,-1-3,1 0,0 0,0 1,1-1,0 0,1 0,0 1,1-1,0 0,0 0,1 0,0 0,0-1,1 1,0-1,1 0,-1 0,2 0,-1-1,1 0,0 0,1 0,2 1,-6-6,0-1,0 0,1 0,-1 0,0 0,1-1,-1 1,0-1,1 0,-1 0,0 0,1 0,-1-1,1 1,-1-1,0 0,0 0,1 0,-1-1,0 1,0-1,0 1,0-1,-1 0,2-1,23-17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1:58.10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229 142,'-19'-16,"-15"-13,-8-3,-3 3,5 7,9 10,14 11,19 10,24 7,7-1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2:00.28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5283,'63'25,"0"-3,2-2,0-3,1-3,47 3,201 15,1-13,210-17,-362-3,-52 0,907 15,120 39,63 0,220-39,-910-33,213-47,-229 27,-477 38,-8 2,-1-1,1-1,-1 1,0-2,1 1,-1-1,0-1,0 0,0 0,1-1,-7 1,-1-1,1 1,0-1,-1 0,0 0,0 0,0 0,-1 0,1 0,-1-1,0 1,0-1,-1 1,1 0,-1-1,0 1,0-1,0 1,-1-1,0 1,-1-4,2-9,-1-651,-9-195,-43 314,-12-234,64 529,14-42,-1 132,-8-2,-9-34,-1 76,10-120,2 121,17-176,-18 280,0 0,1 0,1 1,1 0,8-16,21-49,54-228,-75 237,-225 455,-11 1,211-361,23-40,119-261,42-124,-163 373,-3 43,15 47,2 0,3-2,2-2,3 0,2-2,3-2,2 0,20 28,-4 3,14 32,-69-111,23 56,-25-58,1 1,-1 0,0 0,1-1,-1 1,0 0,0 0,0-1,0 1,-1 0,1 0,0-1,-1 1,0 0,1-1,-1 1,0-1,1 1,-1 0,0-1,0 0,0 1,-1-1,1 0,0 1,0-1,-1 0,1 0,-1 0,1 0,-1 0,-1 0,-9 3,0 0,-1-1,1 0,-1-1,0-1,0 0,1-1,-1 0,-4-1,-3 1,-477-31,362 27,268 6,-146-2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7:30:43.7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8728 625,'-2'0,"-4"-2,-5-4,0 0</inkml:trace>
  <inkml:trace contextRef="#ctx0" brushRef="#br0" timeOffset="-2517.692">4850 693,'36'-16,"-1"-1,0-2,-1-1,-1-2,-1-1,-2-1,3-5,-33 29,6-5,0 0,-1 0,0 0,0-1,-1 0,1 0,-1 0,0-1,-1 1,0-1,0 0,2-6,-5 12,0 0,0-1,1 1,-1 0,0 0,-1 0,1-1,0 1,0 0,0 0,-1 0,1 0,-1-1,1 1,-1 0,1 0,-1 0,1 0,-1 0,0 0,0 0,1 0,-1 1,0-1,0 0,0 0,0 1,0-1,0 0,0 1,0-1,-1 1,1 0,0-1,0 1,0 0,0 0,-1-1,1 1,0 0,0 0,0 0,-1 1,1-1,-53 11,47-6,1-1,0 1,0 0,1 1,0 0,0-1,0 1,0 1,1-1,0 1,0 0,1 0,0 0,0 0,1 1,0-1,0 1,1-1,0 1,0 0,0-1,1 1,0 0,1-1,0 1,0 0,1-1,0 1,0-1,1 1,0-1,0 0,0 0,1 0,0-1,0 1,1-1,0 0,0-1,1 1,-1-1,2 1,4 4,1 0,0-1,0-1,1 0,0-1,0 0,1-1,0 0,0-1,0-1,0 0,1-1,0 0,0-2,-1 1,1-2,0 0,1-1,33-5</inkml:trace>
  <inkml:trace contextRef="#ctx0" brushRef="#br0" timeOffset="-2271.356">5505 434,'2'16,"8"13,14 8,14 4,15 1,10-3,6-5,0-7,-6-7,-10-8,-14-5</inkml:trace>
  <inkml:trace contextRef="#ctx0" brushRef="#br0" timeOffset="-2099.818">5887 420,'-19'7,"-10"11,-8 13,-1 10,-2 9,3 8,4 4,8-3,7-5,7-13</inkml:trace>
  <inkml:trace contextRef="#ctx0" brushRef="#br0" timeOffset="-1648.969">6242 502,'42'-502,"-74"823,30-293,-3 0,2 0,1 0,1 1,2-1,0 0,2 0,1 0,2 0,0-1,2 1,1-2,9 20,-16-41,1-1,-1 0,1 0,0 0,0 0,1 0,-1-1,1 1,0-1,-1 0,1 0,1-1,-1 1,0-1,1 0,-1 0,1 0,0-1,-1 1,1-1,0 0,0-1,0 1,0-1,0 0,0 0,0 0,-1-1,1 0,0 0,0 0,0-1,-1 1,1-1,2-1,3-5,0 1,-1-1,0-1,0 0,-1 0,0-1,-1 0,0 0,0-1,-1 1,-1-2,0 1,0 0,-1-1,0 0,-1 0,-1 0,0-1,1-8,-3 17,1 0,-1 1,1-1,-1 0,0 0,0 1,-1-1,1 0,-1 1,0-1,0 0,0 1,0-1,-1 1,1-1,-1 1,0 0,0-1,1 3,0 1,1-1,-1 1,1-1,-1 1,0-1,1 1,-1 0,0-1,0 1,1 0,-1 0,0 0,0-1,0 1,1 0,-1 0,0 0,0 0,1 0,-1 1,0-1,0 0,0 0,1 0,-1 1,0-1,1 0,-1 1,0-1,1 0,-1 1,0-1,1 1,-1-1,1 1,-1 0,1-1,-1 1,1 0,-1-1,1 1,-1 0,1-1,0 1,0 0,-1 0,-14 39,12-31,0 1,1-1,0 1,1 0,0 0,1 0,-1 0,2 0,0 0,0 0,1 0,0-1,1 1,0-1,0 1,1-1,0 0,1 0,0 0,0-1,1 0,0 0,0 0,1-1,0 0,0 0,1-1,0 0,4 3,61 13,-42-21</inkml:trace>
  <inkml:trace contextRef="#ctx0" brushRef="#br0" timeOffset="-1384.675">6242 202,'12'-2,"19"-2,27 2,21-1,18 2,11 0,2 0,-19 1</inkml:trace>
  <inkml:trace contextRef="#ctx0" brushRef="#br0" timeOffset="-960.3">6871 761,'14'-32,"0"-1,-3 0,0-1,-2 0,-2-1,-1 0,-1-15,-5 50,1-84,-1 80,0 1,-1-1,1 1,-1-1,0 1,0-1,0 1,-1 0,1 0,-1-1,1 1,-1 0,0 0,0 1,0-1,-1 0,1 1,-1-1,0 1,1 0,-1 0,-1 0,4 2,0 0,1 1,-1-1,0 0,0 1,0-1,0 1,0-1,0 0,0 1,0-1,-1 1,1-1,0 0,0 1,0-1,0 0,0 1,-1-1,1 1,0-1,0 0,-1 0,1 1,0-1,0 0,-1 1,1-1,0 0,-1 0,1 0,0 1,-1-1,1 0,0 0,-1 0,1 0,-1 0,1 0,0 0,-1 1,1-1,-1 0,1 0,0-1,-1 1,1 0,-1 0,1 0,0 0,-1 0,1 0,0 0,-1-1,1 1,0 0,-1 0,1 0,0-1,73 32,-61-28,49 11,-43-11,1 1,-1 0,0 2,0 0,0 1,-1 1,1 1,-14-5,0 0,0-1,0 1,-1 1,0-1,1 0,-2 1,1 0,0-1,-1 1,0 0,0 0,0 1,-1-1,0 0,0 0,0 1,-1-1,1 1,-1-1,-1 1,1-1,-1 0,0 1,0-1,0 0,-1 0,-1 5,-4 33,7-41,0 0,0 0,1 0,-1 0,0 0,1 1,-1-1,1 0,-1 0,1 0,0-1,0 1,0 0,0 0,0 0,1-1,-1 1,1 0,-1-1,1 1,-1-1,1 0,0 0,-1 1,1-1,0 0,0 0,0-1,0 1,0 0,0-1,0 1,0-1,0 0,0 1,0-1,0 0,1 0,-1 0,0-1,0 1,0-1,0 1,0-1,0 1,2-2,10-2,0-1,-1 0,1-1,-1 0,0-1,-1-1,0 0,0 0,9-9,7-7</inkml:trace>
  <inkml:trace contextRef="#ctx0" brushRef="#br0" timeOffset="-248.691">7526 366,'-3'4,"1"0,-1 1,1-1,0 1,0-1,0 1,0 0,1 0,0-1,0 1,0 0,1 0,0 4,-1-3,-1 9,1 1,1 0,0 0,1 0,1-1,1 1,0-1,1 1,0-1,3 5,-7-18,1 0,-1-1,1 1,-1 0,1-1,0 1,0-1,0 1,0-1,0 1,0-1,0 1,0-1,0 0,1 0,-1 0,0 1,1-1,-1-1,1 1,0 0,-1 0,1 0,0-1,-1 1,1-1,0 0,-1 1,1-1,0 0,0 0,-1 0,1 0,0 0,0 0,0-1,-1 1,1-1,0 1,-1-1,1 0,0 1,-1-1,1 0,-1 0,1 0,0-1,9-9,0-1,-1 0,-1 0,0-1,-1 0,0 0,-1-1,0 0,-2-1,1 1,-2-1,0 0,0 0,-1-7,6-46,-10 89,1 0,1 1,1-1,0 0,2 0,2 5,-5-20,1 0,0 0,0-1,0 1,1-1,0 1,0-1,0 0,1 0,-1 0,1-1,0 1,1-1,-1 0,1 0,0 0,0-1,0 0,0 0,1 0,-1-1,1 1,0-1,0 0,5 0,-1 0,0 0,1-1,0-1,-1 0,1 0,-1-1,1 0,-1-1,0 0,1 0,-1-1,0-1,0 0,-1 0,1-1,-1 0,0-1,0 0,-1 0,0-1,0 0,0 0,-1-1,0 0,-1 0,0-1,0 1,0-1,-1-1,0-1,30-98,-35 108,1-1,-1 0,0 1,0-1,0 0,0 0,0 1,0-1,0 0,0 1,0-1,-1 0,1 1,-1-1,1 0,-1 1,0-1,0 1,0-1,0 1,0-1,0 1,0 0,0 0,0-1,0 1,-1 0,1 0,-1 0,1 0,-1 0,1 1,-1-1,1 0,-1 1,0-1,1 1,-1 0,0-1,1 1,-1 0,0 0,1 0,-1 0,0 0,0 0,1 1,-1-1,0 1,-3-1,0 1,0 0,0 0,0 1,0-1,1 1,-1 0,0 1,1-1,-1 1,1 0,0 0,0 0,0 0,1 1,-1-1,1 1,0 0,0 0,0 1,0-1,1 1,-1-1,1 1,1 0,-1-1,1 1,-1 0,1 4,-1-1,0 1,1-1,1 0,-1 0,1 0,1 1,-1-1,1 0,1 0,0 0,0 0,0 0,1 0,0-1,1 1,-1-1,1 0,3 3,4 0,1 1,1-2,0 0,0 0,1-1,0-1,0 0,1-1,0-1,0 0,0-1,1-1,-1 0,1-1,0-1,0 0,0-1,-1-1,1 0,5-2,22-2</inkml:trace>
  <inkml:trace contextRef="#ctx0" brushRef="#br0" timeOffset="-5211.598">384 325,'-19'-41,"15"33,-1-1,-1 1,1-1,-1 1,-1 1,1-1,-1 1,0 1,-1-1,0 1,0 0,0 1,-1 0,0 0,-2 0,6 3,0 0,-1 0,0 0,1 0,-1 1,0 0,0 1,0-1,1 1,-1 0,0 1,0-1,0 1,0 0,1 1,-1-1,0 1,1 0,0 1,-1-1,1 1,0 0,0 0,0 1,1-1,-2 2,-5 9,0 1,1-1,0 2,1 0,1 0,0 0,2 1,0 0,0 1,2-1,0 1,1 0,1 0,0 0,2 0,1 13,-2-19,0-1,1 1,0-1,1 1,1-1,0 0,0 0,1 1,1-1,0-1,0 1,1-1,0 1,1-1,0-1,1 1,0-1,0 0,1-1,0 0,0 0,1-1,0 1,1-2,-1 0,1 0,0-1,1 0,0 0,-1-1,6 1,-4-5,-1 1,0-2,0 1,0-2,1 1,-1-1,-1-1,1 0,0-1,-1 0,1 0,-1-1,0-1,-1 1,1-2,-1 1,-1-1,1-1,-1 1,0-1,-1-1,0 0,0 0,-1 0,0-1,4-8,18-32,-24 77,-5-22,1 1,0-1,0 1,0-1,1 1,0-1,0 1,0-1,1 0,-1 0,1 1,1-1,-1 0,1-1,0 1,0 0,0-1,1 0,-1 1,1-2,0 1,0 0,0-1,1 1,-1-1,1 0,0-1,0 1,0-1,0 0,0 0,1-1,-1 0,3 1,-4-2,1 0,-1 1,0-2,1 1,-1-1,0 1,0-1,0 0,1-1,-1 1,0-1,0 1,-1-1,1-1,0 1,-1 0,1-1,-1 0,0 0,0 0,0 0,0 0,0 0,-1-1,0 1,1-1,-1 0,-1 0,1 0,0 0,-1 0,0 0,0 0,0-1,-1 1,1 0,-1 0,0-1,0 1,-1-1,0-2,-1 0,0-1,0 1,-1 0,0 1,0-1,-1 0,0 1,0 0,0 0,-1 0,0 0,0 1,0 0,-1 0,1 0,-1 1,-1-1,1 2,-1-1,1 1,-1 0,0 0,0 0,0 1,0 1,-1-1,1 1,-2 0,8 1,0-1,1 1,-1-1,0 1,0 0,0 0,0-1,1 1,-1 0,0 0,0 0,0 0,0 0,0 0,0 0,1 0,-1 0,0 1,0-1,0 0,0 1,0-1,1 0,-1 1,0-1,0 1,1-1,-1 1,0-1,1 1,-1 0,1-1,-1 1,1 0,-1 0,1-1,-1 1,1 0,-1 0,1 0,0-1,0 1,-1 0,1 0,0 0,0 0,0 0,0-1,0 1,0 0,0 0,0 0,1 0,-1 0,7 7</inkml:trace>
  <inkml:trace contextRef="#ctx0" brushRef="#br0" timeOffset="-4343.709">862 447,'10'6,"-1"0,0 0,0 1,0 0,-1 0,0 1,-1 0,1 0,-2 1,1 0,-1 0,-1 1,1 0,-2 0,1 0,-1 0,-1 1,0-1,0 1,-1 0,0 7,15 42,-17-60,0 1,0 0,0-1,0 1,0 0,0-1,0 1,0 0,0-1,0 1,0 0,0-1,0 1,0 0,1-1,-1 1,0-1,1 1,-1 0,0-1,1 1,-1-1,1 1,-1-1,0 1,1-1,0 1,-1-1,1 1,-1-1,1 0,-1 1,1-1,0 0,-1 0,1 1,0-1,-1 0,1 0,0 0,-1 0,1 0,0 0,-1 0,1 0,0 0,-1 0,1 0,0 0,-1-1,1 1,0 0,-1 0,1-1,-1 1,1 0,0-1,-1 1,1-1,-1 1,1-1,-1 1,40-129,-32 90,24-68,-32 107,0 0,0 0,0 1,0-1,0 0,1 0,-1 1,0-1,0 0,0 0,0 0,1 1,-1-1,0 0,0 0,0 0,1 1,-1-1,0 0,0 0,1 0,-1 0,0 0,0 0,1 0,-1 0,0 1,0-1,1 0,-1 0,0 0,1 0,-1 0,0 0,0-1,1 1,-1 0,0 0,0 0,1 0,-1 0,0 0,0 0,1 0,-1-1,0 1,0 0,0 0,1 0,-1-1,0 1,0 0,0 0,0 0,1-1,-1 1,0 0,0 0,0-1,0 1,0 0,0 0,0-1,0 1,0 0,0-1,0 1,0 0,0 0,6 24,-6-20,4 16,-4-10,1 0,0 0,1 0,0-1,1 1,0 0,0-1,1 0,0 0,1 0,0 0,0-1,1 0,0 0,5 5,-9-12,0 0,0 0,0 0,0 0,0 0,0 0,0-1,0 1,0-1,0 0,0 0,0 0,0 0,0 0,1 0,-1 0,0 0,0-1,0 1,0-1,0 0,0 0,0 0,0 0,-1 0,1 0,0 0,0 0,-1-1,1 1,-1-1,1 1,0-1,42-59,7-77,-48 162,-5-17,0 0,1 0,0 0,0 0,1 0,0 0,0 0,0 1,1-1,0 0,1 0,0 0,0 0,0-1,1 1,0 0,0-1,1 0,-1 0,1 0,1 0,-1 0,1-1,0 0,0 0,2 1,0-2,0 1,1-1,0-1,0 1,0-2,0 1,0-1,1 0,-1 0,1-1,-1-1,1 1,-1-1,1-1,0 1,-1-1,1-1,-1 0,0 0,0-1,1 0,-2 0,1-1,0 1,-1-2,6-3,-2 1,-1-1,0 1,0-2,0 0,-1 0,-1-1,1 0,-1 0,-1-1,0 0,-1 0,0-1,-1 1,0-1,0-1,-2 1,2-6,-3-41,-2 58,0-1,0 0,0 0,0 1,-1-1,1 0,-1 0,1 1,-1-1,0 1,0-1,1 1,-1-1,0 1,-1-1,1 1,0 0,0-1,0 1,-1 0,1 0,-1 0,1 0,-1 0,1 0,-1 1,1-1,-1 0,0 1,1-1,-2 1,0 1,-1 0,0 1,1-1,-1 1,1 0,0 0,-1 0,1 0,0 0,0 1,1-1,-1 1,0 0,1 0,0 0,-1 0,1 1,1-1,-1 1,0-1,1 1,0-1,0 1,0 0,0-1,0 2,-2 2,1-1,0 1,0 1,0-1,1 0,0 0,1 0,-1 1,2-1,-1 0,1 1,0-1,0 0,1 0,0 0,0 0,0 0,1 0,0 0,1-1,0 0,0 0,0 0,0 0,1 0,0-1,0 0,1 0,-1 0,1-1,0 0,6 3,-1-2,1-1,-1 0,1-1,0 0,0-1,0 0,1-1,-1 0,0-1,8-1,23-4</inkml:trace>
  <inkml:trace contextRef="#ctx0" brushRef="#br0" timeOffset="-3945.721">2090 351,'0'16,"1"0,0-1,2 1,-1-1,2 0,0 0,0 0,2 0,0-1,0 1,2-2,-1 1,2-1,8 11,-15-22,0 1,0-1,0 0,0 0,0 0,0 0,1 0,-1 0,1-1,-1 1,1-1,0 1,0-1,-1 0,1 0,0-1,0 1,0 0,0-1,0 0,0 0,0 0,0 0,0 0,0 0,0-1,0 0,0 1,0-1,-1 0,1-1,0 1,0 0,-1-1,1 1,-1-1,1 0,-1 0,0 0,0 0,0 0,10-12,-1-1,-1 0,-1 0,0-1,-1 0,0 0,-2-1,0 0,0 0,-2-1,2-14,-10 54,1 0,0 0,2 0,1 1,0-1,3 8,-3-23,1-1,1 1,-1 0,1-1,0 0,0 1,1-1,0 0,0 0,1 0,-1-1,1 1,0-1,1 0,-1 0,1 0,0-1,0 1,1-1,-1-1,1 1,0-1,2 1,20 7</inkml:trace>
  <inkml:trace contextRef="#ctx0" brushRef="#br0" timeOffset="-3287.485">2706 379,'25'3,"-1"2,1 0,-1 1,0 2,0 0,6 5,-21-9,1 1,-1 0,-1 0,1 1,-1 0,0 1,0 0,-1 0,0 0,0 1,0 0,-1 1,-1 0,1-1,-2 2,3 4,-2-1,-1 0,-1 0,0 1,-1 0,0-1,-1 1,-1 0,0 0,-1 0,0 0,-1-1,-3 12,-61 159,14-47,50-134,0 1,1-1,0 0,-1 1,1-1,1 1,-1 0,0-1,1 1,0 0,0-1,0 1,0 0,1-1,-1 1,1-1,0 1,0 0,0-1,1 0,-1 1,1-1,0 0,0 0,0 0,0 0,0 0,1 0,-1-1,1 1,0-1,0 1,0-1,0 0,7 2,0-1,1-1,-1 1,0-1,1-1,0 0,-1-1,1 0,-1 0,1-1,-1-1,1 0,-1 0,0-1,0 0,0-1,0 0,0 0,-1-1,0-1,0 1,0-2,-1 1,4-4,-7 5,-1-1,1 0,-1 1,0-2,-1 1,1 0,-1-1,0 1,-1-1,0 0,0 0,0 0,-1 0,0-1,0 1,-1 0,0 0,0 0,-1-1,0 1,0 0,-1 0,0-3,-2-2,0 0,-1 0,0 1,-1-1,0 1,-1 0,-1 1,1-1,-1 2,-1-1,0 1,-9-7,-7-2,-1 1,-1 1,0 1,-1 2,-14-5,1 0,34 8,29 7,-18 3,302-39,-67 5,-223 32,-10 1,1 0,0 0,-1 1,1 0,-1 0,1 0,0 1,-1 0,1 1,-1-1,2 2,-6-1,0 0,0 0,0 1,0-1,0 1,-1-1,1 1,-1 0,0 0,0-1,0 1,0 0,0 0,-1 0,1 0,-1 0,0 0,0 0,0 0,0 1,0-1,-1 0,1 0,-1 0,0-1,0 2,0 0,-28 147,29-150,-1 0,1 0,0 0,0 0,0 0,-1 0,1 1,0-1,0 0,1 0,-1 0,0 0,0 0,0 1,1-1,-1 0,1 0,-1 0,1 0,-1 0,1 0,-1 0,1 0,0 0,0-1,-1 1,1 0,0 0,0 0,0-1,0 1,0-1,0 1,0-1,0 1,0-1,11 1</inkml:trace>
  <inkml:trace contextRef="#ctx0" brushRef="#br0" timeOffset="-3040.144">3565 297,'-16'-7,"-3"-2,6 2,10 6,13 2,4 1</inkml:trace>
  <inkml:trace contextRef="#ctx0" brushRef="#br1" timeOffset="93952.125">5163 1458,'-19'9,"-1"0,1 2,0 0,1 1,1 1,0 1,0 0,2 1,-1 1,2 0,0 1,2 1,-1 0,2 0,-9 20,5 10,2 1,2 0,2 0,1 9,-3 15,-26 114,-8-1,-34 76,44-160,5 1,4 1,5 1,5 1,4 0,5 1,5 51,24 73,36 141,-46-303,202 971,-190-899,-6 0,-6 2,-6 82,-8-177,-3-1,-1 0,-3 0,-1 0,-3-1,-2 0,-1-2,-3 0,-1 0,-16 21,-169 274,200-333,2 0,-1 0,1 1,0-1,0 1,1 0,0 0,0 0,1 0,0 0,0 1,0-1,1 0,0 0,1 1,-1-1,2 0,-1 0,1 0,0 0,0 0,1 0,0 0,0-1,0 1,1-1,1 2,10 6,0-1,0 0,1-1,1 0,0-2,2 1,27 17,-12-4,-1 0,-1 2,-1 2,-1 1,-2 1,-1 1,-2 1,-1 2,-1 0,-2 2,-1 0,-2 1,2 11,10 46,-5 1,-3 2,-5 0,-4 0,0 81,1 160,-18 122,-44 237,6-129,22 544,18-940,-25 166,-39 154,28-201,-65 245,64-322,10 1,-1 201,-2 13,5 1,23 231,5-363,0 256,7-454,4 0,5-1,25 83,-21-92,-11-48,2 0,2-1,1 0,2-1,18 29,-26-52,2 0,0-1,1 0,0-1,1-1,1 0,1 0,0-2,0 0,1 0,0-1,1-2,18 9,-8-9,0-1,0-2,0 0,1-2,-1-1,1-1,0-1,0-2,0-1,23-4,72-12</inkml:trace>
  <inkml:trace contextRef="#ctx0" brushRef="#br1" timeOffset="96214.883">2746 11154,'2'-3,"0"0,-1-1,1 1,-1-1,1 1,-1-1,0 0,-1 0,1 1,-1-1,1 0,-1 0,0 0,-1 0,1 1,-1-1,1 0,-1 0,0 1,-1-1,1 0,0 1,-1-1,0 1,0 0,0 0,0 0,-1 0,1 0,-1 0,0 0,0 1,0-1,0 1,0 0,0 0,0 0,-4-1,1 1,0 1,0 0,0 0,-1 0,1 1,0 0,0 0,0 1,-1-1,1 2,0-1,0 0,0 1,0 0,0 1,1-1,-1 1,1 0,0 0,-1 1,1 0,1 0,-1 0,-7 7,1-1,0 2,1-1,0 1,1 1,0 0,1 0,-5 13,6-13,1 0,0 1,1 0,0 0,1 0,1 0,0 1,1 0,1-1,0 1,1 0,1 0,0-1,1 1,0 0,1-1,1 0,0 1,1-2,1 1,0 0,1-1,0 0,1-1,1 0,0 0,0-1,1 0,0 0,7 4,-5-7,0-1,1 0,0-1,0-1,0 0,1 0,-1-2,1 0,0 0,0-1,0-1,0 0,0-1,1 0,-1-2,0 1,0-2,0 0,8-3,-4 0,-1 0,0-1,-1 0,0-2,0 0,-1 0,0-2,0 0,-1-1,-1 0,0-1,-1 0,0-1,-1 0,0-2,1-1,-14 59,1-37,-1 0,1 0,0 0,1 0,-1 0,1 0,0 0,1 0,-1 0,1 0,0 0,0 0,0 0,1 0,0 0,0-1,0 1,1-1,-1 1,1-1,0 0,0 0,0 0,1 0,0-1,-1 0,1 1,0-1,1 0,-1-1,0 1,2 0,5 1,-1-1,0 0,1 0,-1-1,1 0,0-1,0-1,0 1,-1-2,2 1,-6-1,-1 1,0-1,1 0,-1 0,0 0,0-1,0 0,0 0,0 0,-1-1,1 1,0-1,-1 0,0 0,0-1,0 0,0 1,0-1,-1 0,0-1,1-1,-2 4,-1-1,0 0,1 0,-1 0,-1 0,1 0,0 0,-1 0,1 0,-1-1,0 1,0 0,-1 0,1 0,0 0,-1 0,0 0,0 0,0 0,0 0,0 0,-1 0,1 0,-1 1,0-1,1 1,-1-1,0 1,-1-1,-4-4,0 1,0-1,-1 2,0-1,0 1,0 0,-1 1,1 0,-3-1,-2 0,-1 0,1 1,-1 0,0 2,0-1,0 2,0 0,0 0,0 1,-13 2,27-2,0 1,0-1,0 0,0 0,0 0,0 0,1 1,-1-1,0 0,0 0,0 0,0 1,0-1,0 0,0 0,0 0,0 1,0-1,0 0,-1 0,1 0,0 0,0 1,0-1,0 0,0 0,0 0,0 0,0 1,0-1,-1 0,1 0,0 0,0 0,0 0,0 1,-1-1,1 0,0 0,0 0,0 0,0 0,-1 0,1 0,0 0,0 0,0 0,-1 0,1 0,0 0,20 4,4-6,0-1,0-1,0-1,0-1,-1-1,10-4,-10 3,196-56,-217 63,1 0,-1 0,0 0,1 0,0 1,-1-1,1 1,-1 0,1 0,0 0,-1 0,1 0,-1 0,1 1,0-1,-1 1,1 0,-1 0,0 0,1 0,-1 0,0 0,1 1,-1-1,0 1,0-1,0 1,0 0,-1 0,1 0,0 0,-1 0,1 0,-1 1,0-1,0 0,0 1,0-1,0 2,0 136,-1-138,0-1,0 1,0 0,0-1,0 1,0-1,1 1,-1-1,0 1,1 0,-1-1,1 1,0-1,0 0,-1 1,1-1,0 0,0 1,0-1,0 0,1 0,-1 0,0 0,0 0,1 0,-1 0,0 0,1-1,-1 1,1 0,-1-1,1 1,-1-1,1 0,0 1,-1-1,1 0,-1 0,1 0,0 0,-1 0,1-1,-1 1,1 0,0-1,-1 1,1-1,-1 1,0-1,1 0,-1 0,1 0,0 0,7-8,0 1,-1-1,0-1,0 0,-1 0,0 0,-1-1,0 0,-1 0,0 0,0-1,-2 0,1 0,-2 0,1 0,-2 0,1-5,1-24,15 143,-15-80,-3-14,0 0,1 0,0 0,1 0,0-1,0 1,0-1,1 1,0-1,1 0,0 0,0 0,1 1,-4-7,1 0,-1 0,1 0,0 0,-1 0,1 0,0-1,-1 1,1 0,0-1,0 0,0 1,0-1,-1 0,1 0,0 0,0 0,0 0,0 0,0-1,-1 1,1 0,0-1,0 0,0 1,-1-1,1 0,0 0,-1 0,1 0,-1 0,1 0,-1-1,0 1,1 0,0-2,43-55,18-88,-48 103,-21 87,4-34,-7 69,9-77,0 0,1 0,-1 1,0-1,1 0,0 0,-1 0,1 0,0 0,0 0,0 0,0-1,1 1,-1 0,0-1,1 1,-1 0,1-1,0 0,-1 1,1-1,0 0,0 0,0 0,0 0,0 0,0 0,0-1,0 1,0-1,0 1,0-1,0 0,2 0,8-1,1-1,-1 0,1-1,-1 0,0-1,0-1,-1 0,1 0,-1-1,0-1,0 1,-1-2,0 0,0 0,0-1,1 0,-1-1,0 0,-1 0,1-1,-2 0,0 0,0-1,-1 0,0 0,-1-1,-1 0,0 0,-1-1,0 1,2-15,-11-3,5 30,0 1,0-1,-1 1,1-1,0 1,0 0,-1-1,1 1,0 0,-1-1,1 1,0 0,-1-1,1 1,0 0,-1-1,1 1,-1 0,1 0,-1 0,1 0,0-1,-1 1,1 0,-1 0,1 0,-1 0,1 0,-1 0,1 0,-1 0,1 0,-1 0,1 0,-1 1,1-1,0 0,-1 0,1 0,-1 1,1-1,-1 0,1 0,0 1,-1-1,1 0,0 1,-1-1,1 0,0 1,-1-1,1 1,0-1,0 0,0 1,-1-1,1 1,0-1,0 1,0-1,-5 10,1-1,-1 1,2 0,0 0,0 0,0 0,2 0,-1 0,1 1,0 9,1-15,-1 0,-1-1,1 1,1-1,-1 1,1 0,-1-1,1 1,1 0,-1-1,1 1,-1 0,1-1,1 1,-1-1,1 1,-1-1,1 0,1 0,-1 0,0 0,1 0,0 0,0-1,0 1,0-1,1 0,0 0,-1 0,1 0,0-1,0 1,0-1,0 0,5 1,-2-3,0-1,0 0,0-1,-1 0,1 0,0 0,-1 0,1-1,-1 0,0-1,0 0,0 1,0-2,-1 1,0-1,0 0,0 0,0-1,22-21</inkml:trace>
  <inkml:trace contextRef="#ctx0" brushRef="#br1" timeOffset="96604.841">4604 11072,'-5'12,"1"1,1 0,0 1,0-1,2 0,0 1,0-1,1 1,1 0,0-1,1 0,0 1,1-1,0 0,3 4,-4-14,-1 0,2 0,-1 0,0 0,0 0,1-1,0 1,-1-1,1 0,0 0,0 0,0 0,1 0,-1-1,0 1,1-1,-1 0,1 0,-1 0,1 0,-1-1,1 1,-1-1,1 0,0 0,-1-1,1 1,-1-1,1 1,0-1,-1 0,0-1,1 1,-1 0,0-1,0 0,1 0,-1 0,-1 0,1 0,0-1,0 1,1-3,6-5,0 0,-1 0,0-1,-1-1,0 1,-1-1,-1 0,1-1,-2 1,0-1,0-1,-1 1,-1 0,0-1,-1 0,-1 0,0-10,-3 9,-3 30,1 0,1 0,1 0,1 0,0 1,1-1,1 0,0 0,1 1,0-1,2 0,-1-1,2 1,0-1,1 0,1 2,-4-12,0 1,0-1,0 0,1-1,-1 1,1 0,0-1,0 0,0 0,1 0,-1-1,1 1,0-1,-1 0,1 0,0-1,0 0,0 1,0-2,0 1,1 0,-1-1,0 0,0 0,0-1,0 0,0 0,0 0,0 0,0-1,0 1,0-1,2-2,23-13</inkml:trace>
  <inkml:trace contextRef="#ctx0" brushRef="#br1" timeOffset="97211.198">5137 11085,'-5'-130,"5"128,-1 0,2 0,-1 0,0 0,0 0,1 0,-1 0,1 0,-1 0,1 0,0 0,0 0,0 1,0-1,0 0,0 0,0 1,1-1,-1 1,1-1,-1 1,1 0,0-1,-1 1,1 0,0 0,0 0,0 0,-1 1,1-1,0 0,0 1,0-1,0 1,1 0,-1 0,0 0,0 0,0 0,0 0,1 0,5 1,1-1,0 1,-1 0,1 1,-1 0,0 1,1-1,-1 2,0-1,-1 1,1 0,-1 1,1-1,-1 2,-1-1,1 1,-1 0,0 0,0 0,-1 1,4 6,2 2,-2 2,0-1,0 1,-2 1,0-1,-1 1,0 1,-2-1,2 12,-1 32,-3 0,-2-1,-2 1,-11 55,-2 54,14-152,1-1,1 0,0 1,2-1,0 0,5 15,-7-27,0-1,1 0,0 0,0 0,1-1,-1 1,1 0,0-1,0 0,1 1,-1-1,1-1,0 1,0 0,0-1,0 0,1 0,-1 0,1-1,0 1,0-1,0 0,0 0,0-1,2 1,-4-2,-1 1,1-1,0 0,-1 0,1 0,-1 0,1-1,0 1,-1-1,1 1,-1-1,1 0,-1 0,1 0,-1 0,0-1,1 1,-1 0,0-1,0 0,0 1,0-1,0 0,-1 0,1 0,-1 0,1-1,-1 1,0 0,1-1,-1 0,14-83,-19 56,-2 0,-1 0,-1 1,-2 0,-1 0,-1 1,-1 1,-2 0,0 1,-2 0,-9-9,-12-18,-2 2,-2 1,-12-7,14 12,41 43,-1 1,0-1,1 0,-1 1,1-1,0 0,-1 1,1-1,0 1,0-1,0 1,0 0,0-1,0 1,0 0,1 0,-1 0,0 0,1 0,-1 0,1 0,-1 0,1 1,0-1,-1 0,1 1,-1-1,1 1,0 0,0 0,-1 0,2-1,2-1,249-87,-124 33,-129 56,0 0,0 0,0 1,0-1,-1 0,1 0,0 1,0-1,0 1,0-1,-1 1,1-1,0 1,0-1,-1 1,1 0,0-1,-1 1,1 0,-1 0,1-1,-1 1,1 0,-1 0,0 0,1 0,-1-1,0 1,0 0,1 0,-1 0,0 0,0 0,0 0,0 0,0 0,0 0,-1 0,1 0,0 0,0-1,-1 1,1 0,0 0,-1 0,1 0,-1-1,1 1,-1 0,0 0,0 0,0 8,-3 7,1 0,1 0,0 1,2-1,0 1,0-1,2 1,0-1,0 1,2-1,0 0,1-1,1 1,1 3,-6-17,-1-1,0 0,1 0,-1 1,1-1,-1 0,1 0,0 1,-1-1,1 0,0 0,0 0,0 0,0 0,0 0,0 0,0 0,0-1,0 1,0 0,0-1,0 1,1-1,-1 1,0-1,1 1,-1-1,0 0,0 0,1 1,-1-1,1 0,-1 0,0-1,1 1,-1 0,0 0,1-1,-1 1,0 0,0-1,1 0,-1 1,0-1,0 0,0 1,0-1,0 0,0 0,0 0,0 0,0 0,0 0,0 0,-1 0,1 0,0 0,-1-1,1 0,11-28,-2-4</inkml:trace>
  <inkml:trace contextRef="#ctx0" brushRef="#br1" timeOffset="97460.375">5710 10622,'-12'-24,"-8"-14,-3-3,0 5,3 16,6 21,5 21,2 22,2 2</inkml:trace>
  <inkml:trace contextRef="#ctx0" brushRef="#br1" timeOffset="98447.298">2487 13216,'73'-106,"-48"72,-1 0,-2-2,-1 0,7-21,-16 9,-12 47,0 1,0-1,0 0,0 0,0 1,0-1,0 0,0 0,0 1,0-1,-1 0,1 1,0-1,0 0,-1 1,1-1,0 0,-1 1,1-1,-1 1,1-1,-1 0,1 1,-1-1,1 1,-1 0,1-1,-1 1,0-1,1 1,-1 0,0 0,1-1,-1 1,0 0,0 0,1 0,-1 0,0-1,1 1,-1 0,0 1,0-1,1 0,-1 0,0 0,0 0,1 0,-1 1,0-1,1 0,-1 1,0-1,1 0,-1 1,1-1,-1 1,1-1,-1 1,1-1,-1 1,0 0,-7 6,0 0,0 0,0 1,1 1,0-1,1 1,-1 0,2 0,-1 1,2 0,-1 0,1 0,1 0,0 1,0 0,0 7,0-11,2-1,-1 1,1 0,0 0,0 0,1 0,0 0,0 0,1 0,-1 0,2 0,-1-1,1 1,0 0,0-1,1 1,0-1,0 0,0 0,1 0,0 0,0 0,1-1,-1 0,1 0,0 0,4 2,-1-3,1-1,-1 1,1-1,0-1,0 0,1 0,-1 0,0-1,1-1,-1 0,0 0,1-1,-1 0,0 0,0-1,0-1,0 1,0-1,3-2,6-3,0 0,-1-1,-1-1,1 0,-2-1,1-1,-2 0,13-14,9-15</inkml:trace>
  <inkml:trace contextRef="#ctx0" brushRef="#br1" timeOffset="98817.358">2938 12793,'22'-9,"0"0,0-1,-1-1,-1-1,0-1,-1-1,0 0,-1-1,0-2,-1 1,6-10,-13 13,0 1,-1-1,-1 0,0-1,0 0,-2 0,0-1,0 1,-1-2,-1 1,-1 0,0-1,-1 1,0-1,-2 0,0 0,-1-8,-24-47,24 69,0 1,0-1,0 0,-1 1,1-1,-1 0,1 1,-1 0,1-1,-1 1,0 0,1 0,-1 0,0 0,0 0,0 0,0 0,0 1,0-1,0 1,0 0,0-1,0 1,0 0,-1 0,1 0,0 0,0 1,0-1,0 1,0-1,0 1,0 0,0 0,-3 2,1 1,0 0,0 0,0 0,0 0,1 0,-1 1,1 0,1 0,-1 0,0 0,1 0,0 0,1 1,-1-1,1 1,0-1,0 1,0 0,1 1,-6 59,3 1,2-1,4 1,2-1,3 0,6 14,12 79,2 11,-7 1,-3 109,-20-212,-4-17</inkml:trace>
  <inkml:trace contextRef="#ctx0" brushRef="#br1" timeOffset="99162.053">3019 13270,'173'-131,"43"-38,-183 128,-33 41,0 0,0-1,0 1,0 0,0 0,0-1,0 1,0 0,0-1,0 1,0 0,0 0,0-1,0 1,0 0,0 0,0-1,0 1,0 0,0-1,0 1,-1 0,1 0,0 0,0-1,0 1,0 0,-1 0,1-1,0 1,0 0,0 0,-1 0,1 0,0 0,0-1,-1 1,1 0,0 0,-1 0,1 0,0 0,0 0,-1 0,1 0,0 0,0 0,-1 0,1 0,0 0,-1 0,1 0,0 0,0 0,-1 0,1 1,0-1,0 0,-1 0,1 0,0 0,0 1,-1-1,1 0,0 0,0 0,0 1,0-1,-1 0,1 0,-20 12,12-6,0 1,1 0,0 0,0 1,1 0,0 1,0-1,1 1,0 0,1 0,0 1,-3 9,5-15,1 1,-1 0,1-1,0 1,0 0,1 0,-1 0,1 0,0 0,1 0,-1 0,1-1,0 1,0 0,1 0,-1-1,1 1,0 0,0-1,1 0,-1 1,1-1,0 0,0-1,0 1,0 0,4 2,5 0,-1 0,2-1,-1 0,1 0,-1-2,1 1,0-2,0 0,1 0,-1-1,0-1,0 0,1-1,6-1,33-4</inkml:trace>
  <inkml:trace contextRef="#ctx0" brushRef="#br1" timeOffset="99830.265">3839 12874,'-11'3,"0"-1,1 2,-1 0,1 0,0 1,0 0,0 1,1 0,0 0,0 1,0 0,-5 6,11-9,-1-1,0 1,1 0,0 0,0 0,0 1,0-1,1 1,0 0,0-1,0 1,1 0,-1 0,1 0,0 0,0 1,1-1,0 0,0 0,0 0,0 1,1-1,0 0,0 0,1 0,-1 0,2 4,0-4,0 0,1 0,-1 0,1-1,0 1,0-1,0 0,1 0,-1 0,1-1,0 1,0-1,0 0,1-1,-1 1,1-1,-1 0,1-1,0 1,-1-1,1 0,4 0,3 0,-1 0,1-1,0-1,-1 0,1 0,0-1,-1-1,0 0,1-1,1-1,5-4,0 0,0-1,-2-1,1-1,-1 0,-1-1,0-1,-1-1,-1 0,0 0,-1-2,-1 0,0 0,-1-2,5-10,-1-1,-2 0,-1-1,-1 0,-2-1,-1 0,-1 0,0-20,-1-15,-3 0,-3 0,-3 0,-3 0,-3 1,-2 0,-11-29,20 88,-29-67,30 74,1-1,-1 1,0-1,1 1,-1-1,0 1,0 0,1 0,-1-1,0 1,0 0,0 0,1 0,-1 0,0 0,0 0,0 0,1 0,-1 0,0 0,0 0,1 1,-1-1,0 0,0 0,1 1,-1-1,0 1,0-1,1 1,-1-1,1 1,-1-1,0 1,1-1,-1 1,1 0,-1-1,1 1,0 0,-1-1,1 1,0 0,-1 0,1-1,0 1,0 0,0 0,0 0,0-1,0 1,0 0,0 0,-8 21,2 0,0 1,1 0,2 0,0 0,1 18,1-23,-5 51,4 0,3 1,3-1,3 0,2-1,4 0,3 0,3-1,14 29,-31-87,1 0,0-1,1 0,0 0,0 0,1 0,0-1,0 0,0 0,1 0,1 0,-1-1,1 0,0 0,0-1,6 4,-10-9,0 1,0 0,-1-1,1 0,0 0,0 0,0 0,-1 0,1 0,0-1,0 1,0-1,-1 0,1 1,0-2,-1 1,1 0,-1 0,1-1,-1 1,0-1,0 0,1 0,-1 0,0 0,-1 0,48-62,-45 57,107-193,-111 199,0 1,0-1,0 1,0-1,0 1,0-1,0 1,0-1,0 1,0-1,0 1,0-1,1 1,-1-1,0 1,0-1,1 1,-1-1,0 1,0 0,1-1,-1 1,0-1,1 1,-1 0,1-1,-1 1,1 0,-1-1,0 1,1 0,-1 0,1 0,-1-1,1 1,-1 0,1 0,0 0,-1 0,1 0,-1 0,1 0,-1 0,1 0,-1 0,1 0,-1 0,1 1,-1-1,1 0,-1 0,1 0,-1 1,1-1,-1 0,0 1,1-1,-1 0,1 1,-1-1,1 1,4 35,-6 20,-1-41,2-1,-1 0,2 1,0-1,1 0,0 1,5 13,-6-26,-1 0,1 1,0-1,1 0,-1 0,0 0,1 0,-1 0,1 0,0 0,-1 0,1 0,0-1,0 1,0-1,0 1,1-1,-1 0,0 0,0 0,1 0,-1 0,1-1,-1 1,1-1,-1 1,1-1,-1 0,1 0,-1 0,1 0,-1-1,1 1,-1-1,1 1,-1-1,2-1,6-2,0 0,0 0,-1-1,0 0,0-1,0 0,-1-1,3-2,19-20</inkml:trace>
  <inkml:trace contextRef="#ctx0" brushRef="#br1" timeOffset="100098.06">4767 12574,'-18'-3,"-12"0,-4 0,-2 1,2 0,0 1,3 1,-1 0,5 0</inkml:trace>
  <inkml:trace contextRef="#ctx0" brushRef="#br1" timeOffset="100390.275">3989 12451,'18'-14,"21"-9,20-3,15-2,15-1,8 3,1 5,-4 6,-9 9,-12 9,-18 5</inkml:trace>
  <inkml:trace contextRef="#ctx0" brushRef="#br1" timeOffset="100669.554">4904 12628,'1'7,"1"15,0 0,1-1,1 1,1-1,1 0,1 0,1-1,1 0,0 0,1-1,2 0,5 7,-15-23,1 1,0-1,-1 0,1 0,1 0,-1-1,0 1,0-1,1 0,0 0,-1 0,1 0,0 0,0-1,0 0,0 0,0 0,0 0,0-1,0 1,0-1,1 0,-1 0,0-1,0 1,0-1,0 0,0 0,0 0,0-1,0 1,0-1,-1 0,1 0,-1 0,3-3,3-6,-2-1,1 0,-2 0,0-1,0 1,-1-1,0-1,-2 1,1-1,-2 1,1-1,-2 0,0 0,-1-5,20-139,-12 139</inkml:trace>
  <inkml:trace contextRef="#ctx0" brushRef="#br1" timeOffset="100915.431">5328 12820,'21'-22,"0"-2,-1 0,-1-1,-1-1,-2-1,-1-1,0 0,-3-1,0 0,-2-1,5-22,-17-13,2 63,0 1,0-1,-1 1,1-1,-1 1,1-1,-1 1,0-1,0 1,1 0,-1-1,0 1,0 0,0 0,0-1,-1 1,1 0,0 0,0 0,-1 0,1 1,-1-1,1 0,-1 1,1-1,-1 1,1-1,-1 1,1-1,-1 1,1 0,-1 0,0 0,1 0,-1 0,1 0,-2 1,-3 2,-1 0,0 1,1-1,0 2,0-1,0 1,1-1,-1 1,1 1,0-1,1 1,0 0,-1 0,2 1,-1-1,1 1,0-1,0 1,1 0,0 0,-1 8,0-5,0 0,2 0,-1 0,1 0,1 0,-1 0,2 0,-1 1,2-1,-1 0,1 0,1 0,0-1,0 1,1 0,0-1,1 0,0 0,0 0,1-1,0 0,1 0,-1 0,2-1,-1 0,1 0,0-1,0 0,1-1,-1 1,5 0,0 0,0 0,1-2,-1 0,1 0,0-1,0-1,0 0,0-1,0-1,0 0,4-1,28-5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22.8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683 19,'6'-18,"-16"20,-86 139,58-88,2 2,3 2,3 1,2 1,2 2,-3 19,9 77,13-63,-34 272,27-33,14 241,-27-154,27 122,22-145,-3-140,-9-101,-2-70,-4 0,-3 0,-8 41,-3-47,-4-1,-3-1,-3 0,-4-2,-20 41,26-72,1 1,3 1,2 0,2 1,1 0,2 17,-7 193,14 133,49 293,-34-152,-15-507,4 126,6 1,7 0,68 381,-15 83,-68-532,-3 0,-4-1,-4 0,-12 48,-62 311,8 42,43-252,-7 119,13 62,11-140,-9 413,21-523,8 0,6 0,15 52,56 336,54 317,34 68,-77-444,-19-94,-8 177,-24-279,18 16,29 184,-8-146,-80-216,-1-134,0 0,0-1,0 1,-1 0,1 0,0 0,0 0,-1 0,1 0,0 0,0 0,-1-1,1 1,0 0,-1 0,1 0,0 0,0 0,-1 1,1-1,0 0,0 0,-1 0,1 0,0 0,0 0,-1 0,1 0,0 1,0-1,0 0,-1 0,1 0,0 0,0 1,0-1,-1 0,1 0,0 0,0 1,0-1,0 0,0 0,0 1,-1-1,1 0,0 0,0 1,0-1,0 0,0 1,0-1,-9-11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24.97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0 234,'227'506,"-220"-494,-4-4,2 1,-1-1,1 0,0-1,1 1,-1-1,2 0,-1-1,7 6,-12-11,0-1,-1 0,1 1,-1-1,1 0,0 0,-1 1,1-1,0 0,0 0,-1 0,1 0,0 0,-1 0,1 0,0 0,0 0,-1 0,1 0,0-1,-1 1,1 0,0 0,-1-1,1 1,-1 0,1-1,0 1,-1-1,1 1,-1-1,1 1,-1-1,1 1,-1-1,0 1,1-1,-1 0,0 1,1-1,-1 0,0 1,0-1,1 0,-1 1,0-1,0 0,0 0,4-14,0 0,-1-1,0 0,-2 1,0-1,0 0,-2-4,2-11,-4-149,-16-96,7 126,10 109,2 41,1 0,-1 0,0 0,0 0,1 0,-1 0,1 0,-1 1,0-1,1 0,-1 0,0 0,1 0,-1-1,0 1,1 0,-1 0,0 0,1 0,-1 0,0 0,1 0,-1-1,0 1,0 0,1 0,-1 0,0-1,0 1,1 0,-1 0,0-1,0 1,1 0,-1-1,0 1,0 0,0 0,0-1,0 1,0 0,1-1,-1 1,0 0,0-1,0 1,0 0,0-1,0 1,0-1,0 1,-1 0,1-1,0 1,0 0,0 0,0-1,0 1,0 0,-1-1,16 27,-14-24,15 30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25.9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205 306,'-71'-59,"68"58,1-1,0 1,-1 0,0 0,1 0,-1 0,0 0,0 1,1-1,-1 1,0 0,0-1,0 1,1 1,-1-1,0 0,0 1,1-1,-1 1,0 0,0 0,1 0,-1 0,1 1,-1-1,1 1,0-1,-1 1,1 0,-1 1,-4 9,0 0,1 0,0 0,1 1,0-1,1 1,1 1,0-1,1 0,0 1,1-1,1 1,0 0,1 3,-2-11,0 1,1 0,0-1,0 1,1 0,0-1,0 1,0-1,1 1,0-1,0 0,1 0,0 0,0 0,0 0,0 0,1-1,0 0,1 1,-1-1,1-1,0 1,1 0,-4-4,0-1,0 1,1 0,-1-1,0 1,1-1,-1 1,1-1,-1 0,0 0,1-1,-1 1,1 0,-1-1,0 1,1-1,-1 0,0 0,1 0,-1 0,0 0,0 0,0-1,0 1,0-1,0 1,-1-1,1 0,0 0,37-63,-29 30,-1 0,-2-1,-2 0,0-16,-2 21,0 13,9 39,-7-3,1 0,1 0,0-1,1 1,1-2,0 1,1-1,1-1,1 0,0 0,10 7,-21-20,1 0,0 0,-1-1,1 1,0-1,0 1,1-1,-1 0,0 1,0-1,0 0,1-1,-1 1,1 0,-1-1,1 1,-1-1,0 0,1 1,-1-1,1-1,-1 1,1 0,-1-1,1 1,-1-1,1 0,-1 1,0-1,1 0,-1-1,0 1,0 0,0-1,0 1,0-1,0 1,0-1,-1 0,1 0,-1 0,1 0,0-1,5-17,0 0,-2 0,0-1,-1 1,-1-1,-1 0,-1 0,-1 0,-2-12,-9-119,11 151,-1 0,1 0,0 1,-1-1,1 0,0 0,0 0,0 0,0 0,0 0,0 0,0 1,0-1,0 0,0 0,1 0,-1 0,0 0,0 1,1-1,-1 0,1 0,-1 0,1 1,-1-1,1 0,-1 1,1-1,0 0,-1 1,1-1,0 1,0-1,-1 1,1-1,0 1,0 0,0-1,-1 1,1 0,0 0,0-1,0 1,0 0,0 0,0 0,0 0,-1 0,1 0,0 1,0-1,0 0,0 0,0 1,-1-1,2 0,18-1,1-1,-1-1,1-2,-1 0,0 0,7-5,72-17,-96 26,0 1,0-1,0 1,0 0,0 0,0 0,0 0,0 0,0 1,0-1,0 1,0 0,0 0,-1 0,1 0,0 0,-1 1,1-1,0 1,-1 0,0 0,0 0,1 0,-1 0,0 0,0 0,-1 1,1-1,0 1,-1 0,0-1,0 1,1 0,-1 2,22 126,-23-113,2-1,0 0,0 1,2-1,0 0,1 0,1-1,1 0,4 9,-9-22,0 1,0-1,0 1,1-1,0 0,-1 1,1-1,0-1,0 1,1 0,-1-1,0 0,1 1,0-1,-1-1,1 1,0-1,0 1,0-1,0 0,0 0,0-1,0 1,1-1,-1 0,0 0,0 0,0-1,0 1,0-1,0 0,0-1,0 1,0 0,0-1,0 0,-1 0,1 0,-1 0,1-1,-1 0,0 1,0-1,0 0,0-2,9-13,-1-2,-1 1,-1-2,-1 1,-1-1,-1 0,0-1,-2 1,0-1,-2 0,0 0,-2-22,3 5,5-30,-8 69,0 0,0-1,-1 1,1 0,0 0,0-1,0 1,0 0,0 0,0-1,0 1,0 0,0-1,0 1,0 0,0 0,0-1,0 1,0 0,0 0,0-1,1 1,-1 0,0 0,0-1,0 1,0 0,0 0,1 0,-1-1,0 1,0 0,0 0,1 0,-1 0,0-1,0 1,1 0,-1 0,0 0,0 0,1 0,-1 0,0 0,0 0,1 0,-1 0,0 0,0 0,1 0,-1 0,0 0,0 0,1 0,-1 0,0 0,0 0,1 0,-1 0,0 1,0-1,1 0,-1 0,0 0,0 0,0 1,1-1,-1 0,0 0,10 20,-9-18,38 102,-28-71,1 0,2-1,1 0,1-1,4 2,-3-9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26.23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0,'4'16,"2"5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27.32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372 1235,'-16'-8,"-1"-1,0 2,0 0,-1 1,1 1,-1 0,-1 2,1 0,-6 0,17 3,0-1,0 2,0-1,0 1,0 0,0 0,0 0,0 1,0 0,1 1,-1 0,1 0,0 0,0 1,0-1,0 2,0-1,1 0,0 1,0 0,0 0,1 1,0 0,0-1,-2 5,0 1,1 0,0 1,1 0,1 0,0 0,0 0,1 1,1-1,0 1,1-1,0 1,1-1,0 1,1-1,2 7,-3-12,1-1,0 1,0 0,0-1,1 1,0-1,1 0,-1 0,1 0,0-1,1 1,-1-1,1 0,0 0,1 0,-1-1,1 0,-1 0,1 0,1-1,-1 0,0 0,1-1,-1 1,1-1,0-1,0 1,2-1,0-1,0 0,0 0,0-1,0 0,0 0,0-1,0 0,0-1,-1 0,1 0,-1-1,0 0,0-1,0 0,-1 0,0 0,0-1,0 0,0-1,-1 1,4-7,2-1,-2-1,1 0,-2-1,0 0,-1 0,-1-1,0 0,-1 0,-1-1,1-7,-3 9,-1 1,-1-1,0 0,-1 0,-1 0,0 0,-1 0,-1 1,0-1,-1 1,-1-1,-3-5,-8-4,16 24,0 1,-1 0,1-1,-1 1,1 0,0 0,-1 0,1-1,-1 1,1 0,0 0,-1 0,1 0,-1 0,1 0,-1 0,1 0,-1 0,1 0,0 0,-1 0,1 0,-1 0,1 0,-1 0,1 0,0 0,-1 1,1-1,-1 0,1 0,0 1,-1-1,1 0,0 0,-1 1,1-1,0 0,-1 1,1-1,0 1,0-1,-1 0,1 1,0-1,0 1,0-1,0 1,0-1,0 0,0 1,-1-1,1 1,0-1,0 1,1-1,-1 1,0-1,0 1,-2 13,0 0,1 0,1 1,0-1,1 0,0 0,1 1,1-1,1 0,0-1,0 1,1-1,1 1,2 2,-1-3,-1-1,1 0,1-1,0 0,1 0,0-1,0 0,8 6,-14-13,0-1,0 1,1 0,-1-1,1 0,-1 0,1 0,0-1,0 1,0-1,-1 0,1 0,0 0,1 0,-1-1,0 1,0-1,0 0,0-1,0 1,0-1,0 1,0-1,0-1,0 1,0 0,0-1,-1 0,1 0,2-1,3-6,0-1,0 1,-1-1,-1-1,0 0,0 0,-1 0,0-1,-1 0,0 0,-1 0,0 0,-1-1,-1 0,0 1,0-1,-1-8,-4-59,-3 109,7-12,1 0,1 0,0 0,2-1,0 0,0 0,5 8,-7-18,0 0,0 0,0 0,0-1,1 0,0 1,0-1,0-1,1 1,0-1,0 1,0-1,0-1,1 1,-1-1,1 0,0 0,0-1,0 1,0-1,2 0,-4-2,0 0,0 0,0 0,0 0,0-1,0 1,-1-1,1 0,0 0,0-1,0 1,-1-1,1 0,-1 0,1 0,-1 0,0 0,0-1,0 0,0 1,0-1,0 0,-1 0,0-1,1 1,-1-1,45-98,-12-84,-19 81,-11 84,-5 21,0 1,0-1,0 0,0 1,0-1,0 0,0 0,0 1,0-1,0 0,0 0,0 1,0-1,0 0,0 1,0-1,0 0,0 0,0 1,0-1,1 0,-1 0,0 1,0-1,0 0,0 0,1 1,-1-1,0 0,0 0,0 0,1 1,-1-1,0 0,0 0,1 0,-1 0,0 0,0 0,1 0,-1 0,0 1,1-1,-1 0,0 0,0 0,1 0,-1 0,0 0,1 0,-1-1,0 1,0 0,1 0,-1 0,0 0,0 0,1 0,-1 0,0-1,0 1,1 0,-1 0,0 0,0-1,0 1,1 0,-1 0,0-1,7 27,-1-1,0 2,0 0,2 0,1-1,12 24,-17-43,-1 0,1-1,1 1,-1-1,1 0,0 0,1-1,-1 1,1-1,0 0,1-1,-1 1,1-1,-1-1,1 1,0-1,1-1,-1 1,0-1,2 0,-1-1,0 0,0 0,0-1,1 0,-1 0,0-1,0 0,0 0,0-1,0 0,0-1,-1 0,1 0,-1 0,0-1,0 0,0-1,0 1,-1-1,0-1,0 1,0-1,0 0,3-5,1-3,1 0,-2-1,0 0,-1-1,0 0,-2 0,0-1,0 0,-2 1,0-2,0-2,-3-28,-1-1,-3 1,-1 0,-3 0,-2 0,-2 1,-2 0,-2 1,-2 1,-12-19,21 41,-139-346,126 327,6 32,11 32,23 185,-14-171,13 93,6-1,5-1,30 74,-48-170,2 0,1-1,1-1,1-1,14 17,-23-35,0-1,1 1,0-2,0 1,1-2,0 1,1-1,-1 0,1-1,1 0,-1-1,1 0,0 0,0-1,0-1,1 0,2 0,-6-2,0-2,1 1,-1-1,0 0,0-1,0 1,0-2,0 1,0-1,0-1,-1 1,1-1,-1 0,0-1,0 0,-1 0,0 0,1-1,-2 0,1 0,-1-1,0 1,0-1,-1 0,0-1,0 1,0-1,-1 1,-1-1,1 0,-1 0,1-6,12-46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27.61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178 293,'-23'5,"-14"1,-3 0,3 1,10-1,14-3,18-5,23-9,21-11,22-14,18-11,13-11,7 0,0 6,-17 12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27.96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326 115,'-41'0,"-107"9,142-8,-1 1,1 0,-1 1,1-1,0 1,0 0,0 1,0-1,1 1,-1 0,1 1,0-1,0 1,1 0,-1 0,1 1,0-1,1 1,-1 0,1 2,-2 1,1 0,0 0,1 1,0 0,0 0,1 0,0 0,1 0,0 0,1 0,0 0,1 0,0 0,0 0,1 0,0 0,1 0,0 0,1-1,0 0,0 1,1-1,0-1,1 1,2 2,-5-8,0 0,1-1,-1 1,1-1,0 0,-1 0,1 0,0-1,0 1,0-1,0 0,1 0,-1 0,0-1,0 1,1-1,-1 0,0 0,0-1,1 1,-1-1,0 0,0 0,0 0,0-1,0 1,0-1,0 0,0-1,6-3,1-1,-1 0,-1 0,0-1,0-1,0 1,-1-1,-1-1,6-8,3-10,-1-1,-1 0,-2-1,0 0,-3-1,0-1,-2 1,-2-1,0-1,-2 1,-2-8,-3 33,-3 32,2-3,1 0,1 1,1-1,1 1,0-1,4 9,-4-24,0 0,1 0,0 0,1 0,-1 0,1-1,1 1,-1-1,1 1,0-1,1-1,-1 1,1-1,0 1,1-1,-1-1,1 1,0-1,0 0,0 0,5 2,1-2,-1-1,1 0,0 0,0-1,1 0,-1-1,0-1,0 0,1 0,-1-1,0-1,0 0,0-1,0 0,-1-1,3-1,27-11,0-2,-2-2,29-18,-6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28.6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4 431,'-3'-51,"3"-1,2 0,1 0,5-11,-3 22,15-79,-13 130,51 232,-2-71,-35-120,-3 0,-3 2,-1 0,-3 1,-2 0,-3 0,-2 1,-2 1,-5-26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28.97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1 322,'171'-90,"-13"6,109-38,-199 100,-68 22,0-1,1 1,-1 0,0-1,1 1,-1 0,0 0,1 0,-1-1,0 1,1 0,-1 0,0 0,1 0,-1 0,0 0,1 0,-1-1,1 1,-1 0,0 0,1 1,-1-1,0 0,1 0,-1 0,1 0,-1 0,0 0,1 0,-1 0,0 1,1-1,-1 0,0 0,1 1,-1-1,0 0,0 0,1 1,-1-1,0 0,0 1,0-1,1 0,-1 1,0-1,0 0,0 1,0-1,0 0,0 1,1-1,-1 1,0-1,0 0,0 1,0-1,0 0,-1 1,1-1,0 1,0-1,0 0,0 1,0-1,-19 19,0-10,0-2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30.90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0 175,'20'54,"2"-1,2-1,3-1,1-1,3-1,2-2,2-2,2-1,2-1,1-2,14 7,-44-39,0 0,-1 0,2-1,-1 0,1-1,0 0,1-1,-1 0,7 1,-17-6,1-1,-1 1,1-1,-1 0,1 0,-1 0,1 0,-1 0,1 0,-1 0,1 0,0-1,-1 1,1-1,-1 1,0-1,1 1,-1-1,1 0,-1 0,0 0,0 0,1 0,-1 0,0 0,0 0,0 0,0 0,0-1,0 1,-1 0,1-1,0 1,-1-1,1 1,0-2,12-58,-10-34,-4 1,-3-1,-5 1,-15-59,13 79,-8-63,24 194,5-3,1 2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32.2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283 239,'-5'-9,"-1"0,0 0,0 1,-1 0,-1 0,1 1,-1-1,0 2,-5-4,9 8,1-1,-1 1,1 0,-1 1,1-1,-1 1,0-1,0 1,0 0,0 1,0-1,0 1,0 0,0-1,0 2,0-1,0 0,1 1,-1 0,0 0,0 0,0 0,0 1,1 0,-1-1,-1 2,-5 6,1 0,0 0,0 1,1 0,1 1,0 0,0 0,1 0,0 1,1 0,0 0,1 0,1 1,0 0,0-1,2 1,-1 0,1 0,1 0,1 0,0 5,-1-13,-1-1,1 1,0-1,1 1,-1 0,1-1,0 1,0-1,0 0,1 1,0-1,0 0,0 0,0 0,0 0,1 0,0 0,-1-1,2 0,-1 1,0-1,1 0,-1 0,1-1,0 1,0-1,0 0,0 0,0 0,0 0,1-1,-1 1,1-1,-1-1,1 1,-1 0,1-1,-1 0,1 0,2-1,-1-1,0-1,0 1,-1-1,1-1,-1 1,1-1,-1 0,0 0,-1 0,1-1,-1 0,1 0,-2 0,1 0,0-1,-1 1,0-1,-1 0,1 0,-1 0,0 0,1-4,3-16,-2 1,0-1,-1 0,-1-22,21 123,-17-62,1 0,0-1,0 0,1 0,1-1,0 0,0 0,1-1,1 0,0-1,0 0,0-1,11 6,-19-13,1 1,-1-1,1 0,-1 0,1 0,-1 0,1-1,0 0,-1 1,1-1,0 0,-1-1,1 1,0-1,-1 1,1-1,-1 0,1 0,-1-1,0 1,1-1,-1 0,0 0,0 0,0 0,0 0,0-1,-1 1,1-1,7-7,-1 0,0 0,-1-1,0 0,-1-1,0 1,1-6,0-3,-2 0,0-1,-2 0,0 0,-1 0,-1 0,-2-1,0 1,0 0,-3-9,-6-8,21 49,-3-10,0 0,-1 0,1-1,0 0,0-1,-1 0,1 0,0-1,-1 0,1 0,-1-1,0 0,0-1,0 0,0 0,11-4,31-12,130-43,-178 62,0 0,0 0,-1 0,1 1,0-1,0 0,0 1,0 0,0-1,0 1,0 0,0 0,1 0,-1 0,0 1,0-1,0 0,0 1,0-1,-1 1,1 0,0 0,0 0,0 0,0 0,-1 0,1 0,-1 0,1 1,-1-1,1 1,-1-1,0 1,1 0,-1-1,0 1,0 0,0 0,-1 0,1 0,1 115,-6-59,3-49,0 0,1 0,-1 0,2 0,-1 0,1 1,1-1,-1 0,2 0,-1-1,1 1,1 0,-1-1,1 0,1 0,0 0,0 0,0-1,1 0,0 0,0 0,1-1,0 0,0 0,1-1,-1 0,6 3,-6-6,-1 0,0-1,1 0,-1 0,1 0,-1-1,1 0,-1 0,1-1,-1 1,1-1,-1-1,1 1,-1-1,0-1,0 1,0-1,0 0,0 0,-1 0,1-1,-1 0,0 0,0-1,-1 1,4-4,7-9,0-1,-1 0,-2-1,1 0,-2-1,-1 0,1-5,3-8,-2 0,-2-2,-1 1,-1-4,-5 143,-3-88,1 0,0 1,2-1,0 0,1 0,0 0,1-1,1 1,1-1,1 0,0-1,0 0,2 0,3 3,29 8,-23-25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32.57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154 10,'-18'-2,"-13"-1,-6 0,2 1,10 3,18 5,20 5,8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33.61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506 685,'-21'-15,"-6"-6,0 1,-1 1,0 2,-2 1,0 1,0 1,-2 2,-26-6,52 16,0 1,0 0,0 0,-1 1,1 0,0 0,0 0,0 1,0 0,0 0,0 0,0 1,0 0,0 0,1 0,-1 1,1 0,0 0,-1 1,1-1,1 1,-1 0,1 0,-1 1,1-1,0 1,1 0,-1 0,1 0,0 1,-2 4,0 2,0 2,1-1,0 0,1 1,0 0,1 0,1 0,0 0,1 0,1 0,0 0,1-1,1 3,-2-9,0-1,0 1,1-1,0 0,1 0,-1 0,1 0,0-1,1 1,-1-1,1 1,0-1,1 0,-1-1,1 1,0-1,0 0,0 0,1 0,-1-1,1 0,0 0,0 0,0-1,0 0,0 0,1-1,-1 1,1-1,2-1,0 0,0 0,1-1,-1 0,0-1,0 0,-1 0,1-1,0 0,-1 0,0-1,0 0,0-1,0 0,4-3,8-8,0 0,-2 0,0-2,-1 0,1-4,-5 7,0-1,-2-1,0 0,-1-1,-1 0,-1 0,0-1,-1 0,-1 0,-1 0,-1-1,-1 0,0 0,-1-5,-8 109,4-73,2 0,0 0,0 0,1 0,1 0,-1 0,2 0,0 0,0 0,1-1,0 0,1 1,0-2,0 1,1 0,0-1,1 0,0-1,1 0,-1 0,2 0,-1-1,1 0,0-1,0 0,1 0,0-1,0 0,0-1,0 0,3 0,1-2,0 0,1-1,-1 0,1-2,-1 1,0-2,1 0,-1-1,0 0,0-1,0 0,-1-1,0-1,0 0,0-1,3-3,-6 4,0 0,-1-1,0 0,0 0,-1-1,0 0,0-1,-1 0,0 0,-1 0,0-1,0 0,-1 0,0 0,-1-1,0 0,-1 0,0 0,-1 0,1-8,-4 8,-3 42,2-2,2 0,0 0,2 0,2-1,0 1,2-1,6 17,-11-40,1 0,0 1,0-1,1 0,-1 0,1-1,0 1,0-1,1 1,-1-1,1 0,0 0,0-1,1 1,-1-1,1 0,-1 0,1 0,0-1,0 1,0-1,0 0,1-1,-1 0,0 1,1-2,-1 1,1 0,1-1,9-4,0-1,-1 0,1-1,-1 0,0-1,-1-1,0-1,0 0,-1 0,0-2,0 1,-1-2,-1 0,0 0,0-1,-2 0,5-8,14-17,-3-2,-1-1,13-30,-35 67,9-17,-11 21,0 0,0 0,1 0,-1-1,0 1,0 0,0 0,1 0,-1-1,0 1,0 0,0 0,1 0,-1 0,0 0,1-1,-1 1,0 0,0 0,1 0,-1 0,0 0,0 0,1 0,-1 0,0 0,1 0,-1 0,0 0,0 0,1 0,-1 1,0-1,0 0,1 0,-1 0,0 0,0 0,1 1,-1-1,0 0,0 0,0 0,1 1,-1-1,0 0,0 0,0 0,0 1,0-1,1 0,-1 1,0-1,0 0,0 0,0 1,0-1,0 0,0 0,0 1,0-1,0 0,0 1,0-1,0 0,49 141,-40-127,1-1,-1 0,2 0,0-1,1 0,0-1,0-1,1 0,1 0,-1-2,2 0,-1 0,1-1,0-1,0 0,1-1,0-1,0-1,0 0,0-1,1 0,-1-1,0-1,1-1,8-2,-9 3,1-2,0 0,-1-1,0-1,1 0,-2-1,1-1,0 0,-1-1,0-1,-1 0,0-1,0-1,-1 0,0-1,-1 0,0-1,-1-1,0 1,-1-2,0 1,-1-1,-1-1,1-3,-1-14,-1 0,-1 0,-2-1,-2 1,-1-1,-1 0,-2 0,-1 1,-7-29,6 21,-25-249,36 327,1 92,-5-42,3 0,5 0,4-1,21 70,-29-135,1-1,2 0,0 0,1-1,0-1,2 0,0 0,2-1,0-1,4 3,-10-12,0 1,1-2,0 1,0-1,0 0,1-1,0-1,1 0,-1 0,1-1,0 0,0-1,0-1,0 0,1 0,-1-1,1-1,-1 0,5-1,-8 0,-1-1,0 0,0 0,0 0,0-1,0 0,0-1,-1 0,0 0,0 0,4-4,22-21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33.86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1 106,'20'-7,"23"-4,20-3,20-1,18-1,17 1,12 2,5 4,-19 3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34.2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431 87,'-32'-11,"-1"0,-1 2,0 2,0 1,0 1,-1 3,-7 0,36 2,0 0,1 0,-1 1,0-1,0 1,0 1,0-1,1 1,-1 0,1 0,-1 1,1-1,0 1,0 1,0-1,1 1,-1-1,1 1,0 1,0-1,0 0,0 1,1 0,0 0,0 0,0 0,1 1,-1-1,1 1,-1 0,1 0,0 0,0 0,0 0,1 0,0 1,0-1,0 0,1 1,0-1,0 0,1 1,-1-1,2 0,-1 1,1-1,-1 0,2 0,-1 0,1 0,0-1,0 1,0-1,1 0,0 0,0 0,0 0,1 0,-1-1,1 0,0 0,1-1,-1 1,0-1,1 0,0 0,0-1,0 0,0 0,0 0,0-1,3 1,8-3,-1-2,1 1,-1-2,0 0,0-1,0 0,-1-2,1 0,-2 0,1-2,-1 1,0-2,-1 0,0-1,0 0,-2 0,7-9,-4 6,-1-1,0 0,-1-1,0 0,-2-1,0-1,-1 1,0-2,2-9,-6 4,-5 24,0 0,-1 1,1-1,0 0,0 0,0 0,0 0,-1 1,1-1,0 0,0 0,-1 0,1 0,0 0,0 0,-1 0,1 1,0-1,0 0,-1 0,1 0,0 0,0 0,-1 0,1 0,0 0,0-1,-1 1,1 0,0 0,0 0,-1 0,1 0,0 0,0 0,0-1,-1 1,1 0,0 0,0 0,0 0,0-1,-1 1,1 0,0 0,0 0,0-1,0 1,0 0,0 0,-1-1,-3 10,0 0,1 0,0 1,0-1,1 0,0 1,0 0,1-1,1 1,0 0,0 0,1 0,0-1,0 1,1 0,1-1,0 0,3 8,-2-8,1 0,1 0,0-1,0 1,1-2,-1 1,2-1,-1 0,1 0,0-1,0 0,1-1,0 1,0-2,0 1,1-1,0-1,15 6,1-1,0-1,0-2,0 0,26 0,48-3,-8-6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34.6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48,'15'-8,"1"1,1 1,-1 0,1 1,0 0,0 2,1 0,-1 1,1 0,-1 2,1 0,-1 1,16 3,-18-2,-1 0,0 0,0 2,-1 0,1 0,-1 1,8 5,-16-8,-1 0,-1 0,1 0,0 1,0 0,-1 0,0 0,0 0,0 0,0 1,0 0,0-1,-1 1,0 0,0 0,0 0,0 0,-1 1,1-1,-1 0,0 1,0-1,-1 1,1-1,-1 4,-2 6,-1-1,-1 1,0-1,0 0,-1 0,-1 0,0-1,-1 0,0 0,-1-1,0 0,-1 0,5-5,-46 63,-62 102,110-169,0 0,1 0,-1 0,1 0,-1 0,1 0,0 1,0-1,0 1,0-1,0 1,1-1,-1 1,1-1,0 1,0 0,-1-1,2 1,-1 0,0-1,0 1,1-1,0 1,-1-1,1 1,0-1,0 1,0-1,1 0,-1 1,1-1,-1 0,1 0,0 0,-1 0,1-1,0 1,0 0,1-1,-1 1,1 0,9 1,0 1,0-2,1 1,-1-2,1 0,0 0,-1-1,1-1,0 0,105-10,0-5,18-9,132-18,-202 38,-21 6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36.42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236 1,'-10'4,"-1"0,1 1,0 0,0 1,0 0,1 0,0 1,1 0,-1 1,1 0,0 0,1 1,0 0,1 0,0 1,0 0,1 0,0 0,-1 6,-9 20,1 1,3 0,1 1,1 0,2 0,2 1,2 0,1 0,2 0,2 0,2 0,1 1,-1-8,1-1,1 0,2 0,1-1,1 0,2-1,1 0,1-1,1 0,2-1,0-1,2-1,1 0,1-1,1-2,1 0,24 17,-15-19,0-1,1-1,1-2,1-2,0-1,61 18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44.17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300 869,'-11'-1,"0"0,-1 0,1 1,0 0,0 1,0 0,0 1,0 0,0 1,1 0,-1 0,1 1,0 1,0 0,0 0,0 1,1 0,0 1,1 0,-1 0,1 1,1 0,-1 0,1 1,1 0,0 0,0 1,1 0,0 0,0 0,1 0,1 1,0 0,0-1,1 1,0 0,1 0,0 7,1-16,0 1,0-1,0 1,0-1,1 0,-1 1,1-1,-1 1,1-1,0 0,0 1,0-1,0 0,0 0,1 0,-1 0,0 0,1 0,0 0,-1-1,1 1,0 0,0-1,0 0,0 1,0-1,1 0,-1 0,0 0,0 0,1 0,-1-1,0 1,1-1,-1 0,2 1,2-1,1 0,-1 0,1 0,0-1,-1 0,1-1,-1 1,1-1,-1 0,0-1,0 1,0-1,0-1,8-6,0 0,-1-1,0 0,-1-1,-1 0,0-1,0-1,-1 1,-1-2,-1 1,0-1,0-1,-1-2,7-9,-1 45,-12-17,8 41,-7-31,0 0,0 1,1-1,0 0,1-1,0 1,1-1,0 1,1-1,0-1,0 1,1-1,7 6,-12-12,2-1,-1 0,0 0,0-1,1 1,-1-1,1 1,-1-1,1 0,-1-1,1 1,0 0,-1-1,1 0,0 0,0 0,-1 0,1-1,0 0,-1 1,1-1,-1-1,1 1,-1 0,1-1,-1 0,0 1,0-1,0-1,0 1,0 0,84-86,51-116,-134 201,0-1,0 0,0 1,0-1,1 1,-1 0,1 1,0-1,0 1,0 0,0 0,0 0,0 1,0 0,1 0,-1 0,0 1,1-1,-1 1,1 1,-1-1,0 1,1 0,-1 0,0 0,0 1,0 0,0 0,0 0,2 2,5 1,-1 2,1-1,-1 2,-1-1,0 1,0 1,0 0,-1 0,0 1,-1 0,0 1,0 2,-3-5,-1 1,0 0,0 0,-1 1,0-1,-1 1,0-1,0 1,-1 0,-1 0,1 0,-2 9,1-14,-1 0,0 0,0 0,0-1,0 1,-1 0,1-1,-1 1,-1-1,1 1,0-1,-1 0,0 0,0 0,0-1,-1 1,1-1,-1 1,0-1,0 0,0 0,0-1,0 0,-1 1,1-1,-4 0,6-1,-1 0,1 0,-1-1,0 1,1-1,-1 0,0 0,1 0,-1 0,0 0,1-1,-1 1,0-1,1 0,-1 0,1 0,-1 0,1 0,-1 0,1 0,0-1,0 0,0 1,0-1,0 0,0 0,0 0,0 0,1 0,-1 0,1-1,0 1,-1 0,1-1,0 1,0-1,1 0,-1 1,0-1,1 0,0 1,0-1,0 0,0 1,0-1,0 0,0 1,1-1,0 0,0-1,4-10,0 1,2 0,-1 0,2 0,-1 1,2 0,0 0,0 1,4-4,16-20,5-12,-3 0,-1-2,-3-1,-1-2,-3 0,-3-2,-1 0,-4-1,-1 0,-3-2,-2 1,-2-11,-2 0,-3-1,-5-46,3 114,0 0,-1 0,1 0,0 1,-1-1,1 0,0 0,-1 0,1 0,0 0,-1 0,1 0,0 0,-1 0,1 0,0 0,-1 0,1 0,0 0,-1 0,1 0,0 0,-1 0,1 0,0 0,-1 0,1-1,0 1,-1 0,1 0,0-1,-13 61,3 0,2 1,2 28,2-43,-6 80,5 0,10 112,-2-212,0-1,1 0,2 0,0 0,2-1,5 11,-10-27,1 0,0 0,1-1,0 1,0-1,0 0,1 0,0 0,0-1,1 0,-1 0,2-1,-1 0,0 0,1-1,0 1,0-2,0 1,1-1,0 0,1-1,0-1,0 0,0 0,0-1,0 0,0-1,0 0,0 0,0-1,0 0,0-1,0-1,-1 1,0-1,9-5,25-17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44.44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1 103,'11'-5,"23"-3,27-5,29-6,21 0,18 1,7 6,0 5,-22 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44.86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7 127,'-3'25,"1"0,1 0,1 1,1-1,1 0,4 9,-5-27,0 0,1-1,0 1,0-1,1 0,0 1,0-1,0-1,1 1,0 0,0-1,0 0,1 0,-1 0,1 0,1-1,-1 0,1 0,-1 0,1-1,0 1,0-2,1 1,-1-1,7 2,0-3,0-1,0 0,1-1,-1-1,0 0,0-1,-1 0,1-1,0 0,-1-1,0 0,0-1,-1-1,1 0,-2 0,1-1,-1 0,0-1,0 0,-1-1,-1 0,1 0,4-10,-8 14,0 0,-1-1,0 0,0 0,0 0,-1-1,0 1,0-1,-1 0,0 1,-1-1,0 0,0 0,0 0,-1 0,0 0,-1-1,0 1,0 0,0 1,-1-1,-1 0,1 0,-1 1,0 0,-1-1,0 1,0 0,-1 1,1-1,-4-3,1 4,1 1,-1-1,0 1,0 0,-1 0,1 1,-1 0,0 1,0-1,-1 2,1-1,-1 1,1 0,-1 1,0 0,1 0,-1 1,0 0,1 1,-1 0,0 0,1 0,-1 2,1-1,-1 1,1 0,0 0,0 1,1 0,-1 1,1 0,0 0,0 0,0 1,1 0,0 0,0 1,0 0,1 0,-3 5,4-8,0 1,1 1,-1-1,1 0,0 1,0-1,1 1,0 0,0 0,0 0,1 0,0 0,0 1,0-1,1 0,0 0,0 1,0-1,1 0,0 0,1 1,-1-1,1 0,0 0,0-1,1 1,0 0,0-1,0 0,1 1,0-1,0-1,0 1,0 0,1-1,0 0,4 3,40 13,0-8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45.12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131 3,'-18'-2,"-9"4,-1 5,4 10,5 10,7 7,9 8,6-4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45.32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0,'7'16,"5"12,4 6,4 1,4-2,4-5,4-7,6-10,6-10,2-11,-1-11,-7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45.85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40,'15'-7,"1"0,-1 2,1 0,1 0,-1 2,0 0,1 0,0 2,0 0,-1 1,1 1,0 0,0 1,-1 1,1 1,-1 0,0 1,0 1,-1 0,0 1,0 1,0 1,-1 0,0 0,-1 1,0 1,-1 0,0 1,0 1,7 11,-1 9,-1 1,-1 1,-3 0,0 1,-3 0,0 1,-3 0,-1 1,-2 0,-1-1,-2 1,-4 34,-19 404,19-457,2-1,0 1,1-1,1 1,1-1,0 1,2-1,0 0,1 0,0-1,2 1,0-1,1 0,1-1,0 0,-6-12,0-1,0 0,0 0,1 0,-1 0,1-1,0 1,0-1,0 0,0 0,0 0,0-1,0 0,1 1,-1-1,0-1,1 1,-1-1,1 1,-1-1,1-1,-1 1,1-1,-1 1,1-1,-1-1,0 1,0 0,0-1,1 0,-1 0,1-1,6-4,1 0,-1-1,0-1,-1 1,0-2,0 1,-1-2,0 1,-1-1,2-3,0-3,0-1,-1-1,-1 0,-1 0,0 0,-2-1,0 0,-1 0,-1 0,-1-1,-1 1,-1-1,-1 1,0-1,-2 1,0 0,-1 0,-5-15,1 11,0 0,-1 0,-2 1,0 1,-2-1,0 2,-1 0,-1 1,-1 0,-1 1,-1 1,0 1,-1 0,-22-13,15 14,-2 1,1 2,-2 1,0 1,0 1,-1 2,0 0,0 3,-1 0,-30 0,55 5,6 0,0 0,0-1,0 1,0 0,0 0,0-1,0 1,0 0,0 0,0-1,0 1,0 0,0 0,0-1,0 1,0 0,0 0,270-67,-139 32,1 6,76-5,-205 34,79-2,-79 2,-1 1,1-1,0 1,0 0,0-1,-1 1,1 1,0-1,-1 0,1 0,-1 1,1 0,-1-1,0 1,0 0,0 0,0 0,0 0,0 1,0-1,-1 1,1-1,-1 1,0-1,1 2,0 6,-1 0,0-1,-1 1,1 0,-2 0,1-1,-2 1,1 0,-3 8,1-13,1 0,1 0,-1 0,1 0,0 1,0-1,0 1,1-1,0 0,0 1,0-1,1 1,-1-1,1 1,1-1,-1 0,1 0,0 0,0 0,0 0,1 0,0 0,0-1,0 1,0-1,1 0,0 0,0 0,0 0,2 1,-2-3,0 0,0 0,0-1,1 1,-1-1,0 0,1 0,-1-1,1 1,-1-1,1 0,-1 0,1 0,-1-1,1 1,-1-1,1 0,-1-1,0 1,0-1,0 0,0 0,0 0,0 0,0-1,0 0,-1 1,0-1,1-1,-1 1,0 0,0-1,-1 0,17-24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46.10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146 21,'-16'-2,"-12"-3,-4-1,2 1,6 3,9 5,14 5,16 5,20 2,18-2,2-2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47.67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98 0,'120'275,"-72"-172,-6 1,-4 3,-4 0,-5 3,-5 0,-5 2,0 52,-16-121,-3-1,-1 1,-1-1,-3 0,-2 0,-1 0,-2-1,-2 0,-2-1,-1 0,-3-1,0-1,-3-1,-1-1,-2 0,-1-2,-2-1,-1-1,-1-1,-9 5,29-28,-1 0,0-1,0 0,0 0,-1-1,0 0,0-1,0 0,-1-1,-8 2,19-6,0 0,0 1,1-1,-1 0,0 0,0 0,1 0,-1 0,0 0,0 0,1 0,-1 0,0 0,0-1,1 1,-1 0,0 0,0-1,1 1,-1 0,1-1,-1 1,0-1,1 1,-1-1,1 1,-1-1,1 1,-1-1,1 0,-1 1,1-1,0 0,-1 1,1-1,0 0,-1 1,1-1,0 0,0 0,0 1,0-1,0 0,0 0,0 1,0-1,0 0,0 0,0 1,0-1,1 0,-1 0,3-14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50.6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63 1,'-7'13,"-4"14,-1 14,0 11,2 13,2 10,6 10,6 8,13 6,12 2,13 3,12-4,11-6,11-11,7-15,7-14,3-17,-14-14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51.83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283 1263,'-10'1,"0"0,0 0,0 1,0 1,1-1,-1 2,1-1,-1 1,1 1,1-1,-1 2,1-1,-1 1,2 0,-1 1,1 0,0 0,-5 7,-1 2,1-1,1 2,1 0,0 0,2 1,0 0,0 0,2 1,0 2,1-7,1 1,1-1,0 1,1 0,1-1,0 1,1 0,1 0,0 0,1-1,2 7,-4-19,1 1,-1-1,1 0,0-1,0 1,0 0,0 0,0 0,0 0,0-1,0 1,1 0,-1-1,1 1,-1-1,1 0,0 1,-1-1,1 0,0 0,0 0,0 0,0-1,0 1,0 0,0-1,0 1,0-1,0 0,0 0,0 0,0 0,0 0,0 0,1 0,-1-1,0 1,2-2,2 0,1-1,0 0,-1 0,0-1,0 0,0 0,0-1,-1 1,1-1,3-6,7-9,-2-2,0 0,-1 0,-1-1,-2-1,0 0,-2 0,0-1,-2 0,0-1,-2 1,-1-1,-1 0,-1-18,-4 8,0 1,-3 0,-1 0,-1 1,-2 0,-1 0,-2 1,-1 1,-2 0,-1 1,-1 1,-2 0,-17-19,21 31,16 18,0 0,1 1,-1-1,0 0,1 0,-1 0,0 1,0-1,1 0,-1 1,0-1,0 0,1 1,-1-1,0 0,0 1,0-1,1 0,-1 1,0-1,0 0,0 1,0-1,0 1,0-1,0 0,0 1,0-1,0 1,0-1,0 0,0 1,0-1,-1 0,1 1,0-1,0 0,0 1,0-1,-1 0,1 1,0-1,0 0,-1 1,1-1,0 0,-1 0,1 1,0-1,0 0,-1 0,1 0,-1 1,1-1,0 0,-1 0,1 0,0 0,-1 0,1 0,-1 0,1 0,0 0,-1 0,1 0,-1 0,1 0,82 205,-59-155,-3-3,3-1,1 0,2-2,2-1,25 29,-49-66,1 0,0 0,0 0,0-1,1 0,0 0,0 0,0 0,0-1,1 0,0-1,0 1,0-1,0-1,0 1,1-1,-1 0,1-1,-1 0,1 0,-1-1,1 0,0 0,-1-1,7 0,2-8,0 0,-1-1,-1-1,1 0,-2-1,0 0,0-1,-1 0,0-1,-2-1,1 0,-2 0,0-1,2-7,-2 8,-1 0,0-1,-2 1,0-1,0 0,-2-1,0 1,-1-1,1-11,-4 25,0 0,0 0,0 0,-1 0,1-1,-1 1,0 0,1 0,-1 0,-1 0,1 0,0 0,-1 1,1-1,-1 0,0 1,0-1,0 1,0-1,-1 1,1 0,-1 0,1 0,-1 0,0 1,1-1,-1 1,0 0,0-1,0 1,0 1,0-1,0 0,0 1,-1-1,1 1,0 0,0 0,0 0,-1 1,1-1,0 1,0-1,0 1,0 0,-2 2,-2 1,0 1,0 1,0 0,1-1,0 2,1-1,-1 1,1 0,1 0,-1 0,1 1,0-1,1 1,0 0,0 0,1 1,-1-1,2 0,0 1,0 0,0-1,1 1,0-1,1 1,0-1,1 4,-1-7,0-1,0 0,1 0,-1 1,1-1,0-1,1 1,-1 0,1 0,-1-1,1 1,0-1,1 0,-1 0,0 0,1-1,0 1,-1-1,1 0,0 0,0 0,0 0,1-1,-1 1,0-1,0 0,1-1,-1 1,1-1,-1 0,1 0,-1 0,0 0,1-1,-1 0,0 0,1 0,-1 0,0-1,0 0,0 1,0-2,0 1,0 0,-1-1,4-2,3-5,0-1,-1 0,0 0,0 0,-2-1,1-1,-2 1,1-1,-2 0,0 0,0-1,-1 0,-1 0,0 0,-1 0,-1 0,0-5,-1 16,0 3,0 0,-1-1,1 1,0-1,0 1,-1-1,1 1,0-1,0 1,0-1,0 0,0 1,0-1,0 1,0-1,0 1,0-1,0 1,0-1,0 0,0 1,0-1,1 1,-1-1,0 1,0-1,1 1,-1-1,0 1,0 0,1-1,-1 1,1-1,-1 1,0 0,1-1,-1 1,1 0,-1-1,1 1,-1 0,1 0,-1-1,1 1,-1 0,1 0,0 0,-1 0,1 0,-1 0,1 0,-1 0,1 0,-1 0,1 0,-1 0,1 0,0 1,-1-1,15 16,-11-10,1 0,-1 0,1 0,0-1,0 1,0-1,1-1,0 1,0-1,0 0,1 0,-1-1,1 1,0-2,-1 1,2-1,-1 0,0 0,0-1,0 0,1 0,-1-1,1 0,-1 0,1-1,0-2,0 0,0-1,0 0,-1 0,1-1,-1 0,-1 0,1 0,-1-1,0 0,0-1,0 1,-1-1,0 0,0 0,1-4,5-9,-1-1,-1 0,-1 0,0-1,2-14,-5 8,-1 0,-2-1,-1 1,0 0,-3 0,0-1,-1 1,-2 0,-1 1,-1-1,-2 1,0 1,-2-1,-13-21,-160-303,126 253,45 91,13 28,13 30,2-1,2-1,3-1,1 0,6 4,1 7,3-2,2-1,3-1,2-3,2-1,13 9,-39-44,2-2,0 0,1-1,0 0,1-2,0 0,1-1,0-1,2 1,5-4,-8-4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52.39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1 585,'117'-56,"-3"-5,80-57,-151 91,395-239,-383 241,-54 33,-58 69,47-63,1 0,0 1,1-1,1 2,0-1,1 1,0 0,2 0,-2 8,5-18,0-1,0 1,1-1,0 1,0-1,0 1,1-1,-1 0,1 1,1-1,-1 0,1 1,0-1,0 0,0 0,1 0,0-1,0 1,0 0,0-1,1 0,-1 0,1 0,0 0,1-1,-1 0,1 0,-1 0,1 0,3 1,-3-1,0-1,0 1,0-1,0 0,1-1,-1 1,1-1,-1 0,0-1,1 1,0-1,-1 0,1-1,-1 1,1-1,-1 0,1 0,-1-1,0 1,0-1,0-1,0 1,0-1,0 1,0-1,-1-1,1 1,-1-1,0 1,0-1,-1-1,1 1,-1 0,0-1,1 0,2-14,-1 1,-1-1,0 0,-1 0,-2 0,0 0,0 0,-2 0,0 0,-5-19,5 29,1 4,-1 4,1 0,-1 0,1-1,-1 1,1 0,0 0,0-1,-1 1,1 0,0 0,0-1,0 1,1 0,-1-1,0 1,0 0,1 0,-1 0,0-1,1 1,-1 0,1 0,0 0,-1 0,1 0,0 0,0 0,0 0,0 0,0 0,0 0,0 0,0 1,0-1,0 0,0 1,0-1,89 19,-43-16,0-3,-1-2,1-1,-1-3,0-2,-1-1,0-3,41-17,-62 22,64-20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53.10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0,'9'21,"10"19,11 18,7 14,4 9,2 6,-2 0,-3-3,-4-8,-5-9,-5-11,-5-16,-5-15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53.35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0 324,'5'-2,"10"-8,12-9,15-12,14-13,8-6,6 0,-1 5,-3 11,-5 11,-7 12,-12 7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54.01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43 713,'-31'-249,"20"78,11 169,0 0,0 0,0 0,-1 0,2 0,-1 1,0-1,0 0,1 0,-1 0,0 0,1 1,0-1,0 0,-1 0,1 1,0-1,0 1,0-1,1 1,-1-1,0 1,0 0,1-1,-1 1,1 0,-1 0,1 0,0 0,-1 0,1 1,0-1,0 0,-1 1,1-1,0 1,0 0,0-1,0 1,0 0,-1 0,1 0,0 1,0-1,0 0,0 1,0-1,13 4,0 0,0 1,0 0,-1 2,0-1,0 2,0 0,-1 0,-1 1,1 1,-1 0,-1 1,0 0,-1 1,0 0,0 0,-1 1,0 2,64 146,-72-159,0 0,0 0,0 0,0 0,0 0,0 0,0-1,1 1,-1 0,1-1,-1 1,1-1,0 0,0 1,-1-1,1 0,0 0,0 0,0 0,0-1,0 1,0-1,1 1,-1-1,0 1,0-1,0 0,0 0,1 0,-1 0,0-1,0 1,0-1,0 1,0-1,0 0,0 1,0-1,0 0,0 0,0-1,0 1,-1 0,1-1,0 1,14-16,0 0,0-1,-2 0,0-1,-2-1,0 0,-1-1,-1 0,5-15,-7 16,-1 1,-1-1,0 0,-2-1,0 1,-2-1,0 0,-1-13,-1 24,-1 1,0 0,0 0,-1 0,0 0,-1 0,0 0,0 0,-1 1,0 0,-1-1,1 1,-1 1,-1-1,0 1,0 0,0 0,-1 1,0 0,-4-3,10 8,0 0,0-1,0 1,0 0,0 0,0 0,0 0,0 0,0 0,-1 0,1 1,0-1,-1 0,1 1,-1-1,1 0,-1 1,1 0,-1-1,1 1,-1 0,1 0,-1 0,1 0,-1 0,1 0,-1 1,1-1,-1 0,1 1,-1-1,1 1,-1-1,1 1,0 0,-1 0,1 0,0 0,0-1,0 2,-1-1,1 0,0 0,0 0,0 0,1 1,-1-1,0 0,0 1,1-1,-1 1,1-1,-1 1,1-1,0 1,0-1,-1 1,2 8,1 1,-1-1,2 0,-1 0,1 0,1 0,0 0,0 0,1-1,0 0,1 0,0-1,0 1,1-1,0 0,0-1,5 4,-1-2,0 0,0-1,1 0,0-1,0 0,1-1,0-1,0 0,0-1,1 0,0-1,-1 0,1-1,0-1,0 0,0-1,0 0,0-1,0-1,0 0,0-1,-1 0,1-1,-1-1,0 0,0-1,-1 0,0-1,0-1,1 0,24-22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54.88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82 1068,'-8'9,"0"0,0 1,1 0,0 1,0-1,2 1,-1 1,1-1,1 1,0 0,1 0,0 0,-1 11,3-16,0 1,1-1,0 0,0 1,1-1,0 0,0 1,0-1,1 0,0 0,1 0,-1 0,1 0,1-1,-1 1,1-1,1 0,-1 0,1 0,0-1,0 1,0-1,5 3,-4-4,0 0,0-1,1 0,-1 0,1 0,0-1,0 0,0 0,0-1,1 1,-1-2,0 1,0-1,1 0,-1-1,0 1,0-2,0 1,1-1,-1 0,-1 0,1-1,0 0,-1 0,3-1,9-7,0 1,-1-2,0-1,0 0,-2-1,1 0,-2-1,3-5,-7 9,-1 0,-1 0,0 0,0-1,-1 0,-1-1,0 0,0 0,-2 0,0 0,0-1,-1 0,-1 1,0-1,-1 0,0 0,-1-1,-1 1,0 0,-1 0,0 1,-3-7,-16-6,21 26,-1-1,1 1,0 0,-1 0,1-1,-1 1,1 0,-1 0,1 0,-1 0,1 0,-1 0,1 0,-1 0,1 0,0 0,-1 0,1 0,-1 0,1 0,-1 0,1 0,-1 1,1-1,-1 0,1 0,0 1,-1-1,1 0,-1 0,1 1,0-1,-1 0,1 1,0-1,-1 1,1-1,0 0,0 1,0-1,-1 1,1-1,0 1,0-1,0 1,0-1,0 1,0-1,0 0,0 1,0-1,0 1,0-1,0 1,0-1,0 1,0-1,0 1,0-1,1 1,-1-1,0 1,1-1,-1 11,2-1,0 1,0-1,1 1,0-1,1 0,0 0,0-1,1 1,1-1,-1 0,1 0,1-1,0 0,2 2,-6-6,0 0,0-1,1 1,-1-1,1 0,0 0,0-1,0 1,0-1,0 0,1 0,-1 0,1 0,-1-1,1 0,0 0,-1 0,1 0,0-1,0 0,-1 0,1 0,0-1,0 1,-1-1,1 0,0-1,-1 1,1-1,-1 0,0 0,1 0,-1-1,3-1,1-8,0-1,-1 1,0-1,-1 0,0-1,-1 1,-1-1,0 0,-1-1,-1 1,0 0,0-1,-2 1,0-4,2-55,-2 72,0 1,0 0,0-1,1 1,-1 0,0 0,0-1,1 1,-1 0,0 0,1 0,-1-1,0 1,0 0,1 0,-1 0,0 0,1 0,-1-1,0 1,1 0,-1 0,1 0,-1 0,0 0,1 0,-1 0,0 0,1 0,-1 1,0-1,1 0,-1 0,0 0,1 0,-1 0,0 1,1-1,-1 0,0 0,0 0,1 1,-1-1,0 0,0 0,1 1,-1-1,0 0,0 1,0-1,0 0,1 1,-1-1,0 0,0 1,0-1,0 0,0 1,0-1,0 0,0 1,0-1,0 0,0 1,0-1,0 0,0 1,0-1,-1 1,4 2,4 9,1-1,1 0,0 0,0-1,1 0,1-1,-1 0,2 0,-1-2,1 1,0-1,0-1,1 0,0-1,0 0,9 1,-17-4,0-1,0 1,0-2,0 1,0 0,1-1,-1 0,0 0,0-1,0 1,1-1,-1 0,0-1,0 1,0-1,0 0,-1 0,1-1,0 1,-1-1,0 0,1 0,-1 0,0-1,-1 0,1 1,-1-1,0-1,0 1,0 0,2-4,-2-2,0-1,0 1,-1-1,0 0,0 0,-2 0,1 0,-1 0,-1 0,0 0,-1 0,0 0,0 1,-4-9,-62-145,62 151,-295-564,284 548,17 30,0-1,-1 0,1 1,0-1,0 0,0 0,0 1,0-1,0 0,-1 0,1 1,0-1,0 0,0 0,-1 0,1 1,0-1,0 0,-1 0,1 0,0 0,-1 1,1-1,0 0,0 0,-1 0,1 0,0 0,-1 0,1 0,0 0,0 0,-1 0,1 0,0 0,-1 0,1 0,0 0,-1 0,1 0,9 34,1 0,1 0,2-1,2 0,1-1,17 25,-16-28,2 0,0-1,2-1,2-1,0-1,1-1,15 10,-26-23,0-2,1 1,0-2,0 0,1 0,0-1,0-1,1-1,-1 0,1-1,0-1,1 0,-1-1,0-1,1-1,9 0,40-21,-48 6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55.37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1 360,'53'-49,"3"2,1 3,2 2,2 3,5 1,-44 24,1 1,0 1,1 0,1 2,0 1,0 1,0 1,1 1,0 2,13-1,-32 5,1 1,-1 0,1 0,-1 1,1-1,-1 2,0-1,0 1,0 0,0 1,-1 0,1 0,-1 0,0 1,0-1,-1 2,1-1,-1 0,0 1,-1 0,1 1,11 18,-1 1,-1 1,-1 0,7 24,6 10,-25-58,2 7,1 1,0-1,1 0,0 0,1-1,0 1,0-1,1-1,0 1,1-1,0 0,0-1,0 0,1 0,0-1,10 6,-14-12,1-1,-1 1,0-1,1 0,-1 0,0 0,0-1,0 0,0 0,0 0,-1-1,1 1,-1-1,1 0,-1-1,0 1,0-1,0 1,-1-1,1 0,-1-1,0 1,0-1,0 1,0-3,5-5,-1 0,0 0,-1-1,-1 0,0 0,0 0,-1-1,-1 1,1-11,-3 18,-1 1,1 0,-1 0,0 0,-1 0,1 0,-1-1,0 1,0 0,-1 0,1 1,-1-1,0 0,-1 0,1 1,-1-1,0 1,0 0,0 0,0 0,-1 0,0 1,1-1,-1 1,-1 0,1 0,-3-1,1 0,-1 1,1 0,0 1,-1-1,0 1,0 0,1 1,-1 0,0 0,0 0,0 1,0 0,0 0,0 1,0 0,0 0,0 1,0-1,0 2,1-1,-1 1,1 0,0 0,0 1,0-1,0 1,0 1,1-1,0 1,0 0,0 0,1 1,-1-1,1 1,1 0,-1 0,1 0,0 1,0-1,1 1,0 0,0 0,1-4,1 1,0 0,0-1,1 1,-1 0,1-1,-1 1,1-1,0 1,0-1,1 1,-1-1,1 0,0 1,0-1,0 0,0 0,0-1,1 1,-1 0,1-1,0 1,-1-1,1 0,0 0,1 0,-1 0,0-1,0 1,1-1,-1 0,3 1,3 0,1 1,0-2,-1 1,1-1,0-1,0 0,0 0,-1-1,1 0,0 0,4-3,22-7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55.64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113 0,'-16'0,"-10"5,0 8,4 8,6 8,10 4,13 2,12 1,12-2,12-5,10-1,-4-7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55.8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1,'18'16,"13"12,8 10,4 6,-1 0,-2-3,-5-7,-2-8,-6-12,-4-12,-4-13,-4-15,-3-11,-4 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5:56.14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 75,'-42'-64,"42"64,0 0,1 0,-1 0,0 0,1 0,-1 0,0 0,0 0,1 0,-1 0,0-1,1 1,-1 0,0 0,1 0,-1 0,0 0,0-1,1 1,-1 0,0 0,0-1,0 1,1 0,-1 0,0-1,0 1,0 0,1 0,-1-1,0 1,0 0,0-1,0 1,0 0,0-1,0 1,0 0,0 0,0-1,0 1,0 0,0-1,0 1,0 0,0-1,0 1,-1-1,87 66,4 15,-3 5,-4 2,-4 5,-4 2,-4 4,1 13,-34-48,-2 3,-4 0,-2 2,-3 1,-4 2,-2 0,-4 1,-3 1,-3 0,0 43,-15 81,-15-23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03.20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14,'0'-2,"0"-4,0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12.21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5811 868,'0'-47,"1"-8,-2-1,-2 0,-4 1,-4-17,-76-301,87 366,-1 1,-1 0,1-1,-1 1,-1 0,1 0,-1 0,0 1,0-1,0 1,-1-1,0 1,0 0,0 0,-1 1,0 0,0-1,0 1,0 1,0-1,-1 1,0 0,0 0,0 1,0 0,0 0,0 0,-2 0,-8 3,0 0,0 1,1 1,-1 0,1 1,0 1,0 0,-6 4,-53 16,-96 11,-63 1,179-29,-92 15,0 5,-50 21,175-42,-57 19,-1-4,0-3,-2-3,0-4,-58 0,104-12,-42 0,0 3,0 3,-37 10,29 2,11-1,-1-4,0-3,-17-2,38-4,0-2,0-3,0-2,0-2,1-3,0-2,0-3,1-1,-3-5,-409-207,331 167,92 38,0 2,-2 2,0 1,-1 3,0 2,-1 1,-3 2,0 8,0 2,0 2,0 2,1 3,0 1,1 2,-27 12,53-18,-78 16,-51 18,77-6,29-12,0-1,-2-3,-1-2,0-1,-31 4,65-18,1 2,0-1,0 1,0 1,0 0,1 0,0 1,0 1,0 0,0 0,-4 4,-192 132,199-138,0 1,0 0,1 0,0 0,0 1,0 0,1 0,0 1,0-1,0 1,1 0,0 1,0 1,-99 173,95-156,0 0,2 1,0 0,2 0,2 0,-1 20,2-27,1 28,2-1,2 0,3 0,1 0,5 10,-1 2,88 409,-90-399,12 82,6-2,35 104,-37-167,-3 1,-4 1,0 31,22 249,21 138,18 97,-48-345,6 94,-37 125,-10-349,-20 94,23-180,-28 331,-16 303,-4 206,29-381,34 372,26-199,5-219,-35-415,2-1,2-1,2 0,1 0,2-1,1-1,2 0,4 2,-7-10,8 15,2 0,2-2,28 34,184 214,-62-120,-125-121,-32-28,1-1,0-1,2-1,19 11,-21-19,1-1,0-1,1-1,0 0,0-2,0-1,0 0,1-2,-1-1,0 0,7-2,83 4,293 19,-158-8,87 14,-193-27,-48-1,0 4,17 5,490 40,-355-37,-10 28,-30-27,-169-7,-1-1,1-2,0-1,0-2,0-1,26-6,-25 2,-1 2,1 1,-1 2,1 2,0 1,8 3,198 5,-229-6,1-2,0 0,0-1,0 0,0-1,0-1,0 0,0-1,0-1,-1 0,1-1,-1-1,10-4,99-59,-86 53,-2-1,0-2,-1-2,-1-1,10-9,-27 16,-1-1,0-1,-1 0,-1-1,10-15,-10 12,-4 8,0-1,-1-1,-1 0,-1 0,0 0,0-1,-2 0,0 0,0 0,-2 0,1-1,-2 1,0-11,8-242,5 178,-2 24,-3-1,-3 0,-3-24,-14-67,-7 1,-20-68,13 80,-42-246,59 325,-2-10,-2 1,-4 1,-12-33,8 37,2-1,4 0,3-1,3-1,2-32,-6-129,12-289,-28 220,29 236,3 1,2-1,11-38,34-316,-43 379,14-126,-8-83,-15-817,5 1003,2 1,3 0,6-16,-2 16,-3-1,-3 0,-2-14,7-208,-13-513,-23 605,10 57,3 21,-23-97,24 173,2 0,1-1,2 0,2 0,2 0,2-1,2 1,5-28,2 21,-3-1,-1 1,-2-38,-1 3,3 1,14-63,-13 79,-3-1,-2 0,-6-37,-9-55,-1-12,1-17,13-144,0 330,0 1,-1 0,1-1,0 1,0 0,0-1,0 1,1-1,-1 1,1 0,-1-1,1 1,0 0,0 0,0-1,0 1,0 0,1 0,-1 0,1 0,-1 1,1-1,-1 0,1 1,0-1,0 1,0-1,0 1,0 0,0 0,1 0,-1 0,0 0,0 0,2 0,13 0,-1 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33.91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1,'0'7,"3"9,-1 13,1 10,0 11,-2 6,0 2,0-2,-1-6,2-9,2-14,-2-11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34.30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35,'1'-1,"-1"-1,0 0,1 0,-1 1,1-1,0 1,0-1,-1 0,1 1,0-1,0 1,0 0,1-1,-1 1,0 0,0 0,1 0,-1 0,1 0,-1 0,1 0,-1 0,1 0,0 1,-1-1,1 1,0-1,-1 1,1 0,0-1,0 1,0 0,-1 0,1 0,0 1,0-1,-1 0,1 1,0-1,-1 1,1-1,0 1,-1 0,1 0,0 1,28 9,0 2,-1 2,-1 0,0 2,-2 1,8 8,-13-13,-1 1,-1 1,0 1,-1 1,0 1,-2 0,0 1,-1 0,-1 2,-1 0,-1 0,-1 1,6 17,-15-32,-1 0,0 0,0 0,-1 0,0 0,0 1,-1-1,1 0,-2 0,1 0,-1 0,0 0,-1 0,1-1,-1 1,-1-1,1 1,-1-1,0 0,-1-1,1 1,-1-1,-5 5,-3 3,-2-1,0 0,0 0,-1-2,-1 0,1-1,-2 0,-8 2,3-3,0 0,-1-2,1-1,-1 0,0-2,0-1,0-1,-5-1,29 0,0 0,0 0,0 0,0 0,0-1,0 1,0 0,1 0,-1 0,0 0,0-1,0 1,0 0,0 0,-1 0,1 0,0 0,0-1,0 1,0 0,0 0,0 0,0 0,0 0,0-1,0 1,0 0,12-4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35.14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2 299,'-2'-79,"9"-128,-4 194,-1 19,1 21,-3 387,0-392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35.4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0,'34'38,"2"-2,1-2,10 5,-32-26,49 54,-62-65,0 1,0 0,0 0,-1 1,1-1,-1 0,0 1,0-1,0 0,0 1,0-1,-1 1,1 0,-1-1,0 1,0-1,-1 1,1-1,-1 1,0-1,0 1,0-1,0 1,-1 0,-4 6,-2-1,1 1,-2-1,1-1,-1 0,0 0,-1 0,0-1,0-1,0 0,-1 0,0-1,0 0,0-1,-12 3,-16 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35.75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0 204,'18'-18,"13"-11,10-4,8 0,3 4,1 4,-2 7,-5 7,-11 4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36.26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22,'16'2,"12"1,10-2,6-2,2-2,0-2,-1 1,-1-1,-6 0,-10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36.54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 0,'-5'0,"4"0,6 3,6 2,3 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36.78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 1,'-2'14,"-1"6,0 3,0-6,2-5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37.11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0,'0'16,"0"15,0 12,0 12,0 6,0 3,0-2,0-6,0-8,2-9,3-9,1-10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37.48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0,'24'14,"29"16,-1 1,-1 3,-2 2,-2 2,-1 2,16 20,-52-49,-1 1,0 0,-1 1,0 0,-1 0,0 0,-1 1,-1 0,2 7,-5-14,-1-1,0 1,0 0,0 0,-1 0,0 0,0 0,-1 0,0 0,0 0,-1-1,0 1,0 0,0-1,-1 1,0-1,0 0,-1 0,1 0,-1 0,-2 0,-9 9,0-1,-2-1,1 0,-2-1,1-1,-2-1,1-1,-1 0,-1-1,0-2,0 0,0 0,-13 0,-57 5,91-11,-1 0,0 0,0 0,0 0,1 0,-1 0,0 0,0 0,1-1,-1 1,0 0,0 0,0 0,1 0,-1 0,0 0,0-1,0 1,0 0,0 0,1 0,-1-1,0 1,0 0,0 0,0 0,0-1,0 1,0 0,0 0,0-1,0 1,0 0,0 0,0 0,0-1,0 1,0 0,0 0,0-1,0 1,0 0,0 0,0 0,0-1,0 1,0 0,0 0,-1 0,1-1,0 1,0 0,0 0,0 0,-1 0,1-1,0 1,0 0,0 0,-1 0,1 0,0 0,0 0,0 0,0-1,14-9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37.87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4 252,'0'-251,"-1"349,-2-25,4 0,3 1,11 52,0-83,-6-33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38.39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67,'76'-21,"-36"9,0 2,0 1,32-2,-70 11,1-1,-1 0,0 1,0 0,1-1,-1 1,0 0,0 0,1 0,-1 0,0 1,1-1,-1 0,0 1,0 0,0-1,1 1,-1 0,0 0,0 1,0-1,-1 0,1 0,0 1,0 0,-1-1,1 1,-1 0,1-1,-1 1,0 0,1 0,-1 0,0 0,-1 1,1-1,0 0,0 0,-1 0,0 1,1-1,-1 0,0 0,0 2,-3 6,0-1,-1 1,0-1,0 0,-1 0,0 0,0-1,-1 0,-1 0,1 0,-6 4,-32 45,44-56,0 0,0 1,-1-1,1 0,1 0,-1 0,0 0,0 0,0 0,0 0,1 0,-1 0,1 0,-1 0,1 0,-1 0,1 0,-1-1,1 1,0 0,-1 0,1 0,0-1,0 1,-1 0,1-1,0 1,0-1,0 1,0-1,0 1,0-1,0 0,0 1,0-1,0 0,0 0,0 0,0 0,0 0,0 0,1 0,-1 0,0 0,0 0,0-1,0 1,0 0,0-1,0 1,0-1,-1 1,2-1,2 1,40-2,-33 0,0 1,0 1,0 0,0 0,0 1,0 1,0 0,-1 0,3 2,-11-3,1 0,0 1,0 0,-1-1,1 1,-1 0,0 0,1 0,-1 1,0-1,0 0,0 1,-1 0,1-1,-1 1,1 0,-1 0,0 0,0 0,0 0,0 0,-1 0,1 0,-1 0,0 0,0 0,0 0,0 0,0 1,-1-1,1 0,-1 0,-1 6,0 0,-1 0,0 0,-1 0,0 0,0-1,0 1,-1-1,-1-1,0 2,-4 3,-2 0,0 0,0-1,-1-1,0 0,-1-1,0 0,0-1,-5 2,-13-4,24-10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46.3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456 15,'-5'0,"0"0,0 0,0 0,0 1,0 0,0 0,0 0,0 0,1 1,-1 0,0 0,1 0,-1 1,1 0,0 0,0 0,0 0,0 0,0 1,0 0,-100 105,89-90,2 1,0 1,1 0,1 0,1 2,1-1,-6 23,-3 5,-33 117,-17 315,54-286,7 48,9-151,12 45,-14 234,26-80,-18-88,-4 1,3 20,39-18,-3 95,-30-29,-14 250,-12-277,0 78,13 189,-15-185,16 22,27 78,-15 8,-6-52,7 36,0 219,5-256,-6-94,-9-206,5 0,3 0,10 27,1 10,-18-83,3 0,1-1,1 0,13 26,-18-52,2-1,-1-1,1 1,0-1,0 0,1-1,0 0,1 0,0-1,0 0,0 0,0-1,1 0,0-1,6 2,41 23,-47-22,0-1,1 0,0-1,0 0,1 0,-1-1,1-1,0 0,0-1,0 0,0 0,1-2,-1 1,0-1,0-1,7-1,18-9,1 0,-2-3,1-1,10-8,49-19,23-7,-29 10,2 5,12 0,-76 27,17-5,-1-1,0-3,31-15,-27 6,204-91,-197 95,0-3,-2-2,0-2,43-32,76-65,57-59,-183 142,-1-1,-3-3,-1-1,-3-2,-2-2,-2-1,-2-2,-3-1,8-23,54-146,49-192,-108 282,-6-2,-6-1,-6-1,-6-23,0 53,-8 100,14-151,-7 0,-7 0,-7 0,-11-36,-13 16,2 12,-1-84,13-93,19 305,2 1,2-1,1 1,2 0,2 0,1 1,2 1,1 0,17-26,-6 11,1 0,3 2,3 1,1 2,37-39,-15 24,-4-3,-2-2,-3-1,18-39,11-34,122-203,53-66,51-60,-267 407,-3-2,-2-2,-4 0,-2-2,-3-1,9-62,-20 87,-1 0,-3 0,-2 0,-2-1,-1 1,-4-22,-5 30,0 0,-3 1,-1 0,-1 0,-2 1,-1 1,-5-5,-18-40,6 7,18 32,-1 1,-3 0,-1 1,-1 1,-2 1,-2 1,-1 2,-2 0,-27-24,-71-38,-136-75,217 142,-1 3,-2 2,0 2,-1 2,-1 2,0 2,-41-4,-110-8,-108 3,-1 1,219 8,2-3,0-4,-28-14,78 24,-421-82,423 82,1-2,0-1,0-1,2-2,0-2,1 0,1-3,-20-17,20 13,-2 2,0 1,-1 2,-2 2,0 1,0 1,-2 3,0 1,0 2,-37-6,-55-8,-52-4,145 30,1 1,-1 3,1 1,0 1,0 2,-7 5,-70 7,94-22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47.6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314 142,'0'6,"-1"-3,-1-23,-1 11,0 1,0 1,-1-1,0 0,0 1,-1 0,0 0,0 0,-1 1,0-1,0 1,0 1,-1-1,1 1,-3-1,5 3,0 1,1-1,-1 1,0 0,0 0,-1 1,1-1,0 1,0 0,-1 0,1 0,0 1,-1-1,1 1,-1 0,1 1,-1-1,1 1,0 0,-1 0,1 0,0 0,0 1,-1 0,1 0,1 0,-1 0,0 0,-3 4,-3 6,0 0,1 1,0 1,1-1,1 1,0 1,1-1,0 1,1 0,1 1,0-1,1 1,1 0,1 0,0 5,-4 29,2 0,3 0,5 45,-6-90,1 1,1-1,-1 1,1-1,0 1,0-1,1 0,-1 1,1-1,0 0,1 0,-1 0,1-1,0 1,0 0,1-1,-1 0,1 0,0 0,0 0,0-1,1 1,-1-1,1 0,0-1,0 1,0-1,0 0,0 0,0 0,1-1,1 1,10-4,-1 0,1-1,-1-1,1 0,-1-1,0-1,-1 0,1-1,-1-1,-1 0,1-1,-2-1,1 0,-1-1,5-7,69-63,-86 80,1 1,-1 0,1-1,-1 1,0 0,1 0,-1 0,1 0,-1 0,1 0,-1 1,0-1,1 0,-1 1,1-1,-1 1,0 0,1-1,-1 1,0 0,0 0,0-1,0 1,1 0,-1 0,0 1,-1-1,1 0,0 0,0 0,0 0,-1 1,1-1,-1 0,1 1,-1-1,1 1,-1-1,0 0,1 2,5 9,4 3,0 0,1 0,0-1,1-1,1 0,5 4,-13-14,-1 1,1 0,0-1,0 0,0 0,0-1,0 1,1-1,-1 0,1-1,0 1,-1-1,1 0,0-1,0 1,0-1,0 0,-1-1,1 1,0-1,3-1,-4 0,0 0,1-1,-1 1,-1-1,1 0,0 0,-1-1,1 0,-1 1,0-1,-1-1,1 1,-1 0,1-1,-1 0,-1 0,1 0,-1 0,1-3,24-105,-27 101,0 0,0 0,-1 1,-1-1,0 1,0-1,-1 1,-1-1,0 1,3 8,0 0,-1-1,1 1,0 1,-1-1,0 0,0 0,0 1,0-1,0 1,-1-1,1 1,-1 0,1 0,-1 0,0 0,0 1,0-1,0 1,0-1,0 1,0 0,0 0,-1 1,1-1,0 1,0 0,-1-1,1 1,0 1,-1-1,1 0,-3 2,-4 1,0 1,0 1,0 0,1 0,-1 1,2 0,-1 0,1 1,-1 0,2 1,-1 0,1 0,1 1,-1 0,2 0,-1 0,5-8,0 0,0-1,0 1,1 0,-1 0,0-1,1 1,-1 0,0 0,1 0,-1 0,1 0,0 0,-1 0,1 0,0 0,-1 0,1 0,0 0,0 0,0 0,0 0,0 0,0 0,0 0,0 0,1 0,-1 0,0 0,1 0,-1 0,0 0,1 0,-1 0,1 0,0 0,-1 0,1-1,0 1,-1 0,1 0,0-1,0 1,0 0,-1-1,1 1,0-1,0 1,0-1,0 0,1 1,16-1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48.18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1,'16'17,"0"1,-1 1,-1 0,-1 1,0 1,-2 0,0 0,-1 1,-2 0,0 1,-1 0,-1 3,12 31,-18-56,0 0,0 0,0 0,0-1,-1 1,1 0,1 0,-1 0,0 0,0 0,0 0,0 0,1-1,-1 1,0 0,1 0,-1 0,1-1,-1 1,1 0,-1 0,1-1,-1 1,1 0,0-1,-1 1,1-1,0 1,0-1,-1 1,1-1,0 0,0 1,0-1,0 0,-1 1,1-1,0 0,0 0,0 0,0 0,0 0,0 0,0 0,-1 0,1 0,0-1,0 1,0 0,0 0,0-1,-1 1,1-1,0 1,0 0,-1-1,1 0,0 1,42-104,-34 75,-1 3,-2 4,1 1,1-1,0 1,2 0,0 1,1 0,10-11,-20 30,-1 0,0 0,1 1,-1-1,1 0,-1 1,1-1,-1 0,1 1,-1-1,1 1,0-1,-1 1,1-1,0 1,0-1,-1 1,1 0,0-1,0 1,0 0,-1 0,1-1,0 1,0 0,0 0,0 0,-1 0,1 0,0 0,0 1,0-1,0 0,-1 0,1 0,0 1,0-1,0 1,-1-1,1 0,0 1,-1-1,1 1,0-1,-1 1,1 0,-1-1,1 1,0 0,15 42,-7 15,20 70,-27-123,1 0,-1 0,1 0,0-1,0 1,0-1,1 0,-1 0,1 0,0 0,1-1,-1 1,0-1,1 0,0-1,0 1,0-1,0 0,0 0,0 0,0-1,2 1,34 1,-2-5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48.81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230 530,'-11'1,"0"0,0 2,1-1,-1 1,1 1,0 0,0 0,0 1,0 0,1 1,0 0,0 0,0 1,1 0,0 1,1 0,-1 0,2 0,-1 1,1 0,0 1,1-1,0 1,1 0,0 0,0 0,1 1,1 0,0-1,-1 10,2-16,1 0,-1 0,1-1,0 1,0 0,0-1,1 1,-1 0,1-1,0 1,0 0,0-1,1 1,-1-1,1 0,0 1,0-1,0 0,0 0,1 0,-1 0,1-1,-1 1,1-1,0 1,0-1,0 0,1 0,-1-1,0 1,1 0,-1-1,1 0,-1 0,1 0,0 0,-1-1,1 0,0 1,0-1,-1 0,1-1,0 1,-1-1,1 0,0 1,2-2,9-6,0 0,-1-1,0-1,0 0,-1-1,0 0,-1-1,-1-1,1 1,-2-2,0 0,-1 0,0-1,-1 0,-1 0,0-1,3-11,3-17,-1-1,-3 0,-2 0,-1-1,-3 0,-1 0,-3 0,-2 0,-1 0,-3 0,-5-16,-2 6,10 62,2 25,2 0,1 0,1-1,1 1,8 28,-10-53,9 53,2-1,4 0,1-1,3-1,3 0,28 49,-45-94,0 0,0 0,1-1,0 0,1 0,0-1,0 0,1 0,0-1,1 0,-1-1,2 0,-1-1,2 1,-9-6,1 0,-1 0,0-1,1 1,-1-1,1 0,-1 0,1 0,-1 0,1 0,-1-1,0 0,1 1,-1-1,0-1,0 1,1 0,-1-1,0 1,0-1,-1 0,1 0,0 0,0-1,-1 1,0-1,1 1,-1-1,0 0,0 0,0 0,45-100,0-64,-47 167,0-1,0 0,-1 1,1-1,0 1,0-1,0 0,0 1,0-1,0 0,0 1,0-1,0 0,0 1,0-1,1 1,-1-1,0 0,0 1,1-1,-1 1,0-1,1 0,-1 1,0-1,1 1,-1-1,1 1,-1 0,1-1,-1 1,1-1,-1 1,1 0,-1-1,1 1,0 0,-1 0,1 0,-1-1,1 1,0 0,-1 0,1 0,0 0,-1 0,1 0,0 0,-1 0,1 0,0 1,-1-1,1 0,-1 0,1 0,0 1,-1-1,1 0,-1 1,1-1,-1 1,32 127,-28-114,30 88,-32-99,0 1,0 0,0-1,1 1,-1-1,1 0,0 0,0 0,0 0,0 0,0-1,0 1,1-1,0 0,-1 0,1 0,0-1,0 1,0-1,0 0,0 0,0 0,2-1,15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49.07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 1,'-7'16,"3"7,6 1,9-5,4-5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49.51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0,'42'112,"-5"1,-6 1,-4 2,-5 1,-6 0,0 71,-14-166,-2 2,2-1,1 1,1-1,1 0,1-1,1 1,1-1,4 8,-11-28,1 1,-1 0,1-1,-1 0,1 1,0-1,0 0,0 0,0 0,1 0,-1 0,0 0,1-1,-1 1,1-1,0 0,-1 0,1 0,0 0,0 0,0 0,-1-1,1 1,0-1,0 0,0 0,0 0,0 0,0-1,0 1,0-1,0 0,-1 0,1 0,0 0,0 0,-1 0,1-1,1-1,16-10,-1-1,-1-1,0-1,-1 0,0-2,-2 0,0-1,15-14,-16 16,47-38,-60 54,0 1,0 0,-1 0,1-1,0 1,0 0,0 0,0 0,-1 0,1 0,0 0,0 0,0 0,0 0,0 0,-1 0,1 1,0-1,0 0,0 0,-1 1,1-1,0 1,0-1,-1 1,1-1,0 1,-1-1,1 1,0 0,-1-1,1 1,-1 0,0 0,1-1,-1 1,1 0,-1 0,0-1,0 1,1 0,-1 0,0 0,0 0,6 43,-6-40,0 2,-1 1,1 1,-1 0,1 0,1 0,-1-1,1 1,1 0,-1-1,1 1,1-1,-1 1,1-1,1 0,-1 0,1-1,0 1,1-1,-1 1,1-2,1 1,-1 0,1-1,0 0,0 0,2-2,-1 0,1-1,-1 0,1-1,0 1,0-1,0-1,-1 0,1 0,0 0,0-1,0 0,0 0,-1-1,1 0,-1-1,1 0,-1 0,2-1,26-14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49.7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37 0,'-15'5,"-6"1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50.0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1 148,'14'-2,"13"-4,13-2,15-5,10-7,11-4,6-3,2 1,-13 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50.22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61 496,'-6'18,"-4"18,2 11,1 5,6 0,9-4,6-8,4-8,4-11,-1-7,-3-9,-3-11,-3-3</inkml:trace>
  <inkml:trace contextRef="#ctx0" brushRef="#br0" timeOffset="1">21 1,'-9'9,"1"5,5 3,3-1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51.05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207 612,'-4'-1,"0"0,1-1,-1 1,0 0,0 1,0-1,0 1,0 0,0 0,1 0,-1 0,0 1,0-1,0 1,0 0,1 0,-1 0,0 1,1 0,-1-1,1 1,-1 0,1 1,0-1,0 1,-7 4,2 1,-1 0,1 0,1 1,-1 0,2 0,-7 11,8-12,-1 0,2 1,-1 0,1 0,1 1,-1-1,2 1,-1-1,1 1,1 0,0 0,0 0,1 0,0 0,1 0,0 0,1 4,-1-11,0 0,0-1,1 1,-1-1,1 1,-1-1,1 1,0-1,0 0,0 0,0 0,0 0,1 0,-1-1,1 1,-1 0,1-1,-1 0,1 0,0 0,-1 0,1 0,0 0,0-1,0 1,0-1,0 0,0 0,0 0,-1 0,1-1,2 1,5-2,-1 0,1-1,-1 1,0-2,0 1,0-1,-1-1,1 0,2-2,9-10,0 0,-1-2,0 0,-2-1,0-1,-2 0,0-1,-2-1,0-1,-1 1,-2-2,0 0,-2 0,-1 0,0-1,-2 0,-1 0,-2-1,0 1,-2-1,-1-8,1-1,-2 0,-2 0,-1 1,-1-1,-3 1,0 0,-2 1,-2 0,-10-17,23 52,0 0,0 0,0 0,-1 0,1 0,0-1,-1 1,1 0,-1 0,1 0,-1 0,1-1,-1 1,0 0,1 0,-1-1,0 1,1-1,-1 1,0 0,0-1,0 0,0 1,1-1,-1 1,0-1,0 0,0 0,0 1,0-1,0 0,0 0,0 0,0 0,0 0,0 0,0-1,0 1,0 0,0 0,0-1,1 1,-1 0,0-1,0 1,0-1,0 1,1-1,-1 0,0 1,0-1,1 0,-1 1,1-1,-1 0,1 0,-1 0,1 1,-1-1,1 0,-1 0,1 0,0-1,-6 34,2-1,1 1,2-1,2 28,-1-45,1 40,3 0,2 0,2 0,11 36,-13-67,1 0,2 0,0 0,1-1,1-1,1 0,1 0,0-1,2-1,0 0,14 12,-21-23,2-1,-1 0,1 0,-1 0,2-1,-1-1,1 0,0 0,0-1,0-1,10 2,-15-3,0-2,0 1,0-1,0 1,0-2,0 1,0-1,0 0,0 0,0-1,0 1,0-1,0-1,-1 1,1-1,-1 0,0 0,0-1,0 1,0-1,0 0,-1 0,1-2,9-14,-1-2,-1 1,-1-1,-1-1,0 0,-2-1,-1 1,-1-1,-1-1,-1 1,-1-1,-1-12,5-158,-12 160,5 35,-1 1,1-1,0 1,0-1,0 1,0-1,-1 1,1-1,0 1,0-1,-1 0,1 1,0-1,-1 1,1-1,0 0,-1 1,1-1,-1 0,1 0,0 1,-1-1,1 0,-1 0,1 0,-1 0,1 1,-1-1,1 0,-1 0,1 0,-1 0,1 0,-1 0,1 0,-1 0,1 0,-1-1,1 1,-1 0,1 0,-1 0,1 0,0-1,-1 1,1 0,-1 0,1-1,0 1,-1 0,1-1,0 1,-1-1,1 1,0 0,-1-1,1 1,0-1,0 1,0-1,-1 1,1-1,0 1,0-1,0 1,0-1,0 1,0-1,-8 17,1 0,1 0,0 0,1 1,1 0,1 0,0 0,1 2,0-7,-3 18,1-1,2 2,1-1,1 0,2 0,2 9,-3-29,1 0,0 1,1-1,0 0,1 0,0 0,0-1,1 1,1-1,-1 0,1-1,1 0,0 1,0-2,0 1,1-1,0 0,0-1,7 4,-2-3,0-1,1 0,-1-1,1-1,0 0,0-1,13 1,30 2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52.84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0,'-1'36,"3"0,1 0,1 0,2 0,2-1,1 0,11 28,-13-41,0 0,31 107,55 123,-31-151,-59-97,0 0,1-1,-1 1,1-1,0 0,0 0,0-1,0 1,0-1,1 0,-1 0,1 0,0-1,-1 1,1-1,0 0,0-1,0 1,-1-1,1 0,0 0,4-1,5-4,-1-1,0-1,-1 0,0 0,0-1,0-1,-1 0,-1 0,1-1,-2 0,1-1,-1 0,-1-1,0 0,-1 0,0-1,-1 0,0 0,6-8,-1-1,-1 0,-1-1,-1 0,0 0,-2 0,-1-1,-1 0,0-17,-16 4,11 36,1 1,-1-1,0 1,0-1,1 1,-1-1,0 1,0 0,0-1,0 1,1 0,-1 0,0 0,0 0,0 0,0 0,0 0,0 0,0 0,1 0,-1 0,0 1,0-1,0 0,0 1,1-1,-1 0,0 1,0-1,0 1,1-1,-1 1,0 0,1-1,-1 1,1 0,-1-1,1 1,-1 0,1 0,-1-1,-4 8,0 0,0-1,1 1,0 1,0-1,1 1,0-1,0 1,1 0,1 0,-1 0,1 0,1 0,0 1,0-1,0 0,2 0,-1 0,1 0,1 3,-1-5,1 0,0 0,1-1,-1 1,1-1,0 1,1-1,0-1,0 1,0-1,0 1,1-2,0 1,0 0,0-1,1-1,-1 1,1-1,0 0,2 1,7 1,1 0,-1-1,1 0,1-2,-1 0,0 0,0-2,6 0,-12-1,1 0,-1 0,0-1,0 0,0-1,0 0,0-1,-1 0,1-1,-1 0,0 0,7-7,14-14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53.10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1 317,'25'2,"26"-6,28-14,23-17,19-19,13-13,10-8,-20 10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53.7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329 566,'-59'38,"28"-20,0 1,1 2,1 1,1 1,1 2,2 0,0 2,-2 5,26-30,-1-1,1 1,-1 0,1 0,-1 0,1 0,0 0,0 0,0 0,0 0,1 1,-1-1,0 0,1 0,0 1,-1-1,1 0,0 1,0-1,1 0,-1 1,0-1,1 0,-1 1,1-1,0 0,0 0,0 0,0 1,0-1,0 0,0 0,1-1,-1 1,1 0,0 0,-1-1,1 1,0-1,0 1,0-1,0 0,0 0,0 0,0 0,2 1,25 8,0-2,0 0,1-2,0-1,0-2,7 0,-12-1,75 7,-31-5,0 4,-1 3,1 3,-59-11,-1-1,0 1,0 1,-1 0,1 0,-1 1,0 0,0 0,7 7,-12-10,-1 1,1-1,-1 1,0 0,0-1,0 1,0 0,-1 0,1 0,-1 1,0-1,0 0,0 0,0 1,0-1,-1 0,1 1,-1-1,0 1,0-1,0 1,-1-1,1 1,-1-1,0 0,0 1,0-1,-2 3,-3 5,-2 0,1-1,-1 0,-1 0,0-1,0 0,-1 0,0-1,-1-1,1 0,-1 0,-1-1,1 0,-1-1,0 0,-1-1,1 0,-1-1,1-1,-1 0,0-1,-4 0,14 0,1-1,-1 0,0 0,0 0,0 0,1 0,-1-1,0 1,0-1,1 0,-1 0,0 0,1 0,-1 0,1-1,0 1,-1-1,1 0,0 1,0-1,0 0,0 0,0 0,0-1,1 1,-1 0,1-1,-1 1,1-1,0 1,0-1,0 0,1 1,-1-1,0 0,1-10,0 0,0 1,1-1,1 0,0 1,0-1,1 1,1 0,0 0,1 0,0 0,3-2,-4 5,66-150,-28 71,-4-1,-4-2,-4-2,6-43,-23 60,-4 1,-3-2,-4-75,-4 128,1 29,1 41,11 47,3-1,5 0,8 14,-17-67,3 0,1-1,1 0,2-2,19 30,-27-53,0 1,1-1,0 0,1-1,1 0,0-1,0 0,1-1,0-1,1 0,0 0,1-2,0 0,0 0,11 2,-6-3,0-1,1-1,-1-2,1 1,-1-2,1-1,0-1,-1 0,7-2,-18 1,0 1,-1-1,1-1,0 0,-1 0,1 0,-1-1,0-1,0 1,-1-1,1 0,-1-1,0 0,0 0,-1-1,0 1,0-1,-1-1,1 1,-2-1,5-7,3-18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6:54.00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1 286,'22'7,"22"-3,21-10,22-14,20-15,11-10,7-4,-3 1,-10 6,-17 11,-26 11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7:29.3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1575,'4'-22,"8"30,43 201,6 41,110 534,-143-580,-27-201,1-1,-1 0,0 0,1 0,-1 0,1 0,0-1,-1 1,1 0,0-1,0 1,0-1,0 0,0 0,1 1,-1-1,0-1,0 1,1 0,-1-1,1 1,-1-1,1 1,-1-1,0 0,1 0,-1 0,1-1,-1 1,1-1,-1 1,0-1,1 0,-1 0,0 0,0 0,1 0,-1 0,0 0,0-1,12-2,6-1,0 1,1 0,-1 2,1 0,0 2,-1 0,1 1,0 1,-1 1,0 1,1 1,-2 0,4 3,28 11,0-2,0-2,50 6,7-4,-106-17,0 0,0 1,-1-1,1 1,0-1,0 1,-1 0,1-1,-1 1,1 0,0 0,-1 0,0 1,1-1,-1 0,0 0,1 1,-1-1,0 1,0-1,0 1,0-1,0 2,2 4</inkml:trace>
  <inkml:trace contextRef="#ctx0" brushRef="#br0" timeOffset="290.224">1231 2884,'2'30,"2"0,1-1,1 1,2-1,8 20,-4-11,120 343,-110-342,-13-31</inkml:trace>
  <inkml:trace contextRef="#ctx0" brushRef="#br0" timeOffset="585.439">1525 2991,'4'0,"4"5,3 8,2 9,3 9,1 9,1 9,-2 5,0 5,-1-1,1-3,1-7,-1-9,-1-9,0-9,-3-9</inkml:trace>
  <inkml:trace contextRef="#ctx0" brushRef="#br0" timeOffset="1625.079">1738 3300,'478'15,"104"7,-558-21,-15 0,0 0,0-1,0 0,-1 0,1-1,0 0,0 0,0-1,2-1,-9 1,-1 1,1-1,-1 0,1 1,-1-1,0 0,0 0,0 0,0 0,0 0,0 0,-1 0,1 0,0 0,-1 0,0 0,1 0,-1 0,0-1,0 1,0 0,-1 0,1 0,0 0,-1 0,0-1,1 1,-1 0,0 0,0 0,0 1,0-1,0 0,-1 0,1 0,0 1,-1-1,0 1,0-2,-4-7,-16-30,2-1,2-1,1-1,3 0,-5-24,-29-294,42 306,-17-187,10-1,10-1,25-185,8 108,-51 201,18 106,0-1,2 0,0 0,1 0,0 0,1 1,1-1,0 0,2-5,2-18,16-155,-3-122,-19 93,3 196,-3 26,0 0,0 1,0-1,1 0,-1 0,0 1,0-1,0 0,1 0,-1 0,0 1,0-1,1 0,-1 0,0 0,0 0,1 0,-1 0,0 0,0 1,1-1,-1 0,0 0,1 0,-1 0,0 0,0 0,1 0,-1 0,0 0,1-1,-1 1,0 0,0 0,1 0,-1 0,0 0,0 0,1-1,-1 1,0 0,0 0,0 0,1 0,-1-1,0 1,0 0,0 0,1-1,-1 1,0 0,0 0,0-1,0 1,0 0,0 0,0-1,0 1,0 0,0-1,0 1,0 0,0 0,0-1,0 1,0 0,0-1,0 1,25 82,-19-46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7:33.0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67 308,'-4'-5,"-2"4,2 6,5 11,4 12,6 13,3 8,2 8,0 3,2-5,0-6,0-8,-4-10</inkml:trace>
  <inkml:trace contextRef="#ctx0" brushRef="#br0" timeOffset="273.272">1 361,'11'-16,"9"-9,5-4,5 4,2 6,3 6,0 6,-2 3,-2 3,-4 2,-4 0,-4 0,-2 0,-5 0</inkml:trace>
  <inkml:trace contextRef="#ctx0" brushRef="#br0" timeOffset="523.598">121 642,'16'-11,"12"-9,8-3,5 1,2-2,1 2,1 0,-1 1,-5 3,-8 3</inkml:trace>
  <inkml:trace contextRef="#ctx0" brushRef="#br0" timeOffset="924.616">683 1,'-17'27,"1"2,2 0,1 1,1 1,2 0,1 0,1 1,-2 19,10-48,0-1,-1 1,1-1,0 1,0 0,1-1,-1 1,0-1,1 1,-1-1,1 1,0-1,0 0,0 1,0-1,1 0,-1 0,0 0,1 0,0 0,-1 0,1 0,0 0,0 0,0-1,0 1,0-1,0 0,1 0,-1 1,0-1,1-1,-1 1,1 0,-1 0,2-1,51 11,-38-9,-1 1,1 1,-1 0,0 1,0 1,15 7,-21-7,0 1,1 0,-2 0,1 1,-1 0,-1 0,1 1,-1 1,-1-1,0 1,0 0,-1 1,0 0,-1 0,0 0,-1 0,0 1,2 11,-6-21,0 1,1-1,-1 0,0 0,-1 1,1-1,0 0,-1 1,1-1,-1 0,0 0,1 0,-1 0,0 0,0 0,-1 0,1 0,0 0,-1 0,1 0,-1-1,1 1,-1-1,0 1,0-1,0 0,0 0,0 1,0-1,0-1,0 1,0 0,0 0,0-1,-1 1,1-1,0 0,0 0,-1 0,1 0,0 0,-1 0,1 0,-5 0,0 1,0-1,1 1,-1-2,0 1,0-1,1 0,-1-1,0 1,-3-3,6-7,8 6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7:52.27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340 535,'16'-30,"-2"0,-1-1,-2-1,-1 1,0-7,14-39,-10 46,3 59,4 52,-4 0,-3 1,-4 0,-2 38,-2-44,4-11,-6-63,0-5</inkml:trace>
  <inkml:trace contextRef="#ctx0" brushRef="#br0" timeOffset="325.129">621 0,'16'9,"10"10,7 6,7 6,4 4,1 6,0 2,-4 5,-3 9,-7 10,-8 14,-11 18,-16 20,-20 21,-8-13</inkml:trace>
  <inkml:trace contextRef="#ctx0" brushRef="#br0" timeOffset="973.203">7 348,'0'11,"-3"13,0 17,3 18,5 18,9 17,11 9,11 5,10-4,11-10,7-16,2-22,-10-20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7:47.7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242 57,'-36'40,"2"2,1 1,-18 34,44-67,-4 4,1 2,0-1,1 1,1 1,1-1,0 1,1 1,1-1,-2 11,7-26,0 0,-1 0,1 1,0-1,1 0,-1 0,0 0,1 0,-1 0,1 0,0 0,-1 0,1 0,0 0,0 0,0 0,1-1,-1 1,0 0,1-1,-1 1,1-1,-1 1,1-1,0 0,0 0,-1 1,1-1,0-1,0 1,0 0,0 0,0-1,0 1,0-1,1 0,85 4,-69-5,-11 1,118 8,-121-7,0 0,-1 1,1-1,0 1,-1 1,0-1,1 0,-1 1,0 0,0 0,0 0,-1 1,1-1,-1 1,0 0,0 0,0 0,0 0,-1 0,0 1,1-1,-2 1,1 0,0 0,-1 2,1-1,-1 1,0 0,-1-1,1 1,-2 0,1-1,-1 1,1 0,-2-1,1 1,-1-1,0 1,0-1,-1 0,0 0,0 0,0 0,-1-1,0 1,0-1,-2 2,-2 2,-1-1,0 0,0 0,0-1,-1 0,-1 0,1-1,-1-1,0 0,0 0,0-1,-1 0,11-4,0 0,0 0,0 0,0 0,1 0,-1 0,0 0,0 0,0 1,1-1,-1 0,0 0,0 1,1-1,-1 1,0-1,1 1,-1-1,0 1,1-1,-1 1,1-1,-1 1,1 0,-1-1,1 1,-1 0,1-1,0 1,-1 0,1 0,0 0,-1-1,1 1,0 0,0 0,0 0,0-1,0 1,0 0,0 0,0 0,0 0,1-1,-1 1,0 0,0 0,1 0,-1-1,0 1,1 0,-1-1,1 1,-1 0,1-1,-1 1,1 0,0-1,-1 1,1-1,0 1,-1-1,1 0,0 1,0-1,0 1,9 6</inkml:trace>
  <inkml:trace contextRef="#ctx0" brushRef="#br0" timeOffset="715.81">710 231,'-12'11,"1"1,0 0,1 0,0 2,1-1,1 1,0 0,1 1,0 0,1 0,1 0,0 1,2 0,-1 0,2 0,0 0,1 0,1 11,0-13,1 1,1 0,0 0,1-1,1 1,0-1,1 0,0 0,1-1,1 0,5 8,-10-18,-1-1,1 0,0 0,0 0,-1 0,2 0,-1 0,0 0,0-1,1 1,-1-1,0 0,1 0,0 1,-1-2,1 1,0 0,-1 0,1-1,0 0,0 1,-1-1,1 0,0 0,0-1,-1 1,1-1,0 1,0-1,-1 0,1 0,-1 0,1 0,-1 0,1-1,-1 1,0-1,1 1,-1-1,1-2,9-9,-1 0,-1-1,0 0,-1-1,-1 0,0-1,-1 0,-1 0,0 0,-1-1,3-16,-2 3,0 0,-2 0,-2 0,0-1,-2 1,-1-1,-5-22,4 40,0-1,-1 1,-1 0,0 0,0 0,-2 1,1 0,-2 0,0 0,0 0,-1 1,0 1,-1-1,0 1,-1 1,0 0,0 0,-6-2,14 8,0 1,-1 0,1 0,-1 1,0-1,1 1,-1-1,0 1,0 0,0 0,0 0,0 0,0 1,0-1,0 1,0 0,0-1,-1 2,1-1,0 0,0 1,0-1,0 1,0 0,0 0,0 0,0 0,0 1,1-1,-1 1,-1 0,-2 7,0 1,1 0,0 0,1 0,0 0,0 1,1 0,0 0,1 0,1 0,-1 10,-1-4,1 1,0 0,2-1,0 1,1 0,1-1,0 1,1-1,1 1,1-1,1 0,0-1,1 1,1-1,0-1,1 0,1 0,0 0,1-1,0-1,2 0,3 3,165 110,-175-121,0 1,0 0,-1 1,0 0,0-1,0 2,-1-1,0 0,0 1,-1 0,0 0,-1 0,1 0,-1 0,-1 0,0 1,0-1,-1 1,0-1,0 1,-2 7,2 7</inkml:trace>
  <inkml:trace contextRef="#ctx0" brushRef="#br0" timeOffset="3381.623">1111 203,'-2'-1,"0"1,-1-1,1 0,0 1,-1-1,1 1,-1 0,1 0,0 0,-1 0,1 0,-1 0,1 1,0-1,-1 1,1-1,0 1,-1 0,1 0,0 0,0 0,0 1,0-1,0 1,0-1,0 1,1-1,-1 1,0 0,1 0,-1 0,1 0,0 0,0 0,0 0,0 1,0-1,0 0,1 1,-1-1,1 0,-1 1,1-1,0 1,0-1,-3 13,0 0,2 1,-1-1,2 0,0 1,1-1,1 0,0 1,1-1,0 0,1-1,1 1,1-1,0 1,5 7,-8-17,1 0,-1 0,1-1,0 0,0 1,1-1,-1-1,1 1,0-1,0 0,0 0,0 0,0-1,1 1,-1-1,1-1,0 1,-1-1,1 0,0 0,0-1,0 1,0-1,0-1,0 1,-1-1,1 0,0 0,0-1,-1 0,1 0,-1 0,1-1,-1 1,0-1,0-1,0 1,-1-1,1 1,-1-1,0-1,0 1,0 0,0-1,4-9,-1-1,-1 0,0 0,0 0,-2-1,0 0,0 1,-2-1,0-1,-1 1,0 0,-1 0,-1 0,-2-12,2 18,0-1,-1 1,0 0,-1-1,0 1,0 0,-1 0,0 1,-1-1,0 1,0 0,-1 0,-1 1,1-1,-1 1,-1 1,1 0,-1 0,0 0,-1 1,0 0,0 0,0 1,-1 1,1 0,-1 0,0 0,-5 0,12 4,0 0,1 0,-1 0,0 0,1 0,-1 1,0-1,1 1,-1-1,1 1,-1 0,1 0,-1 0,1 1,0-1,-1 1,1-1,0 1,0 0,0-1,0 1,0 0,1 1,-1-1,1 0,-1 0,1 1,0-1,0 0,-1 2,-17 80,18-82,-5 56,2-2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7:25.7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6123 8631,'-137'-13,"-38"5,144 6,0 2,0 1,0 1,-31 7,-74 3,-212-13,48-25,242 26,23 1,0-1,1-2,-1-2,-16-3,5-1,-1 3,1 1,-1 3,-32 3,1 0,-209-30,-359 28,393-32,173 25,0 3,-69 5,33 1,-464-2,319-26,200 25,-143-13,118 2,-1 4,0 3,-10 4,-149-7,208 5,1 2,-1 1,0 2,1 2,0 1,-18 6,-43 5,68-12,0 0,0 2,1 2,-1 0,2 2,0 1,-21 11,4 6,2 1,1 2,-18 20,55-47,1 2,0-1,1 1,0-1,-1 1,2 0,-1 0,1 0,0 0,0 1,0-1,1 1,0-1,0 7,-7 29,2-21,-5 15,2 0,1 0,2 1,1 0,1 25,-3 115,5-149,0 0,2 0,0 1,2-1,2 0,0 0,6 16,37 154,-43-177,1 0,1 0,1-1,1 0,0 0,2-1,8 13,-1-6,-12-15,2 0,0 0,0-1,1 0,0 0,0-1,1 0,1 0,-1-1,2 0,-1-1,1 0,0-1,34 11,0-2,1-2,1-2,0-2,0-2,9-2,99 18,-63-10,0-4,21-3,522-4,-530-1,93-1,73-14,76 1,-216 11,370-24,128 27,-375 12,198-13,-308 13,64 1,115-6,-289-6,0-1,0-1,0-2,-1-2,27-5,101 0,-66 8,62-32,-144 29,-1-1,-1-1,1 0,-1-1,0 0,0 0,-1-2,0 1,0-1,-1 0,6-9,52-44,-57 55,-1-1,0 1,-1-2,1 1,-2-1,1 0,-1-1,0 0,-1 0,3-7,-1 1,-1 0,0-1,-1 0,-1 0,-1 0,2-17,7-87,-14-39,-12 66,-1-26,15-94,-23 126,4 30,4-50,14 14,0 93,0-1,0 0,0 1,0-1,-1 0,1 1,-1-1,1 0,-1 1,0-1,1 1,-1-1,0 1,0 0,0-1,0 1,0 0,-1-1,1 1,0 0,-1 0,1 0,0 0,-1 0,1 1,-1-1,1 0,-1 1,0-1,1 1,-1-1,0 1,1 0,-1 0,0 0,-59-11,-13 2</inkml:trace>
  <inkml:trace contextRef="#ctx0" brushRef="#br0" timeOffset="35179.334">9291 7068,'54'-159,"-31"74,2 37,-19 66,-7 317,2-332,-1 0,0-1,0 1,0 0,0 0,0-1,-1 1,1 0,-1-1,0 1,1-1,-1 1,0 0,-1-1,1 0,0 1,-1-1,1 0,-1 0,0 0,0 0,0 0,0 0,0 0,0 0,-3 6,21-5,24-6,151-33,-154 27,-26 3</inkml:trace>
  <inkml:trace contextRef="#ctx0" brushRef="#br0" timeOffset="35485.617">9773 6693,'14'14,"6"9,5 7,2 5,-1 4,-5 5,-3 3,-5 3,-8 2,-8 2,-9 0,-9 0,-7 0,-7-4,-3-7,-3-6,7-8</inkml:trace>
  <inkml:trace contextRef="#ctx0" brushRef="#br0" timeOffset="35856.674">9104 6693,'-9'21,"-5"17,-3 15,0 11,2 6,4 3,8 0,12-3,11-4,11-7,9-7,5-7,2-9,-8-11</inkml:trace>
  <inkml:trace contextRef="#ctx0" brushRef="#br0" timeOffset="31100.904">8756 5838,'-4'2,"-19"5,0 2,1 0,1 1,-1 2,2 0,-1 1,-4 5,21-14,0 0,1 1,0-1,0 1,0-1,0 1,1 0,0 0,0 0,0 0,0 1,1-1,0 0,0 1,1-1,-1 0,1 1,0-1,1 1,-1-1,1 1,0-1,0 0,1 0,0 1,0-1,0 0,0 0,1-1,0 1,0 0,0-1,0 0,1 0,0 0,0 0,4 3,41 20,-43-25,1 0,-1 1,0 0,0 0,0 1,0 0,0 0,-1 0,0 0,0 1,0 0,0 0,-1 1,0-1,0 1,0 0,-1 0,0 0,0 0,0 0,-1 1,-3 0,0 0,-1 0,0 0,0 0,0-1,-1 0,0 1,-1-1,1 0,-1 0,0 0,0-1,-1 0,0 0,0 0,0 0,-1-1,1 1,-1-2,0 1,0 0,0-1,-1 0,-1 0,4 0,-1-1,0 1,0-1,0 0,0 0,0 0,-1-1,1 0,-1 0,1 0,0-1,-1 0,-1 0,2-4,5-2</inkml:trace>
  <inkml:trace contextRef="#ctx0" brushRef="#br0" timeOffset="31781.648">9078 5918,'-21'12,"2"0,-1 2,2 0,-1 1,2 1,0 0,1 2,1 0,1 0,0 1,2 1,0 1,1-1,-5 16,14-33,0 1,0-1,0 1,1 0,0-1,-1 1,1 0,1 0,-1 0,1 0,-1 0,1 0,0 0,0 0,1 0,-1-1,1 1,0 0,0 0,0 0,1-1,-1 1,1 0,0-1,0 1,0-1,1 0,-1 0,1 0,-1 0,1 0,0 0,0-1,0 0,1 1,2 0,-1-1,0-1,0 1,1-1,-1-1,1 1,-1-1,0 0,1 0,-1 0,1-1,-1 0,1 0,-1 0,0-1,0 0,0 0,0 0,0-1,0 1,0-1,-1 0,1-1,-1 1,0-1,2-2,7-7,-1-2,-1 0,0 0,0-1,-2 0,7-15,-7 13,0 0,-1 0,-1 0,-1-1,-1 0,-1-1,0 1,-1-1,-1 1,-1-1,-1 0,-1 0,-2-9,3 24,-1 1,0 0,0 0,0 0,0 0,-1 0,1 0,-1 0,0 0,-1 0,1 1,-1-1,1 1,-1 0,0 0,0 0,-1 0,1 0,0 1,-1-1,0 1,1 0,-1 0,0 0,0 1,0-1,0 1,-1 0,1 0,0 1,0-1,-1 1,1 0,0 0,-1 0,1 1,0-1,0 1,-1 0,1 0,-1 1,1 1,1-1,0 1,0 0,1-1,-1 1,0 1,1-1,0 0,0 0,0 1,0 0,1-1,-1 1,1 0,0-1,0 1,0 0,0 0,1 0,0 0,-1 0,2 0,-1 0,0 0,1 3,1 4,0 0,1 0,0 0,1 0,0 0,1-1,0 0,4 6,103 174,-96-150,-2 1,-2 0,-1 0,-1 12,-7-34</inkml:trace>
  <inkml:trace contextRef="#ctx0" brushRef="#br0" timeOffset="33133.978">9398 6051,'-20'52,"15"-31,0-1,1 1,1 0,1 0,1 0,1 17,1-36,-1-1,1 1,-1-1,1 1,-1-1,1 1,0-1,0 1,-1-1,1 0,0 0,0 1,1-1,-1 0,0 0,0 0,0 0,1 0,-1-1,0 1,1 0,-1 0,1-1,-1 1,1-1,-1 0,1 1,-1-1,1 0,0 0,-1 0,1 0,0 0,55-5,-42 1,-2-1,1-1,0 0,-1-1,0 0,-1-1,0-1,0 0,0 0,-1-1,-1 0,8-11,-11 9,0 0,-1 0,-1-1,0 1,-1-1,0-1,-1 1,0 0,-1-1,-1 0,0 1,-1-1,0 0,-1 1,-2-8,3 10,-1 0,0-1,-1 1,0 0,0 0,-1 0,-1 0,0 0,0 1,-1-1,-1 1,0 0,0 1,0 0,-1 0,-1 0,0 1,0 0,-3-2,8 8,0 0,-1 0,1 1,-1-1,1 1,-1 0,0-1,1 2,-1-1,0 0,0 1,0 0,1 0,-1 0,0 0,0 1,0-1,1 1,-1 0,0 0,1 0,-1 1,1-1,-1 1,1 0,0 0,-1 0,-1 2,-4 3,-1 1,1 0,1 0,-1 1,1 0,1 1,0 0,-4 6,5-5,0 0,1 0,0 0,0 1,2-1,-1 1,1 0,1 0,0 0,1 1,0-1,1 0,0 1,1-1,1 0,0 0,0 0,1 0,1 0,3 7,6 13,0-4</inkml:trace>
  <inkml:trace contextRef="#ctx0" brushRef="#br0" timeOffset="39222.196">9291 10798,'62'-23,"-60"23,-1 0,1 0,0-1,0 1,0 0,0 1,0-1,0 0,0 0,0 1,0 0,-1-1,1 1,0 0,0 0,-1-1,1 1,0 1,-1-1,1 0,-1 0,1 1,-1-1,0 0,0 1,1 0,-1-1,0 1,0 0,-1-1,1 1,0 0,1 9,-1 0,0 1,-1-1,0 0,0 0,-1 1,-1-1,0 0,0 0,-1 0,-1-1,0 1,0-1,-1 0,0 0,-1 0,0-1,-1 1,-4 4,1 2,9-15,0 0,0 0,0 0,0 0,0 0,1 0,-1 0,0 0,1 0,-1 0,1 0,-1 0,1 0,-1 1,1-1,0 0,-1 0,1 1,0-1,0 0,0 0,0 1,0-1,0 0,1 0,-1 1,0-1,1 0,-1 0,1 0,-1 1,1-1,-1 0,1 0,0 0,-1 0,1 0,0 0,0 0,0 0,0-1,0 1,0 0,0-1,0 1,0 0,0-1,1 1,-1-1,0 1,0-1,0 0,2 1,13 0,0-1,1 0,-1-1,0 0,0-1,0-1,0-1,0 0,-1-1,8-4,16-5,-4 0</inkml:trace>
  <inkml:trace contextRef="#ctx0" brushRef="#br0" timeOffset="39536.357">9720 10543,'2'12,"5"7,7 6,4 3,5 4,0 3,1 2,-2 4,-4 5,-5 5,-12 6,-13 6,-13 7,-14 4,-12-1,-6-5,0-11,9-15</inkml:trace>
  <inkml:trace contextRef="#ctx0" brushRef="#br0" timeOffset="39952.3">9158 10624,'-7'12,"-5"14,-4 15,-2 13,2 12,4 11,3 7,11 4,12-2,12-9,13-11,12-11,-3-16</inkml:trace>
  <inkml:trace contextRef="#ctx0" brushRef="#br0" timeOffset="37585.602">8958 9541,'-20'6,"2"1,-1 0,1 2,0 0,1 1,0 1,1 0,0 1,0 1,2 1,-1 0,-11 15,24-27,0 0,1 0,-1-1,1 1,-1 0,1 0,-1 0,1 1,0-1,0 0,0 0,0 1,1-1,-1 1,1-1,-1 0,1 1,0-1,0 1,0-1,0 1,0-1,1 1,-1-1,1 0,-1 1,1-1,0 0,0 1,0-1,0 0,0 0,1 0,-1 0,1 0,-1 0,1 0,0 0,0-1,0 1,0-1,0 1,0-1,0 0,0 0,3 1,68 25,24 13,-92-37,1 0,-1 1,0-1,0 1,0 0,-1 0,1 1,-1-1,0 1,0 0,-1 0,1 1,-1-1,0 1,-1-1,0 1,1 0,-2 0,1 0,-1 0,0 0,0 0,0 1,-1-1,0 0,0 0,-1 1,0-1,0 0,0 0,-1 0,0 0,0 0,-1 0,1-1,-1 1,0-1,-1 0,1 0,-1 0,-2 3,-1-4,0 1,-1-1,1 0,-1-1,1 0,-1 0,0 0,0-1,0 0,-1-1,1 0,0 0,-1-1,1 0,0 0,-6-1,-20 1,22 1,4 1</inkml:trace>
  <inkml:trace contextRef="#ctx0" brushRef="#br0" timeOffset="38224.417">9224 9781,'-20'18,"1"0,0 1,2 1,0 1,-4 7,17-22,-1 1,1 0,0 0,1 0,0 1,0-1,0 1,1 0,0 0,1 0,0 0,0 0,1 0,0 0,0 0,0 0,1 0,1 0,0 4,0-9,0 1,0-1,0 1,0-1,0 0,1 1,0-1,-1-1,1 1,0 0,0-1,1 1,-1-1,0 0,1 0,0 0,-1-1,1 1,0-1,0 0,-1 0,1 0,0-1,0 1,0-1,0 0,0 0,0 0,0-1,0 1,0-1,0 0,0 0,0-1,-1 1,1-1,0 1,-1-1,1 0,-1-1,0 1,2-2,8-10,0 1,-1-1,-1-1,-1 0,0-1,0 0,-2 0,0-1,-1 0,-1 0,0-1,-2 0,1-4,1 0,-1 0,-1-1,-1 0,-1 0,-1-22,-1 38,0 1,-1-1,1 1,-1-1,-1 0,1 1,-1 0,-1-1,1 1,-1 0,0 0,0 0,0 1,-1-1,0 1,0 0,-1 0,0 0,1 0,-1 1,-1 0,-2-2,5 4,1 1,-1 0,1-1,-1 1,0 0,1 1,-1-1,0 0,0 1,1 0,-1-1,0 1,0 0,0 1,0-1,1 0,-1 1,0-1,0 1,1 0,-1 0,0 0,1 0,-1 1,1-1,0 1,-1 0,1-1,0 1,0 0,0 0,0 0,0 0,1 1,-2 0,-2 4,0 1,1 0,-1 0,1 1,1-1,0 1,0 0,0 0,1 0,0 4,2 0,0 1,1 0,0 0,1-1,0 1,2-1,-1 0,2 0,-1 0,2 0,0-1,0 0,1 0,1 0,0-1,3 3,1 4,0 1,-1 1,-1 0,-1 1,-1 0,0 0,-2 0,2 12,10 77,-1-87,-6-22</inkml:trace>
  <inkml:trace contextRef="#ctx0" brushRef="#br0" timeOffset="38622.831">9546 9862,'0'22,"1"-1,1 0,1 1,1-1,0 0,6 12,-8-25,1-1,0 0,0 0,1 0,-1-1,1 1,1-1,-1 0,1 0,0 0,1-1,-1 1,1-1,0-1,1 1,-1-1,1 0,-1-1,1 1,1-1,-4-2,0-1,0 1,0-1,0 1,0-1,0 0,0-1,0 1,0-1,0 0,-1 0,1 0,0 0,0-1,-1 1,1-1,0 0,-1 0,0 0,0-1,1 1,-1-1,-1 0,1 0,0 0,-1 0,58-91,-53 78,-1-1,-1 1,0-1,-1 0,-1 0,-1 0,-1-1,0 1,-2-16,1 24,-1-1,0 1,-1 0,0 0,0 1,-1-1,-1 0,1 1,-1-1,0 1,-1 0,0 1,0-1,-1 1,0 0,0 0,-1 1,0 0,-3-3,5 6,1 0,-1 0,0 1,0-1,0 1,0 0,-1 0,1 1,0 0,-1 0,1 0,-1 0,1 1,-1 0,1 0,-1 1,1-1,-1 1,1 0,0 1,-1-1,1 1,0 0,0 1,0-1,0 1,-3 2,-2 2,0 1,1 0,0 0,0 1,1 0,0 1,1-1,0 1,0 1,1 0,0 0,1 0,-29 106,26-62</inkml:trace>
  <inkml:trace contextRef="#ctx0" brushRef="#br1" timeOffset="69658.257">2821 6266,'17'-23,"0"-1,-2 0,-1-1,0-1,-2 0,-1-1,-2 0,0 0,-2-1,0 0,1-28,0 19,167-876,-106 591,-4 18,-12-10,-29 111,-6 42,6 1,25-74,-20 137,4 2,4 1,4 2,5 2,17-22,221-362,-101 171,-143 266,-31 34</inkml:trace>
  <inkml:trace contextRef="#ctx0" brushRef="#br1" timeOffset="70888.694">2848 5757,'0'105,"-5"-1,-6 20,-24 91,37-202,4-34,2-31,-2-1,-2 1,-3-1,-3-11,1 6,1-110,0 167,-1 1,1-1,0 1,0-1,-1 1,1-1,0 1,0-1,0 1,0-1,0 1,-1-1,1 1,0-1,0 1,0-1,0 1,1-1,-1 1,0-1,0 1,0-1,0 1,0-1,1 1,-1-1,0 1,0-1,1 1,-1 0,0-1,1 1,-1-1,0 1,1 0,-1-1,1 1,-1 0,1 0,-1-1,0 1,1 0,-1 0,1 0,-1-1,1 1,-1 0,1 0,0 0,-1 0,1 0,-1 0,1 0,-1 0,1 0,-1 0,1 1,-1-1,1 0,-1 0,1 0,-1 1,1-1,-1 0,0 0,1 1,-1-1,1 0,-1 1,0-1,11 7,0-1,1 0,-1-1,1-1,0 0,0 0,0-1,0 0,1-1,-1-1,1 0,0-1,-1 0,1-1,-1 0,1-1,10-3,34 0,-46 4,-8 0,0 0,0 1,0-1,0 1,0 0,0 0,0 0,0 0,0 0,0 0,0 1,0 0,-1-1,1 1,0 0,0 1,-1-1,1 0,0 1,-1-1,1 1,-1 0,-2 1,0-1,0 1,0 0,0-1,-1 1,1-1,-1 1,0-1,0 1,0-1,0 0,0 1,0-1,-1 0,1 0,-1 0,1 0,-1 0,0 0,0 0,0 0,-3 3,-159 200,53-29,96-146</inkml:trace>
  <inkml:trace contextRef="#ctx0" brushRef="#br1" timeOffset="81831.52">4331 1920,'0'4,"0"0,0 0,0 0,0 0,1 0,-1 0,1 0,0 0,0 0,1 0,-1-1,1 1,0 0,-1-1,2 1,-1-1,0 0,1 0,-1 0,1 0,0 0,0 0,0-1,1 0,2 2,-3 0,193 154,-117-89,-4 4,-2 3,47 67,-28-26,40 51,32 22,-94-118,-4 3,-2 3,-4 2,15 33,-29-21,-3 2,-5 2,22 87,-30-91,87 203,-96-227,-2 1,-4 0,-3 1,-3 1,-3-1,-3 1,-3 0,-6 39,3 27,3 620,22-533,-5-93,4 64,-1-12,-5 58,24 200,-25-204,18-48,-6-59,12 130,16 180,8 40,-47-237,-1 80,-12-223,4 0,5-1,4 0,4-2,9 19,-15-81,2-1,1 0,1 0,2-2,1-1,1 0,2-1,1-2,2 0,5 3,-20-20,31 36,2-2,2-3,1-1,7 1,56 32,2-6,4-4,24 5,333 148,-339-165,2-6,2-6,44 4,-79-15,-68-17,1-2,1-2,0-1,12 0,89 29,-16 27,-22-7,26-23,-111-27,-26-4,-11-6,1-2,-1-1,1 0,0-1,1-2,0 0,1-1,0 0,0-2,-10-10,23 20,-149-97,82 36,85 83,10 4,2-1,0-1,1-1,1-1,1-1,1-2,26 12,-15-7,-1 1,-2 2,31 25,-31-11,-64-29,7-13,1 0,0-2,0 0,1-1,-1-1,1-1,1-1,0 0,0-2,1 0,1 0,0-2,-3-3,8 7,-13-7,2-1,1-1,0-1,1-1,-15-22,50 61,-6-10,1 0,0 0,0-1,0 0,1-1,-1 0,2-1,-1 0,1 0,-1-2,1 1,0-1,0-1,1 0,5-1,16 6,204 34,-728-56,482 15,3 0,1 0,-1 0,1 0,0 0,-1 1,1 0,-1 0,1 0,0 0,-1 1,1 0,0-1,-1 2,33 9,289-10,-186-10,-319 15,-168 6,339-10,17-2,0-1,0 0,0 1,0-1,0 1,0-1,0 1,0-1,1 1,-1-1,0 0,0 1,0-1,1 1,-1-1,0 0,1 1,-1-1,0 0,1 1,-1-1,0 0,1 1,-1-1,0 0,1 0,-1 0,1 1,-1-1,1 0,-1 0,1 0,-1 0,0 0,1 0,-1 0,1 0,-1 0,1 0,-1 0,1 0,-1 0,1 0,-1 0,1-1,-1 1,0 0,1 0,-1 0,1-1,-1 1,0 0,92 9,30 3,91-3,-301-10,87 0,0 1,0-1,-1 1,1-1,0 1,0-1,0 0,0 0,0 0,0 0,0 0,0 0,0 0,0 0,0 0,0 0,1 0,-1 0,1-1,-1 1,1 0,-1-1,1 1,0 0,-1-1,1 1,0 0,0-1,0 1,0 0,0-1,0 1,1 0,-1-1,0 1,1 0,-1-1,1 1,-1 0,1 0,0-1,-1 1,1 0,0 0,0 0,1-1,3-16,-4 0,-1 0,0 0,-1 0,-1 0,-1 0,-1 1,0-1,-1 1,-1 0,-1 0,0 0,-1 1,-1 0,-7-9,-2 1,18 24,1 1,-1-1,0 0,0 1,0-1,0 0,0 1,0-1,1 0,-1 1,0-1,0 1,0-1,0 0,0 1,-1-1,1 0,0 1,0-1,0 0,0 1,0-1,0 0,-1 1,1-1,0 0,0 1,0-1,-1 0,1 1,0-1,-1 0,1 0,0 1,0-1,-1 0,1 0,0 0,-1 0,1 1,0-1,-1 0,1 0,-1 0,1 0,0 0,-1 0,1 0,0 0,-1 0,1 0,-1 0,1 0,0 0,-1 0,1-1,0 1,-1 0,1 0,0 0,-1 0,1-1,0 1,-1 0,1 0,0-1,-1 1,3 10,0 0,1 0,0 0,1-1,-1 1,2-1,-1 0,1 0,1-1,0 1,0-1,1 0,-1-1,2 1,-1-1,1-1,0 0,1 1,20 20,-17-16,-2-2,-1 0,0 0,0 1,0 1,-2-1,1 1,-1 0,-1 1,5 11,-11-23,1 0,-1 1,0-1,0 0,1 0,-1 1,0-1,0 0,0 0,0 1,0-1,1 0,-1 0,0 1,0-1,0 0,0 1,0-1,0 0,0 0,0 1,0-1,0 0,0 1,0-1,0 0,0 1,0-1,-1 0,1 0,0 1,0-1,0 0,0 0,0 1,-1-1,1 0,0 0,0 1,0-1,-1 0,1 0,0 0,0 0,-1 1,1-1,0 0,-1 0,1 0,0 0,0 0,-1 0,1 0,0 0,-1 0,1 0,0 0,-1 0,1 0,0 0,0 0,-1 0,1 0,0 0,-1 0,1 0,0 0,0 0,-1-1,-20-11,-98-97,-69-53,188 162,-21-15,21 16,0-1,1 0,-1 0,0 1,0-1,0 0,0 0,0 1,0-1,0 0,0 0,0 1,0-1,0 0,0 1,0-1,0 0,0 0,0 1,0-1,0 0,0 0,0 1,0-1,0 0,0 0,0 1,-1-1,1 0,0 0,0 1,0-1,-1 0,1 0,0 0,0 1,0-1,-1 0,1 0,0 0,0 0,-1 0,1 0,0 1,0-1,-1 0,1 0,0 0,-1 0,1 0,0 0,0 0,-1 0,1 0,0 0,0 0,-1 0,1-1,0 1,0 0,-1 0,1 0,0 0,0 0,-1 0,1-1,0 1,6 14,1-1,0 0,1 0,1-1,0 0,1 0,0-1,0-1,1 0,1 0,0-1,5 3,166 123,-169-120,-24-17,-40-37,1-2,3-2,-9-13,18 20,13 13,10 10,0-1,1 1,0-2,1 0,1 0,0-1,1-1,10 16,0 0,0 0,-1 0,1 0,0 0,0 0,0 0,0 0,0 0,0 0,1 0,-1 0,0 0,0 0,1 0,-1 0,0 0,1 0,-1 0,1 0,0 0,-1 0,1 1,0-1,-1 0,1 0,0 1,0-1,-1 0,1 1,0-1,0 1,0-1,0 1,0 0,0-1,0 1,0 0,0 0,0 0,0-1,0 1,0 0,0 0,0 1,0-1,0 0,0 0,0 0,0 1,0-1,0 0,0 1,0-1,0 1,0-1,0 1,-1 0,1-1,0 1,0 0,-1-1,2 2,8 4,0 1,-1 0,1 0,-1 1,-1 0,1 0,-1 1,-1 0,0 1,0 0,4 8,5 6,4 5,-2-1,2-1,1 0,1-2,1 0,11 7,-5-16,-28-16,-1 0,0 1,1-1,-1 0,1 0,-1 0,1 0,-1 1,1-1,-1 0,0 0,1 0,-1 0,1 0,-1 0,1 0,-1-1,1 1,-1 0,1 0,-1 0,1 0,-1-1,0 1,1 0,-1 0,1-1,-1 1,0 0,1-1,-1 1,0 0,1-1,-1 1,0 0,0-1,1 1,-1-1,0 1,0 0,0-1,0 1,0-1,1 1,-1-1,0 1,0-1,0 1,0-1,0 1,0-1,0 1,-1-1,1 1,0 0,0-1,0 1,0-1,-1 1,1-1,0 1,0 0,-1-1,-3-9,-1 1,0-1,0 1,-1 0,0 1,-1-1,0 1,0 1,0-1,-5-2,7 5,-236-209,229 206,15 15,18 17,215 219,-230-237,0 0,0 0,0 0,-1 1,0-1,0 1,-1 1,0-1,0 1,-1-1,0 1,0 1,-4-7,0 1,-1-1,1 1,-1-1,1 1,-1-1,0 0,0 0,0 0,0 0,0 0,-1 0,1-1,0 1,-1-1,1 0,-1 1,0-1,1 0,-1-1,0 1,0 0,0-1,1 1,-1-1,0 0,0 0,0 0,0-1,2 1,-205 7,78-8,106 4,22-3,0 0,1 1,-1-1,0 0,0 0,0 0,0 0,1 0,-1 0,0 0,0 1,0-1,0 0,1 0,-1 0,0 0,0 1,0-1,0 0,0 0,0 0,0 1,0-1,0 0,1 0,-1 0,0 1,0-1,0 0,0 0,0 0,0 1,0-1,0 0,-1 0,1 1,150-3,-90-3,-5 1,-1 3,1 3,35 5,-59-3,-13-3,-40 0,9-1,4 1,-1-1,1 0,0-1,0 0,0 0,0-1,0 0,0-1,1 0,-9-4,-20-14,22 11,0 1,0 1,-1 0,0 1,0 1,-1 0,0 1,0 1,-2 1,-64 1,67 2</inkml:trace>
  <inkml:trace contextRef="#ctx0" brushRef="#br1" timeOffset="83445.755">4305 2014,'-9'-11,"-3"-4</inkml:trace>
  <inkml:trace contextRef="#ctx0" brushRef="#br1" timeOffset="85065.119">1992 1145,'4'-31,"-1"0,-1 0,-2 0,-1 0,-1 0,-2 0,-1 0,-2 1,-1-1,-1 2,-1-1,-2 1,-1 1,-8-12,-6-15,27 54,0 1,-1-1,1 1,0-1,-1 1,1-1,0 0,0 1,0-1,0 0,0 1,0-1,0 1,0-1,0 0,0 1,0-1,0 0,0 1,0-1,1 1,-1-1,0 0,0 1,1-1,-1 1,0-1,1 1,-1-1,1 1,-1-1,1 1,-1-1,1 1,-1 0,1-1,-1 1,1 0,-1-1,1 1,0 0,-1 0,1 0,-1-1,1 1,0 0,-1 0,1 0,0 0,39 3,-30-2,43 5,-11-3,0 1,0 3,-1 1,0 3,5 3,-39-12,0 1,-1 0,1 1,-1 0,0 0,0 0,-1 1,1-1,-1 1,0 1,0-1,-1 1,1 0,-1 0,0 0,-1 0,0 1,0 0,0-1,-1 1,0 0,0 0,-1 1,1 3,6 54,16 57,-22-118,1 1,-1-1,1 0,0-1,0 1,0 0,1-1,-1 1,1-1,-1 0,1 0,0-1,1 1,-1-1,0 0,1 0,-1 0,1-1,-1 1,1-1,0 0,0-1,-1 1,1-1,0 0,0 0,0 0,-1-1,1 0,0 0,0 0,-1 0,1-1,-1 0,1 0,-1 0,0 0,0-1,0 1,0-1,0 0,2-3,7-6,0 0,0-1,-2 0,1-1,-2 0,0-1,-1 0,0 0,-1-1,-1-1,0 1,-2-1,0 0,0 0,-2-1,1-9,-3 24,0 0,0 0,-1 0,1 0,-1 0,0 0,0 0,0 0,0 1,0-1,-1 0,1 0,-1 0,0 0,0 0,0 0,0 1,0-1,-1 0,1 1,-1-1,1 1,-1 0,0-1,0 1,0 0,-1 0,1 0,0 1,-1-1,1 0,-1 1,0 0,1 0,-3-1,3 2,0 0,0 0,0 1,0-1,0 1,0 0,0-1,0 1,0 0,1 0,-1 0,0 0,1 1,-1-1,1 0,-1 1,1-1,0 1,-1-1,1 1,0 0,0-1,0 1,0 0,0 0,1 0,-1 0,1 0,-1 0,1 0,0 0,-7 64,8-57,0 0,1-1,0 1,1-1,-1 0,2 0,-1 0,1 0,0 0,1-1,0 0,0 0,0 0,1-1,0 1,0-1,1-1,0 1,0-1,0 0,0-1,1 1,7 3,1-1,0-1,0 0,1 0,0-2,0 0,0-1,0-1,0-1,10 0,21-2</inkml:trace>
  <inkml:trace contextRef="#ctx0" brushRef="#br1" timeOffset="85843.474">3275 744,'-3'-5,"-1"1,1-1,-1 1,0-1,-1 1,1 1,-1-1,0 1,0 0,0 0,0 0,0 0,-1 1,1 0,-1 0,1 1,-1-1,0 1,0 0,1 1,-1 0,0 0,0 0,0 0,0 1,0 0,1 0,-1 1,0-1,1 1,-1 1,1-1,0 1,0 0,0 0,-2 2,-2 1,1 0,0 1,0 0,0 0,1 1,0 0,1 0,0 1,0 0,-1 3,5-8,-1 0,1 1,0 0,0-1,0 1,1 0,0 0,-1 0,2 0,-1 0,1 0,0 0,0 0,0 0,0 0,1 0,0 0,0 0,1 0,-1 0,1-1,0 2,1-3,-1 1,0-1,1 0,-1 0,1 0,0 0,0-1,0 1,1-1,-1 0,0 0,1 0,0 0,-1 0,1-1,0 0,0 0,0 0,0 0,0 0,0-1,0 0,0 0,0 0,0 0,0-1,0 1,4-2,6-1,-1-1,1 0,0-1,-1-1,0 0,0 0,6-6,3-3,0-1,-1-1,-1-1,17-20,-35 36,-2 1,0 1,0-1,0 0,0 1,1-1,-1 1,0-1,0 1,0-1,1 1,-1-1,0 1,0-1,1 1,-1 0,0-1,1 1,-1-1,1 1,-1 0,0-1,1 1,-1 0,1-1,-1 1,1 0,-1 0,1 0,-1-1,1 1,0 0,-1 0,1 0,-1 0,1 0,-1 0,1 0,-1 0,1 0,-1 0,1 0,-1 1,1-1,0 0,-1 0,1 0,-1 1,0-1,1 0,-1 1,1-1,-1 0,1 1,-1-1,0 0,1 1,-1-1,0 1,1-1,-1 1,0-1,0 1,1-1,3 31,-4-25,0 1,0 0,0 0,1 0,0 0,1-1,0 1,0 0,0-1,0 0,1 1,0-1,1 0,0 0,-1-1,2 1,-1-1,1 0,-1 0,1 0,1-1,-1 0,1 0,2 2,-4-5,0 0,1 0,-1-1,0 1,1-1,-1 0,1 0,-1 0,1-1,-1 1,0-1,1 0,-1-1,0 1,0-1,0 1,0-1,0-1,0 1,-1 0,1-1,0 0,69-72,-57 49,-1-1,-1 0,-1-1,-1-1,-2 0,0 0,-3-1,0 0,-2-1,-1 0,-2 1,0-1,-3 0,0 0,-2 0,-1 1,-2-1,-1 1,-1 0,-3-3,-24-41,35 73,-1 0,1 0,-1 0,1 0,-1 0,1 1,-1-1,0 0,1 0,-1 1,0-1,1 0,-1 1,0-1,0 1,0-1,0 1,0-1,0 1,0 0,1-1,-1 1,0 0,0 0,0 0,0 0,0 0,0 0,0 0,0 0,0 0,0 0,0 1,0-1,0 0,0 0,0 1,0-1,0 1,0-1,1 1,-1-1,0 1,0 0,1-1,-1 1,0 0,1 0,-1-1,0 1,1 0,-1 0,1 0,-18 55,12-23,3 0,0 1,3-1,0 1,2-1,2 1,1-1,1 0,2-1,2 1,0-2,2 1,2-2,0 1,3-2,13 20,-22-39,1 0,0 0,1 0,0-1,0-1,1 0,0 0,0-1,1-1,0 0,0 0,3 0,-10-4,0 0,1-1,-1 0,1 0,-1 0,1 0,0-1,-1 0,1 0,-1 0,1-1,0 0,-1 0,1-1,-1 1,0-1,0 0,1 0,-1-1,0 0,-1 0,1 0,-1 0,1-1,-1 0,0 0,0 0,0 0,1-4,3-3,-2 0,0 0,0-1,-1 0,-1 0,0-1,0 1,-2-1,1 0,-2 0,1 0,-2 0,0 0,0 0,-2-8,-4 11,0 27,4-5,0 1,0 0,1-1,0 1,1 0,1 0,0 0,1 0,0-1,1 1,1-1,0 1,0-1,1-1,4 9,41 15,-25-27</inkml:trace>
  <inkml:trace contextRef="#ctx0" brushRef="#br1" timeOffset="86105.72">4091 330,'-2'11,"3"6,2 1</inkml:trace>
  <inkml:trace contextRef="#ctx0" brushRef="#br1" timeOffset="87868.883">4385 544,'3'-3,"0"0,1 1,-1-1,1 1,0 0,0 0,-1 0,1 0,1 1,-1 0,0 0,0 0,0 0,0 0,1 1,-1 0,0 0,1 0,-1 1,3 0,5 1,1 0,0 2,-1-1,1 2,-1-1,0 2,-1 0,1 0,-1 1,0 0,-1 1,0 0,0 1,-1 0,0 1,0-1,-1 2,-1-1,0 1,0 0,-1 1,0 0,-1 0,0 0,-1 0,-1 1,1 1,6 34,-1 1,-3 1,-2-1,-2 31,16 133,-18-203,2 0,-1 0,1 0,1 0,0-1,0 1,1-1,0 0,0 0,1 0,1 0,-1-1,1 0,1 0,0 0,0-1,0 0,1 0,0-1,0 0,-6-5,-1-1,1 1,-1 0,1-1,-1 0,1 1,0-1,-1 0,1 0,0 0,-1 0,1 0,-1 0,1-1,0 1,-1 0,1-1,-1 1,1-1,-1 0,1 1,-1-1,0 0,1 0,-1 0,0 0,1 0,-1 0,0-1,0 1,0 0,0 0,0-1,0 1,-1-1,1 1,0-1,-1 1,1-1,-1 0,11-68,-14 45,-1 0,-1 0,-2 0,0 1,-1 0,-2 1,0 0,-1 0,-2 1,0 0,-1 1,-2 1,0 0,-17-15,23 22,-1 1,0 0,-1 1,0 0,-1 1,0 1,0 0,-1 0,0 2,-1 0,0 0,0 1,0 1,-1 1,-10-2,26 6,1 1,-1-1,0 0,1 1,-1-1,0 1,1-1,-1 1,0-1,0 1,1-1,-1 1,0 0,0-1,0 1,0-1,0 1,0-1,0 1,0 0,0-1,0 1,0-1,0 1,0-1,-1 1,1-1,0 1,0-1,-1 1,1-1,0 1,-1-1,1 1,0-1,-1 1,1-1,-1 0,1 1,-1-1,1 0,0 1,-1-1,0 0,1 0,-1 1,1-1,-1 0,1 0,-1 0,1 0,-1 0,1 0,-1 0,0 0,1 0,-1 0,1 0,-1 0,1 0,-1 0,0 0,1-1,11 5,0-1,0 0,0-1,0-1,1 0,-1 0,1-1,-1 0,0-1,1-1,-1 1,0-2,0 0,5-2,35-9,0-3,-1-2,-1-2,-2-2,0-2,35-26,-74 47,-1 0,0 0,0-1,-1 0,1-1,-1 1,0-1,-1 0,1-1,-1 1,-1-1,1 0,-1-1,0 1,0-2,-4 7,0 1,0 0,0 0,0 0,0-1,0 1,0 0,-1 0,1 0,0 0,-1 0,1-1,-1 1,1 0,-1 0,0 0,1 0,-1 0,0 1,0-1,0 0,0 0,1 0,-1 1,0-1,0 0,0 1,-1-1,1 1,0-1,0 1,0 0,0-1,0 1,-1 0,1 0,0 0,0 0,-1 0,-49 2,46 0,-1 0,0 1,1-1,0 1,0 0,0 1,0-1,0 1,0 0,1 0,0 0,0 1,0 0,1 0,-1 0,1 0,0 0,1 0,-1 1,-1 4,3-6,0 0,0-1,0 1,0 0,1 0,0-1,-1 1,1 0,1 0,-1 0,0 0,1-1,0 1,0 0,0 0,0-1,1 1,0-1,-1 1,1-1,0 0,1 0,-1 0,0 0,1 0,0 0,0-1,0 1,0-1,0 0,0 0,4 2,8 2,0-1,1-1,0-1,0 0,0-1,0 0,0-1,0-1,0-1,0 0,0-1,0-1,7-2,10-1,0-2,-1-1,-1-1,1-2,-2-1,1-1,-2-2,15-10,-41 25,-1 0,0 0,1 0,-1 0,0-1,0 1,1 0,-1-1,0 0,-1 1,1-1,0 0,0 0,-1 0,1 0,-1 0,1-1,-1 1,0 0,0-1,0 1,-1-1,1 1,0-1,-1 1,1-1,-1 1,0-1,0 1,0-1,0 1,-1-1,1 0,-1 1,1-1,-1 1,0 0,0-1,-1 0,-3-2,-1 1,1 0,-1 0,0 1,-1 0,1 0,-1 0,1 1,-1 0,0 0,1 1,-1 0,0 0,0 1,0-1,0 2,0-1,0 1,-3 0,5 2,-1-1,1 1,0 0,0 0,1 0,-1 1,1 0,0 0,0 0,0 0,0 1,0-1,1 1,0 0,0 0,1 0,-1 0,1 1,0-1,1 1,-1-1,1 1,0 0,0 0,1-1,0 1,0 0,0 0,1 0,-1-1,1 1,1 0,-1-1,1 1,0-1,0 1,1-1,0 0,0 0,2 3,-1-3,0-1,0 1,1-1,0 1,0-1,0-1,0 1,1-1,-1 0,1 0,0 0,0-1,0 0,0 0,0-1,0 1,1-1,-1-1,0 1,1-1,-1 0,0-1,1 1,-1-1,3-1,1 0,0-1,0 0,0-1,-1 0,0 0,1-1,-2 0,1 0,-1-1,1-1,-2 1,1-1,-1 0,0-1,4-5,-4 3,-1-1,0 0,0-1,-1 1,0-1,-1 0,-1 0,1-1,-2 1,0-1,0-4,-4 27,1 0,0 1,1-1,0 0,1 0,0 0,1 1,0-1,0 0,1-1,0 1,1 0,0-1,1 0,-1 0,2 0,-1-1,1 1,7 6,-6-10,0 0,0 0,0-1,0 0,1 0,0-1,0 0,0-1,0 1,0-1,0-1,0 0,1 0,-1-1,0 1,1-2,-1 1,0-1,1-1,-1 0,0 0,0 0,0-1,0 0,-1 0,1-1,-1 0,0-1,0 0,0 0,-1 0,0-1,0 1,0-2,0 1,2-5,1-6,-1 0,-1 0,0-1,-2 0,0 0,0 0,0-15,14-50,-19 81,0 0,0 0,1 0,-1 1,0-1,1 0,0 0,-1 0,1 1,0-1,0 0,0 1,0-1,0 1,0-1,0 1,0 0,1-1,-1 1,1 0,-1 0,1 0,-1 0,1 0,0 0,-1 0,1 1,0-1,-1 1,1-1,0 1,0 0,0-1,0 1,-1 0,1 0,0 0,0 1,2-1,9 7,0 0,-1 0,0 1,0 1,0 0,-1 1,-1 0,1 1,-2 0,0 0,0 1,-1 0,2 5,12 23,-1 2,-3 1,-1 0,-3 1,-1 0,-2 1,-2 1,2 37,-1-16,3-1,3-1,16 40,-29-94,1 1,1-1,0 0,0-1,1 1,1-1,-1 0,2-1,-1 0,1 0,1 0,-1-1,2 0,-1-1,1 0,0-1,0 0,1 0,8 3,-16-8,0 0,1-1,-1 1,0 0,0-1,0 0,1 0,-1 0,0 0,0-1,0 1,0-1,1 0,-1 1,0-2,0 1,0 0,-1 0,1-1,0 0,0 0,-1 1,1-1,-1-1,0 1,1 0,-1-1,0 1,-1-1,1 1,0-1,-1 0,1 0,-1 0,1-1,1-5,0 0,-1 0,0-1,0 1,-1 0,-1-1,1 0,-1 1,-1-1,0 1,-1-5,-7-18,-1 1,-1 0,-2 0,-1 2,-2 0,0 0,-2 1,-1 2,-2 0,0 0,-1 2,-2 1,0 1,-7-3,-7-3,-1 1,-2 2,0 1,-12-2,44 21,9 5,1 0,0 0,-1 0,1-1,-1 1,1 0,-1 0,1-1,0 1,-1 0,1-1,-1 1,0-1,1 1,-1 0,1-1,-1 1,0-1,1 1,-1-1,0 1,1-1,-1 0,0 1,0-1,0 1,1-1,-1 1,0-1,0 0,0 1,0-1,0 0,0 1,0-1,0 1,0-1,-1 0,1 1,0-1,0 1,0-1,-1 1,1-1,0 1,-1-1,1 1,0-1,-1 1,1-1,-1 1,1-1,-1 1,1 0,60-16,1 3,0 3,1 3,4 2,-62 5,0-1,0 1,0 0,0 0,0 0,0 0,0 1,0 0,-1-1,1 2,0-1,0 0,-1 1,1-1,-1 1,1 0,-1 0,0 1,0-1,0 1,0-1,0 1,-1 0,1 0,-1 0,1 1,-1-1,0 0,-1 1,1 1,5 19,-7-21,0 0,0 0,1 1,-1-1,1 0,-1 0,1 0,0 0,0 0,1 0,-1 0,0 0,1-1,0 1,0 0,0-1,0 0,0 1,0-1,0 0,1 0,-1 0,1 0,0 0,-1-1,1 1,0-1,0 0,0 0,2 1,1-5,-1 0,0-1,0 1,-1-1,1 0,-1 0,1 0,-1-1,-1 1,1-1,-1 0,0 0,0-1,0 1,-1 0,1-1,-1 0,-1 1,1-1,-1-2,1 1,0-1,0 1,-1-1,0 0,-1 0,1 1,-1-1,-1 0,0 0,0 1,0-1,-1 0,0 1,-1-1,0 1,0 0,0 0,-1 0,0 1,0-1,-1 1,0 0,0 0,0 0,-1 1,0 0,0 0,0 0,-1 1,-5-3,9 5,0 1,0 0,0 0,0 0,-1 0,1 1,0 0,-1-1,1 1,0 0,-1 0,1 1,0-1,-1 1,1 0,0-1,0 2,0-1,-1 0,1 0,0 1,1 0,-1 0,0 0,0 0,1 0,-1 0,1 1,0-1,0 1,0-1,0 1,0 0,-1 2,-2 4,0 0,1 0,0 0,1 1,-1-1,2 1,-1 0,2 0,-1-1,1 1,1 2,-1-6,1-1,0 1,1-1,-1 1,1-1,0 1,0-1,1 0,-1 0,1 0,1 0,-1 0,1 0,-1 0,1-1,1 1,-1-1,1 0,-1 0,1 0,0 0,1-1,-1 0,1 0,-1 0,1 0,0-1,0 1,0-1,0-1,5 2,24-3,-2-6</inkml:trace>
  <inkml:trace contextRef="#ctx0" brushRef="#br1" timeOffset="88114.134">6898 156,'-16'7,"-9"6,-4 9,4 4,6 5,9 2,10 0,12 1,4-6</inkml:trace>
  <inkml:trace contextRef="#ctx0" brushRef="#br1" timeOffset="88301.284">7059 637,'4'14,"5"8,0 4,0-1,2-4,4-6,5-6,6-9,9-8,6-11,6-8,-5 0</inkml:trace>
  <inkml:trace contextRef="#ctx0" brushRef="#br1" timeOffset="89710.73">8196 771,'2'-22,"1"0,0 1,2-1,1 1,1 0,0 0,5-7,-4 7,1 1,0 1,1-1,2 2,-1-1,11-9,-22 26,1 1,1-1,-1 1,0 0,0-1,0 1,1 0,-1 0,1 0,-1 0,1 0,-1 0,1 1,-1-1,1 0,0 1,-1-1,1 1,0 0,0-1,-1 1,1 0,0 0,0 0,-1 0,1 1,0-1,0 0,-1 1,1-1,0 1,-1-1,1 1,-1 0,1 0,-1 0,1 0,-1 0,1 0,-1 0,0 0,0 1,0-1,1 0,-1 1,0-1,-1 1,2 0,10 20,-1 1,-1 1,-1 0,-1 0,-2 0,0 1,0 5,-6-27,17 119,-18-122,1-1,0 0,-1 1,1-1,-1 1,1-1,-1 1,1 0,-1-1,1 1,-1-1,1 1,-1 0,0 0,1-1,-1 1,0 0,1 0,-1 0,1 0,-1-1,0 1,1 0,-1 0,0 0,1 0,-1 1,0-1,1 0,-1 0,0 0,1 0,-1 1,0-1,1 0,-1 1,1-1,-1 0,1 1,-1-1,1 1,-1-1,1 1,-1-1,1 1,0-1,-1 1,1-1,0 1,-1 0,1-1,0 1,0 0,0-1,-1 1,1 0,0-1,0 1,0 0,0-1,0 1,0 0,0-1,0 1,1-1,-1 1,0 0,0-1,0 1,1 0,-7-11,0 0,1 0,1-1,0 1,0-1,1 0,0 0,1 0,0-1,1-3,1 13,-1 0,1 1,0-1,0 0,0 1,0-1,1 1,-1-1,0 0,1 1,-1-1,1 1,-1-1,1 1,0-1,0 1,0-1,0 1,0 0,0 0,0-1,0 1,0 0,0 0,1 0,-1 0,0 0,1 0,-1 1,1-1,-1 0,1 1,-1-1,1 1,0-1,-1 1,1 0,-1 0,1 0,0 0,-1 0,2 0,143-7,-124 5,-1 0,0-2,0 0,-1-2,1 0,-1-1,0-1,-1-1,4-3,2-12,-25 23,1 1,-1-1,0 1,1-1,-1 0,0 1,0-1,0 1,0-1,0 0,0 1,1-1,-1 0,-1 1,1-1,0 1,0-1,0 0,0 1,0-1,0 1,-1-1,1 0,0 1,-1-1,1 1,0-1,-1 1,1-1,0 1,-1-1,1 1,-1-1,1 1,-1 0,1-1,-1 1,1 0,-1-1,0 1,1 0,-1 0,1 0,-1 0,0-1,1 1,-1 0,0 0,1 0,-1 0,-4-1,1 0,-1 1,0 0,0-1,1 1,-1 1,0-1,1 1,-1 0,0 0,1 0,-1 0,1 1,-1 0,1 0,0 0,0 1,0-1,0 1,0 0,0 0,1 0,0 1,-1-1,1 1,1 0,-1-1,0 2,1-1,0 0,0 0,0 1,1-1,-1 1,1-1,0 1,0 0,1-1,-1 1,1 0,0 0,0-1,1 1,-1 0,1-1,1 4,1-1,0 0,0-1,1 1,0-1,0 0,0 0,1-1,0 1,0-1,0 0,1 0,0 0,0-1,0 0,0 0,1-1,-1 0,1 0,0 0,0-1,7 1,-3 0,1-1,-1 0,1-1,0 0,0-1,-1-1,1 1,0-2,-1 0,1 0,-1-1,0 0,6-4,0-1,-1 0,-1-2,1 0,-2-1,1 0,-2-1,0 0,0-1,-1-1,0 0,-2-1,1 0,-2 0,0-1,-1-1,3-7,1-7,-1 0,-2 0,-1-1,-1 0,-2 0,-1-1,-1 1,-2-26,-1 41,0 1,-1-1,-1 1,-1-1,0 1,-1 0,0 0,-2 0,0 1,-2-5,8 19,-1 0,1 1,0-1,-1 0,1 0,-1 0,1 0,-1 1,1-1,-1 0,0 0,1 1,-1-1,0 1,1-1,-1 0,0 1,0-1,0 1,1 0,-1-1,0 1,0 0,0-1,0 1,0 0,0 0,0 0,0 0,1 0,-1 0,0 0,0 0,0 0,0 0,0 1,0-1,0 0,0 0,0 1,1-1,-1 1,0-1,0 1,1-1,-1 1,0 0,0-1,1 1,-26 43,16-8,2 1,1 0,2 0,1 0,2 0,2 14,-1-17,2 0,1 0,2-1,1 1,2-1,7 22,-11-44,1 1,1-1,0 0,0 0,1 0,0-1,1 0,0 0,1-1,0 0,0 0,1-1,0 0,0 0,1-1,0-1,0 1,1-2,0 1,2 0,-6-4,0 0,0 0,0 0,0-1,0 0,1-1,-1 1,0-1,0-1,0 1,1-1,-1 0,0-1,0 0,0 0,-1-1,1 1,0-1,-1-1,0 1,0-1,0 0,0-1,-1 1,1-1,-1 0,0-1,-1 1,1-1,0-1,1-4,1 0,-1 0,-1 0,0-1,0 0,-1 0,-1 0,0 0,-1-1,0 1,-1-1,0 1,-1-1,-1-10,1 22,1-1,-1 1,0-1,0 1,0-1,0 1,0 0,-1-1,1 1,0-1,-1 1,1-1,-1 1,1 0,-1-1,0 1,1 0,-1 0,0-1,0 1,0 0,0 0,0 0,0 0,0 0,0 0,-1 0,1 1,0-1,-1 0,1 1,0-1,-1 1,1-1,-1 1,1 0,0-1,-1 1,1 0,-1 0,1 0,-1 0,1 0,-1 1,1-1,-1 0,1 1,0-1,-1 1,1-1,0 1,-1-1,1 2,-5 3,2 1,-1-1,1 1,0 1,0-1,1 1,-1-1,2 1,-1 0,1 0,0 0,0 0,1 1,0-1,0 0,1 1,0-1,0 0,1 1,-1-1,2 0,-1 1,3 6,1-7,0 1,1-1,0 0,0 0,0 0,1-1,0 0,0 0,1-1,0 0,0 0,0-1,0 0,0 0,1-1,0 0,0-1,0 0,0 0,0-1,1 0,47 9</inkml:trace>
  <inkml:trace contextRef="#ctx0" brushRef="#br1" timeOffset="90155.578">10093 598,'-4'-3,"0"1,-1-1,1 1,-1 1,1-1,-1 1,0-1,0 1,0 1,0-1,0 1,1 0,-1 0,0 0,0 1,0-1,0 1,0 0,0 1,1-1,-1 1,1 0,-1 0,1 1,0-1,-1 1,1 0,1 0,-1 0,0 1,1-1,0 1,-1 0,-1 3,3-1,0 0,0 0,0 0,1 0,-1 0,1 0,1 0,-1 0,1 1,0-1,1 0,0 0,0 0,0 1,0-1,1 0,0 0,1-1,-1 1,1 0,0-1,0 0,1 1,0 0,4 4,0-1,0 1,1-1,0 0,1-1,0 0,0-1,0 0,1 0,0-1,7 2,-6-4,0 0,-1-1,1 0,0-1,0 0,1-1,-1-1,0 0,0 0,1-1,-1-1,0 0,0-1,0 0,-1 0,1-2,-1 1,0-1,0-1,0 0,-1-1,0 0,0 0,-1-1,0 0,0-1,-1 0,0 0,-1-1,0 0,3-6,5-13,-3 0,0-1,-2 0,-1 0,-1-1,-2-1,-1 1,-2-1,0 0,-3 0,0 1,-2-1,-2-2,2 6,0 0,-2 1,-1-1,-2 1,-4-12,11 38,0-1,0 1,0-1,0 1,0-1,-1 1,1 0,0-1,-1 1,1 0,-1-1,1 1,-1 0,0-1,0 1,0 0,1 0,-1 0,0 0,0 0,0 0,-1 0,1 0,0 0,0 0,0 1,-1-1,1 0,0 1,-1-1,1 1,-1 0,1-1,0 1,-1 0,1 0,-1 0,1 0,-1 0,1 0,0 0,-1 0,1 1,-1-1,1 1,0-1,-2 1,-2 7,1-1,-1 1,2 0,-1 0,1 0,0 0,0 1,1-1,1 1,-1 0,1 0,1-1,-1 2,0 1,-3 30,2 0,1 0,2 0,2 0,2 0,1 0,3 0,-4-20,1 0,0 0,2-1,0 0,2-1,0 0,1 0,1-1,0 0,2-1,0-1,1 0,0-1,5 3,-16-14,1 0,0 0,1 0,-1 0,0-1,1 0,0 0,0 0,0-1,0 0,0 0,1-1,-1 1,0-1,1-1,3 1,10-6</inkml:trace>
  <inkml:trace contextRef="#ctx0" brushRef="#br1" timeOffset="90438.347">10214 317,'13'0,"22"2,23 3,27 3,22 3,16 3,8 5,-18-2</inkml:trace>
  <inkml:trace contextRef="#ctx0" brushRef="#br1" timeOffset="91604.451">11230 637,'-30'-2,"0"-1,0-1,0-2,-16-6,-61-10,105 22,1-1,-1 1,0 0,0 0,1 0,-1 0,0 0,0 0,1 0,-1 1,0-1,0 1,1-1,-1 1,0-1,1 1,-1 0,1 0,-1 0,1 0,-1 0,1 0,0 0,0 1,-1-1,1 0,0 1,0-1,0 1,0-1,1 1,-1 0,0-1,1 1,-1 0,1-1,-1 1,1 0,0 0,0-1,0 1,0 0,0 1,1 5,-1 0,1-1,1 1,0-1,0 1,0-1,1 0,0 0,1 0,-1 0,1 0,1-1,-1 0,1 0,0 0,0 0,1-1,0 0,0 0,0 0,0-1,1 0,0 0,-1-1,1 1,1-2,-1 1,0-1,1 0,-1-1,1 1,0-1,-1-1,1 0,0 0,0 0,-1-1,1 0,0-1,-1 0,0 0,1 0,-1-1,0 0,6-4,-6 2,1 0,-2 0,1-1,-1-1,0 1,0-1,0 0,-1 0,0 0,-1-1,0 0,0 0,0 0,-1 0,0 0,-1-1,1-2,-3-5,0 16,-1 0,1 0,-1 0,1 0,-1 0,0 0,1 0,-1 1,1-1,-1 0,1 0,-1 0,1 1,-1-1,1 0,-1 0,1 1,-1-1,1 0,0 1,-1-1,1 1,-1-1,1 0,0 1,-1-1,1 1,0-1,0 1,-1-1,1 1,0-1,0 1,0 0,0-1,0 1,0-1,0 1,0-1,0 1,0-1,0 1,0 0,0-1,-2 4,1-1,0 0,0 1,0-1,0 1,0-1,1 1,-1 0,1-1,0 1,0 0,0-1,1 1,0-1,-1 1,1-1,0 1,0-1,1 1,-1-1,1 0,0 0,0 0,0 0,0 0,0 0,1 0,-1-1,1 1,0-1,0 0,-1 1,2-1,-1-1,0 1,0 0,0-1,1 0,-1 0,1 0,-1 0,1 0,2 0,-1-1,0 0,0 0,0 0,0-1,0 0,0 1,0-2,0 1,0-1,0 1,-1-1,1-1,-1 1,1-1,-1 1,0-1,0-1,0 1,-1 0,1-1,-1 0,0 0,0 0,2-2,2-6,0-1,-1 1,0-1,-1 0,0 0,-1-1,0 1,-1-4,0-4,-3 16,1 0,-1 0,1 0,0 0,0 0,1 0,0 0,-1 0,2 1,-1-1,0 1,2-3,-1 6,0 1,0-1,0 1,0-1,-1 1,1 0,0 0,0 0,0 0,0 1,0-1,0 1,-1 0,1 0,0 0,-1 0,1 0,0 0,-1 1,1-1,-1 1,1 1,4 0,-3-1,8 2,-1 0,0 1,0 0,0 1,-1 0,0 1,0 0,-1 0,1 1,-2 0,1 1,-1 0,-1 0,1 1,-2 0,1 0,-1 0,-1 1,0 0,3 11,-3 10,-5-26,-1 1,1-1,0 0,1 1,0-1,0 0,0 1,1-1,0 0,0 0,0 0,1-1,0 1,0-1,0 1,1-1,0 0,0 0,0 0,1-1,-1 0,1 0,0 0,0 0,1-1,-1 1,1-1,0-1,0 1,2-2,0 0,-1-1,1 0,0 0,0-1,-1 0,1-1,-1 1,1-1,-1-1,0 1,1-1,-1-1,-1 1,1-1,0 0,3-4,3-1,0-2,-1 0,0-1,0 0,-1-1,-1 0,6-10,-10 16,-1-1,-1 0,0 0,0 0,0 0,-1-1,0 0,-1 1,1-1,-2 0,1 0,-2 0,1 0,-1 0,-1-7,1 14,0 1,0 0,0-1,-1 1,1-1,0 1,-1 0,1 0,-1-1,1 1,-1 0,0 0,0-1,1 1,-1 0,0 0,0 0,0 0,0 0,0 1,0-1,-1 0,1 0,0 1,0-1,-1 0,1 1,0-1,0 1,-1 0,1-1,-1 1,1 0,0 0,-1 0,1 0,-1 0,1 0,-1 1,-45 30,43-26,-1 1,1-1,0 1,1 0,0 0,0 0,0 0,0 1,1-1,0 1,1 0,-1-1,1 1,0 0,1 0,0 0,0 0,1 0,-1-1,1 1,1 0,-1 0,1-1,1 1,-1-1,1 0,0 1,0-1,1 0,0-1,0 1,1 0,9 3,1-1,0 0,0 0,1-2,-1 0,2-1,-1-1,0 0,1-1,0-1,0 0,0-1,16-2,22 1,-1-3,1-1,-1-4,0-1,-1-3,33-13,-73 22,1-1,-1-1,0 0,0-1,-1 0,0-1,0 0,0-1,-1-1,5-5,-14 13,0-1,-1 1,1-1,-1 1,0-1,0 0,1 0,-1 0,0 0,0 0,-1 0,1 0,0 0,-1 0,1 0,-1 0,0-1,0 1,1 0,-2 0,1 0,0-1,0 1,-1 0,1 0,-1 0,1 0,-1 0,0 0,0 0,0 0,0 0,0 0,-1 0,1 1,-1-2,-3-2,0 0,-1 1,1-1,-1 1,0 0,0 1,0-1,-1 1,1 1,-7-3,0 1,0-1,0 2,-1 0,1 1,-1 0,0 1,0 0,1 1,-1 1,0 0,0 1,1 0,-1 1,-1 1,10-1,1 0,0 0,-1 1,1-1,0 1,1 0,-1 0,1 0,0 1,0-1,0 1,0 0,1 0,0-1,0 2,0-1,1 0,-1 0,1 0,1 1,-1-1,1 1,0-1,0 0,0 1,1-1,0 0,0 1,0-1,1 0,-1 0,1 0,1 0,-1 0,1 0,0-1,0 1,0-1,0 0,1 0,0 0,0 0,0 0,0-1,0 0,1 0,-1 0,1-1,0 1,0-1,2 1,2-2,0-1,0 1,0-1,0-1,0 0,0 0,0-1,0 0,-1 0,1-1,-1 0,1-1,-1 0,0 0,-1-1,1 0,-1 0,0 0,0-1,0 0,-1-1,0 0,0 0,-1 0,0 0,0-1,-1 0,0 0,0 0,-1 0,1-3,3-2,-6 25,-1-2,0-4,1 1,0-1,0 1,0-1,1 0,0 1,0-1,1 0,-1 0,1 0,1-1,-1 1,1-1,0 0,0 0,1 0,-1 0,1-1,0 0,0 0,0 0,1 0,0-1,-1 0,4 1,9 4,1-1,-1-1,1-1,0-1,0 0,0-2,0 0,3 0,8-1,1-1,-1-1,0-2,0-1,0-1,-1-1,17-7,-8-2</inkml:trace>
  <inkml:trace contextRef="#ctx0" brushRef="#br1" timeOffset="93355.461">5402 1707,'-25'24,"18"-50,0-27,7 52,-1 0,1-1,-1 1,0 0,1 0,-1 0,0 0,0 0,1 0,-1 0,0 0,0 1,0-1,0 0,0 0,0 1,-1-1,1 1,0-1,0 1,0-1,-1 1,1 0,0-1,0 1,-1 0,1 0,0 0,0 0,-1 0,1 0,0 1,-1-1,1 0,0 1,0-1,0 0,-1 1,1 0,0 0,-7 3,1 2,0-1,0 1,0 0,1 1,0-1,0 1,1 0,0 1,0-1,0 1,1 0,1 0,-1 1,1-1,1 1,-1-1,1 1,0 6,0-9,1 1,0-1,0 0,1 0,-1 0,1 0,0 1,1-1,0 0,0 0,0 0,1 0,0 0,0 0,0 0,1 0,0-1,0 0,0 1,1-1,-1 0,1 0,1-1,-1 1,0-1,1 0,0 0,0-1,1 1,-1-1,1 0,8 0,1-1,-1 0,1-1,0-1,-1 0,1-1,-1-1,1 0,-1-1,0 0,0-1,0-1,0 0,-1-1,0 0,0-1,-1-1,5-3,7-1,-1-1,0-1,-1-1,0-1,-1-1,-1-1,-1-1,-1-1,1-1,-9-11,-10 32,0-1,0 1,0-1,0 1,0 0,0-1,0 1,0-1,0 1,-1-1,1 1,0-1,0 1,-1-1,1 1,0 0,0-1,-1 1,1 0,0-1,-1 1,1 0,-1-1,1 1,0 0,-1 0,1-1,-1 1,1 0,-1 0,1 0,-1 0,1 0,-1 0,1 0,-1 0,1 0,-1 0,1 0,-1 0,1 0,-1 0,1 0,0 0,-1 0,1 1,-1-1,1 0,-1 0,1 0,0 1,-1-1,1 0,-1 1,1-1,0 0,-1 1,1-1,0 1,-1-1,-2 3,0 0,0 0,0 0,0 0,0 1,1-1,-1 1,1 0,0-1,0 1,0 0,1 0,-1 1,1-1,0 0,0 0,1 1,-1-1,1 0,0 1,0-1,0 0,1 1,-1-1,1 0,0 1,1-1,-1 0,1 0,-1 0,1 0,1 0,-1-1,4 2,1 0,-1-1,1-1,0 1,1-1,-1 0,0 0,1-1,-1 0,1-1,0 1,0-2,0 1,-1-1,1 0,0 0,0-1,0 0,0-1,-1 0,1 0,-1 0,5-3,34-25,-45 29,0 0,1 0,-1 0,0 0,-1-1,1 1,0 0,0 0,0-1,-1 1,1 0,-1-1,1 1,-1-1,0 1,1-1,-1 1,0 0,0-1,0 1,0-1,0 1,0-1,0 1,-1-1,1 1,-1-1,1 1,-1 0,1-1,-1 1,0 0,1-1,-1 1,-1-1,-5-4,-1 0,0 0,0 1,-1 0,0 0,0 1,0 0,0 0,-1 1,1 1,-1 0,-1 0,-116-16,473 3,-342 14,12-1,0 1,0 0,0 1,0 1,0 1,0 0,0 1,0 0,-1 2,1-1,8 6,-19-7,-1 1,0 0,0 1,0-1,0 1,-1-1,0 1,0 0,0 0,0 1,-1-1,0 0,0 1,-1 0,1-1,-1 1,0 0,-1-1,1 1,-1 0,0 0,-1 0,0 0,0-1,-1 5,2-5,0-4,-1 0,1 0,0 0,-1 0,1 0,0 0,0 0,0 0,0 0,0 0,0 0,0 0,0 0,0 0,0 0,0 0,1 0,-1 0,0 0,1 0,-1 0,1 0,-1 0,1 0,0 0,-1-1,1 1,0 0,0 0,-1-1,1 1,0 0,0-1,0 1,0-1,0 1,0-1,0 0,0 1,0-1,0 0,0 1,0-1,0 0,0 0,0 0,0 0,0 0,0 0,0-1,1 1,10-6,0 0,0-1,0 0,-1-1,0-1,0 0,-1 0,0-1,-8 8,12-11,-1 0,0-1,-1-1,0 0,-1 0,-1-1,-1-1,4-7,-8 8,-18 36,11-15,0 0,0 0,1 0,-1 1,1-1,0 1,1-1,0 1,0-1,0 1,0-1,1 1,0-1,0 0,0 1,1-1,0 0,0 0,0 0,0 0,1 0,0 0,0-1,0 1,1-1,0 0,-1 0,1 0,1 0,-1-1,0 0,4 2,6 1,-1-1,1-1,0 0,1-1,-1 0,0-1,1-1,7 0,27 1</inkml:trace>
  <inkml:trace contextRef="#ctx0" brushRef="#br1" timeOffset="94084.353">7312 1626,'-5'-3,"0"0,-1 1,0-1,0 1,0 0,0 0,0 1,0 0,0 0,0 1,0-1,-1 1,1 1,0-1,0 1,0 0,-1 0,1 1,0 0,1 0,-1 0,0 1,1 0,-1 0,1 0,0 1,0-1,0 1,1 1,-1-1,1 0,-2 4,3-6,1 1,0-1,0 1,0 0,0 0,0 0,0 0,1 0,-1 0,1 0,0 0,0 0,0 1,1-1,-1 0,1 1,0-1,0 1,0-1,0 0,0 1,1-1,0 0,-1 1,1-1,1 0,-1 0,0 0,1 0,-1 0,1 0,0 0,0 0,0 0,0-1,1 1,-1-1,1 0,5 0,-1-1,1 0,-1-1,1 1,0-2,-1 1,1-1,-1 0,1-1,-1 1,1-2,-1 1,0-1,0 0,0 0,-1-1,1 0,-1 0,0-1,0 1,0-1,0-1,-1 1,1-2,6-6,0 0,-1-2,-1 1,0-1,0-1,-2 1,0-2,-1 1,0-1,-2 0,0 0,-1-1,1-8,0-9,-1-1,-2 0,-2 0,-1 0,-2 0,-2-9,4 39,0-4,0 1,0 0,-1 0,0 0,-1 0,0 0,-1 0,1 1,-1-1,-5-6,8 14,0 1,0-1,0 1,-1 0,1 0,0-1,0 1,0 0,0 0,0 0,0 0,0 0,-1 0,1 0,0 0,0 1,0-1,0 0,0 1,0-1,0 1,0-1,0 1,0-1,0 1,0 0,0 0,1-1,-1 1,0 0,0 0,1 0,-1 0,1 0,-1 0,0 0,1 0,0 0,-1 0,1 0,0 0,-1 0,1 0,0 0,0 0,0 0,0 1,0-1,0 0,0 0,1 1,-10 35,1 1,2-1,2 1,1 1,2-1,2 0,1 0,7 37,-8-64,-1 0,1 0,1-1,0 1,1-1,0 1,0-1,1 0,0 0,1 0,0-1,1 0,0 0,0 0,1 0,0-1,1 0,-1-1,2 0,-1 0,1-1,0 0,0 0,0-1,1 0,9 3,-10-7,-1 1,1-2,0 1,0-1,0-1,-1 1,1-2,0 1,0-1,-1 0,1-1,-1 0,0 0,0-1,0 0,0-1,-1 1,0-1,0-1,0 0,0 1,-1-2,0 1,0-1,-1 0,0 0,0-1,-1 1,0-1,0 0,0-1,-1 1,-1 0,1-1,-2 1,1-1,-1-1,2-18,-5 42,-2 21,1-24,1 1,0-1,1 1,0 0,1-1,0 1,1 0,1-1,0 1,0-1,1 1,0-1,4 8,-5-16,0 0,0 0,1 0,-1 0,1-1,0 1,0-1,-1 0,2 1,-1-1,0 0,0-1,1 1,-1-1,1 1,-1-1,1 0,-1 0,1-1,0 1,-1-1,1 0,0 0,0 0,-1 0,1-1,0 1,-1-1,1 0,1-1,24-8</inkml:trace>
  <inkml:trace contextRef="#ctx0" brushRef="#br1" timeOffset="94252.195">7861 1186,'-16'2,"-10"3,0 3,4 5,6 2,10-1,13-3,5-4</inkml:trace>
  <inkml:trace contextRef="#ctx0" brushRef="#br1" timeOffset="94736.315">8196 1038,'10'26,"-1"1,-1 0,-2 0,0 0,-2 1,0 14,-1-22,9 122,13 83,-22-213,0 0,1 0,0 0,1 0,0 0,1-1,0 0,1 0,2 2,-6-9,0 0,0-1,1 1,0-1,-1 0,1 0,0 0,1 0,-1-1,0 0,1 1,0-2,-1 1,1 0,0-1,0 0,0 0,0-1,0 1,0-1,0 0,0 0,0-1,2 0,6-3,-1-1,0-1,0 1,-1-2,0 0,0 0,0-1,-1 0,0-1,-1 0,0-1,0 0,-1 0,0-1,-1 0,0 0,-1-1,0 1,-1-2,0 1,-1 0,0-1,1-13,-2 11,-4 17,-3 21,1-12,0-1,1 1,1 0,0-1,0 1,1 0,0 0,1 0,0-1,1 1,3 10,-3-18,0 0,1 0,-1 0,1 0,0-1,0 1,0-1,0 0,0 0,0 0,1 0,-1 0,1-1,-1 1,1-1,0 0,0 0,-1 0,1-1,0 0,0 1,0-1,0 0,-1-1,1 1,0-1,0 0,0 0,-1 0,1 0,0 0,32-9</inkml:trace>
  <inkml:trace contextRef="#ctx0" brushRef="#br1" timeOffset="95033.143">8756 1239,'-18'0,"-10"0,-6 0,-1 0,1 0,6 0</inkml:trace>
  <inkml:trace contextRef="#ctx0" brushRef="#br1" timeOffset="95307.031">8222 1199,'13'4,"19"2,22 0,22-6,19-5,11-2,-13 1</inkml:trace>
  <inkml:trace contextRef="#ctx0" brushRef="#br1" timeOffset="95609.54">9104 1761,'13'-15,"-1"0,0 0,-1-1,-1-1,0 0,-1 0,-1-1,-1 0,0 0,-2-1,0 0,-1 0,0-7,-5-29,0 54,0 0,1 1,-1-1,0 0,0 1,0 0,0-1,0 1,0-1,0 1,0 0,0 0,0-1,0 1,0 0,0 0,0 0,0 0,0 0,0 1,0-1,0 0,0 0,0 1,0-1,0 0,0 1,1-1,-1 1,0-1,0 1,0-1,0 1,1 0,-1 0,0-1,1 1,-1 0,0 0,1 0,-1 0,1-1,-1 1,1 0,0 0,-1 0,1 0,0 0,0 0,0 0,-7 10,1 0,0 0,1 1,0-1,1 1,1 0,-1 1,2-1,0 0,0 1,1-1,1 1,0 0,1-1,0 1,1-1,2 8,-2-14,1-1,0 1,0-1,0 1,1-1,0 0,0-1,0 1,0-1,1 1,0-1,0 0,0-1,0 0,0 1,1-2,0 1,-1-1,1 1,0-2,0 1,0-1,1 1,-1-2,0 1,4-1,4 1,0-1,0-1,0 0,0-1,0 0,0-1,-1-1,1 0,-1-1,0 0,5-4,-9 5,-1-1,0 0,0-1,-1 1,1-2,-1 1,-1-1,1 0,-1 0,0-1,-1 0,0 0,0 0,-1 0,0-1,0 0,-1 0,0 0,-1 0,0 0,0-1,0-7,-7 9,-3 24,5-5,0-1,1 1,0 0,0 0,1 0,1 0,0 0,0 0,2 8,-2-15,1 0,0 0,0 0,0 0,1 0,-1 0,1 0,0 0,0-1,0 1,0-1,1 1,-1-1,1 0,0 0,0 0,0-1,1 1,-1-1,1 1,-1-1,1 0,0 0,-1-1,1 1,0-1,2 0,56-5,-33-6</inkml:trace>
  <inkml:trace contextRef="#ctx0" brushRef="#br1" timeOffset="95882.89">9639 1252,'-14'5,"-6"3,0 5,5 8,15 2,16 1,6-3</inkml:trace>
  <inkml:trace contextRef="#ctx0" brushRef="#br1" timeOffset="96363.444">11070 1667,'-123'-6,"82"2,1 3,-1 1,0 1,-11 4,-18 17,67-21,1 0,0 1,0-1,0 0,0 0,0 1,0 0,0-1,0 1,0 0,1 0,-1 0,1 0,-1 0,1 0,0 0,0 0,0 1,0-1,0 0,0 1,1-1,-1 1,1-1,0 1,0-1,0 1,0-1,0 0,1 0,-1 0,1-1,0 1,-1 0,1-1,0 1,0-1,0 1,0-1,1 1,-1-1,0 0,1 1,-1-1,0 0,1 0,-1 0,1 0,0 0,-1-1,1 1,0 0,0-1,-1 1,1-1,0 0,0 1,0-1,-1 0,2 0,60-5,-34-3,-2-1,1-1,-1-1,-1-2,0 0,-1-2,0-1,-1-1,-1-1,-1-1,0 0,12-18,-25 29,-1-1,-1-1,0 0,0 0,0 0,-2 0,1-1,-1 0,-1-1,0 1,0-1,-2 0,1 1,-1-1,-1 0,0 0,-1-1,0 1,-1 0,0 0,-1 0,0 0,-3-7,4 16,0 0,-1 1,1-1,-1 1,1-1,-1 1,0 0,0 0,0 0,0 0,0 0,0 0,0 0,-1 1,1-1,-1 1,1 0,-1 0,0 0,1 0,-1 0,0 0,0 1,0-1,1 1,-1 0,0 0,0 0,0 0,0 0,0 1,1-1,-1 1,0 0,0 0,1 0,-1 0,1 0,-1 1,1-1,-1 1,1 0,-9 8,1 0,0 1,1 0,1 1,-1 0,2 0,0 1,0-1,1 2,1-1,0 1,1 0,0 0,1 0,1 0,0 0,1 3,0-6,0 0,0 0,1 0,0-1,1 1,0 0,1 0,0-1,1 1,0-1,1 0,0 0,0 0,1 0,1-1,-1 0,2 0,-1 0,1-1,0 0,1 0,0-1,0 0,0 0,1-1,0 0,1 0,-1-1,5 1,-5-2,0-1,0 0,1 0,-1-1,1-1,-1 1,1-2,-1 1,1-1,-1-1,1 1,-1-2,1 1,-1-1,0-1,1 0,-1 0,-1-1,1 0,0 0,-1-1,0 0,0-1,-1 1,1-2,-1 1,0-1,-1 0,0 0,0-1,0 0,-1 0,-1 0,1-1,-1 1,3-10,-5 12,0 0,0-1,0 1,-1-1,1 0,-2 0,1 1,-1-1,0 0,0 0,-1 1,0-1,0 0,-1 0,0 1,0-1,2 6,-1 1,1-1,-1 0,0 1,1-1,-1 1,1-1,-1 1,0-1,0 1,1-1,-1 1,0 0,0-1,1 1,-1 0,0 0,0-1,0 1,0 0,1 0,-1 0,0 0,0 0,0 0,0 0,1 1,-1-1,0 0,0 0,0 1,1-1,-1 0,0 1,0-1,1 1,-1-1,0 1,1-1,-1 1,0-1,1 1,-1 0,1-1,-1 1,1 0,-1-1,-21 38,19-31,0-1,1 1,0 0,1 0,-1 0,2 0,-1 0,0 0,1 0,1 0,-1 0,1 0,0 0,1 0,0 0,0 0,0 0,1-1,0 1,0-1,1 0,-1 0,4 4,1-2,1 1,0-2,0 1,1-1,0-1,0 0,0 0,1-1,7 2,43 16</inkml:trace>
  <inkml:trace contextRef="#ctx0" brushRef="#br1" timeOffset="96852.465">12593 1145,'-15'33,"1"0,2 0,1 1,2 1,1 0,2 0,1 1,2-1,1 1,2 0,1 0,6 29,-6-41,0 0,2-1,1 1,1-1,1 0,0 0,7 11,-11-30,0-1,0 1,0-1,1 1,-1-1,1 0,0 0,0 0,0 0,1 0,-1-1,1 0,-1 1,1-1,0-1,-1 1,1 0,0-1,0 0,1 0,-1 0,0 0,0-1,0 0,0 0,1 0,-1 0,0 0,0-1,0 0,0 0,0 0,0-1,0 1,0-1,0 0,0 0,-1 0,1-1,9-4,-1-1,0-1,0 0,-1-1,0 0,-1 0,0-1,-1-1,0 0,-1 0,0 0,-1-1,0-1,-1 1,0-1,2-12,-7 25,0 0,-1-1,1 1,0 0,-1 0,1 0,-1 0,0-1,1 1,-1 0,0 0,0-1,0 1,0 0,0 0,0-1,0 1,0 0,0-1,-1 1,1 0,0 0,-1 0,1-1,-1 1,0 0,1 0,-1 0,0 0,0 0,1 0,-1 0,0 0,0 0,0 1,0-1,0 0,0 0,0 1,-1-1,1 1,0-1,0 1,0 0,-1-1,1 1,0 0,0 0,-1 0,1 0,0 0,-1 0,-2 2,0 1,0 1,0-1,0 0,1 1,0 0,-1 0,1 0,0 0,1 1,-1-1,1 1,0-1,0 1,0 0,1 0,0 0,0 0,0 0,0 0,1 0,0 0,0 0,0 0,1 0,-1 0,1 0,1 0,-1 0,1 0,-1 0,2 0,1 3,1-1,0 1,1-1,-1 0,1-1,1 0,-1 1,1-2,0 1,0-1,1 0,-1-1,1 0,0 0,1-1,-1 0,0 0,1-1,0 0,-1 0,1-1,0 0,0-1,0 0,0 0,0-1,-1 0,1-1,0 0,3-1,18-9</inkml:trace>
  <inkml:trace contextRef="#ctx0" brushRef="#br1" timeOffset="97601.92">12366 1413,'52'14,"1"-2,0-3,1-2,-1-2,1-3,45-4,-69 2,393-6,-391 5,-23 8,-28 2,-18 4,22-9,0 1,1 1,-1 0,1 1,1 1,-11 7,23-14,-1 0,1 0,-1 0,1 0,0 1,0-1,0 0,0 1,0-1,0 1,0 0,0-1,0 1,1 0,-1-1,1 1,-1 0,1 0,0-1,0 1,0 0,0 0,0 0,0-1,0 1,0 0,1 0,-1-1,1 1,-1 0,1 0,0-1,0 1,-1-1,2 2,46 48,229 131,-276-182,0 1,1-1,-1 0,-1 1,1-1,0 1,0 0,0-1,0 1,0 0,0-1,-1 1,1 0,0 0,-1 0,1 0,0-1,-1 1,1 0,-1 0,0 0,1 0,-1 0,0 1,1-1,-1 0,0 0,0 0,0 0,0 0,0 0,0 0,0 0,-1 0,1 0,0 0,0 0,-1 0,1 0,-1 0,1 0,-1 0,1 0,-1 0,0 0,1 0,-1-1,0 1,0 0,0 0,1-1,-1 1,0-1,0 1,0-1,0 1,0-1,0 1,0-1,0 0,0 0,0 1,-1-1,-5 2,-1 1,1-1,-1-1,0 0,1 0,-1 0,0-1,0 0,0 0,0-1,1 0,-1-1,0 1,1-2,-1 1,1-1,-3-1,8 0,0 1,0-1,1 1,-1-1,1 0,0 0,0 1,0-1,1 0,-1 0,1 0,0 0,0 0,0 0,1 0,-1 0,1 0,0 0,0 0,0 0,1 1,-1-1,1 0,0 1,0-1,0 1,1 0,-1 0,2-2,-3 4,83-144,-41 76,-3-3,20-54,-40 77,-3-1,-1-1,-3-1,-3 0,-1-1,-2-5,-13 8,-5 57,4 5,1 1,0-1,1 2,0-1,1 0,1 1,0 0,-1 14,2-20,-7 41,2 1,3-1,1 1,3-1,2 1,1-1,4 1,1-1,2-1,3 0,1 0,3-1,1-1,4 1,37 34,-58-80,0 0,0-1,0 1,0 0,0 0,0-1,0 1,0 0,0-1,0 1,0-1,0 0,0 1,1-1,-1 0,0 0,0 0,0 0,1 0,-1 0,0 0,0 0,0 0,1 0,-1-1,0 1,0 0,0-1,0 1,0-1,1 0,-1 1,0-1,0 0,-1 1,1-1,0 0,0 0,0 0,0 0,-1 0,1 0,0 0,-1 0,1-1,20-52,-13 19</inkml:trace>
  <inkml:trace contextRef="#ctx0" brushRef="#br1" timeOffset="97767.17">13463 1252,'9'3,"12"0,14-1,14 1,13-4,12-3,4-6,-10-1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9:25.28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67 402,'-12'280,"-1"-126,10-138,-5-26,-14-251,20 233,-1 16,1 0,1 0,0 0,1 1,0-1,1 0,0 0,1 0,0 0,1 1,1-1,-1 1,2 0,3-7,-3 13,1 0,0 1,1 0,-1 0,1 0,-1 1,1 0,0 0,0 0,1 1,-1 0,0 1,1 0,-1 0,1 0,-1 1,1 0,0 1,-1-1,7 3,-9-3,-1 0,1 1,0-1,-1 1,1 1,-1-1,1 0,-1 1,1 0,-1 0,0 0,0 1,0 0,0-1,0 1,-1 1,1-1,-1 0,0 1,0 0,0-1,-1 1,1 0,-1 1,0-1,0 0,0 1,-1-1,0 1,1-1,-2 1,1 0,0-1,-1 1,0 2,-1 6,0 0,-1 0,-1 0,0 0,-1-1,0 1,-1-1,0 0,-1 0,0-1,-1 0,0 0,-1 0,0-1,-1 0,0-1,0 0,-1 0,-3 1,1-5,29-21,-10 11,0 1,1-1,-1 1,1 1,0 0,0 0,0 0,0 1,0 0,1 1,5-1,-11 2,1 0,-1 0,0 0,0 0,0 0,0 1,0 0,0-1,0 1,0 0,0 0,0 1,0-1,0 1,-1-1,1 1,-1 0,1 0,-1 0,0 0,1 1,-1-1,0 0,-1 1,1 0,0-1,-1 1,1 0,-1 0,0 0,0 0,0 2,0 6,0 1,-2-1,1 1,-1-1,-1 0,0 1,0-1,-2 0,1 0,-1 0,-1-1,0 1,0-1,-1 0,0 0,-1-1,0 0,0 0,-1-1,-5 5,5-5,0 1,0-1,-1 0,0-1,0 0,-1-1,0 1,0-2,-1 0,1 0,-2 0,11-5,0 0,0 1,0-1,0 0,0 0,0 0,-1 1,1-1,0 0,0 0,0-1,0 1,0 0,0 0,0 0,0-1,0 1,-1-1,1 1,1-1,-1 1,0-1,0 1,0-1,0 0,0 0,0 1,1-1,-1 0,0 0,1 0,-1 0,0 0,1 0,0 0,-1 0,1 0,-1 0,1 0,0 0,0 0,0 0,-1-1,4-49,25-17,-11 37</inkml:trace>
  <inkml:trace contextRef="#ctx0" brushRef="#br0" timeOffset="514.304">495 415,'173'-13,"-171"13,1-1,-1 1,1-1,0 1,-1 0,1 0,-1 0,1 0,0 1,-1-1,1 1,-1 0,1-1,-1 1,1 0,-1 0,0 1,1-1,-1 0,0 1,0 0,0-1,0 1,0 0,0 0,-1 0,1 0,-1 0,1 0,-1 1,0-1,0 0,0 1,0-1,0 1,0-1,-1 1,1 0,-1-1,-3 13,0 0,-2 0,1 0,-2-1,0 0,-1 0,0 0,-1-1,0 0,-1-1,-1 0,0 0,-6 5,-49 57,64-74,1 0,0 1,0-1,-1 1,1-1,0 0,0 1,-1-1,1 1,0-1,0 1,0-1,0 1,0-1,0 1,-1-1,1 1,0-1,1 1,-1-1,0 1,0-1,0 1,0-1,0 1,0-1,1 1,-1-1,0 0,0 1,1-1,-1 1,0-1,1 1,-1-1,0 0,1 1,-1-1,0 0,1 0,-1 1,1-1,-1 0,1 0,-1 1,1-1,-1 0,1 0,-1 0,1 0,-1 0,1 0,-1 0,1 0,-1 0,1 0,-1 0,39 0,-30 0,-4-1,0 1,0 0,0 0,-1 0,1 1,0-1,0 1,-1 0,1 1,0-1,-1 1,1 0,-1 0,0 0,0 1,0 0,0-1,0 1,0 1,-1-1,0 0,1 1,-1 0,0 0,-1 0,1 0,-1 0,0 0,0 1,0-1,1 5,-1-2,-1-1,1 1,-1-1,0 1,-1 0,0-1,0 1,0 0,-1-1,0 1,0-1,-1 1,0-1,0 0,0 1,-1-1,0 0,0 0,0-1,-1 1,0-1,0 0,0 0,-1 0,0 0,1-1,-2 1,1-1,0-1,-1 1,0-1,0 0,0 0,0-1,0 0,-1 0,1 0,-1-1,-4 1,-1-3</inkml:trace>
  <inkml:trace contextRef="#ctx0" brushRef="#br0" timeOffset="792.761">1003 455,'-4'3,"-2"2,2 1,5-1,4-1,3 1,1-1</inkml:trace>
  <inkml:trace contextRef="#ctx0" brushRef="#br0" timeOffset="1036.934">1083 829,'-5'18,"-3"11,-3 5,1-1,1-4,3-12,2-8</inkml:trace>
  <inkml:trace contextRef="#ctx0" brushRef="#br0" timeOffset="1284.521">1364 415,'-5'5,"1"-1,0 1,0 1,0-1,0 1,1-1,0 1,0 0,1 0,0 0,0 1,0-1,1 0,0 1,0-1,0 1,1 0,0-1,0 1,1-1,0 1,0-1,0 1,1-1,0 0,0 0,1 0,0 0,0 0,0 0,1-1,1 2,9 6,1-2,0 0,1 0,0-2,0 0,16 6,-19-10,0 1,-1 0,1 0,-1 2,0 0,-1 0,0 1,-1 0,1 1,-2 0,1 0,6 11,-14-17,0 0,0-1,-1 1,1 0,-1 0,0 0,0 0,0 1,-1-1,1 0,-1 0,0 0,0 1,0-1,-1 0,0 0,0 0,0 0,0 0,0 0,-1 0,0 0,0 0,0-1,0 1,0-1,-3 3,-1 2,-1-1,0 0,0 0,-1-1,0 0,0 0,0-1,-1 0,0-1,0 0,-4 2,-32 7,4-6</inkml:trace>
  <inkml:trace contextRef="#ctx0" brushRef="#br0" timeOffset="1466.035">1430 375,'19'-2,"14"-3,11-1,10-2,4 1,2 2,-3 1,-11 1</inkml:trace>
  <inkml:trace contextRef="#ctx0" brushRef="#br0" timeOffset="1773.495">1939 816,'-1'8,"0"-1,0 1,1 0,1-1,-1 1,1-1,0 1,1-1,0 1,0-1,0 0,1 1,0-2,1 1,-1 0,1 0,1-1,-1 0,1 0,0 0,0-1,1 0,0 1,1-3,0 1,1-1,-1-1,0 1,1-1,0-1,-1 1,1-1,0-1,0 1,0-1,0-1,-1 1,1-2,0 1,-1-1,1 0,0 0,-1-1,0 0,0 0,0-1,0 0,0 0,-1-1,0 1,0-1,0-1,-1 1,1-1,-1 0,-1 0,1-1,-1 1,0-1,3-7,-3 4,1-1,-2 0,1 0,-1 0,-1 0,0-1,-1 1,0 0,-1-1,0 1,0-1,-1 1,-1-1,0 1,-1 0,0 0,-1 0,0 0,0 0,-1 1,-1 0,1 0,-2 0,1 1,-2 0,1 0,-1 1,0 0,-1 0,0 1,-8-6,13 9,-1 1,1-1,-1 1,1 0,-1 0,0 1,0-1,-1 1,1 0,0 0,-1 1,1 0,-1 0,1 0,-1 1,1-1,-1 1,0 0,1 1,-1 0,1 0,-1 0,1 0,-1 1,1 0,0 0,0 0,0 1,0 0,0 0,1 0,-1 0,1 1,-2 2,-6 9,2 0,0 1,1 1,0 0,1 0,1 1,1-1,1 2,0-1,-1 13,-9 45</inkml:trace>
  <inkml:trace contextRef="#ctx0" brushRef="#br0" timeOffset="3230.269">2928 228,'8'43,"51"467,-57-495,0 12,1-1,1 1,2-1,1 0,1-1,0 0,12 20,-17-40,1 0,0-1,1 1,-1-1,1 0,-1 0,1-1,1 0,-1 0,0 0,1 0,-1-1,1 0,0 0,0 0,0-1,0 0,0 0,0 0,0-1,0 0,0 0,0-1,0 1,0-1,0-1,0 1,0-1,0 0,-1 0,1-1,-1 0,1 0,-1 0,3-3,38-19,-34 18,-1 0,1 1,0 0,0 1,1 0,-1 1,1 0,0 1,0 1,8-1,173 23,-59-14,-1-7,42-9,26 0,1138-4,-928 4,43 19,1218 8,-811-15,379-14,-349-12,71-1,-709 20,4-1,133 19,-41-1,-371-15,-7 0</inkml:trace>
  <inkml:trace contextRef="#ctx0" brushRef="#br0" timeOffset="5127.686">2968 228,'0'-3,"-1"0,1 0,0 1,0-1,0 0,0 0,0 0,0 0,1 1,0-1,-1 0,1 0,0 1,0-1,0 0,1 1,-1-1,1 1,-1-1,1 1,0 0,0 0,0 0,0 0,0 0,0 0,1 1,-1-1,1 1,-1-1,1 1,-1 0,1 0,0 0,0 1,0-1,107-14,349 38,45-8,333-37,-355-8,1001-44,-33 76,-196 3,465-30,388-2,-462 28,-1349 12,-294-13,-1 0,0-1,1 1,-1 0,1 1,-1-1,1 0,-1 0,1 0,-1 1,0-1,1 1,-1-1,0 1,1 0,-1-1,0 1,0 0,0 0,0 0,1 0,-1 0,0 0,-1 0,1 0,0 1,0-1,0 0,-1 0,1 1,-1-1,1 0,-1 1,1-1,-1 1,0-1,0 0,0 1,1-1,-2 1,1-1,0 1,0-1,0 1,-1 0,27 322,-12-215,4-1,22 68,-34-156,6 58,-14-76,0-1,1 1,-1 0,0-1,0 0,0 0,0 1,0-1,0 0,0 0,0-1,0 1,-1 0,1-1,0 1,-1-1,1 0,0 0,-1 0,1 0,0 0,0-1,-1 1,1 0,0-1,0 0,-1 0,1 1,0-1,0-1,0 1,-2-1,-7-1,-69-11,-2 3,1 4,-31 4,32-1,-1337-54,1184 51</inkml:trace>
  <inkml:trace contextRef="#ctx0" brushRef="#br0" timeOffset="9025.179">4265 402,'-131'97,"130"-97,0 1,-1 0,1-1,0 1,-1 0,1 0,0 0,0 0,0 0,0 0,0 0,0 0,0 1,0-1,0 0,1 0,-1 1,0-1,1 0,-1 1,1-1,0 1,-1-1,1 1,0-1,0 1,0-1,0 1,0-1,0 1,0-1,1 1,-1-1,1 0,-1 1,1-1,-1 1,1-1,0 0,-1 1,1-1,0 0,0 0,0 0,0 0,0 1,127 20,-116-21,0 1,0 0,-1 0,1 1,-1 1,1 0,-1 0,-1 1,1 1,-1 0,0 0,0 1,4 3,-13-7,1-1,0 0,-1 1,1 0,-1-1,0 1,0 0,0-1,0 1,-1 0,1 0,-1 0,1 0,-1 0,0 0,0 0,-1 0,1-1,0 1,-1 0,0 0,0 0,0 0,0-1,0 1,0 0,-1-1,1 1,-1-1,0 1,1-1,-1 0,0 0,-1 0,1 0,0 0,-1 0,1-1,-1 1,1-1,-1 0,0 0,1 1,-1-2,0 1,0 0,0-1,-2 1,4-1,0 0,-1 0,1 0,0 0,0 0,0 0,0 0,-1 0,1-1,0 1,0 0,0-1,0 1,0-1,0 1,0-1,0 0,0 1,0-1,0 0,0 0,1 0,-1 1,0-1,0 0,1 0,-1 0,1 0,-1 0,1-1,-1 1,1 0,0 0,-1 0,1 0,0 0,0 0,0-1,0 1,0 0,0 0,0 0,0 0,1-1,12-52,129-215,-85 155,-57 114,1 1,-1-1,0 1,1-1,-1 1,0-1,1 0,-1 1,0-1,1 1,-1-1,1 0,-1 0,1 1,-1-1,1 0,-1 0,1 1,-1-1,1 0,-1 0,1 0,0 0,-1 0,1 0,-1 0,1 0,-1 0,1 0,-1 0,1 0,-1 0,1 0,0-1,-1 1,1 0,-1 0,1-1,-1 1,0 0,1-1,-1 1,1 0,-1-1,1 1,-1-1,0 1,1-1,-1 1,0-1,0 1,1-1,-1 1,0-1,0 1,0-1,0 1,0-1,1 1,-1-1,0 1,0-1,0 0,0 1,-1-1,1 1,0-1,33 170,-20-95,-5-28,1 1,3-2,7 18,-2-37,-16-26,-1 0,0 1,1-1,-1 0,1 0,-1 1,1-1,-1 0,1 0,-1 0,1 0,0 0,-1 0,1 0,-1 0,1 0,-1 0,1 0,-1 0,1 0,-1-1,1 1,-1 0,1 0,-1 0,1-1,-1 1,0 0,1-1,-1 1,1 0,-1-1,0 1,1 0,-1-1,0 1,1-1,-1 1,0-1,0 1,1-1,-1 1,0-1,0 1,0-1,0 1,0-1,0 1,0-1,0 0,5-16</inkml:trace>
  <inkml:trace contextRef="#ctx0" brushRef="#br0" timeOffset="10003.854">4479 428,'-46'36,"45"-35,0-1,0 1,0 0,1 0,-1 0,0 0,0 0,1 0,-1 0,0 0,1 0,-1 0,1 0,0 0,-1 1,1-1,0 0,0 0,0 0,0 1,0-1,0 0,0 0,0 0,0 1,0-1,1 0,-1 0,0 0,1 0,-1 1,1-1,-1 0,1 0,0 0,-1 0,1 0,0 0,0-1,0 1,0 0,0 0,0-1,0 2,9 2,0-1,0 0,0 0,0 0,0-2,1 1,-1-1,0-1,1 0,-1 0,1-1,-1 0,5-2,-9 3,100-15,-1-5,41-15,-46 10,-66 18,-34 7,0 1,0-1,0 0,0 1,0-1,0 0,0 1,-1-1,1 0,0 1,0-1,0 0,0 1,0-1,1 0,-1 1,0-1,0 0,0 1,0-1,0 0,0 1,1-1,-1 0,0 1,0-1,0 0,1 0,-1 1,0-1,0 0,1 0,-1 0,0 1,0-1,1 0,-1 0,0 0,1 0,-1 0,0 1,1-1,-1 0,0 0,1 0,-1 0,0 0,1 0,-32 22,30-22,-8 6,0-2,0 1,1-1,0 1,0 1,0-1,0 1,1 1,0-1,1 1,-1 0,1 1,1 0,-1 0,1 0,1 0,0 1,0 0,0-1,1 2,1-1,-1 1,12 59,-9-67,1 0,0 0,0 0,0-1,0 1,0 0,0 0,1-1,-1 1,1-1,-1 1,1-1,-1 0,1 1,0-1,-1 0,1 0,0 0,0 0,0-1,0 1,0 0,0-1,0 1,0-1,0 0,0 0,0 0,0 0,0 0,0 0,1-1,6-2,0-1,-1 0,0 0,0-1,0 0,0-1,-1 1,0-2,0 1,0-1,-1 0,0 0,-1 0,1-1,-2 0,2-3,44-79,-47 111,-2-10,0 1,0-1,1 0,0-1,1 1,0 0,1-1,1 2,-3-8,-1 0,1 0,0-1,1 1,-1-1,1 1,-1-1,1 0,0 0,0 0,0 0,1-1,-1 1,1-1,-1 0,1 0,0 0,0-1,0 1,0-1,0 0,0 0,1 0,-3-1,1 1,0-1,-1 0,1-1,-1 1,1 0,-1-1,1 1,0-1,-1 0,0 0,1 0,-1 0,0 0,1-1,-1 1,0-1,0 1,0-1,0 0,0 0,-1 1,1-1,-1-1,1 1,-1 0,1 0,-1-1,0 1,0 0,0-1,-1 1,1-1,-1 0,10-90,-10 11,3 79,0 1,-1 0,1 0,0 0,0 0,0 1,1-1,-1 1,0 0,1 0,-1 0,0 0,1 0,-1 1,1-1,-1 1,1 0,0 0,-1 1,1-1,2 1,-2 0,19-1,-1 2,1 0,-1 1,0 2,0 0,-1 1,1 2,-18-7,-1 1,0 0,0 0,0 0,0 0,0 0,0 0,0 1,-1-1,1 1,-1 0,0 0,1 0,-1 0,-1 0,1 0,0 1,-1-1,0 1,0-1,0 1,0-1,0 1,-1 0,0-1,1 1,-1 0,-1-1,1 1,0 0,-1-1,0 1,0-1,-1 3,-1 8,2-11,-1 0,1 0,0 1,0-1,0 0,0 1,0-1,1 1,-1-1,1 1,0-1,0 1,0-1,1 1,-1-1,1 1,0-1,0 1,0-1,1 0,-1 0,1 0,-1 1,1-2,0 1,0 0,0 0,1 0,-1-1,1 0,-1 1,1-1,0 0,0 0,2 1,5-1,0-1,0 1,0-2,0 0,0 0,0 0,0-2,-1 1,1-1,0 0,0-1,-1 0,0-1,0 0,0 0,0-1,0 0,-1-1,0 0,0 0,-1-1,0 1,0-2,0 1,-1-1,0 0,0 0,-1-1,3-6,-7 13,0 0,1 0,-1 0,0-1,0 1,0 0,0-1,-1 1,1-1,-1 1,0-1,1 1,-1-1,0 0,0 1,-1-1,1 1,0-1,-1 1,0-1,1 1,-1-1,0 1,0 0,-1-1,1 1,0 0,-1 0,1 0,-1 0,0 0,1 0,-1 0,0 1,-1-2,0 4,1 0,-1 0,1 1,0-1,0 0,-1 1,1-1,0 1,0 0,1-1,-1 1,0 0,0 0,1 0,0 1,-1-1,1 0,0 0,0 1,0-1,0 1,0-1,1 1,-1-1,1 1,0-1,0 1,0 0,0-1,0 3,-1 2,1-1,-1 1,1-1,0 1,1 0,0-1,0 1,0-1,1 1,0-1,0 0,1 0,-1 0,1 0,1 0,-1 0,1-1,0 0,0 0,1 0,-1 0,1-1,0 1,0-1,1 0,-1-1,1 1,4 1,38 11,-1-5</inkml:trace>
  <inkml:trace contextRef="#ctx0" brushRef="#br0" timeOffset="11085.327">7126 402,'11'-35,"-11"33,0 1,-1-1,1 0,0 1,-1-1,1 0,-1 1,0-1,1 1,-1-1,0 1,0-1,0 1,0 0,0-1,0 1,-1 0,1 0,0 0,-1 0,1 0,0 0,-1 0,1 0,-1 0,0 1,1-1,-1 1,1-1,-1 1,0 0,0-1,1 1,-1 0,0 0,0 0,-61 17,56-11,-1 0,1 1,0-1,1 1,0 0,0 1,0 0,1 0,0 0,0 0,1 1,1 0,-1 0,1 0,1 0,0 0,0 1,0-1,1 1,1-1,0 1,0-1,1 1,0-1,1 1,0-1,0 0,1 0,0 0,0 0,1 0,4 5,0-8,0 0,0 0,1-1,-1 0,1 0,1-1,-1 0,0-1,1 0,0 0,0-1,0-1,0 1,0-2,0 1,0-2,0 1,0-1,0 0,0-1,0-1,-1 1,1-2,-1 1,6-4,1 1,-1-1,0-1,0 0,-1-1,0 0,0-1,-1-1,-1 0,0-1,9-11,-15 52,-5-23,1-1,0 1,0-1,0 0,0 1,1-1,0-1,0 1,0 0,1-1,0 1,-1-1,2 0,-1 0,0-1,1 1,-1-1,1 0,0 0,0-1,0 1,1-1,-1 0,0-1,1 1,0-1,-1 0,1 0,0-1,-1 0,1 0,0 0,0-1,-5 1,1-1,-1 1,1-1,-1 1,0-1,1 0,-1 0,0 0,0 1,1-1,-1 0,0-1,0 1,0 0,0 0,0 0,-1-1,1 1,0 0,-1-1,1 1,0 0,-1-1,0 1,1-1,-1 1,0-1,0 1,0-1,0 1,0-1,0 1,0-1,0 1,-1-1,1 1,0-1,-1 0,-24-54,-8 26,45 25,199 9,-206-4,1 0,-1 0,0 1,1-1,-1 1,0 1,0-1,0 1,0 0,0 0,0 0,0 1,-1 0,1 0,-1 0,0 0,0 1,0-1,0 1,-1 0,1 0,-1 1,0-1,0 1,0 0,6 21,-9-24,0 1,1 0,-1-1,0 1,1 0,0-1,0 1,-1 0,2-1,-1 1,0-1,0 0,1 1,-1-1,1 0,0 0,0 0,0 0,0 0,0-1,0 1,0 0,0-1,1 0,-1 1,1-1,-1 0,1 0,-1 0,1-1,0 1,-1-1,1 1,0-1,-1 0,1 0,0 0,-1 0,3-1,7-5,1-1,-1 0,-1 0,1-2,-1 1,-1-1,1-1,-2 0,1 0,-1-1,-1 0,0-1,0-1,-1 4,-4 64,-2-51,0-1,1 1,-1-1,1 1,0-1,0 0,0 0,1 0,-1 0,1 0,0 0,-1-1,1 1,0-1,1 0,-1 0,0 0,1 0,-1-1,1 1,-1-1,3 1,85 13,-35-15,-5-4</inkml:trace>
  <inkml:trace contextRef="#ctx0" brushRef="#br0" timeOffset="11514.013">8583 496,'-8'-1,"0"1,0 1,0 0,1 0,-1 0,0 1,0 0,1 0,0 1,-1 0,1 1,0-1,0 1,1 1,-1-1,1 1,0 0,0 1,1-1,-1 1,1 0,0 1,1-1,0 1,-3 5,7-9,0-1,0 1,0-1,1 1,-1-1,1 1,0-1,0 1,-1-1,2 0,-1 0,0 1,0-1,1 0,-1 0,1 0,-1 0,1-1,0 1,0 0,0-1,0 1,0-1,0 0,0 1,1-1,-1 0,0 0,1-1,-1 1,0 0,1-1,-1 0,1 1,-1-1,1 0,-1 0,1 0,-1-1,1 1,-1-1,1 1,-1-1,1 0,-1 0,0 0,0 0,1-1,6-1,-1-1,0 0,0 0,-1-1,1 0,-1-1,0 0,-1 0,1 0,-1-1,0 1,-1-2,0 1,0 0,0-1,-1 0,0 0,0-3,5-12,-1-1,0-1,-2 0,-1 0,2-22,-2-14,-2 0,-5-59,-1 98,-1 17,1 16,-3 212,6-183,1-24,-3 0,1 0,1 1,1-1,1 0,0 0,1 0,0 0,1 0,1 0,1-1,0 0,1 0,1-1,5 8,41 13,-28-28</inkml:trace>
  <inkml:trace contextRef="#ctx0" brushRef="#br0" timeOffset="11786.849">9091 576,'-2'-3,"-1"0</inkml:trace>
  <inkml:trace contextRef="#ctx0" brushRef="#br0" timeOffset="12076.755">10254 375,'-2'5,"-1"12,0 13,0 12,2 9,-1 2,2-3,0-6,0-8,0-10</inkml:trace>
  <inkml:trace contextRef="#ctx0" brushRef="#br0" timeOffset="12320.327">9920 295,'2'-7,"13"-2,14-2,18 1,21 2,10 2,8 3,-13 1</inkml:trace>
  <inkml:trace contextRef="#ctx0" brushRef="#br0" timeOffset="13171.263">10562 709,'16'-11,"0"-1,-1-1,0 0,-1-1,0 0,-1-1,-1-1,0 0,-1-1,-1 0,-1-1,0 1,1-7,-6-24,-4 47,0 0,0 0,0 0,-1 0,1 0,-1 0,1 1,0-1,-1 0,0 0,1 1,-1-1,1 0,-1 1,0-1,1 0,-1 1,0-1,0 1,0-1,1 1,-1-1,0 1,0 0,0-1,0 1,0 0,0 0,1 0,-1 0,0 0,0 0,0 0,0 0,0 0,0 0,0 0,0 1,0-1,0 0,1 1,-1-1,0 0,0 1,0-1,1 1,-1-1,0 1,-9 6,1 0,1 1,0 0,0 0,0 1,1 0,0 0,1 0,0 1,0 0,1 0,0 1,1 0,0-1,1 1,0 1,1 2,-1-9,2 0,-1 0,1 0,-1 1,1-1,1 0,-1 1,1-1,0 1,0-1,1 0,-1 1,1-1,1 0,-1 1,1-1,-1 0,2 0,-1 0,0 0,1-1,0 1,0-1,0 1,1-1,0 0,-1 0,1-1,0 1,1-1,-1 0,1 0,2 1,2-1,1 0,1 0,-1-1,0 0,1-1,-1 0,0-1,1 0,-1 0,1-1,-1-1,0 0,1 0,-1-1,0 0,-1-1,1 0,-1 0,1-1,-1-1,-1 1,1-1,-1-1,0 0,0 0,-1 0,0-1,0 0,-1 0,0-1,1-2,71-106,-76 116,-1-1,1 0,0 1,0 0,0-1,0 1,0 0,1 0,-1 0,0 1,0-1,1 0,-1 1,0 0,1-1,-1 1,1 0,-1 0,0 0,1 1,-1-1,1 0,-1 1,0 0,0-1,1 1,-1 0,0 0,0 0,0 1,0-1,0 0,0 1,0-1,0 1,0 1,53 73,-53-73,0 1,1 0,-1 0,-1-1,1 1,0 1,-1-1,0 0,0 0,0 0,-1 1,0-1,1 0,-1 1,-1-1,1 0,-1 1,1-1,-1 0,0 0,-1 0,1 0,-1 0,0 0,-1 3,2-7,1 1,-1-1,1 0,-1 1,1-1,-1 0,1 0,-1 1,0-1,1 0,-1 0,1 0,-1 0,0 0,1 0,-1 0,1 0,-1 0,0 0,1 0,-1 0,1-1,-1 1,1 0,-1 0,0 0,1-1,-1 1,1 0,-1-1,1 1,0-1,-1 1,1 0,-1-1,1 1,0-1,-1 1,1-1,0 1,-1-1,1 1,0-1,0 0,0 1,-1-1,1 1,0-1,0 1,0-1,0 0,0 1,0-1,0 1,0-1,1-36,52-81,-28 70,84-216,-104 253,-7 26,-1 1,-5 45,2 0,3 1,5 39,-3-90,1 0,1 1,0-1,1 0,0 0,1 0,0-1,0 1,1 0,1-1,0 0,0 0,1-1,0 1,1-1,0 0,0-1,1 0,0 0,0-1,1 0,0 0,0-1,1 0,-1 0,10 2,-15-5,1-1,-1 0,0 0,1-1,0 0,-1 1,1-1,0-1,-1 1,1-1,0 0,0 0,0 0,-1-1,1 1,0-1,-1 0,1-1,0 1,-1-1,0 0,1 0,-1 0,0-1,0 1,0-1,0 0,-1 0,1-1,-1 1,0-1,0 1,0-1,0 0,-1 0,0 0,1-1,-1 1,-2-5,0 1,-1 0,0-1,0 1,-1 0,0 0,0 0,-1 0,0 0,0 1,-1-1,0 1,-1 0,1 0,-1 0,0 1,-1-1,0 2,0-1,0 0,-18-21,0 1,-2 1,-1 1,0 2,-2 0,0 2,-2 1,0 2,-1 1,-13-4,34 17,19 5,47 4,0-3,1-2,-1-2,1-3,-1-2,-1-2,48-15,-28 6</inkml:trace>
  <inkml:trace contextRef="#ctx0" brushRef="#br0" timeOffset="15659.308">949 535,'0'1,"0"0,0 0,0-1,0 1,1 0,-1 0,0 0,0 0,0-1,1 1,-1 0,0 0,1-1,-1 1,0 0,1-1,-1 1,1 0,-1-1,1 1,0 0,-1-1,1 1,0-1,-1 1,1-1,0 0,0 1,-1-1,1 0,0 1,0-1,-1 0,1 0,0 0,0 0,0 0,0 0,-1 0,1 0,0 0,0 0,0 0,-1 0,1-1,0 1,0 0,0-1,-1 1,1 0,0-1,-1 1,1-1,0 1,-1-1,1 1,-1-1,1 0,0 1,-1-1,0 0,1 1,-1-1,2-2,0 1,0-1,0 1,-1-1,0 0,1 1,-1-1,0 0,0 0,0 0,-1 0,1 0,-1 0,0 0,0 0,0 0,0 0,0 0,-1 0,1 0,-1 0,0 0,0 0,0 0,0 0,0 0,-1 1,1-1,-1 0,0 1,-1 2,0 0,1 1,-1 0,0-1,0 1,0 0,1 0,-1 1,0-1,1 1,-1-1,1 1,0 0,-1-1,1 1,0 1,0-1,0 0,0 0,1 1,-1-1,1 1,-1-1,1 1,0 0,0 0,0-1,0 1,1 0,-1 0,1 0,0 0,-1 0,2 2,2 7,2-2</inkml:trace>
  <inkml:trace contextRef="#ctx0" brushRef="#br0" timeOffset="16371.26">1057 936,'-1'0,"1"0,0 0,0-1,-1 1,1 0,0 0,0-1,0 1,-1 0,1 0,0-1,0 1,0 0,0-1,0 1,0 0,-1 0,1-1,0 1,0 0,0-1,0 1,0 0,0-1,0 1,1 0,-1-1,0 1,0 0,0-1,0 1,0 0,0-1,1 1,-1 0,0 0,0-1,0 1,1 0,-1 0,0 0,0-1,1 1,-1 0,0 0,0 0,1-1,-1 1,0 0,1 0,-1 0,0 0,1 0,-1 0,0 0,0 0,1 0,-1 0,0 0,1 0,-26 35,24-34,1 0,-1 0,1 1,-1-1,1 0,-1 0,1 1,0-1,0 0,0 1,0-1,0 1,0-1,0 0,0 1,0-1,1 0,-1 1,0-1,1 0,-1 0,1 1,0-1,-1 0,1 0,0 0,0 0,-1 0,1 0,0 0,0 0,0 0,0 0,1 0,-1-1,0 1,0 0,0-1,1 1,-1-1,0 0,1 1,-1-1,0 0,1 0,-1 1,0-1,1 0,-1 0,0-1,1 1,-1 0,0 0,1-1,0 1,1-2,0 1,0 0,0-1,-1 1,1-1,0 0,-1 1,1-2,-1 1,1 0,-1 0,0-1,0 1,0-1,0 1,-1-1,1 0,-1 0,0 0,0 0,0 0,1-3,-1 4,-1 1,1-1,0 0,-1 0,0 0,1 0,-1 0,0 0,0 0,0 0,0 0,-1 0,1 0,0 0,-1 0,0 1,1-1,-1 0,0 0,0 0,0 1,0-1,0 0,0 1,0-1,-1 1,1-1,-1 1,1 0,-1 0,1-1,-1 1,0 0,1 0,-1 1,-1-2,0 2,1 0,-1 0,1 0,0 0,-1 0,1 0,-1 1,1-1,0 1,-1 0,1 0,0 0,0 0,-1 0,1 0,0 0,0 1,0-1,0 1,1-1,-1 1,0 0,1 0,-1 0,1 0,0 0,-1 0,1 0,0 0,0 1,0-1,1 0,-1 1,1-1,1-1,0 0,0 0,-1 0,1 0,0 0,0 1,0-2,0 1,0 0,0 0,1 0,-1 0,0-1,0 1,0 0,1-1,-1 0,0 1,1-1,-1 1,0-1,1 0,-1 0,1 0,-1 0,0 0,1 0,-1 0,0-1,1 1,-1 0,0-1,1 1,-1-1,0 1,1-1,-1 0,0 0,0 1,0-1,0 0,0 0,1-1,3-1,0-1,0 0,-1 0,1 0,-1 0,0-1,0 0,0 0,-1 0,0 0,0 0,0-1,-1 1,1-1,0-2,-4 6,1 0,0 0,0 0,-1 0,1 0,-1 1,1-1,-1 0,0 0,0 1,0-1,0 1,0-1,0 0,0 1,-1 0,1-1,0 1,-1 0,1 0,-1 0,1 0,-1 0,0 0,1 0,-1 0,0 1,0-1,0 1,1-1,-1 1,0 0,0-1,0 1,0 0,0 0,0 1,0-1,1 0,-1 1,0-1,0 1,0-1,1 1,-1 0,0 0,-1 1,1-1,-1 0,1 0,0 0,0 1,-1-1,1 1,0 0,1 0,-1-1,0 1,0 0,1 0,-1 1,1-1,0 0,0 1,-1-1,2 0,-1 1,0-1,0 1,1-1,-1 1,1 0,0-1,0 1,0-1,0 1,0 0,1-1,-1 1,1-1,0 1,-1-1,1 1,0-1,1 1,-1-1,0 0,1 0,0 1,48 14,-36-18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0:20.24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13716 234,'-119'12,"114"-11,0 0,0 0,0 1,1 0,-1 0,0 0,1 0,0 1,0 0,-1 0,2 0,-1 0,0 1,1-1,-1 1,1 0,0 0,0 0,1 0,-1 1,1-1,-1 4,2-4,0 0,1 1,-1-1,1 0,0 1,0-1,0 0,1 0,0 1,0-1,0 0,0 0,0 0,1 0,0 0,0 0,0 0,0 0,1-1,0 1,63 68,-55-62,29 28,-21-23,-2 0,0 1,0 1,-2 0,0 2,-1-1,-1 2,-1 0,-1 0,0 1,-2 1,-7-17,0 1,-1-1,0 1,0 0,0-1,-1 1,0 0,0-1,0 1,-1 0,0 0,0-1,-1 1,1-1,-1 1,0-1,-1 0,1 0,-1 0,0 0,0 0,-1 0,1-1,-1 0,0 1,0-2,-1 1,1 0,-1-1,0 0,1 0,-2 0,1 0,0-1,0 0,-1 0,4-2,0 0,0 0,0 0,0 0,0-1,-1 1,1 0,0-1,0 0,0 1,1-1,-1 0,0 0,0 0,0 0,1 0,-1-1,0 1,1 0,-1-1,1 1,0-1,-1 0,1 1,0-1,0 0,0 0,0 0,0 0,1 0,-1 0,0 0,1 0,0 0,-1 0,1 0,0 0,0 0,0 0,0 0,1 0,-1 0,1 0,-1 0,1 0,-1 0,1 0,1-1,6-29,1 0,2 0,1 1,2 1,0 0,3 1,1-2,10-20,-2 8,-3-2,-2-1,-1-1,-3 0,-1-1,7-48,-23 87,-4 31,-4 55,4 0,3 1,3-1,12 68,-11-122,0 0,1 0,2-1,0 0,1 0,2 0,0-1,1 0,7 10,-3-14</inkml:trace>
  <inkml:trace contextRef="#ctx0" brushRef="#br0" timeOffset="1010.394">13797 515,'156'11,"-111"-10,211 1,-225 0,-30-2,0 1,-1-1,1 0,-1 1,1-1,-1 0,1 1,-1-1,1 1,-1-1,1 1,-1-1,0 1,1-1,-1 1,0-1,0 1,1 0,-1-1,0 1,0 0,0-1,1 1,-1 0,0-1,0 1,0-1,0 1,0 0,-1-1,1 1,0 0,0-1,0 1,0 0,-1-1,1 1,0-1,-1 1,1-1,0 1,-1-1,1 1,-1-1,1 1,-1-1,1 1,-1-1,1 0,-1 1,1-1,-1 0,1 1,-1-1,0 0,1 0,-1 0,0 1,1-1,-1 0,0 0,1 0,-1 0,1 0,-1 0,0 0,0-1,0 2,0-1,-9 6,-1 0,1 0,0 1,1 0,0 0,0 1,0 0,1 1,0 0,1 0,0 1,1 0,-1 0,2 1,0-1,0 1,-3 11,8-20,0 1,-1 0,1 0,1 0,-1 0,0 0,1 0,-1-1,1 1,0 0,0 0,0-1,0 1,0 0,1-1,-1 1,1-1,0 0,0 1,0-1,0 0,0 0,0 0,0-1,1 1,-1 0,0-1,1 1,0-1,-1 0,1 0,0 0,2 0,0 1,0-1,0 0,0-1,0 1,0-1,0 0,0 0,0-1,0 1,0-1,0 0,0 0,0-1,-1 0,1 0,0 0,-1 0,1 0,0-2,1-1,0 0,0-1,-1 0,0 0,0 0,0 0,-1-1,0 0,0 0,-1 0,0 0,0 0,-1-1,0 0,0 1,0-4,-3 22,1 0,0 0,0 0,1 1,1-2,0 1,0 0,1 0,1-1,-1 1,2-1,-1 0,2 0,-1-1,1 1,7 7,-11-14,1-1,0 1,0 0,0-1,0 1,0-1,1 0,-1 0,0 0,1-1,0 1,-1-1,1 0,0 0,0 0,0-1,0 1,0-1,-1 0,1 0,0 0,0 0,0-1,0 0,0 0,0 0,-1 0,1 0,0-1,-1 0,1 1,-1-1,0-1,0 1,0 0,0-1,0 0,0 1,0-1,1-3,3-5,0 0,-1-1,0 0,-1 0,-1 0,0 0,0-1,-2 0,1 0,-1-6,22-74,-23 90,0 1,0-1,0 1,1 0,-1-1,1 1,-1 0,1 0,0 0,0 0,0 0,0 0,1 1,-1-1,0 1,1-1,-1 1,1 0,-1 0,1 0,0 0,-1 1,1-1,0 1,-1-1,1 1,0 0,0 0,-1 0,1 1,0-1,0 1,-1-1,1 1,0 0,-1 0,1 0,-1 0,1 1,-1-1,0 1,0-1,1 1,0 1,7 5,-1 1,0 1,0-1,0 2,-2-1,1 1,-1 0,-1 0,0 1,0 0,-2 0,1 1,-1-1,-1 1,0 0,-1 0,-1 0,0 0,0 1,1 2,23 52,-25-66,1-1,0 0,1 1,-1-1,0 1,0-1,0 0,1 0,-1 0,1 0,-1 0,1 0,-1 0,1 0,0-1,-1 1,1-1,0 1,-1-1,1 0,0 1,0-1,-1 0,1 0,0 0,0 0,-1-1,1 1,0 0,0-1,-1 1,1-1,0 0,-1 1,1-1,-1 0,1 0,0-1,8-7,0 0,-1 0,0-1,0-1,-1 1,-1-1,0-1,0 1,-1-1,-1 0,0-1,0 1,-2-1,2-6,14-60,-3-2,-4 1,-3-2,-4 1,-4-1,-3 0,-5-12,-2 9,9 85,0 1,0-1,0 0,0 1,-1-1,1 1,0-1,0 0,0 1,0-1,-1 0,1 1,0-1,0 0,-1 1,1-1,0 0,-1 0,1 1,0-1,0 0,-1 0,1 0,-1 1,1-1,0 0,-1 0,1 0,0 0,-1 0,1 0,-1 0,1 0,0 0,-1 0,1 0,-1 0,1 0,0 0,-1 0,1 0,-1 0,1-1,0 1,-1 0,1 0,0 0,-1-1,1 1,0 0,0 0,-1-1,1 1,0 0,-1-1,1 1,-7 22,1 1,1 0,1 0,1 0,0 7,0-2,-6 64,3 0,6 80,2-137,1-1,2 0,1 0,2 0,1-1,2 0,1 0,2-1,5 8,41 39,-34-56</inkml:trace>
  <inkml:trace contextRef="#ctx0" brushRef="#br0" timeOffset="1256.529">14920 421,'18'0,"20"0,19 0,16 0,13 0,5 0,-6 0,-16 0</inkml:trace>
  <inkml:trace contextRef="#ctx0" brushRef="#br0" timeOffset="-6217.136">14385 2747,'-19'1,"-1"0,0 2,1 0,-1 1,1 1,0 1,1 1,-1 0,1 2,1 0,0 1,0 0,1 1,0 1,1 1,-4 5,16-17,1 1,-1 0,1 0,0 0,-1 0,1 0,0 0,1 0,-1 1,0-1,1 1,-1 0,1-1,0 1,0 0,0 0,0 0,0-1,1 1,-1 0,1 0,0 0,0 0,0 0,0 0,1 0,-1 0,1 0,-1 0,1 0,0 0,0-1,1 3,8 3,-1-1,1 1,0-2,0 1,1-1,-1-1,1 0,1-1,-1 0,1 0,10 1,-2 1,16 4,-13-4,0 1,0 0,-1 2,0 0,-1 2,0 0,0 1,12 11,-29-20,-1 0,0 0,1 0,-1 0,0 1,-1-1,1 1,-1 0,0 0,1 0,-2 0,1 0,0 0,-1 0,0 1,0-1,0 0,-1 1,1-1,-1 1,0-1,0 1,-1-1,1 1,-1-1,0 1,0-1,-1 0,1 0,-1 1,0-1,0 0,0 0,0-1,-2 2,-4 5,-1 0,-1-1,0 0,0 0,-1-1,0 0,0-1,-1-1,0 1,0-2,0 0,-1 0,0-1,1-1,-2 0,1-1,-9 1,20-3,0 1,0-1,0 0,0 0,1 0,-1 0,0 0,0-1,0 1,0 0,0-1,1 0,-1 1,0-1,0 0,1 0,-1 0,1 0,-1 0,1 0,-1 0,1-1,-1 1,1 0,0-1,0 1,0-1,0 0,0 1,-1-3,0-6</inkml:trace>
  <inkml:trace contextRef="#ctx0" brushRef="#br0" timeOffset="-5853.756">14946 3001,'-6'-9,"0"1,-1 0,0 1,-1 0,0 0,0 0,0 1,0 0,-1 1,0 0,-1 0,1 1,-1 0,1 1,-1 0,0 0,-1 1,1 1,0 0,0 0,-2 1,7 1,0 0,0 1,0 0,0 0,0 0,1 1,-1 0,1-1,0 2,0-1,0 0,0 1,1 0,-1 0,1 0,0 0,0 0,0 1,1-1,-1 1,1 0,-1 3,-2 5,1 1,0 0,1-1,1 1,0 0,0 1,2 11,-1-15,1 0,1 0,0 0,1 0,0-1,0 1,1 0,0-1,1 0,1 0,-1 0,1 0,1-1,0 0,0 0,1 0,0-1,1 0,-1 0,2-1,-1 0,1-1,0 0,0 0,0 0,1-1,0-1,0 0,1 0,4 0,-1-1,-1-2,1 0,0 0,0-1,0-1,0 0,0-1,-1 0,1-1,-1-1,1 0,-1-1,1-1,22-12</inkml:trace>
  <inkml:trace contextRef="#ctx0" brushRef="#br0" timeOffset="-5209.412">15401 2895,'0'13,"0"12,0 11,2 7,1 7,2 3,3-1,2-4,-1-6,-1-5,-3-7,-4-11,-3-9</inkml:trace>
  <inkml:trace contextRef="#ctx0" brushRef="#br0" timeOffset="-4927.683">15227 2814,'-9'-14,"-5"-6,-1-3,5 3,9 5,13 3,19 0,19 2,21 1,17 0,13 2,4 1,-6 3,-20 1</inkml:trace>
  <inkml:trace contextRef="#ctx0" brushRef="#br0" timeOffset="-15475.912">187 2974,'44'1,"212"-12,-147-4,14-3,1 5,111 4,268 44,147-17,53 21,-387-29,854 2,-75-64,-320 36,-205-31,269-11,-376 19,297-13,-592 51,316-13,320-61,-647 67,501-47,156-30,-781 82,509-57,-238 31,-60 12,-72 18,-167-4,-11 0</inkml:trace>
  <inkml:trace contextRef="#ctx0" brushRef="#br0" timeOffset="-9597.002">13356 2466,'3'51,"2"-1,2 0,3 0,13 39,2 13,84 378,-92-417,-1-7,-2 0,-3 1,1 39,-11-91,0 0,-1 0,0 0,0 0,0 0,-1 0,0 0,0 0,0 0,0 0,-1 0,0 0,0-1,0 1,-1-1,1 1,-1-1,0 0,0 0,-1 0,1 0,-1-1,0 1,0-1,0 0,0 0,-3 1,-14 3,0 0,-1-1,0-2,0 0,0-1,0-1,-1-1,-16-2,-22 3,-509 59,379-36,-1047 135,-701 46,961-114,-528 22,1112-105,-634 27,803-21,-826 36,746-44,-124 25,335-21,-199 22,-94-8,40-31,126 1,-47 11,50 10,-288 12,213-33,-109-22,378 24,7 4,0-1,1-1,-1-1,0 0,1-1,0-1,-1-1,1 0,1-1,-1-1,1 0,1-1,-1 0,1-2,0 1,1-2,-7-7,16 14,3 1,-1 0,0 0,0 0,0 1,-1-1,1 0,-1 1,1 0,-1 0,0 0,0 0,0 0,0 0,0 1,0-1,0 1,-1 0,1 0,0 0,-1 1,-2-1,5 1,0 1,0 0,0-1,0 1,0 0,0 0,1 0,-1 0,0 0,0 0,1 0,-1 0,0 0,1 0,-1 0,1 0,-1 0,1 0,0 1,-1-1,1 0,0 0,0 0,0 1,0-1,0 0,0 0,0 1,1-1,-1 0,2 8</inkml:trace>
  <inkml:trace contextRef="#ctx0" brushRef="#br0" timeOffset="-8678.393">11444 2573,'-5'14,"-1"13,3 14,6 11,7 10,7 11,4 9,4 6,2 4,-1 2,-4 0,-4-4,-4-7,-4-12,-3-10,-3-16</inkml:trace>
  <inkml:trace contextRef="#ctx0" brushRef="#br0" timeOffset="-7949.885">12500 4338,'4'20,"2"16,0 12,1 7,0 5,-2 1,0-1,0-6,2-7,-2-11,0-10</inkml:trace>
  <inkml:trace contextRef="#ctx0" brushRef="#br0" timeOffset="-7599.563">12486 4352,'122'111,"-102"-91,25 21,-2 2,-3 2,-1 1,6 14,-42-57,0 0,0 1,0-1,0 1,-1 0,1-1,-1 1,0 0,-1 1,1-1,-1 0,1 0,-1 1,-1-1,1 1,0-1,-1 1,0-1,0 1,-1-1,1 1,-1-1,0 0,0 1,0-1,-1 0,1 1,-1-1,0 0,0 0,-1-1,-2 4,-13 4,0-1,-1-1,0 0,-1-2,0 0,0-1,-1-1,0-1,1-1,-17 0,36-2,-149 19,145-18,12-1,7-1</inkml:trace>
  <inkml:trace contextRef="#ctx0" brushRef="#br0" timeOffset="-7175.938">12982 4872,'-1'9,"0"0,1-1,0 1,0 0,1 0,0-1,1 1,0-1,0 1,1-1,0 0,0 0,1 0,0 0,1 0,-1-1,1 0,1 0,-1 0,1-1,1 0,-1 0,1 0,0-1,0 0,7 3,-7-5,0 0,1-1,-1-1,1 1,-1-1,1 0,-1 0,1-1,-1 0,1-1,0 0,-1 0,1 0,-1-1,0 0,0-1,0 1,0-1,0-1,0 1,-1-1,1-1,-1 1,0-1,0 0,-1 0,0 0,0-1,0 0,3-6,-6 9,0 0,-1-1,0 1,1 0,-1-1,-1 1,1-1,0 1,-1-1,0 0,0 1,0-1,0 1,-1-1,1 1,-1-1,0 1,0-1,0 1,0-1,-1 1,1 0,-1 0,0 0,0 0,0 0,0 0,-1 0,1 1,-3-3,-2-1,0 1,-1-1,1 2,-1-1,0 1,0 0,0 0,0 1,-1 0,0 1,1 0,-2 0,-4 1,1 1,-1 0,0 1,1 0,-1 1,1 0,0 1,0 1,0 0,0 1,0 1,1 0,0 0,0 1,1 0,0 1,0 1,1 0,0 0,0 1,1 0,0 1,-2 4,-9 19</inkml:trace>
  <inkml:trace contextRef="#ctx0" brushRef="#br0" timeOffset="-4061.202">11645 3389,'0'11,"0"9,2 5,1 5,2 5,0 2,0 1,0-3,1-2,0-5,2-4,0-7</inkml:trace>
  <inkml:trace contextRef="#ctx0" brushRef="#br0" timeOffset="-3377.243">12366 3362,'-1'-32,"1"-1,2 0,1 0,1 1,2-1,6-15,-7 23,198-792,-169 691,5 2,6 2,5 2,6 2,20-26,-58 113,2 1,2 1,0 0,2 2,1 1,1 0,1 2,22-14,-44 34,0 1,0 0,0 0,0 0,1 0,-1 1,1 0,-1 0,1 0,0 1,3 0,-8 1,0 1,0-1,1 1,-1 0,0-1,0 1,0 0,0 0,0 0,0 0,0 0,0 0,0 0,0 0,-1 0,1 1,0-1,-1 0,1 0,-1 1,0-1,1 0,-1 1,0-1,0 0,1 1,-1-1,0 1,-1-1,1 0,0 1,0-1,0 0,-1 1,1-1,-1 0,1 1,-1-1,0 0,1 0,-1 0,0 1,0-1,0 0,-30 64,12-34</inkml:trace>
  <inkml:trace contextRef="#ctx0" brushRef="#br0" timeOffset="-2448.514">12273 2974,'48'385,"-41"-273,-9-196,-4 0,-12-59,-4 40,59 131,-23-19,1-1,1 0,0-1,0 0,0-1,1-1,-1-1,1-1,0 0,1-1,-1 0,0-2,0 0,1-1,-1-1,27 2,-44 1,1 0,-1-1,0 1,0 0,0 0,0-1,0 1,0 0,0 0,0 0,0-1,0 1,0 0,0 0,0-1,-1 1,1 0,0 0,0-1,-1 1,1 0,-1-1,1 1,-1 0,1-1,-1 1,1-1,-1 1,1-1,-1 1,0-1,1 1,-1-1,0 1,-2 1,-16 19,2-6,1 1,0 0,2 2,0-1,0 2,2 0,0 0,2 1,0 1,1 0,1 0,1 1,-3 15,19 27,2-45</inkml:trace>
  <inkml:trace contextRef="#ctx0" brushRef="#br0" timeOffset="2279.207">11752 3522,'0'11,"2"9,1 5,0 5,-1 7,0 4,-1 4,-1 3,1 1,-1-4,-1-5,1-9</inkml:trace>
  <inkml:trace contextRef="#ctx0" brushRef="#br0" timeOffset="21206.486">9692 2814,'15'415,"-11"-309,0 78,8-2,9 1,14 39,2-103,-29-113,-5-28,-3 11,12-31,-4 23</inkml:trace>
  <inkml:trace contextRef="#ctx0" brushRef="#br0" timeOffset="22292.925">10522 3268,'-7'-82,"4"-1,4 0,3 0,4 1,10-40,-16 110,88-822,-81 709,18-242,29-90,-16 267,-33 180,-6 24,-8 124,5-87</inkml:trace>
  <inkml:trace contextRef="#ctx0" brushRef="#br0" timeOffset="23161.015">10468 3015,'45'173,"-31"-128,-2-1,-1 2,1 29,-11-57,-19-50,-110-273,92 251,38 63,7-3,0-1,0 0,0 0,1-1,-1 0,1-1,0 0,0 0,0-1,0 0,0-1,1 0,-1-1,0 0,6-1,152-12,-167 13,1 0,-1 0,1 0,0 0,-1 1,1-1,-1 0,1 1,-1-1,1 1,-1 0,0-1,1 1,-1 0,0 0,1 0,-1 0,0 0,0 0,0 0,0 0,0 1,0-1,0 0,0 1,-1-1,1 0,0 1,-1-1,1 1,-1-1,0 1,1-1,-1 1,0 0,0-1,0 1,0-1,0 1,0-1,0 1,-1 0,1 0,-23 69,21-67,-27 56,21-48,1 0,0 1,1 1,1-1,0 1,0-1,2 1,-1 1,2-1,0 0,1 1,0-1,1 5,6 5</inkml:trace>
  <inkml:trace contextRef="#ctx0" brushRef="#br0" timeOffset="24065.628">10735 4485,'-2'18,"-1"13,2 10,4 6,4 2,0 2,0-3,-2-4,-2-5,-1-7,-1-10</inkml:trace>
  <inkml:trace contextRef="#ctx0" brushRef="#br0" timeOffset="24389.799">10748 4445,'9'22,"0"1,1-1,1-1,1 0,1-1,1 0,0-1,2 0,0-2,18 16,67 85,-98-115,0 1,0-1,0 1,0 0,-1-1,0 1,0 0,0 1,0-1,-1 0,0 0,1 1,-2-1,1 1,0-1,-1 1,0-1,0 1,0-1,-1 1,1-1,-1 0,0 1,0-1,-1 0,1 1,-1-1,0 0,0 0,-1 0,1 0,-1 0,-7 4,1 0,-1-1,0-1,0 0,-1 0,1-1,-1 0,-1-1,1 0,0-1,-1 0,0 0,0-2,0 1,-4-2,-17 5,12 0,6 0</inkml:trace>
  <inkml:trace contextRef="#ctx0" brushRef="#br0" timeOffset="24668.063">11390 4966,'5'-18,"1"-11,0-2,-2 1,0 4,-4 9,-2 13,-3 18,-3 16,1 16,0 13,4 8,6 4,5-1,5-4,0-12</inkml:trace>
  <inkml:trace contextRef="#ctx0" brushRef="#br0" timeOffset="31857.476">7754 2827,'-2'16,"-1"19,-2 21,0 27,0 26,2 22,1 16,3 8,3 3,7-6,5-9,4-14,0-29</inkml:trace>
  <inkml:trace contextRef="#ctx0" brushRef="#br0" timeOffset="32390.152">8516 3642,'0'0</inkml:trace>
  <inkml:trace contextRef="#ctx0" brushRef="#br0" timeOffset="32665.93">6939 3777,'4'0,"5"0,0 0</inkml:trace>
  <inkml:trace contextRef="#ctx0" brushRef="#br0" timeOffset="32891.376">6271 3951,'0'0</inkml:trace>
  <inkml:trace contextRef="#ctx0" brushRef="#br0" timeOffset="33062.918">5295 4071,'0'0</inkml:trace>
  <inkml:trace contextRef="#ctx0" brushRef="#br0" timeOffset="33948.361">1498 3028,'21'28,"-12"1,-2 0,-1 1,-1 1,-1-1,-2 1,2 10,46 805,-48-779,-1-49,2 102,5 0,5-1,16 54,21-32,-28-101</inkml:trace>
  <inkml:trace contextRef="#ctx0" brushRef="#br0" timeOffset="34582.918">241 2947,'0'12,"0"14,0 22,0 27,2 29,4 28,2 23,2 15,5 6,1-4,-2-32</inkml:trace>
  <inkml:trace contextRef="#ctx0" brushRef="#br0" timeOffset="37269.719">616 4311,'-7'-2,"-4"-3,-3-4,-2 1,3-1,1-1,0 1,2-1,3 7,3 10,1 18,2 21,1 17,3 18,0 12,1 6,-2-13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1:13.70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1,'3'0,"2"0,1 2,0 5,-2 2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0:48.64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7278 1191,'-36'-9,"-1"2,1 2,-1 1,0 1,1 3,-1 1,0 1,-3 3,-79 1,-123-11,-54-15,29 1,184 14,-154-8,-184-36,346 35,-1 4,0 3,-1 3,-69 7,80 3,-145 2,152-14,0-3,0-2,-12-6,7 5,-1 3,-1 3,1 3,-1 2,0 4,-11 3,-225-1,49-30,-148 39,293-15,6 0,0 4,-14 6,-155 9,249-16,0 1,0 1,1 1,0 1,0 0,0 2,-17 9,14-7,-30 12,1 2,1 2,1 2,2 3,-8 8,45-25,-1 0,2 0,-1 1,2 1,0 0,1 0,1 1,1 0,0 0,1 1,1 0,0 0,2 0,0 0,1 1,0 0,2-1,1 16,1 3,2 0,1 0,2-1,1 0,2 0,2-1,1 0,8 12,-16-35,0-1,0-1,1 1,1-1,0 0,0 0,1-1,0 0,0 0,1-1,1 0,-1-1,1 0,0 0,1-1,0-1,-1 1,2-2,-1 0,289 77,-240-73,0-2,1-4,0-2,-1-2,48-9,-40 3,1 4,0 2,0 4,23 4,54 8,0-7,81-8,-71-1,71 8,-112 0,0-6,0-4,9-7,19-8,1 6,4 6,192-2,-224-1,2 5,-1 5,0 5,10 6,-40 2,39 5,1-6,22-4,252 18,-102-27,85-40,-246 26,-132 14,0 0,0 0,0-1,0 0,-1 0,1 0,-1-1,1 1,-1-1,0-1,0 1,0-1,-1 0,1 0,-1 0,0-1,0 1,0-1,-1 0,0 0,0 0,0-1,0 1,-1-1,0 0,0 1,0-2,3-21,-1 1,-2-1,0 1,-2-1,-3-25,-7-24,-3 0,-4 1,-3 1,-3 0,-12-21,26 72,5 12,0-5,-1 0,0 0,-2 0,0 1,-1 0,0 0,-1 1,-1 0,0 1,-1 0,-1 0,0 1,-1 1,-9-7,-28-7</inkml:trace>
  <inkml:trace contextRef="#ctx0" brushRef="#br0" timeOffset="29037.128">446 0,'-27'17,"-39"46,3 3,3 2,0 7,40-49,1 1,1 0,1 2,2 0,1 0,1 1,1 1,2 0,1 1,2 0,1 0,1 8,1 15,3 0,3 0,2 0,2 0,3 0,2-1,4 6,57 172,56 113,-34-127,-59-147,-3 2,-3 1,-3 1,-4 2,12 75,-27-104,-3 1,-1-1,-3 1,-1 0,-3-1,-2 0,-2 0,-7 21,10-52,-1 0,0-1,-1 0,0 0,-2-1,0 0,0-1,-2 0,1 0,-2-1,0 0,0-1,-2-1,1 0,-7 4,27-18,0 0,0 1,0 0,1 0,-1 1,1-1,-1 2,1-1,0 1,-1 0,1 1,-1 0,1 0,-1 0,1 1,-1 0,0 1,0 0,0 0,3 1,5 9,0 0,-1 1,-1 1,0 0,-1 0,-1 1,0 1,-1 0,-1 0,0 1,-2 0,0 1,-1 0,-1 0,3 16,11 54,-4 2,-3-1,-5 2,-4-1,-3 1,-5-1,-4 0,-3 0,-5-1,-7 14,-50 199,38-161,17-75,3 1,3 1,3 0,3 4,-2 22,-5-1,-3 0,-18 48,26-103,-59 291,63-299,2 1,0-1,2 1,4 27,-2 7,-1 384,14-330,-13-106,0-1,2 1,-1-1,2 0,0 0,0 0,2 0,-1-1,2 1,-3-7,1-1,-1 0,1 0,1 0,-1 0,1-1,0 0,0 0,0 0,0-1,0 0,1 0,0-1,0 1,-1-1,1-1,2 1,33 11,-16-3,2-1,-1-2,1 0,0-2,0-2,10 0,234 23,-188-26,-78 0</inkml:trace>
  <inkml:trace contextRef="#ctx0" brushRef="#br0" timeOffset="30668.792">393 7407,'-17'8,"-16"25,1 2,2 1,-16 26,38-45,0 1,1 0,1 0,1 1,0 0,2 0,0 0,1 0,1 0,1 1,0-1,2 0,0 0,1 0,1 0,1 0,2 4,39 106,-37-108,0 0,-1 0,-1 1,-1 0,-1 0,0 1,-2 0,-1-1,-1 1,-1 2,-3-3,-1 0,-1-1,-1 1,-1-1,0 0,-2-1,0 0,-2 0,0-1,-1 0,-16 12,42-46,-11 12,-1 1,1 0,0 0,-1 1,1-1,0 0,0 1,0 0,1 0,-1 0,0 0,0 0,0 0,1 1,-1 0,0 0,1 0,-1 0,0 0,1 0,-1 1,0 0,0 0,1 0,-1 0,0 0,0 0,0 1,0 0,0-1,-1 1,1 0,-1 0,1 1,-1-1,1 0,-1 1,0 0,0-1,-1 1,2 3,3 12,-1 1,0 0,-2 0,0 1,-1-1,-2 1,1-1,-2 1,-1-1,0 1,1-13,-27 464,28-451,-1 0,1-1,1 0,1 0,0 0,2 0,0 0,1 1,-4-17,0-1,1 1,-1-1,0 1,1-1,0 0,0 1,-1-1,1 0,0 0,1 0,-1-1,0 1,1 0,-1-1,0 1,1-1,0 0,-1 0,1 0,0 0,0-1,-1 1,1-1,0 1,0-1,0 0,0 0,18 4,-16 2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1:29.04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54 748,'2'18,"1"17,0 15,-1 12,3 6,3 4,4 1,4-3,1-5,-1-6,-4-6,-9-8,-9-9,-11-11,-6-12,0-8</inkml:trace>
  <inkml:trace contextRef="#ctx0" brushRef="#br0" timeOffset="468.294">1 1082,'4'-16,"0"0,2 1,0 0,1 0,0 0,1 0,1 1,0 1,1 0,0 0,1 0,0 2,1-1,1 2,0-1,0 2,12-7,-21 14,-1 0,1 1,0-1,0 1,0 0,1 0,-1 1,0-1,0 1,0 0,1 0,-1 0,0 1,0-1,0 1,0 0,0 0,0 1,0-1,0 1,0 0,0 0,-1 0,1 0,-1 1,1-1,-1 1,0 0,0 0,0 0,-1 1,1-1,-1 0,0 1,0 0,0 0,0-1,-1 1,1 0,-1 0,0 0,0 1,0-1,-1 0,0 0,0 4,-1-3,0 0,-1 0,1 0,-1 0,-1-1,1 1,-1 0,0-1,0 1,0-1,0 0,-1 0,1-1,-1 1,0-1,0 1,-1-1,1-1,-1 1,1 0,-1-1,0 0,0 0,0-1,0 1,0-1,0 0,-1-1,-4 1,9-1,0-1,0 0,0 1,0-1,0 0,0 0,1 0,-1 0,0 1,1-1,-1 0,0 0,1 0,-1-1,1 1,-1 0,1 0,0 0,-1 0,1 0,0 0,0-1,0 1,0 0,0 0,0 0,0 0,0-1,1 1,-1 0,0 0,1 0,-1 0,1 0,-1 0,1 0,-1 0,1 0,0 0,-1 0,1 0,0 0,0 0,0 1,0-1,0 0,0 1,0-1,183-263,-166 231,-2 0,-2-1,-1 0,-2-1,-1 0,-2-1,-1 0,-2 0,-1-1,-2 0,-2 1,-1-1,-2 0,-6-31,7 57,1 0,-2 0,1 1,-1-1,-1 1,0-1,-1 1,0 1,0-1,-1 1,0-1,-6-5,11 13,0 1,-1 0,1 0,0 0,0 0,0 1,-1-1,1 0,0 1,-1-1,1 0,-1 1,1 0,0-1,-1 1,1 0,-1 0,1-1,-1 1,1 0,-1 1,1-1,-1 0,1 0,-1 1,1-1,-1 1,1-1,0 1,-1-1,1 1,0 0,-1 0,1 0,0 0,0 0,0 0,0 0,0 0,0 0,0 0,0 1,0 0,-29 65,19-13,3 0,2 1,2 0,3 0,3 0,1 0,9 37,-6-29,4 0,1-1,4 0,2-1,3-1,3-1,13 23,-14-45,-4-12</inkml:trace>
  <inkml:trace contextRef="#ctx0" brushRef="#br0" timeOffset="840.598">361 627,'39'29,"2"-2,0-2,32 14,-37-21,-1 1,0 2,-2 1,0 2,16 16,-43-34,1-1,-1 2,-1-1,1 0,-1 1,0 0,-1 0,0 1,0-1,0 1,-1 0,0 0,0 0,-1 0,0 1,-1-1,0 1,0-1,-1 1,0-1,0 1,-2 7,2-15,0 1,-1-1,1 1,-1-1,1 1,-1-1,1 1,-1-1,0 1,0-1,0 0,1 1,-1-1,-1 0,1 0,0 0,0 0,0 0,-1 0,1 0,0 0,-1 0,1 0,-1-1,1 1,-1-1,1 1,-1-1,1 1,-1-1,1 0,-1 0,0 0,1 0,-1 0,1 0,-1 0,0-1,1 1,-1-1,1 1,-1-1,1 1,-1-1,1 0,0 0,-1 1,1-1,0 0,0 0,-1-1,1 1,0 0,0 0,0 0,0-1,1 1,-1-1,0 1,0-2,-3-13,1-1,0 0,1 0,1 0,1 0,0 0,1 0,1 1,1-1,0 0,1 1,1-1,2-3,-5 12,1 0,0 0,0 1,1-1,0 1,0 0,1 0,-1 0,2 1,-1 0,1 0,0 0,0 0,0 1,1 0,0 1,0-1,0 1,0 1,1-1,0 1,0 0,-1 1,1 0,1 0,-1 1,1 0,42 0,1 2,-1 2,0 2,-1 2,16 6,-8-1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1:27.86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1 934,'10'68,"4"1,17 49,6-46,-35-70,-1 0,1-1,0 1,-1 0,1-1,0 0,0 1,0-1,0 0,0 0,0 0,0 0,0-1,0 1,1 0,-1-1,0 0,0 1,1-1,-1 0,0 0,0 0,1 0,-1-1,0 1,0-1,1 1,-1-1,0 0,0 0,0 0,0 0,0 0,0-1,11-8,-1-1,-1-1,0 0,0 0,-1-1,-1-1,0 0,-1 0,0 0,-2-1,1 0,-2-1,0 1,0-5,-3 15,4-11,4 38,-9-10,0-1,1 1,1-1,0 0,0 0,1 0,1 0,0-1,0 0,1 0,0 0,0 0,1-1,1 0,0-1,0 0,0 0,1 0,0-1,4 1,-9-6,0-1,0 0,1 0,-1 0,1 0,-1-1,0 0,1 0,-1 0,1 0,-1-1,1 1,-1-1,0 0,0-1,1 1,-1-1,0 0,0 0,0 0,-1 0,1-1,0 0,-1 1,3-4,3-3,0-1,0 0,-1 0,0-1,-1 0,0 0,-1-1,1-3,11-34,-3-1,-3-1,-1 0,-3 0,-2-1,-2 0,-2 0,-5-35,3-3,-5-1,-3 1,-17-70,5 99,14 64,-6 77,4 51,6 1,5-1,9 32,-10-140,0-1,1 1,1-1,1 0,1-1,1 1,1-1,1-1,0 1,2-1,0-1,2 0,0-1,7 8,-14-21,1 0,-1 0,1-1,0 0,0 0,0-1,0 1,1-2,0 1,-1-1,1 0,0-1,0 0,0 0,0 0,0-1,0-1,0 1,0-1,0-1,-1 1,1-1,0-1,-1 1,1-1,-1-1,0 1,0-1,0 0,-1-1,1 0,-1 0,4-4,113-137,-123 146,1-1,-1 0,1 1,-1-1,0 1,1-1,-1 0,1 1,-1-1,1 1,0 0,-1-1,1 1,0-1,-1 1,1 0,0-1,-1 1,1 0,0 0,-1 0,1-1,0 1,0 0,-1 0,1 0,0 0,0 0,-1 0,1 1,0-1,0 0,-1 0,1 0,0 1,-1-1,1 0,0 1,-1-1,1 1,-1-1,1 1,0-1,-1 1,1-1,-1 1,1-1,-1 1,1 0,12 39,-10-25,-2-10,0 0,1 1,-1-1,1 0,0 0,0-1,1 1,-1 0,1-1,0 1,0-1,1 0,-1 0,1 0,0-1,0 1,0-1,0 0,1 0,-1 0,1-1,0 1,0-1,0-1,0 1,0 0,0-1,0 0,1-1,0 1,20-3</inkml:trace>
  <inkml:trace contextRef="#ctx0" brushRef="#br0" timeOffset="192.496">1325 560,'-14'-5,"-11"-3,-6-3,-2-2,2-1,2 2,1 1,6 2</inkml:trace>
  <inkml:trace contextRef="#ctx0" brushRef="#br0" timeOffset="825.05">509 466,'255'-9,"-1"-12,-1-10,197-53,-407 75,1 1,0-2,-1-2,0-3,13-6,-52 20,0 0,0-1,0 1,-1-1,1 0,-1 0,1 0,-1 0,0 0,1-1,-1 0,0 1,-1-1,1 0,-1-1,1 1,-1 0,0-1,0 1,0-1,-1 0,1 0,-1 1,0-1,0 0,0 0,0 0,-1-4,-3-1,0 1,-1 0,0 0,-1 0,0 0,0 0,0 1,-1 0,0 0,-1 1,1 0,-1 0,0 0,-1 1,1 0,-1 0,0 1,-4-1,6 1,0 0,-1 0,0 0,1 1,-1 0,-1 1,1 0,0 0,-1 0,1 1,-1 0,1 0,-1 1,1 0,-1 1,1-1,-1 1,1 1,-1-1,1 1,0 1,0-1,0 1,0 1,0-1,1 1,-1 0,0 1,-1 9,1 1,0 0,1 0,0 0,1 0,1 1,1 0,0 0,1 0,1 0,0 1,1-1,1 0,2 9,7 138,8-2,22 78,-36-217,-2-3,1 1,1 0,1-1,0 0,2 0,0 0,1-1,1 0,10 16,-17-32,0 1,0-1,0 0,0 0,0 0,0 0,0-1,1 1,-1 0,1-1,-1 0,1 1,0-1,0 0,-1 0,1-1,0 1,0-1,0 1,0-1,0 0,0 0,0 0,0 0,-1-1,1 1,0-1,0 0,0 0,0 0,-1 0,1 0,-1-1,1 1,-1-1,1 1,-1-1,0 0,0 0,2-2,13-12,0-2,-1 0,-1-1,0 0,-2-2,0 1,-1-2,-1 1,-1-2,-2 1,7-23,-14 39,1 2,0-1,0 0,-1 0,0 0,0 0,-1 0,1 0,-1 0,0 0,0 0,-1 0,1 0,-1 0,-1-2,1 6,0 1,0-1,0 1,0 0,0-1,0 1,0 0,0 0,0 0,0 0,0 0,0 0,0 0,0 0,0 1,0-1,0 0,0 0,0 1,0-1,1 1,-1-1,0 1,0-1,0 1,0-1,1 1,-1 0,0 0,1-1,-1 1,0 0,1 0,-1 0,1 0,-1-1,1 1,0 0,-1 0,1 0,0 1,-7 9,1 1,0 0,1 1,0-1,1 1,1 0,0 0,0 0,1 0,1 1,1-1,-1 1,2-1,0 0,2 5,-2-12,1-1,0 1,0-1,1 0,-1 0,1 0,0 0,1 0,-1-1,1 0,0 1,0-1,0-1,1 1,-1-1,1 1,0-1,0-1,0 1,0-1,0 1,1-2,-1 1,2 0,12 3,0-1,1 0,0-2,0 0,0-1,7-2,13-2,0-1,0-3,-1-1,18-7,11-4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1:25.73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7030 697,'19'5,"16"3,17 1,15-1,10-3,8-6,0-5,-2-4,-16 0</inkml:trace>
  <inkml:trace contextRef="#ctx0" brushRef="#br0" timeOffset="1189.072">7539 523,'39'17,"31"2,-14-4,0 2,-1 3,14 9,-65-28,1 1,-1 0,0 0,1 0,-1 0,0 0,0 1,-1 0,1 0,0 0,-1 0,0 1,0-1,0 1,0 0,0 0,-1 0,0 0,0 0,0 0,0 1,-1-1,1 1,-1-1,0 1,-1-1,1 1,-1 0,0 0,0-1,0 1,-1 0,0-1,-1 5,-6 7,-1-1,-1 0,-1 0,0-1,-1-1,-1 0,0 0,0-1,-1-1,-1 0,0-1,0 0,-3 0,-126 70,118-66</inkml:trace>
  <inkml:trace contextRef="#ctx0" brushRef="#br0" timeOffset="-4496.867">240 323,'-28'16,"1"0,1 2,0 1,2 1,0 1,1 1,-18 23,39-43,1-1,-1 1,0-1,1 1,-1 0,1 0,0 0,-1 0,1 0,0 0,0 0,0 0,1 0,-1 1,0-1,1 0,0 0,-1 1,1-1,0 0,0 1,0-1,1 0,-1 1,0-1,1 0,-1 0,1 1,0-1,0 0,0 0,0 0,0 0,1 0,-1 0,0 0,1-1,-1 1,1 0,1 0,153 127,-147-120,0 1,-1 0,0 1,0 0,-1 0,-1 1,0 0,0 0,-1 0,-1 0,0 1,-1 0,0 0,-1 0,-1 0,1 8,-3-17,1-1,-1 1,0-1,0 1,0 0,-1-1,1 0,-1 1,1-1,-1 0,0 0,-1 0,1 0,0 0,-1 0,0-1,1 1,-1-1,0 0,0 0,0 0,-1 0,1 0,0-1,-1 1,1-1,-3 1,-101 8,107-10,0 0,0-1,1 1,-1 0,0 0,0 0,0 0,0-1,1 1,-1 0,0 0,0 0,0-1,0 1,0 0,0 0,0-1,1 1,-1 0,0 0,0-1,0 1,0 0,0 0,0-1,0 1,0 0,0 0,-1-1,1 1,0 0,0 0,0-1,0 1,0 0,0 0,0 0,-1-1,1 1,0 0,0 0,0 0,0 0,-1-1,1 1,0 0,0 0,-1 0,36-16,-25 11,17-8</inkml:trace>
  <inkml:trace contextRef="#ctx0" brushRef="#br0" timeOffset="-4084.476">493 671,'9'21,"-1"1,-1-1,-1 2,-1-1,0 6,28 93,-32-119,-1-1,0 1,1-1,-1 1,1 0,-1-1,1 0,0 1,0-1,-1 1,1-1,0 0,0 0,0 1,1-1,-1 0,0 0,0 0,1 0,-1 0,0-1,1 1,-1 0,1-1,-1 1,1-1,0 1,-1-1,1 0,-1 1,1-1,0 0,-1 0,1 0,-1 0,1-1,0 1,-1 0,1-1,0 1,7-8,-1 1,1-1,-1-1,-1 0,1 0,-2 0,1-1,-1 0,-1 0,0 0,0-1,0-3,24-69,-21 149,-8-59,1 0,-1 0,1 0,0-1,1 1,0 0,0-1,0 1,1-1,0 1,0-1,0 0,1 0,0-1,0 1,0-1,1 0,0 0,0 0,0 0,1-1,0 0,-1 0,1-1,1 0,-1 0,0 0,1-1,-1 0,5 1,55-5,-36-4</inkml:trace>
  <inkml:trace contextRef="#ctx0" brushRef="#br0" timeOffset="-2868.958">1095 725,'0'-1,"1"1,0 0,-1 0,1 0,-1 0,1 0,0 0,-1 0,1 0,0 0,-1 0,1 1,0-1,-1 0,1 0,-1 1,1-1,0 0,-1 1,1-1,-1 0,1 1,-1-1,1 1,-1-1,0 1,1-1,-1 1,1-1,-1 1,0-1,0 1,1 0,-1-1,0 1,0 0,0-1,0 1,1-1,-1 1,0 0,0-1,0 1,-1 0,1-1,0 1,0 0,0-1,0 1,0 1,21 71,-3 1,-4 0,-2 8,-2-21,63 377,-67-377,-6-61,0 0,0 0,0 1,0-1,1 0,-1 0,0 1,0-1,0 0,0 1,0-1,0 0,0 0,0 1,0-1,0 0,0 0,0 1,0-1,0 0,0 1,0-1,-1 0,1 0,0 1,0-1,0 0,0 0,0 1,-1-1,1 0,0 0,0 0,0 0,-1 1,1-1,0 0,0 0,-1 0,1 0,0 0,0 1,-1-1,1 0,0 0,0 0,-1 0,1 0,0 0,-1 0,1 0,0 0,0 0,-1 0,1 0,0 0,0 0,-1-1,1 1,0 0,0 0,-1 0,1 0,0 0,0-1,-1 1,1 0,0 0,0 0,-13-19,1-15,0-1,3 0,1 0,1-1,0-13,2 14,-20-170,19 180,6 26,0-1,0 0,0 0,0 1,0-1,0 0,0 1,0-1,0 0,0 0,0 0,0 1,0-1,0 0,-1 0,1 1,0-1,0 0,0 0,0 0,-1 1,1-1,0 0,0 0,0 0,-1 0,1 0,0 1,0-1,-1 0,1 0,0 0,0 0,0 0,-1 0,1 0,0 0,-1 0,1 0,0 0,0 0,-1 0,1 0,0 0,0 0,-1 0,1 0,0 0,0-1,0 1,-1 0,1 0,0 0,0 0,0-1,-1 1,1 0,0 0,-2 5,3-4,-1 0,0 0,0 0,0 1,0-1,0 0,0 0,0 0,0 0,0 0,0 0,-1 0,1 0,0 0,-1 0,1 0,0 0,-1 0,0 0,1 0,-1 0,0 0,1 0,-1-1,0 1,0 0,1 0,-1-1,0 1,0-1,0 1,0-1,0 1,0-1,0 0,0 1,0-1,0 0,0 0,0 1,-1-1,1 0,0 0,0 0,0-1,0 1,0 0,0 0,0-1,0 1,0 0,0-1,0 1,-1-1,-3-6,1 0,0 0,0-1,0 1,1-1,0 0,1 0,0 0,0 0,0-1,1 1,1 0,-1-1,1 1,1-1,0 1,0 0,0 0,3-8,0 9,0 0,1 0,0 1,0-1,1 1,0 0,0 1,0-1,1 1,-1 1,1-1,0 1,1 0,-1 1,1-1,-1 1,1 1,0 0,0 0,0 0,1 1,-1 1,0-1,0 1,1 0,7 2,-14-2,0 0,1 0,-1 1,0-1,0 1,0-1,1 1,-1 0,0-1,0 1,0 0,0 1,0-1,-1 0,1 1,0-1,0 1,-1-1,1 1,-1 0,1-1,-1 1,0 0,0 0,0 0,0 0,0 0,0 0,-1 0,1 1,0-1,-1 0,0 0,0 1,0-1,0 0,0 0,0 1,0-1,-1 0,1 0,-1 0,1 1,-1-1,0 0,0 0,0 0,0 0,0 0,-1 0,1 0,-6 7,-1 0,1 0,-1 0,-1-1,1-1,-2 1,1-1,-1-1,0 0,0 0,-8 3,2-4,21-18,151-116,-130 102,-1-1,-2-1,-1-1,-1-1,-1 0,-2-2,-1 0,-2-1,-1-1,-2 0,6-30,-2-10,-3 0,-4-1,-2 0,-4-37,-11 18,8 96,0 0,-1-1,1 1,0 0,-1 0,1 0,-1-1,1 1,-1 0,1-1,-1 1,1 0,-1-1,0 1,1-1,-1 1,0-1,1 1,-1-1,0 0,0 1,1-1,-1 0,0 0,0 1,0-1,0 0,1 0,-1 0,0 0,0 0,0 0,0 0,1 0,-1 0,0-1,0 1,0 0,1 0,-1-1,0 1,0-1,1 1,-1 0,0-1,1 1,-1-1,0 0,1 1,-1-1,1 0,-1 1,1-1,-1 0,1 1,-1-1,1 0,0 0,0 0,-1 1,1-1,0 0,0 0,0 0,0 0,-9 22,1 1,1 0,0 0,2 0,1 1,1 0,1 1,1-19,-7 64,4 0,2 1,4-1,2 1,4-1,3 0,2-1,17 46,-27-101,0-1,1 0,0 0,1-1,0 1,1-1,0 0,1-1,0 1,0-1,2-1,-1 0,1 0,0 0,5 2,-12-9,1-1,0 0,0 0,0 0,0 0,1 0,-1-1,0 1,0-1,0 0,0 0,1 0,-1 0,0 0,0-1,0 0,0 1,0-1,0 0,0-1,0 1,0 0,0-1,0 0,-1 0,1 1,-1-1,1-1,-1 1,0 0,0-1,0 1,1-2,55-93,1-67,-50 157,-7 29,-2 24,-1-22,2 0,0 0,2 0,0 0,5 14,-8-35,0 0,1-1,0 1,-1 0,1-1,0 1,1-1,-1 1,0-1,1 0,-1 1,1-1,-1 0,1 0,0 0,0 0,0 0,0 0,1-1,-1 1,0-1,1 0,-1 1,1-1,-1 0,1 0,0-1,-1 1,1-1,0 1,-1-1,1 0,0 0,0 0,13-6</inkml:trace>
  <inkml:trace contextRef="#ctx0" brushRef="#br0" timeOffset="-1345.097">2004 403,'201'151,"-180"-133,0 0,-1 2,-2 0,0 1,-1 1,-1 1,-1 0,-1 1,-1 0,3 11,25 57,-41-91,0-1,0 1,0-1,0 1,0-1,0 1,0-1,0 1,0-1,0 1,0-1,0 1,1-1,-1 1,0-1,0 1,1-1,-1 1,0-1,1 0,-1 1,0-1,1 0,-1 1,0-1,1 0,-1 1,1-1,-1 0,1 0,-1 0,1 1,-1-1,1 0,-1 0,1 0,-1 0,1 0,-1 0,1 0,-1 0,1 0,-1 0,1 0,-1 0,1 0,-1 0,1-1,-1 1,1 0,-1 0,0 0,1-1,-1 1,1 0,-1-1,1 1,10-33,1-26,-9 37,2 0,0 0,1 0,1 1,1 0,1 0,6-9,-15 29,0 0,0 0,1-1,-1 1,1 0,-1 0,1 0,-1 0,1 0,0 0,-1 0,1 0,0 0,0 0,0 0,0 0,0 0,0 1,0-1,0 0,0 1,0-1,0 1,0-1,1 1,-1-1,0 1,0 0,0 0,1 0,-1 0,0 0,0 0,1 0,-1 0,0 0,0 0,1 1,-1-1,0 0,0 1,0-1,0 1,1-1,-1 1,0 0,0 0,0-1,0 1,-1 0,1 0,0 0,0 0,0 0,34 103,-33-93,0 0,0 0,1-1,1 1,0-1,0 0,1 0,0 0,0-1,1 1,7 7,-11-16,-1 1,1-1,0 1,-1-1,1 0,0 0,0 0,0 0,0 0,0 0,0-1,0 1,0-1,0 1,0-1,1 0,-1 1,0-1,0-1,0 1,0 0,0 0,1-1,-1 1,0-1,0 0,0 1,0-1,0 0,0 0,-1 0,1-1,0 1,0 0,0-1,53-58,-54 58,108-176,-109 178,0 1,0-1,0 1,0-1,0 1,0-1,1 1,-1-1,0 1,0-1,1 0,-1 1,0-1,1 1,-1-1,0 0,1 1,-1-1,1 0,-1 1,1-1,-1 0,0 0,1 1,-1-1,1 0,-1 0,1 0,-1 0,1 0,-1 0,1 0,-1 0,1 0,-1 0,1 0,-1 0,1 0,-1 0,1 0,-1 0,1-1,-1 1,1 0,-1 0,1-1,-1 1,1 0,-1 0,0-1,1 1,-1-1,0 1,1 0,-1-1,0 1,7 29,-7-22,1 0,0 1,0-1,1 0,-1 0,2 0,-1 0,1 0,0-1,1 1,-1-1,1 0,1 0,-1 0,1 0,0-1,0 0,1 0,-1 0,1-1,5 4,1-5,1 0,-1-1,1 0,-1-1,1-1,0 0,-1 0,1-1,0-1,-1 0,1-1,-1 0,0-1,0 0,0-1,-1 0,0-1,0 0,0-1,0-1,-1 1,-1-1,1-1,-1 0,-1 0,1-1,-2 2,-1 1,1-1,-2 0,1 0,-1 0,0-1,-1 0,0 0,0 0,-1-1,0 1,-1-1,0 0,-1 1,1-1,-2 0,0 0,0 0,-1 0,0 0,-1-3,2 12,0-1,-1 1,1 0,-1-1,1 1,-1 0,1 0,-1 0,0-1,1 1,-1 0,0 0,0 0,0 0,0 0,0 1,0-1,0 0,0 0,-1 0,1 1,0-1,0 1,0-1,-1 1,1 0,0-1,-1 1,1 0,0 0,-1 0,1 0,-1 0,1 0,0 0,-1 0,1 1,0-1,0 0,-1 1,1-1,0 1,0-1,-1 1,1 0,0 0,0-1,0 1,0 0,0 0,0 0,0 0,0 0,1 0,-1 1,0-1,1 0,-1 0,1 0,-1 1,0 0,-3 8,1 0,0 0,0 0,1 0,0 1,1-1,0 1,0-1,1 1,1-1,0 1,0-1,1 0,0 1,1-1,1 0,0 0,1 0,0 0,0-1,1 0,0 0,1-1,-1 0,2 0,-1 0,1-1,1 0,-1-1,1 0,0 0,0-1,1 0,0 0,0-1,3 0,-6-1,-1-1,1 0,0 0,0-1,0 1,0-2,0 1,0-1,0 0,0 0,0-1,0 0,0-1,-1 1,1-1,0 0,-1-1,1 0,-1 0,0 0,0-1,0 0,0 0,0 0,-1-1,0 0,0 0,0 0,-1 0,4-7,-4 5,0-1,0-1,-1 1,-1 0,1-1,-1 1,-1-1,1 0,-1 0,4-24,2 52,-1 18,-5-21,1 0,1-1,0 0,1 1,1-2,0 1,1 0,3 3,-8-17,-1 1,1 0,0-1,0 1,0-1,0 1,0-1,0 0,0 1,1-1,-1 0,0 0,1 0,-1 0,1 0,0 0,-1 0,1 0,-1-1,1 1,0-1,0 1,-1-1,1 0,0 1,0-1,0 0,-1 0,1 0,0-1,0 1,-1 0,1-1,0 1,0-1,-1 1,1-1,0 0,-1 0,1 0,-1 0,1 0,0-1,9-9,0-1,0-1,-2 1,1-2,-2 1,0-1,0 0,4-14,16-27,-28 55,0-1,0 0,0 0,0 1,0-1,0 0,0 0,1 1,-1-1,0 0,0 1,1-1,-1 0,0 0,1 1,-1-1,0 1,1-1,-1 0,1 1,-1-1,1 1,-1-1,1 1,0-1,-1 1,1 0,0-1,-1 1,1 0,0-1,-1 1,1 0,0 0,0 0,-1-1,1 1,0 0,0 0,-1 0,1 0,0 0,0 1,-1-1,1 0,0 0,-1 0,1 1,0-1,0 0,-1 1,1-1,21 119,-18-109,1-1,0 1,0-1,0 1,1-1,1-1,0 1,0-1,0-1,1 1,0-1,1 0,-1-1,1 0,1-1,-1 0,1 0,0-1,0 0,0 0,0-1,1-1,-1 0,1 0,0-1,0-1,-1 1,1-2,0 1,3-2,-7 0,0 0,-1 0,1-1,-1 0,1 0,-1-1,0 0,0 0,-1 0,1 0,-1-1,0 0,0 0,-1-1,1 1,-1-1,0 0,-1 0,1-1,-1 1,0-1,-1 1,0-1,1-5,3-12,-1 1,-2-1,0 0,-2 0,0 0,-3-20,-65-498,67 514,1 28,-1 0,0 0,1 0,-1 0,1 0,-1 0,1 0,-1 0,0-1,1 2,-1-1,1 0,-1 0,1 0,-1 0,0 0,1 0,-1 0,1 0,-1 1,0-1,1 0,-1 0,1 0,-1 1,0-1,1 0,-1 1,0-1,0 0,1 1,-1-1,0 0,0 1,1-1,-1 1,0-1,0 0,0 1,0-1,0 1,0-1,0 1,0-1,1 0,-1 1,-1-1,1 1,0-1,0 1,0-1,0 0,0 1,0-1,0 1,-1-1,1 0,0 1,70 291,-38-143,-31-143,9 42,1-1,2-1,2 0,3-1,1 0,2-2,7 9,-22-44,-1 0,2 0,-1-1,1 1,1-2,-1 1,1-1,0 0,7 3,-12-7,1 0,-1 0,1-1,0 0,-1 0,1 0,0 0,0 0,0-1,0 1,0-1,0 0,0-1,0 1,0 0,-1-1,1 0,0 0,0 0,0-1,-1 1,1-1,-1 0,1 0,1-2,4-4,0-1,-1 0,0 0,-1-1,0 0,0 0,-1-1,-1 0,0 0,0 0,-1-1,0 1,-1-1,-1 0,0 0,0 0,-1-10,3-39</inkml:trace>
  <inkml:trace contextRef="#ctx0" brushRef="#br0" timeOffset="-1079.806">4250 363,'28'-5,"21"-5,20-4,15 0,10 4,3 2,-2 8,-8 10,-19 4</inkml:trace>
  <inkml:trace contextRef="#ctx0" brushRef="#br0" timeOffset="-275.146">5039 725,'-78'-67,"75"65,0 0,0 1,0-1,0 1,0 0,0 0,0 0,-1 0,1 1,0-1,-1 1,1 0,0 0,-1 0,1 1,0-1,-1 1,1-1,0 1,-1 0,1 0,0 1,0-1,0 1,0-1,0 1,1 0,-3 2,-1 2,1 1,0 0,0 0,0 1,1-1,0 1,0 0,1 0,0 0,0 1,1-1,0 1,1-1,-1 1,2 0,-1-1,2 1,-1 0,1 0,0-1,1 1,-1-1,2 1,-1-1,1 0,1 1,-2-5,1 0,0 0,0 0,0 0,0 0,0-1,1 1,0-1,-1 0,1 0,0 0,1-1,-1 1,0-1,1 0,0 0,-1-1,1 1,0-1,0 0,-1 0,1-1,0 1,0-1,0 0,0-1,0 1,0-1,0 0,-1 0,1 0,0-1,-1 0,1 0,1-1,6-3,-1-1,-1-1,1 0,-2 0,1-1,-1 0,0-1,-1 0,0 0,0 0,-1-1,-1-1,0 1,0-1,-1 0,-1 0,0-1,-1 1,0-1,0 0,-1-10,-2 41,0 1,2-1,0 1,1-1,0 0,3 4,-4-15,0 0,0 0,1 0,0-1,0 1,1-1,0 0,0 0,0 0,1 0,0-1,0 0,0 0,0 0,1-1,0 0,0 0,1 0,-6-3,1-1,0 1,0 0,-1-1,1 0,0 1,0-1,0 0,0 0,0 0,-1 0,1 0,0-1,0 1,0 0,0-1,-1 1,1-1,0 0,-1 0,1 0,0 0,-1 0,1 0,-1 0,1 0,-1 0,0-1,1 1,-1-1,0 1,0-1,1-1,28-59,-28 59,49-193,-51 193,0 1,0 0,0 0,0-1,0 1,1 0,-1 0,1-1,-1 1,1 0,0 0,0 0,0 0,0 0,0 0,0 0,1 1,-1-1,1 0,-1 1,1-1,-1 1,1-1,0 1,0 0,0-1,0 1,0 0,0 0,0 1,0-1,0 0,0 1,3-1,94 28,-54-18,66 23,-107-29,1 0,-1 1,0-1,-1 1,1 0,-1 0,1 1,-1-1,0 1,-1-1,1 1,-1 0,0 0,0 0,-1 1,1-1,-1 0,0 0,-1 1,1-1,-1 1,0-1,0 0,-1 1,0-1,0 1,0 0,1 1,-1-1,1 0,0 0,1 1,0-1,0 0,0 0,1 1,-1-1,1 0,1-1,-1 1,1 0,0-1,1 1,-1-1,1 0,0 0,1 1,-1-3,1 0,-1-1,0 1,1-1,-1 0,1 0,0 0,0-1,0 1,0-1,0 0,0-1,0 1,0-1,0 0,0 0,0-1,0 0,0 1,0-2,0 1,0 0,0-1,0 0,-1 0,1-1,-1 1,1-1,3-3,0 1,0-1,0-1,-1 1,1-2,-2 1,1-1,-1 0,0 0,-1 0,0-1,0 0,3-8,-5 11,0-1,-1 0,0 0,0 0,-1 0,0 0,0 0,0 0,-1 0,0 0,0-1,-1 1,0 0,0 0,-1 0,0 0,0 0,-1 1,1-1,-1 1,-1-1,4 7,0-1,-1 1,1-1,0 1,0 0,-1-1,1 1,-1-1,1 1,0 0,-1-1,1 1,-1 0,1 0,-1-1,1 1,-1 0,1 0,-1 0,1-1,-1 1,1 0,-1 0,1 0,-1 0,1 0,-1 0,1 0,-1 0,1 0,-1 0,1 1,-1-1,1 0,-1 0,1 0,-1 1,1-1,-1 0,1 0,0 1,-1-1,1 0,-1 1,1-1,0 1,-1-1,1 1,0-1,-1 0,1 1,0-1,0 1,0-1,-1 1,1-1,0 1,0-1,0 1,0-1,0 1,-7 36,7-28,0-1,0 1,1-1,0 1,0 0,1-1,0 0,1 1,0-1,0 0,1 0,0-1,0 1,0-1,1 0,1 0,-1 0,1-1,0 0,0 0,1 0,0-1,0 0,0 0,1-1,-1 0,1 0,0-1,8 3,7 0,0 0,0-2,0-1,1 0,-1-2,1-1,0 0,4-3,44-4</inkml:trace>
  <inkml:trace contextRef="#ctx0" brushRef="#br0" timeOffset="6181.739">1309 2328,'2'-56,"2"0,3 1,11-42,16-3,-32 97,-1 0,1 0,0 0,0 0,0 0,0 1,1-1,-1 1,1 0,-1 0,1 0,0 0,0 0,0 0,0 1,0-1,0 1,0 0,0 0,1 0,-1 1,1-1,-1 1,0-1,1 1,-1 0,0 1,1-1,1 1,10 4,0 1,0 0,-1 1,0 1,0 0,0 1,-1 0,-1 1,0 1,0 0,-1 0,0 1,-4-5,-1-1,0 1,0 0,-1 1,1-1,-2 1,1 0,-1 0,0 1,-1-1,0 1,0 0,-1 1,-2-9,0 1,-1-1,1 0,-1 1,1-1,-1 0,0 0,1 1,-1-1,0 0,0 0,0 0,0 0,0 0,0 0,0 0,0 0,0-1,-1 1,1 0,0-1,0 1,-1-1,1 1,0-1,-1 0,1 1,0-1,-1 0,1 0,-1 0,1 0,0 0,-1 0,1-1,0 1,-1 0,1-1,0 1,-1-1,1 1,0-1,0 0,-1 1,1-1,0 0,0 0,0 0,0 0,0 0,0 0,0 0,0 0,0-1,-3-1,0-1,0 0,1 0,-1-1,1 1,0-1,0 1,0-1,1 0,-1 0,1-1,0 1,1 0,0 0,-1-1,2 1,-1-1,1 0,-1 0,3 4,-1 0,1 0,-1 0,1 0,0 1,0-1,0 0,0 1,0-1,0 1,0 0,0-1,1 1,-1 0,0 1,1-1,-1 0,1 1,-1-1,1 1,-1 0,1 0,-1 0,1 0,-1 0,1 0,-1 1,1-1,3 0,35-1,-15 2,0-1,0-2,-1-1,1 0,0-2,-1-1,12-6,-23 7,0-1,0-1,-1 0,0-1,-1 0,1-1,-2-1,1 1,6-9,-17 17,0 0,1 0,-1 0,0 0,0 0,0 0,0 0,0 0,-1-1,1 1,0 0,0-1,-1 1,1 0,-1-1,1 1,-1-1,0 1,1-1,-1 1,0-1,0 1,0-1,0 1,0-1,-1 1,1 0,0-1,-1 1,1-1,-1 1,1-1,-1 1,1 0,-1 0,0-1,0 1,0 0,0 0,0 0,0 0,0 0,0 0,0 0,-1 0,0 0,-1-1,1 1,-1 0,0 0,0 0,0 0,0 0,-1 1,1-1,0 1,0 0,0 0,0 0,0 1,-1-1,1 1,0-1,0 1,0 0,0 0,0 0,1 1,-1-1,0 1,0-1,1 1,-1 0,1 0,0 0,-1 1,1-1,0 0,0 1,1 0,-1-1,0 1,1 0,0 0,-1 0,1 0,0 0,1 0,-1 0,0 1,-1 5,1 1,0-1,0 1,1 0,0-1,1 1,0 0,0-1,1 1,0-1,1 1,0-1,0 0,1 0,1-1,-1 1,1-1,1 0,-1 0,1 0,1-1,-1 0,1 0,1-1,-1 0,1 0,0 0,0-1,1-1,-1 1,1-1,0-1,1 0,-1 0,0-1,1 0,-1 0,4-1,1-1,0-1,0 0,-1-1,1 0,-1-1,0-1,1 0,-1-1,-1 0,1-1,-1 0,0-1,-1-1,1 0,-2 0,1-1,-1 0,0-1,-1 0,0-1,-1 0,0 0,-1-1,7-12,-13 22,1-1,0 1,-1-1,1 0,-1 0,0 0,0 1,0-1,0 0,-1 0,1 0,-1 0,0-1,0 1,0 0,0 0,0 0,-1 0,1 0,-1 0,0 0,0 0,0 0,0 1,-1-1,1 0,-2-1,3 4,-1 0,1 0,-1-1,0 1,1 0,-1 0,0 0,0 0,1 0,-1 0,0 0,1 0,-1 0,0 0,1 0,-1 1,0-1,1 0,-1 0,1 1,-1-1,0 0,1 1,-1-1,1 1,-1-1,1 1,-1-1,1 1,-1-1,1 1,0-1,-1 1,1-1,0 1,-1 0,1-1,0 1,0 0,-1-1,1 1,0 0,0-1,0 1,0 0,0 0,-7 35,6-30,0 1,1-1,-1 1,1 0,0-1,1 1,0 0,0-1,0 1,1-1,0 1,0-1,1 0,-1 0,1 0,1 0,-1 0,1-1,0 0,0 0,1 0,0 0,-1 0,1-1,1 0,-1 0,1 0,0-1,-1 0,1 0,1 0,-1-1,0 0,1 0,-1-1,1 0,4 1,-2-3,-1 0,1 0,-1-1,0-1,0 1,0-1,0 0,0-1,-1 0,1 0,-1-1,0 1,0-2,-1 1,1-1,-1 0,-1 0,1-1,-1 1,0-1,0-1,-1 1,0-1,-1 1,1-1,-1 0,-1 0,0 0,0-1,0 1,-1-1,0-7,-2 5,2 17,3 21,-3-18,1 1,0 0,0-1,0 0,2 1,-1-1,1 0,0-1,1 1,0-1,0 1,1-2,0 1,0 0,1-1,0-1,0 1,1-1,0 0,0-1,0 0,5 3,-9-8,-1 1,0-1,0 1,0-1,1 0,-1 0,0-1,0 1,0-1,0 1,1-1,-1 0,0 0,0 0,0-1,-1 1,1-1,0 0,0 1,-1-1,1 0,-1-1,0 1,0 0,1-1,-1 1,-1-1,1 0,0 1,-1-1,1 0,-1 0,1-3,3-8,0 1,-1-1,0 0,-1 0,-1-1,0 1,-1-1,2-23,2 39,39 77,-36-60,2-1,0 0,0 0,2-1,0-1,0 0,2 0,0-1,0-1,8 5,4-3</inkml:trace>
  <inkml:trace contextRef="#ctx0" brushRef="#br0" timeOffset="6553.855">3274 1874,'30'38,"-3"2,-1 1,-2 1,-2 1,-1 2,0 7,-3-20,-17-31,-1 0,1-1,-1 0,1 1,-1-1,1 1,0-1,-1 0,1 1,0-1,-1 0,1 0,-1 1,1-1,0 0,-1 0,1 0,0 0,0 0,-1 0,1 0,0 0,-1 0,1 0,0 0,-1-1,1 1,0 0,-1 0,1-1,-1 1,1 0,0-1,-1 1,1-1,-1 1,1-1,-1 1,1-1,-1 1,1-1,-1 1,0-1,1 1,-1-1,0 0,0 1,1-2,101-228,-102 229,0 1,0 0,0-1,0 1,0-1,0 1,1 0,-1-1,0 1,0 0,0-1,1 1,-1 0,0-1,0 1,1 0,-1-1,0 1,1 0,-1 0,0 0,1-1,-1 1,1 0,-1 0,0 0,1 0,-1 0,1-1,-1 1,0 0,1 0,-1 0,1 0,-1 0,0 0,1 1,-1-1,1 0,-1 0,0 0,1 0,-1 0,0 1,1-1,-1 0,1 0,-1 0,0 1,0-1,1 0,-1 1,0-1,1 0,-1 1,0-1,0 0,0 1,1-1,-1 1,11 29,-8-20,0-1,0 1,0-1,1 0,1-1,0 1,0-1,0 0,1 0,0 0,0-1,1 0,0 0,1-1,-1 0,1 0,0-1,1 0,-1 0,1-1,0 0,0-1,0 1,0-2,1 1,6-1,106-5,-63-6</inkml:trace>
  <inkml:trace contextRef="#ctx0" brushRef="#br0" timeOffset="7340.318">4384 2034,'-15'-8,"1"0,-2 1,1 1,-1 0,0 1,0 1,0 1,0 0,-1 1,0 0,1 2,10 1,1 1,-1 1,1-1,0 1,-1-1,2 1,-1 1,0-1,0 1,1 0,0 0,0 0,0 1,0-1,1 1,0 0,0 0,0 0,0 0,1 1,0-1,0 1,0-1,1 1,0 0,0-1,0 1,1 0,0 0,0 0,1 0,-1 0,1-1,0 1,1 1,-2-5,0 0,0 0,1 0,-1 0,1 1,-1-1,1 0,0 0,0 0,0 0,0 0,0 0,0-1,0 1,1 0,-1 0,1-1,-1 1,1-1,0 0,-1 1,1-1,0 0,0 0,0 0,0 0,0 0,0-1,0 1,0 0,1-1,-1 0,0 1,0-1,0 0,0 0,1 0,-1-1,1 1,4-1,-1-1,1 0,0 0,-1 0,1-1,-1 0,0 0,0-1,0 1,0-1,4-5,0-1,-1 0,-1 0,0-1,0 0,-1 0,-1-1,1-3,7-10,-13 24,-1 1,1-1,-1 1,1-1,-1 1,1-1,0 1,-1 0,1-1,0 1,-1 0,1 0,-1 0,1-1,0 1,0 0,-1 0,1 0,0 0,-1 0,1 0,0 0,-1 0,1 0,0 1,-1-1,1 0,0 0,-1 1,1-1,0 0,-1 1,1-1,-1 0,1 1,-1-1,1 1,-1-1,1 1,-1-1,1 1,-1 0,0-1,1 1,-1-1,0 1,1 0,-1-1,0 1,0 0,0-1,0 1,0 0,0 0,0-1,0 1,0 0,0-1,0 1,0 0,0-1,-1 2,8 11,-5-9,1 1,0-1,0 0,1 0,-1 0,1 0,0 0,0-1,0 0,0 0,1 0,-1 0,1-1,-1 1,1-1,0 0,0-1,0 1,0-1,1 0,-1 0,0-1,0 0,1 0,-1 0,0 0,0-1,1 0,-1 0,0 0,0-1,0 1,0-1,-1 0,1-1,0 0,15-10,0 0,-2-2,0-1,0 0,-1-1,-1 0,-1-2,-1 0,0 0,-2-2,0 1,0-4,2-5,-2-1,-1 0,-1-1,-2-1,0 0,-3 0,-1 0,-1 0,-1-1,-2 1,-2-1,0 1,-4-11,4 31,0 0,-1-1,0 1,-1 0,0 0,-1 1,-1 0,0-1,0 2,-2-3,7 12,1 0,-1 0,1 0,-1 0,1 0,-1 0,0 0,0 0,1 0,-1 0,0 1,0-1,0 0,0 0,0 1,0-1,0 1,0-1,0 1,0 0,0-1,0 1,0 0,0 0,-1-1,1 1,0 0,0 0,0 0,0 1,0-1,0 0,-1 0,1 1,0-1,0 0,0 1,0-1,0 1,0-1,0 1,0 0,0-1,0 1,1 0,-1 0,0 0,0-1,1 1,-1 0,0 0,1 0,-4 10,0 0,1 0,0 0,1 1,1-1,0 0,0 1,1-1,1 10,-1-13,2 39,2 0,2-1,2 1,3-2,1 1,2-1,2-1,17 31,-29-63,1 0,1-1,0 1,0-1,1-1,1 1,-1-1,2-1,-1 1,2-1,-1-1,1 0,0 0,1-1,-1 0,2-1,-1 0,8 3,-14-9,-1 1,1-1,0 0,0 0,-1-1,1 1,0-1,-1 0,1 0,-1 0,1-1,-1 0,0 0,1 0,-1 0,0 0,0-1,-1 0,1 0,-1 0,1 0,-1-1,0 1,0-1,1-2,56-105,-43 48,-12 99,-4-20,0-1,1 1,0-1,1 0,1 0,1 0,0-1,0 1,2-1,0-1,0 1,8 9,-13-21,-1-1,0 1,1-1,-1 1,0-1,1 0,0 0,-1 0,1 0,0 0,-1 0,1 0,0 0,0-1,0 1,0-1,-1 1,1-1,0 0,0 0,0 0,0 0,0 0,0 0,0 0,0-1,0 1,0-1,0 1,1-2,12-8</inkml:trace>
  <inkml:trace contextRef="#ctx0" brushRef="#br0" timeOffset="7609.222">5226 1433,'-9'-5,"3"2,13 4,11 6,4 1</inkml:trace>
  <inkml:trace contextRef="#ctx0" brushRef="#br0" timeOffset="8231.008">5534 1646,'41'67,"14"38,-43-55,-2 0,-3 1,-2 1,-2 6,6 58,-7-99,-1 1,0 1,1-1,1 1,1-1,0 0,1 0,1 0,1-1,1 0,0 0,1-1,4 5,-11-19,-1 1,1-1,0 0,0 1,0-1,0 0,1 0,-1-1,1 1,-1 0,1-1,-1 0,1 1,0-1,0 0,0 0,-1-1,1 1,0 0,0-1,0 0,0 0,0 0,0 0,0 0,0-1,0 1,0-1,0 0,0 1,0-1,-1-1,1 1,0 0,-1-1,1 1,-1-1,1 0,-1 0,0 0,0 0,4-8,-1 0,0 0,-1 0,0 0,-1-1,0 0,0 0,-1 1,-1-1,0 0,0-1,-1 1,-1 0,0 0,0 0,-1 0,0 0,-1 1,-2-7,-2-4,0-1,-1 1,-1 0,-1 1,-1 0,-1 0,0 1,-15-16,19 25,0 1,-1 0,0 1,-1 0,1 0,-1 1,-1 0,0 1,1 0,-2 1,1 0,-1 1,1 0,-1 1,0 0,-1 1,0 0,-25 6,41 1,77 0,-65-6,51-6,125 0,-187 7,0 0,0 1,0-1,0 1,0 0,0 0,0 1,0-1,0 1,-1 0,1 0,0 0,-1 0,0 1,1-1,-1 1,0 0,0 0,-1 0,1 0,-1 1,1-1,-1 1,0-1,0 1,-1 0,1 0,-1 0,0 0,0 0,0 0,0 3,3 13,-5-16,1-1,0 1,0 0,0 0,1-1,-1 1,1 0,0-1,0 1,0-1,1 1,-1-1,1 0,0 1,0-1,0 0,0 0,1 0,-1-1,1 1,-1 0,1-1,0 0,0 0,0 0,0 0,1 0,-1 0,0-1,1 0,-1 1,1-1,0-1,0 1,1-1,0-1,1 1,-1-1,0-1,0 1,0-1,0 0,-1 0,1 0,0-1,-1 1,0-1,1 0,-1-1,0 1,0-1,-1 1,1-1,-1 0,0-1,0 1,0-1,-1 1,0-1,0 0,0 1,0-1,0 0,-1 0,0-1,0 1,-1 0,1 0,-1 0,0-1,-1 1,1 0,-1 0,0 0,0 0,-1 0,0 0,1 0,-2 0,1 0,0 1,-1-1,0 1,-2-3,3 4,-1-1,1 1,-1 0,0 0,0 0,0 0,0 1,-1-1,1 1,-1 0,1 0,-1 0,0 0,0 1,0-1,0 1,0 0,0 0,0 1,0-1,0 1,0 0,-1 0,1 0,0 1,0-1,0 1,0 0,0 0,0 0,0 1,0 0,0-1,1 1,-1 1,1-1,-1 0,1 1,0 0,0 0,-1 1,1 1,0 0,0 1,1-1,0 1,0 0,0 0,1-1,-1 1,2 0,-1 1,0 1,1-6,0-1,0 1,0 0,0 0,0 0,0 0,1-1,-1 1,0 0,1 0,-1-1,1 1,0 0,0-1,0 1,0-1,0 1,0-1,0 1,0-1,0 0,1 1,-1-1,0 0,1 0,-1 0,1 0,0 0,-1 0,1-1,0 1,-1-1,1 1,0-1,0 1,-1-1,1 0,0 0,0 0,46-15,-24 1</inkml:trace>
  <inkml:trace contextRef="#ctx0" brushRef="#br0" timeOffset="9006.204">6161 1472,'-9'-7,"-1"0,0 1,0-1,0 2,-1 0,0 0,0 1,0 0,-1 1,-3-1,13 4,1 0,-1 1,0-1,1 0,-1 0,0 1,1-1,-1 1,1-1,-1 1,1 0,-1-1,1 1,-1 0,1 0,0 0,-1 0,1 0,0 1,0-1,0 0,0 1,0-1,0 0,0 1,0-1,1 1,-1-1,1 1,-1 0,1-1,-1 1,1-1,0 1,0 0,0-1,0 1,0 1,6 67,7-28,2-1,2 0,2-2,1 0,2-1,25 33,-11-13,90 127,-124-182,-1-2,-1 0,1 1,0-1,0 1,0-1,0 0,0 1,0-1,0 0,0 0,0 0,0 0,1 0,-1 0,0 0,1 0,-1-1,1 1,-1 0,1-1,-1 1,1-1,-1 0,1 0,-1 1,1-1,0 0,-1 0,1 0,0-1,-1 1,1 0,-1 0,1-1,-1 1,2-1,3-10,-1 0,0 0,0 0,-1 0,-1-1,0 1,0-1,-1 0,0 0,-1 0,-1-11,1 15,3-156,-3 164,0-1,0 1,0-1,0 1,0-1,0 1,0 0,0-1,0 1,0 0,0 0,0 0,0 0,0 0,0 0,1 0,-1 0,0 0,0 1,0-1,0 0,0 1,0-1,0 1,0-1,0 1,0-1,0 1,-1 0,1-1,0 1,0 0,-1 0,1 0,0 0,7 3,188 59,-191-60,0-1,-1 1,0-1,1 1,-1 0,0 1,0-1,-1 1,1 0,-1 0,0 0,0 0,0 0,0 1,-1-1,1 1,-1 0,-1 0,1 0,-1 0,0 0,0 0,0 0,0 0,-1 0,0 1,-1 41,0-38,0 0,1 0,0-1,1 1,0 0,0 0,0 0,2-1,-1 2,-1-7,1-1,-1 0,0 0,0 0,1 0,-1 0,1 0,0 0,-1-1,1 1,0 0,0-1,0 0,0 1,0-1,1 0,-1 0,0 0,0 0,1-1,-1 1,1-1,-1 1,0-1,1 0,-1 0,1 0,-1 0,1 0,1-1,69-27,-62 20,-1 0,0 0,0-2,-1 1,0-1,-1 0,0-1,0 0,-1 0,-1-1,0 1,0-1,-1-1,2-8,4 9,-2 33,-8-18,8 26,1-1,2 0,1-1,1-1,1 0,3 2,3-13,-13-17</inkml:trace>
  <inkml:trace contextRef="#ctx0" brushRef="#br0" timeOffset="9269.05">7071 1553,'-9'-2,"-3"-8,0-2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9:25.28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67 402,'-12'280,"-1"-126,10-138,-5-26,-14-251,20 233,-1 16,1 0,1 0,0 0,1 1,0-1,1 0,0 0,1 0,0 0,1 1,1-1,-1 1,2 0,3-7,-3 13,1 0,0 1,1 0,-1 0,1 0,-1 1,1 0,0 0,0 0,1 1,-1 0,0 1,1 0,-1 0,1 0,-1 1,1 0,0 1,-1-1,7 3,-9-3,-1 0,1 1,0-1,-1 1,1 1,-1-1,1 0,-1 1,1 0,-1 0,0 0,0 1,0 0,0-1,0 1,-1 1,1-1,-1 0,0 1,0 0,0-1,-1 1,1 0,-1 1,0-1,0 0,0 1,-1-1,0 1,1-1,-2 1,1 0,0-1,-1 1,0 2,-1 6,0 0,-1 0,-1 0,0 0,-1-1,0 1,-1-1,0 0,-1 0,0-1,-1 0,0 0,-1 0,0-1,-1 0,0-1,0 0,-1 0,-3 1,1-5,29-21,-10 11,0 1,1-1,-1 1,1 1,0 0,0 0,0 0,0 1,0 0,1 1,5-1,-11 2,1 0,-1 0,0 0,0 0,0 0,0 1,0 0,0-1,0 1,0 0,0 0,0 1,0-1,0 1,-1-1,1 1,-1 0,1 0,-1 0,0 0,1 1,-1-1,0 0,-1 1,1 0,0-1,-1 1,1 0,-1 0,0 0,0 0,0 2,0 6,0 1,-2-1,1 1,-1-1,-1 0,0 1,0-1,-2 0,1 0,-1 0,-1-1,0 1,0-1,-1 0,0 0,-1-1,0 0,0 0,-1-1,-5 5,5-5,0 1,0-1,-1 0,0-1,0 0,-1-1,0 1,0-2,-1 0,1 0,-2 0,11-5,0 0,0 1,0-1,0 0,0 0,0 0,-1 1,1-1,0 0,0 0,0-1,0 1,0 0,0 0,0 0,0-1,0 1,-1-1,1 1,1-1,-1 1,0-1,0 1,0-1,0 0,0 0,0 1,1-1,-1 0,0 0,1 0,-1 0,0 0,1 0,0 0,-1 0,1 0,-1 0,1 0,0 0,0 0,0 0,-1-1,4-49,25-17,-11 37</inkml:trace>
  <inkml:trace contextRef="#ctx0" brushRef="#br0" timeOffset="514.304">495 415,'173'-13,"-171"13,1-1,-1 1,1-1,0 1,-1 0,1 0,-1 0,1 0,0 1,-1-1,1 1,-1 0,1-1,-1 1,1 0,-1 0,0 1,1-1,-1 0,0 1,0 0,0-1,0 1,0 0,0 0,-1 0,1 0,-1 0,1 0,-1 1,0-1,0 0,0 1,0-1,0 1,0-1,-1 1,1 0,-1-1,-3 13,0 0,-2 0,1 0,-2-1,0 0,-1 0,0 0,-1-1,0 0,-1-1,-1 0,0 0,-6 5,-49 57,64-74,1 0,0 1,0-1,-1 1,1-1,0 0,0 1,-1-1,1 1,0-1,0 1,0-1,0 1,0-1,0 1,-1-1,1 1,0-1,1 1,-1-1,0 1,0-1,0 1,0-1,0 1,0-1,1 1,-1-1,0 0,0 1,1-1,-1 1,0-1,1 1,-1-1,0 0,1 1,-1-1,0 0,1 0,-1 1,1-1,-1 0,1 0,-1 1,1-1,-1 0,1 0,-1 0,1 0,-1 0,1 0,-1 0,1 0,-1 0,1 0,-1 0,39 0,-30 0,-4-1,0 1,0 0,0 0,-1 0,1 1,0-1,0 1,-1 0,1 1,0-1,-1 1,1 0,-1 0,0 0,0 1,0 0,0-1,0 1,0 1,-1-1,0 0,1 1,-1 0,0 0,-1 0,1 0,-1 0,0 0,0 1,0-1,1 5,-1-2,-1-1,1 1,-1-1,0 1,-1 0,0-1,0 1,0 0,-1-1,0 1,0-1,-1 1,0-1,0 0,0 1,-1-1,0 0,0 0,0-1,-1 1,0-1,0 0,0 0,-1 0,0 0,1-1,-2 1,1-1,0-1,-1 1,0-1,0 0,0 0,0-1,0 0,-1 0,1 0,-1-1,-4 1,-1-3</inkml:trace>
  <inkml:trace contextRef="#ctx0" brushRef="#br0" timeOffset="792.761">1003 455,'-4'3,"-2"2,2 1,5-1,4-1,3 1,1-1</inkml:trace>
  <inkml:trace contextRef="#ctx0" brushRef="#br0" timeOffset="1036.934">1083 829,'-5'18,"-3"11,-3 5,1-1,1-4,3-12,2-8</inkml:trace>
  <inkml:trace contextRef="#ctx0" brushRef="#br0" timeOffset="1284.521">1364 415,'-5'5,"1"-1,0 1,0 1,0-1,0 1,1-1,0 1,0 0,1 0,0 0,0 1,0-1,1 0,0 1,0-1,0 1,1 0,0-1,0 1,1-1,0 1,0-1,0 1,1-1,0 0,0 0,1 0,0 0,0 0,0 0,1-1,1 2,9 6,1-2,0 0,1 0,0-2,0 0,16 6,-19-10,0 1,-1 0,1 0,-1 2,0 0,-1 0,0 1,-1 0,1 1,-2 0,1 0,6 11,-14-17,0 0,0-1,-1 1,1 0,-1 0,0 0,0 0,0 1,-1-1,1 0,-1 0,0 0,0 1,0-1,-1 0,0 0,0 0,0 0,0 0,0 0,-1 0,0 0,0 0,0-1,0 1,0-1,-3 3,-1 2,-1-1,0 0,0 0,-1-1,0 0,0 0,0-1,-1 0,0-1,0 0,-4 2,-32 7,4-6</inkml:trace>
  <inkml:trace contextRef="#ctx0" brushRef="#br0" timeOffset="1466.035">1430 375,'19'-2,"14"-3,11-1,10-2,4 1,2 2,-3 1,-11 1</inkml:trace>
  <inkml:trace contextRef="#ctx0" brushRef="#br0" timeOffset="1773.495">1939 816,'-1'8,"0"-1,0 1,1 0,1-1,-1 1,1-1,0 1,1-1,0 1,0-1,0 0,1 1,0-2,1 1,-1 0,1 0,1-1,-1 0,1 0,0 0,0-1,1 0,0 1,1-3,0 1,1-1,-1-1,0 1,1-1,0-1,-1 1,1-1,0-1,0 1,0-1,0-1,-1 1,1-2,0 1,-1-1,1 0,0 0,-1-1,0 0,0 0,0-1,0 0,0 0,-1-1,0 1,0-1,0-1,-1 1,1-1,-1 0,-1 0,1-1,-1 1,0-1,3-7,-3 4,1-1,-2 0,1 0,-1 0,-1 0,0-1,-1 1,0 0,-1-1,0 1,0-1,-1 1,-1-1,0 1,-1 0,0 0,-1 0,0 0,0 0,-1 1,-1 0,1 0,-2 0,1 1,-2 0,1 0,-1 1,0 0,-1 0,0 1,-8-6,13 9,-1 1,1-1,-1 1,1 0,-1 0,0 1,0-1,-1 1,1 0,0 0,-1 1,1 0,-1 0,1 0,-1 1,1-1,-1 1,0 0,1 1,-1 0,1 0,-1 0,1 0,-1 1,1 0,0 0,0 0,0 1,0 0,0 0,1 0,-1 0,1 1,-2 2,-6 9,2 0,0 1,1 1,0 0,1 0,1 1,1-1,1 2,0-1,-1 13,-9 45</inkml:trace>
  <inkml:trace contextRef="#ctx0" brushRef="#br0" timeOffset="3230.269">2928 228,'8'43,"51"467,-57-495,0 12,1-1,1 1,2-1,1 0,1-1,0 0,12 20,-17-40,1 0,0-1,1 1,-1-1,1 0,-1 0,1-1,1 0,-1 0,0 0,1 0,-1-1,1 0,0 0,0 0,0-1,0 0,0 0,0 0,0-1,0 0,0 0,0-1,0 1,0-1,0-1,0 1,0-1,0 0,-1 0,1-1,-1 0,1 0,-1 0,3-3,38-19,-34 18,-1 0,1 1,0 0,0 1,1 0,-1 1,1 0,0 1,0 1,8-1,173 23,-59-14,-1-7,42-9,26 0,1138-4,-928 4,43 19,1218 8,-811-15,379-14,-349-12,71-1,-709 20,4-1,133 19,-41-1,-371-15,-7 0</inkml:trace>
  <inkml:trace contextRef="#ctx0" brushRef="#br0" timeOffset="5127.686">2968 228,'0'-3,"-1"0,1 0,0 1,0-1,0 0,0 0,0 0,0 0,1 1,0-1,-1 0,1 0,0 1,0-1,0 0,1 1,-1-1,1 1,-1-1,1 1,0 0,0 0,0 0,0 0,0 0,0 0,1 1,-1-1,1 1,-1-1,1 1,-1 0,1 0,0 0,0 1,0-1,107-14,349 38,45-8,333-37,-355-8,1001-44,-33 76,-196 3,465-30,388-2,-462 28,-1349 12,-294-13,-1 0,0-1,1 1,-1 0,1 1,-1-1,1 0,-1 0,1 0,-1 1,0-1,1 1,-1-1,0 1,1 0,-1-1,0 1,0 0,0 0,0 0,1 0,-1 0,0 0,-1 0,1 0,0 1,0-1,0 0,-1 0,1 1,-1-1,1 0,-1 1,1-1,-1 1,0-1,0 0,0 1,1-1,-2 1,1-1,0 1,0-1,0 1,-1 0,27 322,-12-215,4-1,22 68,-34-156,6 58,-14-76,0-1,1 1,-1 0,0-1,0 0,0 0,0 1,0-1,0 0,0 0,0-1,0 1,-1 0,1-1,0 1,-1-1,1 0,0 0,-1 0,1 0,0 0,0-1,-1 1,1 0,0-1,0 0,-1 0,1 1,0-1,0-1,0 1,-2-1,-7-1,-69-11,-2 3,1 4,-31 4,32-1,-1337-54,1184 51</inkml:trace>
  <inkml:trace contextRef="#ctx0" brushRef="#br0" timeOffset="9025.179">4265 402,'-131'97,"130"-97,0 1,-1 0,1-1,0 1,-1 0,1 0,0 0,0 0,0 0,0 0,0 0,0 0,0 1,0-1,0 0,1 0,-1 1,0-1,1 0,-1 1,1-1,0 1,-1-1,1 1,0-1,0 1,0-1,0 1,0-1,0 1,0-1,1 1,-1-1,1 0,-1 1,1-1,-1 1,1-1,0 0,-1 1,1-1,0 0,0 0,0 0,0 0,0 1,127 20,-116-21,0 1,0 0,-1 0,1 1,-1 1,1 0,-1 0,-1 1,1 1,-1 0,0 0,0 1,4 3,-13-7,1-1,0 0,-1 1,1 0,-1-1,0 1,0 0,0-1,0 1,-1 0,1 0,-1 0,1 0,-1 0,0 0,0 0,-1 0,1-1,0 1,-1 0,0 0,0 0,0 0,0-1,0 1,0 0,-1-1,1 1,-1-1,0 1,1-1,-1 0,0 0,-1 0,1 0,0 0,-1 0,1-1,-1 1,1-1,-1 0,0 0,1 1,-1-2,0 1,0 0,0-1,-2 1,4-1,0 0,-1 0,1 0,0 0,0 0,0 0,0 0,-1 0,1-1,0 1,0 0,0-1,0 1,0-1,0 1,0-1,0 0,0 1,0-1,0 0,0 0,1 0,-1 1,0-1,0 0,1 0,-1 0,1 0,-1 0,1-1,-1 1,1 0,0 0,-1 0,1 0,0 0,0 0,0-1,0 1,0 0,0 0,0 0,0 0,1-1,12-52,129-215,-85 155,-57 114,1 1,-1-1,0 1,1-1,-1 1,0-1,1 0,-1 1,0-1,1 1,-1-1,1 0,-1 0,1 1,-1-1,1 0,-1 0,1 1,-1-1,1 0,-1 0,1 0,0 0,-1 0,1 0,-1 0,1 0,-1 0,1 0,-1 0,1 0,-1 0,1 0,0-1,-1 1,1 0,-1 0,1-1,-1 1,0 0,1-1,-1 1,1 0,-1-1,1 1,-1-1,0 1,1-1,-1 1,0-1,0 1,1-1,-1 1,0-1,0 1,0-1,0 1,0-1,1 1,-1-1,0 1,0-1,0 0,0 1,-1-1,1 1,0-1,33 170,-20-95,-5-28,1 1,3-2,7 18,-2-37,-16-26,-1 0,0 1,1-1,-1 0,1 0,-1 1,1-1,-1 0,1 0,-1 0,1 0,0 0,-1 0,1 0,-1 0,1 0,-1 0,1 0,-1 0,1 0,-1-1,1 1,-1 0,1 0,-1 0,1-1,-1 1,0 0,1-1,-1 1,1 0,-1-1,0 1,1 0,-1-1,0 1,1-1,-1 1,0-1,0 1,1-1,-1 1,0-1,0 1,0-1,0 1,0-1,0 1,0-1,0 0,5-16</inkml:trace>
  <inkml:trace contextRef="#ctx0" brushRef="#br0" timeOffset="10003.854">4479 428,'-46'36,"45"-35,0-1,0 1,0 0,1 0,-1 0,0 0,0 0,1 0,-1 0,0 0,1 0,-1 0,1 0,0 0,-1 1,1-1,0 0,0 0,0 0,0 1,0-1,0 0,0 0,0 0,0 1,0-1,1 0,-1 0,0 0,1 0,-1 1,1-1,-1 0,1 0,0 0,-1 0,1 0,0 0,0-1,0 1,0 0,0 0,0-1,0 2,9 2,0-1,0 0,0 0,0 0,0-2,1 1,-1-1,0-1,1 0,-1 0,1-1,-1 0,5-2,-9 3,100-15,-1-5,41-15,-46 10,-66 18,-34 7,0 1,0-1,0 0,0 1,0-1,0 0,0 1,-1-1,1 0,0 1,0-1,0 0,0 1,0-1,1 0,-1 1,0-1,0 0,0 1,0-1,0 0,0 1,1-1,-1 0,0 1,0-1,0 0,1 0,-1 1,0-1,0 0,1 0,-1 0,0 1,0-1,1 0,-1 0,0 0,1 0,-1 0,0 1,1-1,-1 0,0 0,1 0,-1 0,0 0,1 0,-32 22,30-22,-8 6,0-2,0 1,1-1,0 1,0 1,0-1,0 1,1 1,0-1,1 1,-1 0,1 1,1 0,-1 0,1 0,1 0,0 1,0 0,0-1,1 2,1-1,-1 1,12 59,-9-67,1 0,0 0,0 0,0-1,0 1,0 0,0 0,1-1,-1 1,1-1,-1 1,1-1,-1 0,1 1,0-1,-1 0,1 0,0 0,0 0,0-1,0 1,0 0,0-1,0 1,0-1,0 0,0 0,0 0,0 0,0 0,0 0,1-1,6-2,0-1,-1 0,0 0,0-1,0 0,0-1,-1 1,0-2,0 1,0-1,-1 0,0 0,-1 0,1-1,-2 0,2-3,44-79,-47 111,-2-10,0 1,0-1,1 0,0-1,1 1,0 0,1-1,1 2,-3-8,-1 0,1 0,0-1,1 1,-1-1,1 1,-1-1,1 0,0 0,0 0,0 0,1-1,-1 1,1-1,-1 0,1 0,0 0,0-1,0 1,0-1,0 0,0 0,1 0,-3-1,1 1,0-1,-1 0,1-1,-1 1,1 0,-1-1,1 1,0-1,-1 0,0 0,1 0,-1 0,0 0,1-1,-1 1,0-1,0 1,0-1,0 0,0 0,-1 1,1-1,-1-1,1 1,-1 0,1 0,-1-1,0 1,0 0,0-1,-1 1,1-1,-1 0,10-90,-10 11,3 79,0 1,-1 0,1 0,0 0,0 0,0 1,1-1,-1 1,0 0,1 0,-1 0,0 0,1 0,-1 1,1-1,-1 1,1 0,0 0,-1 1,1-1,2 1,-2 0,19-1,-1 2,1 0,-1 1,0 2,0 0,-1 1,1 2,-18-7,-1 1,0 0,0 0,0 0,0 0,0 0,0 0,0 1,-1-1,1 1,-1 0,0 0,1 0,-1 0,-1 0,1 0,0 1,-1-1,0 1,0-1,0 1,0-1,0 1,-1 0,0-1,1 1,-1 0,-1-1,1 1,0 0,-1-1,0 1,0-1,-1 3,-1 8,2-11,-1 0,1 0,0 1,0-1,0 0,0 1,0-1,1 1,-1-1,1 1,0-1,0 1,0-1,1 1,-1-1,1 1,0-1,0 1,0-1,1 0,-1 0,1 0,-1 1,1-2,0 1,0 0,0 0,1 0,-1-1,1 0,-1 1,1-1,0 0,0 0,2 1,5-1,0-1,0 1,0-2,0 0,0 0,0 0,0-2,-1 1,1-1,0 0,0-1,-1 0,0-1,0 0,0 0,0-1,0 0,-1-1,0 0,0 0,-1-1,0 1,0-2,0 1,-1-1,0 0,0 0,-1-1,3-6,-7 13,0 0,1 0,-1 0,0-1,0 1,0 0,0-1,-1 1,1-1,-1 1,0-1,1 1,-1-1,0 0,0 1,-1-1,1 1,0-1,-1 1,0-1,1 1,-1-1,0 1,0 0,-1-1,1 1,0 0,-1 0,1 0,-1 0,0 0,1 0,-1 0,0 1,-1-2,0 4,1 0,-1 0,1 1,0-1,0 0,-1 1,1-1,0 1,0 0,1-1,-1 1,0 0,0 0,1 0,0 1,-1-1,1 0,0 0,0 1,0-1,0 1,0-1,1 1,-1-1,1 1,0-1,0 1,0 0,0-1,0 3,-1 2,1-1,-1 1,1-1,0 1,1 0,0-1,0 1,0-1,1 1,0-1,0 0,1 0,-1 0,1 0,1 0,-1 0,1-1,0 0,0 0,1 0,-1 0,1-1,0 1,0-1,1 0,-1-1,1 1,4 1,38 11,-1-5</inkml:trace>
  <inkml:trace contextRef="#ctx0" brushRef="#br0" timeOffset="11085.327">7126 402,'11'-35,"-11"33,0 1,-1-1,1 0,0 1,-1-1,1 0,-1 1,0-1,1 1,-1-1,0 1,0-1,0 1,0 0,0-1,0 1,-1 0,1 0,0 0,-1 0,1 0,0 0,-1 0,1 0,-1 0,0 1,1-1,-1 1,1-1,-1 1,0 0,0-1,1 1,-1 0,0 0,0 0,-61 17,56-11,-1 0,1 1,0-1,1 1,0 0,0 1,0 0,1 0,0 0,0 0,1 1,1 0,-1 0,1 0,1 0,0 0,0 1,0-1,1 1,1-1,0 1,0-1,1 1,0-1,1 1,0-1,0 0,1 0,0 0,0 0,1 0,4 5,0-8,0 0,0 0,1-1,-1 0,1 0,1-1,-1 0,0-1,1 0,0 0,0-1,0-1,0 1,0-2,0 1,0-2,0 1,0-1,0 0,0-1,0-1,-1 1,1-2,-1 1,6-4,1 1,-1-1,0-1,0 0,-1-1,0 0,0-1,-1-1,-1 0,0-1,9-11,-15 52,-5-23,1-1,0 1,0-1,0 0,0 1,1-1,0-1,0 1,0 0,1-1,0 1,-1-1,2 0,-1 0,0-1,1 1,-1-1,1 0,0 0,0-1,0 1,1-1,-1 0,0-1,1 1,0-1,-1 0,1 0,0-1,-1 0,1 0,0 0,0-1,-5 1,1-1,-1 1,1-1,-1 1,0-1,1 0,-1 0,0 0,0 1,1-1,-1 0,0-1,0 1,0 0,0 0,0 0,-1-1,1 1,0 0,-1-1,1 1,0 0,-1-1,0 1,1-1,-1 1,0-1,0 1,0-1,0 1,0-1,0 1,0-1,0 1,-1-1,1 1,0-1,-1 0,-24-54,-8 26,45 25,199 9,-206-4,1 0,-1 0,0 1,1-1,-1 1,0 1,0-1,0 1,0 0,0 0,0 0,0 1,-1 0,1 0,-1 0,0 0,0 1,0-1,0 1,-1 0,1 0,-1 1,0-1,0 1,0 0,6 21,-9-24,0 1,1 0,-1-1,0 1,1 0,0-1,0 1,-1 0,2-1,-1 1,0-1,0 0,1 1,-1-1,1 0,0 0,0 0,0 0,0 0,0-1,0 1,0 0,0-1,1 0,-1 1,1-1,-1 0,1 0,-1 0,1-1,0 1,-1-1,1 1,0-1,-1 0,1 0,0 0,-1 0,3-1,7-5,1-1,-1 0,-1 0,1-2,-1 1,-1-1,1-1,-2 0,1 0,-1-1,-1 0,0-1,0-1,-1 4,-4 64,-2-51,0-1,1 1,-1-1,1 1,0-1,0 0,0 0,1 0,-1 0,1 0,0 0,-1-1,1 1,0-1,1 0,-1 0,0 0,1 0,-1-1,1 1,-1-1,3 1,85 13,-35-15,-5-4</inkml:trace>
  <inkml:trace contextRef="#ctx0" brushRef="#br0" timeOffset="11514.013">8583 496,'-8'-1,"0"1,0 1,0 0,1 0,-1 0,0 1,0 0,1 0,0 1,-1 0,1 1,0-1,0 1,1 1,-1-1,1 1,0 0,0 1,1-1,-1 1,1 0,0 1,1-1,0 1,-3 5,7-9,0-1,0 1,0-1,1 1,-1-1,1 1,0-1,0 1,-1-1,2 0,-1 0,0 1,0-1,1 0,-1 0,1 0,-1 0,1-1,0 1,0 0,0-1,0 1,0-1,0 0,0 1,1-1,-1 0,0 0,1-1,-1 1,0 0,1-1,-1 0,1 1,-1-1,1 0,-1 0,1 0,-1-1,1 1,-1-1,1 1,-1-1,1 0,-1 0,0 0,0 0,1-1,6-1,-1-1,0 0,0 0,-1-1,1 0,-1-1,0 0,-1 0,1 0,-1-1,0 1,-1-2,0 1,0 0,0-1,-1 0,0 0,0-3,5-12,-1-1,0-1,-2 0,-1 0,2-22,-2-14,-2 0,-5-59,-1 98,-1 17,1 16,-3 212,6-183,1-24,-3 0,1 0,1 1,1-1,1 0,0 0,1 0,0 0,1 0,1 0,1-1,0 0,1 0,1-1,5 8,41 13,-28-28</inkml:trace>
  <inkml:trace contextRef="#ctx0" brushRef="#br0" timeOffset="11786.849">9091 576,'-2'-3,"-1"0</inkml:trace>
  <inkml:trace contextRef="#ctx0" brushRef="#br0" timeOffset="12076.755">10254 375,'-2'5,"-1"12,0 13,0 12,2 9,-1 2,2-3,0-6,0-8,0-10</inkml:trace>
  <inkml:trace contextRef="#ctx0" brushRef="#br0" timeOffset="12320.327">9920 295,'2'-7,"13"-2,14-2,18 1,21 2,10 2,8 3,-13 1</inkml:trace>
  <inkml:trace contextRef="#ctx0" brushRef="#br0" timeOffset="13171.263">10562 709,'16'-11,"0"-1,-1-1,0 0,-1-1,0 0,-1-1,-1-1,0 0,-1-1,-1 0,-1-1,0 1,1-7,-6-24,-4 47,0 0,0 0,0 0,-1 0,1 0,-1 0,1 1,0-1,-1 0,0 0,1 1,-1-1,1 0,-1 1,0-1,1 0,-1 1,0-1,0 1,0-1,1 1,-1-1,0 1,0 0,0-1,0 1,0 0,0 0,1 0,-1 0,0 0,0 0,0 0,0 0,0 0,0 0,0 0,0 1,0-1,0 0,1 1,-1-1,0 0,0 1,0-1,1 1,-1-1,0 1,-9 6,1 0,1 1,0 0,0 0,0 1,1 0,0 0,1 0,0 1,0 0,1 0,0 1,1 0,0-1,1 1,0 1,1 2,-1-9,2 0,-1 0,1 0,-1 1,1-1,1 0,-1 1,1-1,0 1,0-1,1 0,-1 1,1-1,1 0,-1 1,1-1,-1 0,2 0,-1 0,0 0,1-1,0 1,0-1,0 1,1-1,0 0,-1 0,1-1,0 1,1-1,-1 0,1 0,2 1,2-1,1 0,1 0,-1-1,0 0,1-1,-1 0,0-1,1 0,-1 0,1-1,-1-1,0 0,1 0,-1-1,0 0,-1-1,1 0,-1 0,1-1,-1-1,-1 1,1-1,-1-1,0 0,0 0,-1 0,0-1,0 0,-1 0,0-1,1-2,71-106,-76 116,-1-1,1 0,0 1,0 0,0-1,0 1,0 0,1 0,-1 0,0 1,0-1,1 0,-1 1,0 0,1-1,-1 1,1 0,-1 0,0 0,1 1,-1-1,1 0,-1 1,0 0,0-1,1 1,-1 0,0 0,0 0,0 1,0-1,0 0,0 1,0-1,0 1,0 1,53 73,-53-73,0 1,1 0,-1 0,-1-1,1 1,0 1,-1-1,0 0,0 0,0 0,-1 1,0-1,1 0,-1 1,-1-1,1 0,-1 1,1-1,-1 0,0 0,-1 0,1 0,-1 0,0 0,-1 3,2-7,1 1,-1-1,1 0,-1 1,1-1,-1 0,1 0,-1 1,0-1,1 0,-1 0,1 0,-1 0,0 0,1 0,-1 0,1 0,-1 0,0 0,1 0,-1 0,1-1,-1 1,1 0,-1 0,0 0,1-1,-1 1,1 0,-1-1,1 1,0-1,-1 1,1 0,-1-1,1 1,0-1,-1 1,1-1,0 1,-1-1,1 1,0-1,0 0,0 1,-1-1,1 1,0-1,0 1,0-1,0 0,0 1,0-1,0 1,0-1,1-36,52-81,-28 70,84-216,-104 253,-7 26,-1 1,-5 45,2 0,3 1,5 39,-3-90,1 0,1 1,0-1,1 0,0 0,1 0,0-1,0 1,1 0,1-1,0 0,0 0,1-1,0 1,1-1,0 0,0-1,1 0,0 0,0-1,1 0,0 0,0-1,1 0,-1 0,10 2,-15-5,1-1,-1 0,0 0,1-1,0 0,-1 1,1-1,0-1,-1 1,1-1,0 0,0 0,0 0,-1-1,1 1,0-1,-1 0,1-1,0 1,-1-1,0 0,1 0,-1 0,0-1,0 1,0-1,0 0,-1 0,1-1,-1 1,0-1,0 1,0-1,0 0,-1 0,0 0,1-1,-1 1,-2-5,0 1,-1 0,0-1,0 1,-1 0,0 0,0 0,-1 0,0 0,0 1,-1-1,0 1,-1 0,1 0,-1 0,0 1,-1-1,0 2,0-1,0 0,-18-21,0 1,-2 1,-1 1,0 2,-2 0,0 2,-2 1,0 2,-1 1,-13-4,34 17,19 5,47 4,0-3,1-2,-1-2,1-3,-1-2,-1-2,48-15,-28 6</inkml:trace>
  <inkml:trace contextRef="#ctx0" brushRef="#br0" timeOffset="15659.308">949 535,'0'1,"0"0,0 0,0-1,0 1,1 0,-1 0,0 0,0 0,0-1,1 1,-1 0,0 0,1-1,-1 1,0 0,1-1,-1 1,1 0,-1-1,1 1,0 0,-1-1,1 1,0-1,-1 1,1-1,0 0,0 1,-1-1,1 0,0 1,0-1,-1 0,1 0,0 0,0 0,0 0,0 0,-1 0,1 0,0 0,0 0,0 0,-1 0,1-1,0 1,0 0,0-1,-1 1,1 0,0-1,-1 1,1-1,0 1,-1-1,1 1,-1-1,1 0,0 1,-1-1,0 0,1 1,-1-1,2-2,0 1,0-1,0 1,-1-1,0 0,1 1,-1-1,0 0,0 0,0 0,-1 0,1 0,-1 0,0 0,0 0,0 0,0 0,0 0,-1 0,1 0,-1 0,0 0,0 0,0 0,0 0,0 0,-1 1,1-1,-1 0,0 1,-1 2,0 0,1 1,-1 0,0-1,0 1,0 0,1 0,-1 1,0-1,1 1,-1-1,1 1,0 0,-1-1,1 1,0 1,0-1,0 0,0 0,1 1,-1-1,1 1,-1-1,1 1,0 0,0 0,0-1,0 1,1 0,-1 0,1 0,0 0,-1 0,2 2,2 7,2-2</inkml:trace>
  <inkml:trace contextRef="#ctx0" brushRef="#br0" timeOffset="16371.26">1057 936,'-1'0,"1"0,0 0,0-1,-1 1,1 0,0 0,0-1,0 1,-1 0,1 0,0-1,0 1,0 0,0-1,0 1,0 0,-1 0,1-1,0 1,0 0,0-1,0 1,0 0,0-1,0 1,1 0,-1-1,0 1,0 0,0-1,0 1,0 0,0-1,1 1,-1 0,0 0,0-1,0 1,1 0,-1 0,0 0,0-1,1 1,-1 0,0 0,0 0,1-1,-1 1,0 0,1 0,-1 0,0 0,1 0,-1 0,0 0,0 0,1 0,-1 0,0 0,1 0,-26 35,24-34,1 0,-1 0,1 1,-1-1,1 0,-1 0,1 1,0-1,0 0,0 1,0-1,0 1,0-1,0 0,0 1,0-1,1 0,-1 1,0-1,1 0,-1 0,1 1,0-1,-1 0,1 0,0 0,0 0,-1 0,1 0,0 0,0 0,0 0,0 0,1 0,-1-1,0 1,0 0,0-1,1 1,-1-1,0 0,1 1,-1-1,0 0,1 0,-1 1,0-1,1 0,-1 0,0-1,1 1,-1 0,0 0,1-1,0 1,1-2,0 1,0 0,0-1,-1 1,1-1,0 0,-1 1,1-2,-1 1,1 0,-1 0,0-1,0 1,0-1,0 1,-1-1,1 0,-1 0,0 0,0 0,0 0,1-3,-1 4,-1 1,1-1,0 0,-1 0,0 0,1 0,-1 0,0 0,0 0,0 0,0 0,-1 0,1 0,0 0,-1 0,0 1,1-1,-1 0,0 0,0 0,0 1,0-1,0 0,0 1,0-1,-1 1,1-1,-1 1,1 0,-1 0,1-1,-1 1,0 0,1 0,-1 1,-1-2,0 2,1 0,-1 0,1 0,0 0,-1 0,1 0,-1 1,1-1,0 1,-1 0,1 0,0 0,0 0,-1 0,1 0,0 0,0 1,0-1,0 1,1-1,-1 1,0 0,1 0,-1 0,1 0,0 0,-1 0,1 0,0 0,0 1,0-1,1 0,-1 1,1-1,1-1,0 0,0 0,-1 0,1 0,0 0,0 1,0-2,0 1,0 0,0 0,1 0,-1 0,0-1,0 1,0 0,1-1,-1 0,0 1,1-1,-1 1,0-1,1 0,-1 0,1 0,-1 0,0 0,1 0,-1 0,0-1,1 1,-1 0,0-1,1 1,-1-1,0 1,1-1,-1 0,0 0,0 1,0-1,0 0,0 0,1-1,3-1,0-1,0 0,-1 0,1 0,-1 0,0-1,0 0,0 0,-1 0,0 0,0 0,0-1,-1 1,1-1,0-2,-4 6,1 0,0 0,0 0,-1 0,1 0,-1 1,1-1,-1 0,0 0,0 1,0-1,0 1,0-1,0 0,0 1,-1 0,1-1,0 1,-1 0,1 0,-1 0,1 0,-1 0,0 0,1 0,-1 0,0 1,0-1,0 1,1-1,-1 1,0 0,0-1,0 1,0 0,0 0,0 1,0-1,1 0,-1 1,0-1,0 1,0-1,1 1,-1 0,0 0,-1 1,1-1,-1 0,1 0,0 0,0 1,-1-1,1 1,0 0,1 0,-1-1,0 1,0 0,1 0,-1 1,1-1,0 0,0 1,-1-1,2 0,-1 1,0-1,0 1,1-1,-1 1,1 0,0-1,0 1,0-1,0 1,0 0,1-1,-1 1,1-1,0 1,-1-1,1 1,0-1,1 1,-1-1,0 0,1 0,0 1,48 14,-36-18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2:14.97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272 9,'-22'-4,"0"2,0 0,0 2,-1 0,-18 4,35-4,1 1,-1 0,1 1,-1-1,1 1,0 0,-1 1,1-1,1 1,-1 0,0 0,1 0,-1 1,1 0,0 0,0 0,0 0,1 0,-1 1,1 0,0-1,1 1,-1 0,1 1,-1 2,2-5,-1 0,1 1,0-1,0 0,0 1,1-1,-1 0,1 1,0-1,0 1,0-1,0 1,1-1,-1 0,1 1,0-1,0 0,0 1,0-1,1 0,-1 0,1 0,0 0,0 0,0-1,0 1,1 0,-1-1,0 0,1 1,0-1,0 0,0-1,0 1,0 0,0-1,122 44,-102-39,-1 0,1 2,-1 1,0 1,14 9,-26-13,0 1,-1 1,0-1,-1 1,1 1,-2 0,1 0,-1 1,0-1,-1 1,4 9,-8-14,1 0,-1 0,-1 1,1-1,-1 1,1 0,-2-1,1 1,-1 0,1 0,-2-1,1 1,-1 0,0 0,0-1,0 1,-1-1,1 1,-2-1,1 0,0 1,-1-1,0 0,-3 4,2-5,-1 0,1 0,0 0,-1 0,0 0,0-1,0 0,0 0,-1 0,1-1,-1 0,0 0,1 0,-1-1,0 0,0 0,0 0,0-1,0 0,0 0,-2-1,-123-25,81 11,42 18,19 8,4 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2:16.53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313 146,'1'0,"-1"1,1-1,0 0,0 1,0-1,-1 0,1 0,0 1,0-1,0 0,0 0,0 0,-1 0,1 0,0 0,0-1,0 1,0 0,0 0,-1 0,1-1,0 1,0-1,0 1,-1 0,1-1,0 1,-1-1,1 0,0 1,-1-1,1 0,-1 1,1-1,-1 0,1 1,-1-1,1 0,-1 0,0 0,1 1,-1-1,0 0,0 0,0 0,0 0,0 0,0 0,-14-42,9 39,0-1,-1 1,1 1,-1-1,0 1,0 0,0 0,0 1,-1 0,1 0,-1 0,1 1,-1 0,0 0,1 0,-1 1,0 0,1 1,-1 0,0 0,1 0,-1 0,1 1,-1 0,1 1,0-1,0 1,0 1,0-1,1 1,-1 0,1 0,-2 2,-6 9,1 0,0 0,1 1,1 1,1 0,0 0,2 0,-1 1,2 0,1 1,0 0,1-1,1 1,1 1,0-1,2 0,0 0,2 11,-2-20,1 0,-1 0,1 0,1 0,0 0,0 0,1-1,1 1,-1-1,1 0,1 0,0 0,0 0,1-1,-1 0,2 0,-1-1,1 0,1 0,-1 0,1-1,0 0,1-1,-1 1,1-2,0 1,0-1,1-1,4 2,3-2,-1-2,0 1,1-2,-1 0,1-1,-1-1,1 0,-1-1,0-1,0-1,0 0,-1-1,0 0,0-2,0 0,15-9,0-2,-1-1,-1-1,-1-2,0-1,10-14,-4 3</inkml:trace>
  <inkml:trace contextRef="#ctx0" brushRef="#br0" timeOffset="267.765">820 65,'0'7,"0"9,3 8,2 10,3 8,3 3,1 4,1 2,-2 0,-2-3,-3-4,-3-6,-1-11,-1-10</inkml:trace>
  <inkml:trace contextRef="#ctx0" brushRef="#br0" timeOffset="517.159">472 39,'3'-3,"9"0,15 1,15-1,20 2,15 0,12-2,5-1,0-1,-5 0,-10 0,-19 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2:21.6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40,'5'-2,"1"-4,0-2,-3 0,-6 1,-3 2,-1 2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2:21.8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59,'5'9,"1"-1,2-7,0-8,-2-8,-1-3,-5 2,-4 3,-3 6,-2 11,2 10,2 6,1 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2:24.4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4 683,'-3'-7,"4"17,99 482,-61-268,10-2,35 82,-44-194,-38-110,-1 0,0 1,0-1,0 0,0 0,0 0,0 0,0 0,0 0,0 0,0 0,1-1,-1 1,0 0,0-1,0 1,0-1,0 1,0-1,0 1,-1-1,1 0,0 1,0-1,0 0,-1 0,1 0,0 1,-1-1,1 0,0 0,-1 0,0 0,1 0,-1-1,7-5,6 0,0 0,0 0,0 1,1 1,0 1,0 0,0 0,1 1,-1 1,1 1,-1 0,1 1,-1 0,12 2,17-2,151-12,84-20,135-11,433-1,-37 28,8-1,290-55,-113 5,937-70,-290 94,-366 50,376 74,-229 14,-1335-89,751 36,333-58,-102 1,110-46,-272 66,-488 2,170 5,175 42,416 100,-1136-149,-51-6</inkml:trace>
  <inkml:trace contextRef="#ctx0" brushRef="#br0" timeOffset="3897.504">32 656,'-1'-9,"0"9,1-1,0 1,0 0,0-1,0 1,-1-1,1 1,0 0,0-1,0 1,0-1,0 1,0 0,0-1,0 1,0-1,0 1,1 0,-1-1,0 1,0-1,0 1,0 0,1-1,-1 1,0 0,0-1,1 1,-1 0,0-1,0 1,1 0,-1 0,0-1,1 1,-1 0,1 0,-1 0,0-1,1 1,-1 0,0 0,1 0,-1 0,1 0,-1 0,1 0,-1 0,0 0,1 0,-1 0,1 0,-1 0,0 0,1 0,-1 0,1 1,228-1,335-52,524 16,741-32,-823 66,419 17,-1032-17,295-43,194-30,-494 35,-21 2,45 15,347 5,-189-19,330-14,171-17,-641 32,107 17,-125 19,588-10,232-19,251 44,-420 1,241 8,-591-40,383 4,-720 14,1425-2,-1307 13,-121-13,-340 2,-1 1,0 2,-1 2,15 4,16 4,-48-12,91 28,-101-29,0 0,-1 0,1 0,-1 1,1-1,-1 1,0-1,0 1,0 0,-1 1,1-1,-1 0,1 1,-1-1,0 1,0 0,-1-1,1 1,-1 0,0 0,0 0,0 0,-1 1,1 1,10 125,25 112,-6-55,42 557,-70-720,2 4,-1 1,-2 0,-1 1,-4 27,4-54,-1 1,-1-1,1 0,0 0,-1 0,0 0,0-1,0 1,-1 0,1-1,-1 1,0-1,0 0,0 0,0 0,0-1,-1 1,1-1,-1 1,0-1,0 0,0-1,0 1,-2 0,-109 19,85-18,-315 27,-277-14,-767-16,1023-14,-465 15,773 3,69-8,5-3</inkml:trace>
  <inkml:trace contextRef="#ctx0" brushRef="#br0" timeOffset="4468.032">23239 122,'-9'0,"-5"6,-3 10,-1 16,4 18,3 21,3 21,4 20,7 16,5 11,4 5,-1 2,-2-2,-2-10,-3-15,-2-18,-1-26</inkml:trace>
  <inkml:trace contextRef="#ctx0" brushRef="#br0" timeOffset="5164.582">20432 202,'0'3,"0"11,-2 22,-1 28,0 29,0 28,4 19,5 14,7 5,6-1,1-8,3-10,1-16,1-20,-3-27</inkml:trace>
  <inkml:trace contextRef="#ctx0" brushRef="#br0" timeOffset="5739.317">18507 68,'-7'27,"-2"30,0 30,5 27,4 22,7 15,7 9,6 1,6-8,3-11,1-16,1-18,-4-21,-5-25</inkml:trace>
  <inkml:trace contextRef="#ctx0" brushRef="#br0" timeOffset="6344.467">16702 804,'3'16,"2"5,3 1,2-2,2-8,2-10,-3-10,-2-8,-4-7,-1-2,-5-1,-6 5,-7 6,-7 5,-10 4,1 4</inkml:trace>
  <inkml:trace contextRef="#ctx0" brushRef="#br0" timeOffset="6777.671">15111 844,'4'16,"3"7,-2 3,2-2,2-4,1-6,2-10,0-10,-1-6,-2-6,-4-2,-4 0,-7 2,-7 3,-8 4,-1 5</inkml:trace>
  <inkml:trace contextRef="#ctx0" brushRef="#br0" timeOffset="7226.175">13359 924,'74'93,"-73"-92,-1 0,1-1,-1 1,1-1,-1 1,1-1,-1 1,1-1,-1 1,1-1,0 0,-1 1,1-1,0 0,-1 1,1-1,0 0,0 0,-1 0,1 1,0-1,0 0,-1 0,1 0,0 0,-1 0,1-1,0 1,0 0,-1 0,1 0,0-1,-1 1,1 0,0-1,-1 1,1 0,0-1,-1 1,1-1,-1 1,1-1,-1 1,1-1,-1 0,1 1,-1-1,0 0,1 1,-1-1,0 0,0 1,1-1,-1 0,0 1,0-1,0 0,0 0,0 0,1-47,-3 44,1 1,-1 0,0 0,0 0,0 0,0 0,0 1,-1-1,1 1,-1-1,1 1,-1 0,0 0,0 0,0 1,0-1,-1 0,1 1,0 0,-1 0,1 0,0 0,-1 1,1-1,-1 1,1 0,-1 0,-17-2</inkml:trace>
  <inkml:trace contextRef="#ctx0" brushRef="#br0" timeOffset="8278.939">3240 536,'0'2,"0"13,2 19,6 26,5 36,4 35,2 34,1 27,2 13,3-3,-2-36</inkml:trace>
  <inkml:trace contextRef="#ctx0" brushRef="#br0" timeOffset="9242.931">5459 1071,'-2'0,"1"0,6 0,1 0</inkml:trace>
  <inkml:trace contextRef="#ctx0" brushRef="#br0" timeOffset="9562.646">6395 950,'-2'3,"-1"2,-3 3,1 3,3-1,4-3,4-3,3-6,0-2</inkml:trace>
  <inkml:trace contextRef="#ctx0" brushRef="#br0" timeOffset="9911.058">7719 911,'-5'2,"1"1,4 0,3-1,0 0,-1-1</inkml:trace>
  <inkml:trace contextRef="#ctx0" brushRef="#br0" timeOffset="10715.472">5432 1057,'-2'3,"1"0,0 0,0 0,0 0,1 0,-1 0,1 0,0 1,-1-1,1 0,1 0,-1 0,0 0,1 0,0 0,-1 0,1 0,0 0,1 0,-1 0,0 0,1 0,0-1,0 1,-1-1,2 1,-1-1,0 0,0 0,1 1,2 0,-4-3,1 0,-1 0,1-1,-1 1,0-1,1 1,-1-1,1 1,-1-1,0 0,0 0,1 0,-1 0,0 0,0 0,0 0,0 0,0 0,0 0,0 0,-1-1,1 1,0 0,-1-1,1 1,0 0,-1-1,0 1,1-1,-1 1,0-1,0 1,0-1,0 1,0-1,0 1,0-1,-1 1,1-1,0 1,-1 0,1-1,-1 1,0-1,1 1,-1 0,0 0,0-1,0 0,-1 1,1-1,0 0,0 1,-1-1,1 1,-1-1,0 1,1 0,-1 0,0 0,0 0,1 0,-1 0,0 0,0 0,0 1,0-1,0 1,0 0,0-1,-1 1,1 0,0 0,0 0,0 1,0-1,0 0,0 1,0-1,0 1,0 0,0 0,0-1,0 1,1 1,-1-1,0 0,1 0,-1 1,1-1,-1 0,1 1,-1 0,1-1,0 1,0 0,0 0,0 0,0-1,0 1,1 0,-1 0,0 1,2-1,1 0,-1 0,0 0,1 0,-1 0,1 0,0 0,-1-1,1 1,0-1,0 1,0-1,0 0,0 0,0 0,1 0,-1 0,0 0,0-1,1 1,-1-1,0 1,1-1,-1 0,1 0,-1 0,0 0,1-1,1 0,33 1,-1-2</inkml:trace>
  <inkml:trace contextRef="#ctx0" brushRef="#br0" timeOffset="11172.724">6208 924,'-3'12,"1"-5,0-1,1 1,-1 0,1-1,1 1,-1 0,1-1,1 1,-1 0,1 0,0-1,0 1,1 0,-1-6,-1 0,1 0,-1 0,1-1,-1 1,1 0,-1 0,1-1,0 1,0 0,-1-1,1 1,0-1,0 1,0-1,-1 1,1-1,0 0,0 1,0-1,0 0,0 0,0 0,0 1,0-1,0 0,0 0,0 0,0-1,-1 1,1 0,0 0,0 0,0-1,0 1,0-1,0 1,0 0,-1-1,1 1,0-1,0 0,-1 1,1-1,0 0,-1 1,1-2,28-37,-29 37,1 1,-1 0,0-1,0 1,0 0,1-1,-1 1,0 0,0-1,-1 1,1 0,0-1,0 1,-1 0,1 0,-1-1,1 1,-1 0,1 0,-1-1,0 1,0 0,1 0,-1 0,0 0,0 0,0 0,0 1,0-1,0 0,-1 0,1 1,0-1,0 0,0 1,-1-1,1 1,0 0,-1-1,1 1,0 0,-1 0,1 0,0 0,-1 0,1 0,0 0,-1 1,1-1,0 0,-1 1,1-1,0 1,0-1,0 1,-1 0,1-1,0 1,0 0,0 0,0 0,0 0,0 0,0 0,1 0,-1 0,0 1,-1 0,1-1,-1 1,1-1,0 1,-1 0,1 0,0-1,0 1,1 0,-1 0,0 0,1 0,-1 0,1 0,-1 0,1 1,0-1,0 0,0 0,0 0,0 0,1 0,-1 0,0 0,1 0,0 0,0 0,-1 0,1 0,0 0,0 0,1 0,-1-1,0 1,1 0,0 0,12 8</inkml:trace>
  <inkml:trace contextRef="#ctx0" brushRef="#br0" timeOffset="11902.936">7638 898,'10'59,"-10"-58,0 1,1-1,-1 0,1 0,0 0,-1 0,1 0,0 0,0 0,-1 0,1-1,0 1,0 0,0 0,0-1,0 1,0-1,0 1,0-1,1 1,-1-1,0 1,0-1,0 0,0 0,1 0,-1 1,0-1,0 0,0-1,1 1,-1 0,0 0,0 0,0-1,0 1,1-1,-1 1,0-1,0 1,0-1,0 1,0-1,0 0,0 0,0 0,0 0,0 0,0 1,0 0,1-1,-1 0,0 1,0-1,0 0,0 0,0 1,0-1,0 0,0 0,-1 0,1 0,0 0,0-1,-1 1,1 0,-1 0,1 0,-1 0,1-1,-1 1,0 0,0 0,0-1,1 1,-1 0,0-1,-1 1,1 0,0 0,0-1,0 1,-1 0,1 0,-1-1,1 1,-1 0,1 0,-1 0,0 0,0 0,1 0,-1 0,0 0,0 0,0 0,0 0,0 1,0-1,0 0,0 1,0-1,-1 0,1 1,0 0,0-1,-1 1,1 0,0-1,0 1,-1 0,1 0,0 0,-1 0,0 1,0-2,0 1,0 0,0 1,0-1,0 0,-1 1,1-1,0 1,0-1,0 1,1 0,-1 0,0 0,0 0,0 0,1 1,-1-1,0 0,1 1,-1-1,1 1,0 0,-1-1,1 1,0 0,0 0,0 0,0 0,1 0,-1 0,0 0,1 0,0 0,-1 0,1 0,0 0,0 0,0 0,0 1,0-1,1 0,4 2,1-3</inkml:trace>
  <inkml:trace contextRef="#ctx0" brushRef="#br0" timeOffset="12648.384">6221 950,'0'16,"-1"-12,0-1,0 1,1 0,0-1,-1 1,1 0,1 0,-1-1,1 1,-1 0,1-1,0 1,0-1,0 1,1-1,-1 0,1 1,0-1,0 0,0 0,1 0,-1 0,0-1,1 1,1 0,-2-3,1 0,0 0,0-1,-1 1,1-1,0 0,-1 0,1 0,-1 0,1 0,-1 0,1-1,-1 1,0-1,0 0,0 1,0-1,0 0,0 0,0 0,0-1,-1 1,1 0,-1-1,0 1,0-1,0 1,0-1,0 0,0 1,-1-1,1 0,-1 1,0-1,0 0,0-2,0 4,0 0,0 0,0 0,0 0,-1 0,1 0,0 0,0 0,-1 0,1 1,0-1,-1 0,1 0,-1 0,1 1,-1-1,0 0,1 0,-1 1,0-1,1 1,-1-1,0 0,0 1,0-1,1 1,-1 0,0-1,0 1,0 0,0-1,0 1,0 0,0 0,0 0,0 0,0 0,1 0,-1 0,0 0,0 0,0 1,0-1,0 0,0 1,-36 22,27 15,13-28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2:56.3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25640 816,'-17'-6,"-1"0,0 1,0 1,0 1,-1 0,-11 1,24 2,1 0,-1 0,1 0,0 0,-1 1,1 0,0 0,-1 1,1 0,0 0,0 0,0 0,0 1,1-1,-1 1,1 1,0-1,-1 0,1 1,1 0,-1 0,1 0,-1 1,0 1,2-3,1 1,-1-1,1 1,0-1,0 1,0 0,1 0,-1-1,1 1,0 0,0 0,0-1,1 1,-1 0,1-1,0 1,0 0,0-1,0 1,1-1,-1 1,1-1,0 0,0 0,0 0,1 0,-1 0,1 0,-1 0,1-1,0 0,0 1,0-1,1 0,-1 0,0-1,1 1,-1-1,1 0,-1 1,1-2,0 1,9 2,0-1,0 0,0-1,1 0,-1-1,1-1,-1 0,0-1,0 0,0-1,0-1,0 0,0 0,-1-2,0 1,0-2,-1 1,1-1,-1-1,-1 0,0-1,0 0,0-1,-1 1,-1-2,0 1,0-1,0-2,0-6,-1 0,-1 0,-1-1,-1 0,0 0,-1 0,-2-1,0 1,-1 0,-1-1,-1 1,0 0,-2 0,0 0,-2 0,0 1,-1 0,-1-1,5 12,1 1,0 0,0-1,-1 1,0 0,0 0,-1 1,0-1,0 1,-1-1,0 2,0-1,0 0,-1 1,1 0,-6-3,8 7,0 1,1 0,-1 0,0 0,0 1,1-1,-1 0,0 1,1 0,-1 0,0 0,1 0,-1 0,1 0,-1 1,1-1,0 1,0 0,0 0,0-1,0 1,0 1,0-1,1 0,-1 0,1 1,-1-1,1 0,0 1,0 0,0-1,0 1,1 0,-1-1,0 2,-8 25,1 0,2 0,1 1,1 0,1 0,2 0,1 0,1 7,0-11,1 0,1-1,2 1,0-1,2 0,0-1,3 4,-7-20,0 0,1 0,0 0,1 0,0-1,0 0,0 0,1 0,0-1,0 0,0 0,1 0,0-1,0 0,1 0,-1-1,1 0,0 0,0-1,1 0,-1-1,6 2,-4-4,0 0,1 0,-1-1,0 0,1-1,-1 0,0-1,0 0,-1 0,1-1,-1 0,0-1,0 0,0-1,0 1,-1-2,0 1,-1-1,1-1,-1 1,0-1,-1 0,0-1,-1 1,1-1,-1 0,-1-1,0 1,0-1,-1 0,-1 0,1 0,-1 0,-1 0,0-5,-7-17,6 32,0-1,0 1,0-1,0 1,-1-1,1 1,0-1,0 1,-1-1,1 1,0-1,-1 1,1 0,0-1,-1 1,1-1,-1 1,1 0,0 0,-1-1,1 1,-1 0,1 0,-1-1,1 1,-1 0,1 0,-1 0,0 0,1 0,-1 0,1 0,-1 0,1 0,-1 0,1 0,-1 0,1 0,-1 0,1 0,-1 1,1-1,-1 0,1 0,-1 1,1-1,-1 0,1 1,-1-1,1 0,0 1,-1-1,1 1,-4 4,1 0,-1 1,1 0,0-1,1 1,0 0,-1 0,2 1,-1-1,1 0,0 1,0-1,1 1,0-1,1 5,-1-2,0 0,1-1,0 1,1 0,0-1,0 1,1-1,0 0,1 0,0 0,0 0,0 0,1-1,0 0,1 0,-1 0,1-1,1 0,-1 0,1 0,0-1,0 0,1 0,0-1,0 0,0 0,3 0,4 2,1-1,1 0,-1-1,1-1,-1 0,1-1,0-1,0-1,0 0,0-2,0 1,0-2,15-4,-19 3,-1 0,0-1,-1 0,1-1,-1 0,0-1,0 0,-1-1,0 0,0 0,-1-1,0-1,-1 1,0-1,0-1,-1 1,0-1,-1-1,-1 1,1-1,-2 0,0 0,0-1,-1 1,-1-1,0 0,-1 1,0-1,-1-6,0 19,0 0,0 0,0 1,-1-1,1 0,0 0,0 0,-1 0,1 0,0 0,0 0,-1 0,1 0,0 0,0 0,-1 0,1 0,0 0,0 0,0-1,-1 1,1 0,0 0,0 0,-1 0,1 0,0 0,0-1,0 1,0 0,-1 0,1 0,0-1,-5 33,1 1,1-1,2 1,1 0,3 12,7 61,6 0,4-2,23 68,-5-18,-37-145,-4-18,3 7,-28-100,5-2,4 0,5-1,0-74,13 158,-2 2,1 0,1 0,1 0,1 0,0 0,2 0,0 0,1 1,0-1,2 1,7-17,-11 32,0 0,0 0,0 0,0 0,0 1,1-1,0 1,-1-1,1 1,0 0,0 0,0 0,0 0,0 1,1 0,-1-1,1 1,-1 0,1 0,-1 1,1-1,-1 1,1 0,-1 0,1 0,-1 0,1 0,0 1,-1 0,1 0,-1 0,1 0,8 4,0 0,0 0,0 1,-1 1,1 0,-2 1,1 0,1 2,2 2,0 0,-1 1,0 1,-1 0,-1 0,0 1,-1 1,-1-1,0 2,-1-1,0 2,-8-16,1 0,0 0,-1 0,0 0,1 0,-1 1,0-1,0 0,0 0,0 0,0 1,-1-1,1 0,-1 0,0 0,1 0,-1 0,0 0,0 0,0 0,0 0,-1 0,1 0,0-1,-1 1,1 0,-1-1,0 1,1-1,-1 0,0 0,0 1,0-1,0 0,0-1,0 1,0 0,0-1,-1 1,1-1,0 1,0-1,0 0,-1 0,1 0,0 0,0-1,0 1,-1 0,1-1,0 0,0 1,-2-2,2 1,1 0,-1 1,0-1,1 0,-1 0,1-1,-1 1,1 0,0 0,-1-1,1 1,0-1,0 1,0-1,0 1,0-1,0 0,0 1,1-1,-1 0,1 0,-1 0,1 0,0 1,-1-1,1 0,0 0,0 0,0 0,1 0,-1 0,0 1,1-1,-1 0,29-59,-18 49,0 0,1 0,1 1,-1 0,1 1,1 1,0 0,1 1,-1 1,1 0,4-1,-18 7,0 0,1 0,-1 1,0-1,1 0,-1 0,1 1,-1-1,1 1,-1-1,1 1,-1 0,1-1,-1 1,1 0,0 0,-1 0,1 0,-1 1,1-1,-1 0,1 1,-1-1,1 0,-1 1,1 0,-1-1,1 1,-1 0,0 0,1 0,-1 0,0 0,0 0,0 0,0 0,0 1,0-1,0 0,0 1,-1-1,1 1,-10 131,10-131,0 0,0 0,-1 0,1 0,0 0,1 0,-1-1,0 1,1 0,-1-1,1 1,-1-1,1 1,-1-1,1 0,0 1,0-1,0 0,0 0,0-1,0 1,0 0,0-1,0 1,0-1,0 1,1-1,-1 0,0 0,0 0,0 0,0-1,0 1,1 0,-1-1,72-29,-67 25,0 0,0-1,-1 0,0 0,0-1,0 0,-1 0,0 0,0-1,0 1,-1-1,-1 0,1-1,-1 1,-1-1,1 1,-2-1,1 0,0-8,-4 28,1-1,1 0,0 1,0-1,1 1,0-1,1 0,0 0,0 0,1 0,1 0,0 0,0-1,1 1,0-1,0-1,1 1,1-1,-1 0,1 0,0 0,1-1,6 4,21 6,-2-6</inkml:trace>
  <inkml:trace contextRef="#ctx0" brushRef="#br0" timeOffset="643.086">27873 616,'-11'1,"-1"2,0-1,1 2,-1-1,1 2,0-1,0 2,1-1,0 1,0 1,0 0,1 0,0 1,-3 3,2-4,0 1,1 1,0-1,1 1,0 1,0-1,1 2,0-1,0 1,2 0,-1 0,-2 10,8-18,0 0,0 0,1 1,0-1,-1 0,1 0,0 0,1 0,-1 0,0 0,1 0,0 0,0-1,0 1,0-1,0 1,0-1,0 0,1 1,-1-1,1 0,0-1,0 1,0 0,-1-1,1 0,1 0,-1 0,0 0,0 0,0 0,0-1,1 0,-1 1,0-1,0 0,1-1,-1 1,151 4,-47-5,-106 1,0 0,-1-1,1 1,0 0,0 0,-1 0,1 0,0 0,-1 0,1 0,0 0,0 0,-1 0,1 0,0 0,-1 0,1 1,0-1,-1 0,1 1,-1-1,1 0,0 1,-1-1,1 1,-1-1,1 1,-1-1,1 1,-1-1,1 1,-1-1,0 1,1 0,-1-1,0 1,0 0,1-1,-1 1,0 0,0-1,0 1,0 0,0-1,0 1,0 0,0 0,0-1,0 1,0 0,0-1,0 1,-1 0,1-1,0 1,-1 0,1-1,0 1,-1-1,1 1,-1 0,1-1,-1 1,1-1,-1 1,-36 34,-99 54,117-79,14-10,10-7,13-9,25-12,0 2,1 1,32-11,103-58,-172 89,0-1,-1 0,1 0,-1 0,0-1,-1 0,1 0,-1 0,-1 0,3-6,-5 10,0-1,-1 1,1-1,-1 0,0 1,0-1,0 0,0 0,-1 0,1 0,-1 0,0 0,-1 0,1 0,0 0,-1 0,0 0,0 1,0-1,-1 0,1 0,-1 1,0-1,-1 0,3 3,-1 0,0 0,0-1,0 1,0 0,0 0,0 1,0-1,0 0,0 0,0 0,0 1,-1-1,1 1,0-1,-1 1,1-1,0 1,-1 0,1-1,0 1,-1 0,1 0,-1 0,1 0,0 0,-1 1,1-1,0 0,-1 1,1-1,0 1,-1-1,1 1,0-1,0 1,0 0,0 0,-1 0,1-1,0 2,-39 45,32-33,1-1,1 1,0 0,1 1,0 0,1-1,1 1,0 1,1 2,1-11,1 1,0-1,0 1,1-1,0 1,0-1,0 0,1 1,0-1,1 0,-1 0,2 0,-1-1,1 1,-1-1,2 0,-1 0,1 0,5 5,6 0,2 0,-1-2,1 0,1-1,0 0,0-2,0 0,1-1,0-1,0-1,0-1,0-1,0 0,0-2,0 0,13-3,79-9,-11-6</inkml:trace>
  <inkml:trace contextRef="#ctx0" brushRef="#br0" timeOffset="-2204.854">22151 1231,'-2'-3,"0"0,0 0,0 0,0 0,1 0,-1-1,1 1,0 0,0-1,0 1,0-1,1 0,0 1,-1-1,1 1,1-1,-1 0,0 1,1-1,0 1,0-2,-1 1,3-17,1-1,0 1,2 1,0-1,1 1,2 0,0 0,0 1,2 1,1-1,5-5,-13 19,-1 0,1 0,0 1,1 0,-1 0,1 0,0 0,0 1,0-1,0 1,0 1,1-1,-1 1,1 0,0 0,0 1,0-1,0 1,0 1,0-1,0 1,0 0,0 0,0 1,0-1,0 2,0-1,-1 1,1-1,0 1,-1 1,1-1,0 1,4 4,-1 0,0 0,0 1,0 0,-1 1,0-1,-1 2,0-1,-1 1,1 0,-2 0,1 1,-2-1,1 1,-2 0,1 1,-1-1,-1 1,0-1,-1 1,0 0,-1 3,0-11,0-1,0 1,0 0,-1-1,0 1,1-1,-1 1,0-1,-1 1,1-1,-1 0,1 0,-1 1,0-1,0 0,-1-1,1 1,0 0,-1-1,0 1,1-1,-1 0,0 0,0 0,-1 0,1 0,0-1,0 0,-1 1,1-1,-1 0,1-1,-1 1,1-1,-4 1,3-3,1 0,0 0,0-1,0 1,0-1,1 1,-1-1,1 0,-1 0,1 0,0-1,0 1,0 0,1-1,-1 1,1-1,0 1,0-1,0 0,1 0,-1 1,1-1,0 0,0 0,0 0,0 1,1-1,-1 0,1 0,0 1,1-3,2-4,0 0,0 1,1-1,0 1,0 0,1 1,1-1,-1 1,1 0,0 1,1 0,0 0,0 1,1-1,-1 2,1-1,1 1,-1 1,1 0,0 0,-1 1,2 0,-1 1,0 0,0 0,1 1,7 1,-14-1,0 0,0 1,0 0,0 0,0 0,-1 1,1-1,0 1,0 0,-1 0,1 0,0 0,-1 1,1 0,-1-1,1 1,-1 0,0 1,0-1,0 1,0-1,-1 1,1 0,-1 0,1 0,-1 0,0 0,0 1,0-1,-1 1,1 0,14 57,-15-52,0 0,1 0,0 0,1 0,0-1,0 1,1-1,0 0,0 0,1 0,0 0,0-1,1 0,1 1,-5-7,0 0,-1 1,1-1,0 0,0 0,0-1,0 1,0 0,0-1,0 1,1-1,-1 0,0 1,0-1,0 0,0-1,1 1,-1 0,0 0,0-1,0 1,0-1,0 0,0 0,0 0,0 0,0 0,0 0,-1 0,1-1,0 1,0-1,50-53,-37 32,-1 0,-2-1,0-1,-1 0,-1 0,-2-1,3-12,-5 25,-5 36,-1-22,0 8,-1 3,0-1,1 1,0 0,1-1,0 1,1 0,0-1,1 1,0-1,1 0,0 0,1 0,2 2,5 1</inkml:trace>
  <inkml:trace contextRef="#ctx0" brushRef="#br0" timeOffset="-1556.438">23301 830,'13'46,"-4"-11,1 0,2-1,1 0,2-1,12 19,-26-49,0 0,1-1,-1 1,1 0,0 0,0-1,0 1,0-1,0 1,0-1,1 0,-1 0,1 0,0 0,-1-1,1 1,0-1,0 1,0-1,0 0,0 0,0 0,1-1,-1 1,0-1,0 0,0 0,1 0,-1 0,0 0,0-1,0 0,1 1,-1-1,0 0,1-1,9-8,-1-1,0-1,0 0,-1-1,-1 0,0 0,-1-1,-1 0,0-1,5-11,0 0,32-43,-44 69,0 0,0 0,0 0,0 1,0-1,-1 0,1 1,0-1,0 1,0-1,0 1,-1-1,1 1,0 0,-1-1,1 1,0 0,-1 0,1-1,-1 1,1 0,-1 0,1 0,-1 0,0 0,0 0,1-1,-1 1,0 0,0 0,0 0,0 0,0 0,0 0,0 0,0 0,0 0,0 0,-1 0,2 4,2 14,2 1,0-1,1 0,1-1,0 1,2-1,-6-13,0 1,0-1,1 0,0 0,-1 0,2 0,-1-1,1 0,-1 0,1 0,0 0,0-1,1 0,-1 0,1 0,0-1,-1 0,1 0,0 0,0-1,3 1,-3-2,-1 1,0-2,1 1,-1 0,0-1,1 0,-1 0,0-1,0 0,0 0,0 0,0 0,0-1,0 1,-1-1,0-1,1 1,-1 0,0-1,0 0,-1 0,1-1,5-6,-1 0,0-1,0 0,-2-1,1 0,-1 0,3-13,5-30,-3-1,-2 0,-2-1,-3 0,-3-21,0 68,1-348,-5 344,-2 24,-2 27,2 0,1 0,2 1,3 20,-2-27,-1 9,2 1,1-1,2 1,2-1,2 0,1 0,2 0,1-1,3-1,0 0,3-1,1-1,1 0,3-1,-11-21,0 0,0-1,2 0,-1-1,2-1,8 6,-17-13,-1 0,1 0,-1 0,1-1,0 0,0 0,0 0,1-1,-1 1,0-1,1 0,-1-1,0 1,1-1,-1 0,1-1,-1 1,0-1,1 0,-1-1,5-1,15-12</inkml:trace>
  <inkml:trace contextRef="#ctx0" brushRef="#br0" timeOffset="-1282.171">24116 629,'-16'-11,"-7"-4,4 0,16 4,22 2,30 4,31 2,32 2,-4 1</inkml:trace>
  <inkml:trace contextRef="#ctx0" brushRef="#br0" timeOffset="22447.479">22539 3169,'-1'7,"1"-1,0 0,0 0,1 0,0 0,0 0,0 0,1 0,0 0,0 0,0 0,1-1,0 1,0-1,0 0,1 0,-1 0,1 0,1 0,-1-1,1 0,-1 0,1 0,0-1,5 3,4-1,1-1,0 0,0-1,0-1,0-1,1 0,-1-1,0 0,1-1,-1-1,0 0,0-1,0-1,-1-1,1 0,-1 0,0-1,0-1,-1-1,0 0,6-5,-3 4,0-1,-1-1,0 0,-1-1,0-1,-1 0,-1-1,0 0,0-1,-2 0,0-1,-1 0,0-1,-1 0,-1 0,-1 0,2-8,-7 22,0 0,0 0,-1 0,1 1,-1-1,1 0,-1 0,0 0,0 0,0 0,0 0,-1 0,1 0,-1 0,0 0,0 0,0 1,0-1,0 0,-1 1,1-1,-1 1,0-1,1 1,-1 0,0 0,0-1,-1 1,1 1,-1-2,1 3,-1 0,1 1,0-1,0 1,0-1,-1 1,1 0,0-1,0 1,0 0,0 0,0 1,1-1,-1 0,0 1,0-1,1 1,-1-1,1 1,0 0,-1 0,1-1,0 1,0 0,0 0,0 2,-9 19,2 0,1 1,1 0,1 1,1-1,1 1,1 0,1 0,2-1,0 1,1 0,2 0,16 136,21 67,16 117,-50-279,-3 1,-3-1,-4 36,-5-34</inkml:trace>
  <inkml:trace contextRef="#ctx0" brushRef="#br0" timeOffset="22741.655">22672 3798,'42'-23,"0"3,2 1,0 2,1 2,24-4,7-3,2 4,1 3,33 0,-16 18,-93-3,1 1,0 0,-1 0,0 0,1 0,-1 1,0-1,1 1,-1 0,0 0,0 0,-1 0,1 1,0-1,-1 1,1 0,-1-1,0 1,0 0,0 0,0 1,-1-1,1 0,0 3,6 42,-9-44,1 1,0 0,1 0,-1 0,1-1,0 1,0 0,1-1,-1 1,1-1,0 1,0-1,1 0,-1 0,1 0,0 0,0 0,0-1,0 1,1-1,-1 0,2 1,9 2</inkml:trace>
  <inkml:trace contextRef="#ctx0" brushRef="#br0" timeOffset="23003.916">23421 3209,'-9'18,"4"13,9 11,11 6,3-4</inkml:trace>
  <inkml:trace contextRef="#ctx0" brushRef="#br0" timeOffset="23283.8">23756 3758,'10'-2,"0"-1,0 0,0 0,0-1,0 0,-1-1,0 0,0 0,0-1,0 0,-1-1,0 0,0 0,-1-1,0 0,-1 0,1 0,-1-1,-1 0,0 0,0-1,-1 0,0 1,-1-1,0 0,0-1,-1 1,-1 0,1-1,-2 1,1-1,-2-10,1 18,-1-1,1 1,-1-1,0 1,0-1,0 1,0-1,-1 1,1 0,-1 0,0 0,0 0,0 0,0 0,-1 0,1 1,-1-1,1 1,-1 0,0 0,0 0,0 0,0 0,-1 0,1 1,0 0,-1 0,1 0,0 0,-1 0,0 0,1 1,-1 0,1 0,-1 0,1 0,-1 0,0 1,1 0,-1 0,1 0,0 0,-1 0,1 0,-1 1,-3 4,0 0,1 0,-1 1,1 0,1 0,-1 0,1 1,1 0,-1 0,1 0,1 0,0 1,0-1,0 1,1 0,0 0,1 0,0 0,0 0,1 0,1 0,-1 0,1 0,1 0,-1 0,2 0,-1 0,1-1,1 1,0 0,0-1,1-1,0 1,1-1,0 0,0 0,1 0,-1-1,1 0,1-1,-1 1,1-1,0-1,0 1,0-2,1 1,-1-1,7 1,10 3,0-1,0-2,1 0,0-2,18 0,47-5,-7-5</inkml:trace>
  <inkml:trace contextRef="#ctx0" brushRef="#br0" timeOffset="24226.256">24972 3517,'-24'-6,"-1"0,0 2,0 0,0 2,0 1,0 1,-1 1,1 1,0 1,-16 5,33-7,0 1,0 0,1 0,-1 1,0 0,1 0,0 1,0-1,0 2,0-1,1 1,0 0,0 0,0 1,0 0,1 0,0 0,0 0,1 1,0 0,0 0,0 0,1 1,0-1,-1 6,4-10,0 1,1-1,-1 1,1-1,0 1,0-1,0 0,0 1,1-1,-1 0,1 0,0 0,0 0,0 0,0-1,1 1,-1-1,1 1,-1-1,1 0,0 0,0 0,0 0,0 0,0-1,1 1,91 28,-45-23,0-3,0-1,1-2,0-3,-1-2,0-2,0-3,0-1,-2-3,1-2,-32 11,0-1,0-1,-1 0,1-2,-2 1,1-2,-1 0,0-1,-1-1,0 0,-1-1,0 0,1-4,-11 13,-1 1,0-1,0-1,-1 1,1 0,-1 0,1-1,-1 1,0-1,-1 1,1-1,0 1,-1-1,0 1,0-1,0 0,0 1,-1-1,1 1,-1-1,0 1,0-1,0 1,0-1,-1 1,1 0,-1 0,0 0,0 0,0 0,-1 0,1 0,-1 1,1-1,-1 1,0 0,0 0,0 0,0 0,0 0,0 1,-1-1,1 1,-3-1,1 0,-1 1,0-1,1 2,-1-1,0 0,0 1,0 0,0 0,1 1,-1 0,0 0,0 0,1 1,-1 0,1 0,-1 0,1 0,0 1,0 0,0 0,0 1,0-1,-3 5,0-1,0 1,0 0,1 0,0 1,1 0,0 1,0-1,1 1,0 0,1 0,0 1,-2 8,5-16,0 1,0-1,0 1,1-1,-1 1,1 0,0-1,0 1,0-1,0 1,1 0,-1-1,1 1,0-1,0 1,1-1,-1 0,1 1,-1-1,1 0,0 0,0 0,0 0,1-1,-1 1,1 0,-1-1,1 0,0 1,0-1,0 0,0-1,0 1,3 1,3 0,-1 0,0-1,1 0,0 0,-1-1,1 0,0 0,0-1,0 0,-1-1,1 0,0 0,0-1,-1 0,1-1,-1 0,0 0,0 0,0-1,0-1,-1 1,1-1,-1 0,0-1,-1 0,1 0,-1 0,0-1,-1 0,0 0,0 0,0-1,-1 0,0 1,-1-2,1 1,-1-3,1-28,-1 89,-1-42,1 1,0-1,1 0,0 0,0 0,0-1,1 1,0-1,1 0,0-1,0 1,0-1,1 0,0-1,2 2,-5-4,1 0,-1 0,0-1,1 0,0 1,-1-2,1 1,0 0,0-1,0 0,0 0,0-1,0 1,0-1,0 0,0-1,0 1,0-1,0 0,0 0,0 0,0-1,-1 0,1 0,0 0,-1 0,2-2,2-4,0-1,0 0,-1-1,-1 1,1-1,-1-1,-1 1,0-1,-1 0,0 0,0-1,-1 1,-1-1,0 1,-1-1,0 0,0-5,5-23,-6 36,-1 0,2 0,-1 1,0-1,1 0,0 0,-1 1,2-1,-1 0,0 1,1-1,-1 1,1-1,0 1,0 0,1 0,-1 0,1 0,-1 0,1 1,0-1,0 1,0-1,0 1,1 0,-1 0,0 1,1-1,0 1,-1 0,1 0,0 0,-1 0,1 0,2 1,3 3,-1 1,1 1,0-1,-1 2,0-1,-1 1,1 0,-1 0,0 1,0 0,-1 0,0 1,-1 0,1 0,-1 0,-1 1,0-1,0 1,0 0,-1 1,1 7,13 43,-16-51,0-1,1 1,0-1,0 1,1-1,0 0,0 0,1 0,0 0,0-1,1 1,0-1,0 0,1-1,0 1,0-1,0 0,1-1,0 1,0-1,3 1,5-3,0 0,1-1,-1-1,1 0,-1-1,0 0,1-2,-1 1,0-2,1 0,-1-1,-1-1,1 0,-1-1,3-2,4 1,-1-2,0 0,-1-1,0-1,-1-1,0 0,-1-1,0-1,-1-1,-1-1,0 0,10-15,-23 29,1-1,-1 1,0-1,0 0,0 1,0-1,0 0,-1 0,1 0,-1-1,0 1,0 0,0 0,-1-1,1 1,-1 0,1-1,-1 1,0-1,0 1,-1-1,1 1,-1 0,0-1,0 1,0 0,0 0,0 0,-1-1,1 1,-1 1,0-1,0 0,0 0,0 1,-1-1,1 1,-3-3,-1 4,0 0,0 0,0 0,0 0,0 1,-1 0,1 0,0 1,0 0,0 0,0 0,0 1,0 0,0 0,1 0,-1 1,1 0,-1 0,1 0,0 1,0-1,1 1,-1 1,1-1,0 0,0 1,0 0,0 0,1 0,0 1,0-1,1 1,-1-1,1 1,0 0,1 0,0 0,-1 5,2-4,0 0,0 0,1 0,0 0,1 0,-1 0,1-1,1 1,-1 0,1-1,0 0,0 1,1-1,0-1,0 1,1 0,-1-1,1 0,0 0,1 0,-1-1,1 0,0 1,13 6,-1 1,1-2,1 0,0-2,0 0,20 4,160 25,-107-29</inkml:trace>
  <inkml:trace contextRef="#ctx0" brushRef="#br0" timeOffset="-18057.932">13 1284,'-4'-4,"3"4,1 0,0 0,-1 0,1 0,0 0,-1 0,1 0,0 0,-1 0,1-1,0 1,-1 0,1 0,0 0,-1-1,1 1,0 0,0 0,-1-1,1 1,0 0,0 0,0-1,-1 1,1 0,0-1,0 1,0 0,0-1,0 1,-1 0,1-1,0 1,0 0,0-1,0 1,0 0,0-1,0 1,0 0,1-1,-1 1,0 0,0-1,0 1,0 0,0-1,0 1,1 0,-1-1,0 1,0 0,0 0,1-1,-1 1,0 0,1 0,-1-1,0 1,0 0,1 0,-1 0,0 0,1-1,-1 1,0 0,1 0,-1 0,1 0,97-10,78-11,-90 9,0 4,58 2,-43 15,-87-10</inkml:trace>
  <inkml:trace contextRef="#ctx0" brushRef="#br0" timeOffset="-14524.522">5520 1071,'-9'0,"0"1,0 1,0 0,0 0,0 0,0 1,1 1,-1 0,1 0,0 0,0 1,1 0,-1 1,1-1,0 2,1-1,-1 1,1 0,0 0,1 0,0 1,0 0,1 0,0 0,0 1,1-1,0 1,-1 5,4-10,0 0,0 0,1 0,-1 0,1 0,0 0,0-1,0 1,1 0,-1 0,1-1,0 1,0-1,0 1,1-1,-1 0,1 0,0 0,-1 0,1-1,0 1,1-1,-1 0,0 0,1 0,2 1,4 2,0-1,1 0,0-1,0 0,0 0,1-1,-1-1,10 1,9-3,0-1,0-1,-1-2,0 0,0-2,0-2,-1 0,0-2,0-1,-2-1,1-2,-2 0,2-3,-14 9,-1 0,1 0,-2-2,0 1,0-2,-1 1,4-7,-9 9,-15 23,6-6,0 0,1 1,-1 0,2-1,-1 1,1 0,1 0,0 0,0 0,1 6,0-11,0-1,0 1,1 0,-1-1,1 1,0 0,1-1,-1 1,0-1,1 0,0 1,0-1,0 0,0 0,0 0,1 0,-1 0,1-1,0 1,0-1,0 0,0 0,0 0,0 0,1 0,-1-1,1 1,4 0,-1 0,1 0,0-1,-1 0,1-1,0 1,0-1,0-1,-1 0,1 0,0 0,-1-1,1 0,-1-1,1 1,-1-2,0 1,6-4,-9 5,0-1,0 1,0-1,0 0,0 0,-1 0,1-1,-1 1,0-1,0 0,0 0,-1 0,1 0,-1 0,0-1,0 1,-1 0,1-1,-1 0,0 1,0-1,0 0,-1 0,0 1,0-1,0 0,0 0,-1 0,0 1,0-1,0 0,-3-2,0 0,0 0,-1 0,0 0,-1 1,1 0,-1 0,0 1,0-1,-1 1,0 1,0-1,0 1,0 0,-1 1,1-1,-1 2,0-1,0 1,0 0,0 1,0 0,0 0,-1 1,1 0,-5 0,-12 10,44 1,10-8,1-2,0-1,0-1,-1-2,23-5,5 1,-19 2,-16 1,-1 1,1 1,-1 1,1 1,0 1,-1 1,13 3,-28-2,-1-1,1 1,-1 0,0 1,1 0,-2-1,1 1,0 1,-1-1,0 1,0 0,0 0,0 0,-1 0,0 1,0-1,0 1,-1 0,0 0,0 0,-1 0,1 0,-1 0,-1 0,1 6,19 54,-19-63,1 0,-1-1,1 1,0 0,0-1,0 0,0 1,0-1,1 0,-1 0,1 0,-1 0,1 0,0-1,-1 1,1-1,0 0,0 0,0 0,0 0,1 0,-1-1,0 0,0 1,0-1,0 0,0 0,1-1,-1 1,0-1,0 1,0-1,0 0,0 0,0-1,0 1,0 0,-1-1,1 0,0 0,1-1,8-5,0-1,0-1,-1 0,0-1,-1 0,0 0,-1-1,0 0,-1-1,-1 0,1 0,-2-1,0 0,-1 0,0 0,-1-1,-1 1,0-1,-1 0,0-6,1 32,0 0,1-1,0 0,1 0,0 0,1-1,0 0,0 0,1 0,0-1,7 7,-2-5,1 1,0-2,1 0,0 0,0-1,1-1,-1 0,2-1,-1-1,1 0,0-1,15 1,27 4</inkml:trace>
  <inkml:trace contextRef="#ctx0" brushRef="#br0" timeOffset="-10643.25">12673 830,'-53'-6,"-1"2,1 3,-19 3,59-1,-1 1,1 1,0 0,-1 1,1 0,1 1,-1 0,1 1,-8 5,15-8,0 0,0 1,1-1,-1 1,1 0,0 0,0 0,0 1,0-1,1 1,0 0,0 0,0 0,1 1,-1-1,1 1,0-1,1 1,0 0,0-1,0 1,0 0,1 2,0-4,0-1,1 1,-1 0,1-1,0 1,0 0,0-1,1 1,-1-1,1 0,0 1,0-1,0 0,0 0,1 0,-1 0,1-1,-1 1,1-1,0 1,0-1,0 0,1 0,-1-1,0 1,1 0,-1-1,1 0,-1 0,7 2,-1-1,1 0,-1-1,1 0,0 0,-1-1,1-1,-1 1,1-1,8-3,1-1,0-2,0 0,0-1,-1-1,0-1,-1-1,0 0,-1-1,0-1,-1 0,0-1,-1-1,-1 0,0-1,-1 0,-1-1,-1 0,0-1,-1 0,-1-1,0 0,-2 0,0 0,-1-1,-2 0,2-9,-4 6,0 0,-1 0,-2 0,0 0,-2 0,0 1,-1-1,-2 1,0 0,-1 1,-6-11,-4 4,18 28,-1-1,1 1,0 0,-1-1,1 1,-1-1,1 1,0 0,-1-1,1 1,-1 0,1 0,-1-1,1 1,-1 0,1 0,-1 0,1 0,-1-1,1 1,-1 0,1 0,-1 0,1 0,-1 0,0 0,1 0,-1 1,1-1,-1 0,1 0,-1 0,1 0,-1 1,1-1,-1 0,1 1,0-1,-1 0,1 1,-1-1,1 0,0 1,-1-1,1 1,0-1,-1 1,1-1,0 1,0-1,0 1,-1-1,1 1,0-1,0 1,0-1,-13 83,8-4,5 0,2 0,4 0,7 22,-12-88,0-1,1 1,1-1,0 0,1 0,0 0,0 0,2 0,-1-1,1 0,1 0,0-1,1 0,0 0,0-1,1 0,0 0,1-1,-1 0,2-1,-1 0,1 0,0-1,1-1,0 1,0-5,0 1,0-1,0-1,0 0,1-1,-1 0,0-1,0 0,0-1,-1 0,1-1,-1-1,0 0,0 0,0-1,0 0,-1-1,0 0,-1 0,0-1,0-1,0 0,-1 0,-1 0,1-1,-2 0,1 0,-1-1,-1 0,0 0,0-1,-1 1,-1-1,0 0,-1 1,2-13,-7-19,2 43,1 0,0 0,-1 0,1-1,0 1,-1 0,1 0,0 0,-1 0,1 0,0 0,-1 0,1 0,0 0,-1 0,1 0,-1 0,1 0,0 0,-1 0,1 0,0 0,-1 0,1 0,0 1,-1-1,1 0,0 0,-1 0,1 1,0-1,0 0,-1 0,1 1,0-1,0 0,-1 0,1 1,0-1,0 0,0 1,-1-1,1 0,0 1,0-1,0 1,0-1,0 0,0 1,0-1,0 0,0 1,0-1,0 0,0 1,0-1,0 1,0-1,1 0,-5 11,1-1,1 0,0 1,0 0,1-1,1 1,0 0,0 0,1 0,0-1,1 1,0-1,1 1,0-1,0 0,1 0,1 0,0 0,0-1,3 4,19 8,0-6</inkml:trace>
  <inkml:trace contextRef="#ctx0" brushRef="#br0" timeOffset="-10209.453">13141 549,'3'8,"0"-1,1 1,-1-1,2 0,-1 0,1-1,0 1,0-1,1 0,0 0,0-1,0 0,1 0,0 0,-1-1,2 0,-1 0,0-1,1 0,0 0,0-1,4 1,69 25,-64-25,1 1,-1 1,0 1,-1 0,1 1,-1 1,-1 1,0 0,0 1,0 0,-1 1,-1 1,0 0,-1 1,0 1,-1-1,7 12,19 105,-31-100,-7-28,1 0,0 0,0 1,0-1,0 0,1 0,-1 0,0 0,1 0,0 0,-1 0,1-1,0 1,0 0,0 0,0 0,0-1,0 1,1 0,-1-1,1 1,-1-1,1 0,-1 0,1 1,0-1,0 0,-1 0,1 0,0-1,0 1,0 0,0-1,0 1,0-1,0 0,0 0,0 1,1-1,8-7,-1 1,0-1,-1 0,1-1,-2 0,1-1,-1 1,0-2,-1 1,0-1,0 0,-1-2,51-115,-58 134,1 1,-1-1,1 0,1 0,-1 0,1 0,0 0,1 0,0 0,0 0,0-1,1 1,0 0,0-1,1 0,-1 0,1 0,1 0,-1-1,1 0,0 1,0-2,1 1,-1-1,1 0,0 0,0 0,6 2,18 7,1 0,1-2,0-2,0-1,1-1,0-2,20 1,51 5</inkml:trace>
  <inkml:trace contextRef="#ctx0" brushRef="#br0" timeOffset="-13873.115">7793 1004,'-16'1,"1"0,-1 2,0 0,1 0,0 2,0 0,0 0,0 2,1 0,0 0,1 1,-1 1,1 0,1 1,-10 10,20-17,0-1,0 0,0 1,0 0,0-1,1 1,-1 0,1 0,0 0,0 0,0 0,0 0,1 0,-1 0,1 0,0 0,0 0,0 0,0 0,0 1,1-1,-1 0,1 0,0 0,0 0,0 0,0 0,1-1,-1 1,1 0,0-1,0 1,0-1,0 1,0-1,0 0,0 0,1 0,-1 0,1 0,0-1,-1 1,1-1,0 1,1-1,6 3,0-1,0-1,0 1,1-2,-1 1,1-1,-1-1,1 0,-1-1,1 0,-1 0,0-1,0 0,1-1,-1 0,-1-1,1 0,0 0,-1-1,0-1,0 1,-1-1,1-1,-1 0,-1 0,1 0,-1-1,-1 0,1 0,-1-1,-1 0,4-6,-2-2,0 1,-1-1,-1-1,-1 1,-1 0,0-1,-1 0,-1 0,0 0,-3-17,-30-178,29 196,-41-166,34 154,3 26,5 21,20 209,-11-177,-1-3,-2 2,2 0,3-1,2 0,1 0,3-1,12 24,-24-64,-1 0,1-1,1 1,-1-1,1 0,0 0,1 0,-1 0,1-1,0 0,0 0,1 0,0-1,-1 1,2-1,-1-1,0 1,1-1,-1 0,1-1,0 0,0 0,0 0,0-1,0 0,1 0,-1-1,0 0,0 0,0 0,1-1,-1 0,0-1,2 0,4-6,-1 1,0-1,-1-1,0 0,-1-1,1 0,-2 0,1-1,-2 0,0-1,0 0,-1 0,0-1,-1 0,0 0,-1 0,-1-1,0-1,-2 5,0 0,-1 14,-2 2,3 115,-2-115,1 0,1-1,-1 1,1 0,0-1,0 1,1-1,-1 0,1 0,0 0,1 0,-1 0,1-1,0 1,0-1,0 0,1 0,0-1,2 2,20 8,-1-5</inkml:trace>
  <inkml:trace contextRef="#ctx0" brushRef="#br0" timeOffset="-13621.79">8381 575,'-16'-2,"-5"1,1 4,4 3,12 1,15-1,5-2</inkml:trace>
  <inkml:trace contextRef="#ctx0" brushRef="#br0" timeOffset="-13210.615">8675 0,'-2'21,"0"0,1-1,1 1,1 0,1-1,1 1,4 17,-3-16,133 646,-126-611,-2-7,2 0,2-1,2 0,5 6,-19-51,0-1,1 1,-1 0,1-1,-1 1,1-1,0 1,1-1,-1 0,0 0,1 0,0 0,-1 0,1-1,0 1,1-1,-1 0,0 0,1 0,-1 0,1-1,-1 1,1-1,0 0,0 0,0 0,-1-1,1 1,0-1,0 0,3 0,3-5,1-1,-1 0,0-1,-1 0,1 0,-1-1,-1 0,0-1,0 1,0-2,-1 1,4-9,-5 11,92-141,-98 147,0 1,0-1,0 1,0-1,0 1,0 0,1-1,-1 1,0-1,0 1,0 0,1-1,-1 1,0 0,0-1,1 1,-1 0,0-1,1 1,-1 0,1-1,-1 1,0 0,1 0,-1 0,0-1,1 1,-1 0,1 0,-1 0,1 0,-1 0,1 0,-1 0,0 0,1 0,-1 0,1 0,-1 0,1 0,-1 0,0 0,1 1,-1-1,1 0,-1 0,0 0,1 1,-1-1,1 0,-1 0,0 1,1-1,-1 0,0 1,0-1,1 1,-1-1,0 0,0 1,0-1,1 1,-1-1,0 0,0 1,0-1,0 1,6 36,-5-29,28 100,-27-104,1 1,-1-1,1 0,-1 0,1-1,0 1,1-1,-1 1,1-1,-1 0,1 0,0-1,0 1,0-1,0 0,1 0,-1 0,1-1,-1 1,1-1,0 0,2 0,21-1,-3-5</inkml:trace>
  <inkml:trace contextRef="#ctx0" brushRef="#br0" timeOffset="-12945.267">9344 736,'-16'-4,"-12"-5,-1 0</inkml:trace>
  <inkml:trace contextRef="#ctx0" brushRef="#br0" timeOffset="-12663.994">8703 629,'20'-2,"19"-4,18 1,15-3,12 1,9 0,5 0,0 1,-18 2</inkml:trace>
  <inkml:trace contextRef="#ctx0" brushRef="#br0" timeOffset="-12662.994">9745 884,'5'18,"1"12,0 9,1 2,-1-1,1-6,2-8,1-11,-1-8</inkml:trace>
  <inkml:trace contextRef="#ctx0" brushRef="#br0" timeOffset="-12418.854">9718 442,'-11'7,"-2"6,6 2,5-2</inkml:trace>
  <inkml:trace contextRef="#ctx0" brushRef="#br0" timeOffset="-11291.834">9999 1004,'26'-29,"147"-183,-157 189,-2 0,0-2,-1 0,-2 0,0-1,-2 0,-1-1,3-19,-10 41,1-1,-1 0,0 0,0 0,-1 1,1-1,-1 0,-1 0,1 0,-1 0,0 0,0 1,-1-1,0 0,0 1,0-1,0 1,-2-2,2 6,0 0,0 0,0 0,0 0,0 1,0-1,-1 1,1-1,0 1,0 0,0 0,-1 0,1 0,0 0,0 0,0 0,-1 1,1-1,0 1,0 0,0 0,0 0,0 0,0 0,0 0,0 0,1 0,-1 1,0-1,1 1,-1 0,1-1,-1 1,1 0,0 0,0 0,0 0,0 0,-1 1,-10 18,1 0,0 1,2 1,0-1,2 2,1-1,0 1,2 0,1 0,0 0,2 14,-2-10,0 0,3 1,0-1,2 1,0-1,2 0,2 0,0 0,2-1,1 0,1 0,1-1,2 0,9 13,-18-31,1-1,0 0,1-1,0 1,0-1,0 0,1-1,0 1,0-1,0-1,0 1,1-1,0-1,0 1,0-1,0-1,0 1,1-1,-1-1,1 0,-1 0,1-1,0 0,-1 0,1-1,0 0,-1 0,1-1,-1 0,0-1,0 0,0 0,0-1,0 1,-1-2,7-4,-5-1,0 0,-1-1,0 0,0-1,-1 0,-1 0,0 0,-1-1,0 0,-1 0,0 0,-1 0,-1-1,0 1,-1-1,0 0,-1 1,-1-1,0 0,-1-3,2 12,0 1,-1 0,1-1,-1 1,1 0,-2 0,1-1,0 1,-1 0,1 0,-1 0,0 1,-1-1,1 0,-1 1,1-1,-4-1,4 5,0 1,0-1,0 1,0 0,0 0,0 0,1 0,-1 0,0 0,0 1,1-1,-1 1,1-1,-1 1,1 0,0-1,-1 1,1 0,0 0,0 0,0 0,1 0,-1 0,0 0,1 0,-1 0,1 0,0 0,0 0,0 2,-3 4,2 0,-1 0,1 1,1-1,-1 0,1 1,1-1,0 1,0-1,0 0,1 0,0 0,1 0,0 0,0 0,1-1,0 1,0-1,1 0,-1 0,2 0,-1-1,1 0,0 0,0 0,0-1,1 0,0 0,0-1,2 1,13 5,0-2,1-1,0 0,0-2,1-1,-1 0,1-2,0-1,-1-1,11-1,66-3</inkml:trace>
  <inkml:trace contextRef="#ctx0" brushRef="#br0" timeOffset="-17234.755">1417 669,'-6'74,"3"1,3-1,8 52,-1-12,-5-31,-2-38,1-1,3 1,8 33,-12-73,1 0,0 0,0-1,1 1,-1 0,1-1,0 1,0-1,0 0,1 0,-1 0,1 0,0 0,1 0,-1-1,0 0,1 1,0-1,0-1,0 1,0 0,0-1,0 0,1 0,-1 0,1-1,-1 1,1-1,0 0,0-1,-1 1,1-1,0 0,1 0,13-4,1-1,-2-1,1 0,-1-2,0 0,0-1,-1-1,0 0,-1-2,0 0,13-12,18-16</inkml:trace>
  <inkml:trace contextRef="#ctx0" brushRef="#br0" timeOffset="-16984.871">1109 1043,'23'3,"23"-3,25-4,20-10,15-3,11-2,2 0,-4 3,-22 4</inkml:trace>
  <inkml:trace contextRef="#ctx0" brushRef="#br0" timeOffset="-16708.408">2125 1244,'-4'8,"-1"-1,2 1,-1 0,1 0,0 0,1 1,0-1,0 1,1-1,0 1,0-1,1 1,1 0,-1-1,2 7,-1-12,1-1,-1 0,0 0,1 0,0 0,0 0,-1 0,1-1,0 1,0 0,0-1,1 0,-1 1,0-1,0 0,1 0,-1 0,1-1,-1 1,1 0,-1-1,1 0,-1 1,1-1,-1 0,1-1,0 1,-1 0,1-1,0 1,75-24,-66 19,-1 0,0-1,0-1,0 0,-1 0,0-1,-1 0,1-1,-1 0,-1 0,0-1,0 0,-1-1,-1 1,1-1,0-4,-6 11,0 0,0 0,0 0,0 0,-1 0,0 0,0 0,0 0,0-1,-1 1,1 0,-1 0,0 0,0 0,-1 1,1-1,-1 0,0 0,0 1,0-1,0 1,-1 0,1-1,-1 1,0 0,0 1,0-1,0 0,-1 1,1 0,-1 0,1 0,-3-2,-1 1,1-1,0 2,-1-1,0 1,1 0,-1 0,0 1,0 0,0 0,0 1,0 0,0 0,0 0,0 1,0 0,0 0,-4 3,6-3,1 1,0 0,0 1,0-1,0 1,0 0,1 0,-1 0,1 0,0 1,0-1,0 1,0 0,1 0,-1 0,1 0,0 0,0 0,1 1,-1-1,1 1,0-1,0 1,0-1,1 1,0 0,0 0,0-1,0 1,1-1,0 1,0 0,0-1,0 1,1-1,0 0,0 1,0-1,0 0,1 1,26 31,3-7</inkml:trace>
  <inkml:trace contextRef="#ctx0" brushRef="#br0" timeOffset="-15887.406">2861 1150,'-8'-5,"0"1,0-1,-1 1,1 1,-1 0,0 0,0 0,0 1,0 0,0 1,0 0,-1 1,1 0,0 0,0 1,-1 0,1 1,0 0,0 0,0 1,1 0,-1 0,1 1,-1 0,1 1,0 0,1 0,-1 1,1 0,0 0,1 1,-1-1,1 1,1 1,-1-1,1 1,1 0,-1 0,1 1,2-6,0 0,0 0,0 0,1 0,-1 1,1-1,-1 1,1-1,0 1,1-1,-1 1,1 0,-1-1,1 1,0 0,1-1,-1 1,0-1,1 1,0 0,0-1,0 1,0-1,1 0,-1 1,1-1,0 0,0 0,0 0,0 0,1 0,-1-1,1 1,0-1,-1 1,1-1,0 0,1 0,-1 0,0-1,0 1,4 0,4-1,0-1,0-1,0 0,0 0,0-1,0-1,0 1,-1-2,1 0,-1 0,0-1,0 0,0 0,-1-1,0-1,0 0,-1 0,1 0,-2-1,1 0,-1-1,3-5,-4 8,0-1,-1 0,0 0,0 0,-1 0,0-1,0 0,0 0,-1 0,-1 0,1-2,-10 49,7-27,1 0,0 1,0-1,2 0,-1 0,2 0,-1 0,2 0,-1-1,2 1,-1-1,2-1,-1 1,1-1,1 0,1 1,-3-5,0 1,1-1,-1 0,1 0,0-1,1 0,0-1,-1 1,1-1,1-1,-1 1,0-2,1 1,0-1,-1 0,1-1,0 0,0 0,0-1,0 0,0-1,7-1,-4-1,0 0,0-1,0-1,0 0,-1 0,0-1,0-1,-1 0,1 0,-1-1,-1 0,0-1,0 0,0 0,-1-1,-1 0,1-2,8-12,-2 0,-1-1,-1 0,-2-1,0 0,-1-1,0-9,1-12,-2 0,-3 0,-1-1,-3 0,-1 0,-3 0,-2 1,-10-40,13 77,1 2,-1 0,1 0,-2-1,1 1,-1 1,-1-1,0 0,0 1,-1-1,1 1,-3-1,7 9,-1 0,0-1,0 1,1 0,-1 0,0-1,0 1,1 0,-1 0,0 0,0 0,0 0,1 0,-1 0,0 0,0 1,1-1,-1 0,0 0,0 1,1-1,-1 0,0 1,1-1,-1 1,0-1,1 1,-1-1,1 1,-1-1,1 1,-1 0,1-1,-1 1,1 0,-1-1,1 1,0 0,0-1,-1 1,1 0,0 0,0-1,0 1,0 0,0 0,0 0,0-1,0 2,-13 38,3 1,1 0,2 0,2 1,2 0,1 6,-2-9,2-1,1 1,2-1,1 1,2-1,2 0,2 0,1 0,2-1,1-1,3 3,-10-30,0 0,1 0,-1-1,2 0,-1 0,1 0,1-1,-1 0,1 0,0-1,1 0,0-1,-1 0,2 0,-1-1,0 0,1 0,0-1,0 0,0-1,0 0,0-1,1 0,-1-1,0 0,1 0,-1-1,0-1,0 1,0-2,0 1,0-2,0 1,2-2,-4 1,1 0,-1 0,0-1,-1 0,1 0,-1-1,0 0,0 0,-1 0,0-1,0 0,0-1,-1 1,0-1,-1 0,1 0,-2-1,1 1,-1-1,0 1,-1-1,0 0,-1 0,0-1,0 1,0 0,-2 0,1 0,-1 0,0 0,-1 0,-1-6,3 14,0-1,-1 1,1-1,0 1,-1-1,1 1,-1-1,1 1,-1 0,0-1,1 1,-1 0,0-1,0 1,0 0,0 0,0 0,0 0,-1 0,1 0,0 0,0 0,-1 0,1 1,-1-1,1 0,0 1,-1-1,1 1,-1 0,1 0,-1-1,0 1,1 0,-1 0,1 0,-1 0,1 1,-1-1,1 0,-1 1,1-1,-1 1,1-1,0 1,-1 0,1-1,0 1,-1 0,1 0,0 0,0 0,0 0,-2 9,1 0,0 0,0 0,1 0,1 1,0-1,0 0,1 0,0 0,1 0,0 0,0 0,1 0,1-1,0 1,0-1,0 0,1 0,1 0,1 1,2 2,-1-1,2 0,0 0,0-1,1 0,0-1,0-1,1 1,0-2,1 0,0 0,0-1,0-1,1 0,0-1,0 0,0-1,0-1,0 0,1-1,12 0,17-4</inkml:trace>
  <inkml:trace contextRef="#ctx0" brushRef="#br0" timeOffset="-15611.038">3155 923,'20'0,"28"0,30-4,31-9,30-9,20-7,-17 1</inkml:trace>
  <inkml:trace contextRef="#ctx0" brushRef="#br0" timeOffset="-9587.575">15601 830,'-16'-3,"0"0,0 2,-1 0,1 0,0 2,0 0,0 1,0 0,0 1,0 1,1 1,0 0,0 1,0 0,0 1,1 1,0 1,1 0,0 0,0 1,-5 7,-36 65,52-79,1-1,0 1,0-1,0 1,1-1,-1 1,0-1,1 1,0 0,0-1,0 1,0 0,0 0,0-1,1 1,-1-1,1 1,0 0,-1-1,1 1,1-1,-1 1,0-1,1 0,-1 0,1 1,-1-1,1 0,0 0,0-1,0 1,0 0,0-1,3 2,4 0,1-1,0 0,-1-1,1 0,0-1,0 0,0 0,0-1,-1 0,1-1,0 0,-1-1,1 0,-1 0,0-1,0 0,0-1,-1 0,1 0,0-1,7-3,0-1,-1 0,0-1,-1-1,0 0,-1-1,0 0,-1-1,-1 0,0-1,0 0,-2-1,0 0,-1-1,-1 0,0 0,-1-1,-1 1,-1-1,0 0,-1 0,-1-1,-1 1,-1-1,0-2,-2-1,-1 0,-1 0,-1 0,-1 0,-1 1,0 0,-2 0,0 1,-2 0,-6-8,-13-1,29 28,1 1,-1 0,0 0,0 0,0-1,0 1,0 0,0 0,0 0,0 1,0-1,0 0,1 0,-1 0,0 1,0-1,0 0,0 1,1-1,-1 1,0-1,0 1,1-1,-1 1,0 0,1-1,-1 1,0 0,1-1,-1 1,1 0,-1 0,1 0,0-1,-1 1,1 0,0 0,0 0,-1 0,1 0,0 0,0 0,-4 17,0 1,2-1,0 1,1-1,1 1,1-1,0 1,1 0,2-1,0 23,1-1,3 0,1 0,2-1,2 0,2-1,1 0,1-2,11 15,-23-42,1 0,0 0,1-1,-1 0,2 0,-1 0,1-1,0 0,1-1,-1 1,1-2,1 1,-1-1,1-1,0 0,0 0,0-1,0 0,1-1,-1 0,1-1,-1 0,1 0,0-1,-1-1,1 0,0 0,-1-1,0 0,1-1,-1 0,0-1,0 0,0 0,-1-1,5-4,-5 1,0 0,0-1,-1 0,0-1,0 0,-1 0,-1-1,0 0,0 0,-1 0,-1-1,0 1,0-1,-1 0,-1-1,0 1,0 0,-1-1,-1 1,0-5,-4 42,3-15,1-1,0 1,0-1,1 1,1-1,-1 1,1-1,1 0,0 0,0 0,1 0,0-1,1 1,0-1,0 0,0 0,1-1,0 0,1 0,0 0,0-1,0 0,1 0,0-1,7 5,14 0</inkml:trace>
  <inkml:trace contextRef="#ctx0" brushRef="#br0" timeOffset="-9399.928">16176 562,'6'14,"15"8,3 2</inkml:trace>
  <inkml:trace contextRef="#ctx0" brushRef="#br0" timeOffset="-7273.893">16630 923,'-7'-1,"0"0,-1 0,1 1,0 0,-1 0,1 0,0 1,-1 0,1 1,0 0,0 0,0 0,0 1,1 0,-1 1,1-1,-1 1,1 0,1 1,-1-1,0 1,1 1,0-1,0 1,1-1,0 1,0 1,0-1,0 0,1 1,0 0,1 0,0 0,0 0,0 0,0 4,2-9,-1 0,1 0,0 0,0 0,0 0,0 0,1 0,-1 0,1 0,-1 0,1 0,-1 0,1 0,0 0,0 0,0 0,0-1,0 1,1 0,-1-1,0 1,1-1,-1 0,1 1,0-1,-1 0,1 0,0 0,0 0,-1 0,1 0,0 0,0-1,0 1,2-1,2 1,-1 0,1-1,0 0,-1 0,1 0,-1-1,1 0,0 0,-1-1,1 1,-1-1,4-2,3-1,-1-1,1 0,-1-1,0-1,0 0,-1 0,0-1,-1 0,0 0,0-1,-1-1,0 1,-1-1,0-1,-1 1,1-3,16 44,-14-24,1 0,0-1,0 0,0-1,0 0,0 0,1-1,0 0,0-1,0 0,0-1,0-1,0 1,0-2,0 1,2-2,7 2,0-1,0-1,0-1,0-1,-1-1,0 0,0-2,0 0,5-3,-23 10,0-1,1 0,-1 1,0-1,1 0,-1 0,0 0,0 0,0 0,1 0,-1 0,0 0,0 0,-1 0,1-1,0 1,0 0,-1-1,1 1,0 0,-1-1,0 1,1-1,-1 1,0-1,0 1,1-1,-1 1,0-1,-1 1,1-1,0 1,0-1,-1 1,1-1,-1 1,1 0,-1-1,1 1,-1 0,0-1,0 1,0 0,0 0,0 0,-1-1,-1-2,-1 0,0 0,0 1,0 0,-1 0,1 0,-1 0,0 1,0-1,0 1,0 1,0-1,0 1,-2 1,0 0,0 1,1 0,-1 0,0 1,1 0,-1 0,1 0,0 1,0 0,0 0,0 1,0 0,1 0,-1 0,1 1,0-1,1 1,-1 0,1 1,0-1,0 1,0 0,1 0,0 0,0 0,1 0,-1 3,2-8,1 0,0 1,-1-1,1 0,0 0,-1 1,1-1,0 0,0 1,0-1,0 0,1 1,-1-1,0 0,0 0,1 1,-1-1,1 0,-1 0,1 0,-1 1,1-1,0 0,0 0,-1 0,1 0,0 0,0 0,0-1,0 1,0 0,0 0,0-1,1 1,-1 0,0-1,0 1,0-1,1 0,-1 1,0-1,0 0,1 0,-1 0,0 0,1 0,0 0,65-5,138-42,-201 46,0 0,1 1,-1-1,0 1,1 0,-1 0,1 0,-1 1,0-1,1 1,-1 0,0 0,1 1,-1-1,0 1,0 0,0 0,-1 0,1 1,0-1,-1 1,0 0,1 0,-1 0,0 0,0 2,4 8,0 1,-1 0,0 1,-1-1,-1 1,-1 0,0 0,-1 0,1 13,0-4,19 169,-2 183,-20-361,1 2,-1 1,-1 0,0 0,-1-1,-1 1,-1-1,-3 9,-4-1</inkml:trace>
  <inkml:trace contextRef="#ctx0" brushRef="#br0" timeOffset="-5521.149">17446 1271,'55'-180,"-48"149,-2 0,-1 0,-1-1,-2 1,-1 0,-1-1,-2 1,-1 0,-6-21,9 47,1 5,-1 0,1 0,-1-1,1 1,0 0,-1 0,1-1,0 1,-1 0,1-1,0 1,0 0,-1-1,1 1,0-1,0 1,0 0,-1-1,1 1,0-1,0 1,0-1,0 1,0 0,0-1,0 1,0-1,0 1,0-1,0 1,0-1,0 1,0 0,1-1,-1 1,0-1,0 1,0 0,1-1,-1 1,0-1,0 1,1 0,-1-1,0 1,1 0,-1 0,0-1,1 1,-1 0,1 0,-1-1,0 1,1 0,-1 0,1 0,-1 0,1 0,-1 0,0 0,1 0,-1 0,1 0,154 80,-134-71,87 49,-103-54,-1-1,1 1,-1 0,0 0,0 0,-1 1,1-1,-1 1,0 0,0 0,-1 0,0 0,1 1,-2-1,1 1,-1-1,0 1,0-1,0 1,-1 0,-17 118,17-122,1 1,0 0,-1-1,1 0,1 1,-1-1,0 1,1-1,-1 0,1 0,-1 0,1 0,0 0,0 0,0 0,0-1,0 1,0-1,1 1,-1-1,1 0,-1 0,1 0,-1 0,1-1,-1 1,1 0,-1-1,1 0,0 0,-1 0,1 0,0 0,-1 0,1-1,0 1,-1-1,1 0,1 0,53-5,-1-3,1-2,19-8,-12 3,270-63,-263 52,-71 26,0 0,1 0,-1 0,0-1,1 1,-1 0,0 0,0 0,0-1,0 1,0 0,0 0,-1 0,1-1,0 1,-1 0,1 0,0 0,-1 0,1 0,-1 0,0 0,1 0,-1 0,0 0,0 0,0 0,1 0,-1 0,0 1,0-1,0 0,0 1,0-1,-1 1,1-1,0 1,0-1,0 1,0 0,-1 0,1-1,0 1,0 0,0 0,-1 0,0 0,-45-21,-1 3,0 2,-40-8,83 22,1 1,0-1,-1 1,0 0,1 0,-1 1,1-1,-1 1,0 0,1 0,-1 1,0-1,1 1,-1 0,1 0,-1 1,1-1,0 1,-1 0,1 0,0 0,0 1,0 0,1-1,-1 1,0 1,-1 5,1 1,-1-1,1 1,1 0,0 0,1 0,-1 0,2 1,0-1,0 0,1 1,0-1,0 1,2-1,-1 1,1 0,-1-7,1 0,-1 0,1 0,0 0,0 0,0 0,1 0,-1 0,1-1,0 0,0 1,0-1,0 0,1 0,-1-1,1 1,0-1,0 1,0-1,0-1,0 1,0 0,0-1,1 0,-1 0,0 0,1-1,-1 1,1-1,-1 0,1 0,-1-1,0 1,1-1,-1 0,0 0,1-1,9-2,0 0,-1-1,1-1,-1 0,-1-1,1-1,-1 1,0-2,-1 0,0 0,0-1,-1 0,-1-1,0 0,0-1,-1 0,0 0,-1-1,-1 0,1-1,-3-4,-11 22,4 2,1 1,0 0,0 0,0 0,1 0,0 0,0 1,1-1,-1 0,2 0,-1 0,1 1,0-1,1 0,-1 0,1 0,1 0,0-1,0 1,0-1,0 1,1-1,0 0,1 0,-1-1,1 1,0-1,0 0,1-1,-1 1,1-1,5 3,-1-3,0 0,0-1,1-1,-1 0,1 0,-1-1,1 0,-1-1,1 0,0 0,-1-1,1-1,-1 0,0 0,1-1,-1-1,0 1,-1-2,1 1,-1-1,0-1,0 0,0 0,-1 0,0-1,0-1,-1 1,0-1,0 0,0-1,-2 0,1 0,-1 0,0-1,0-1,0-6,-2 0,1 0,-2-1,0 1,-2-1,1 0,-2 1,-2-16,1 28,0 13,1 16,0 3,1-1,1 1,1-1,1 1,4 11,-5-31,0 0,0 0,0-1,1 1,0-1,0 1,0-1,1 0,0 0,0 0,1-1,0 1,-1-1,2 0,-1-1,1 1,-1-1,1 0,1-1,-1 1,0-1,7 2,-8-3,1-1,-1 1,1-1,0-1,0 1,-1-1,1 0,0 0,0 0,0-1,-1 0,1 0,0-1,-1 1,1-1,-1 0,0-1,1 0,-1 1,0-2,-1 1,1 0,0-1,-1 0,3-3,1-2,0-1,-1 1,0-1,-1 0,0 0,-1-1,0 0,0 0,-1 0,-1-1,0 1,0-3,5-99,-12 152,17 75,-12-110,0 0,1 0,0 1,0-1,0 0,0-1,1 1,0 0,-1-1,1 1,0-1,1 0,-1 0,1 0,-1 0,1-1,0 1,0-1,0 0,0 0,0-1,0 1,1-1,1 0,1 0,0 0,1-1,-1 1,1-2,-1 1,1-1,-1-1,0 1,1-1,-1 0,0-1,0 0,-1 0,1 0,0-1,-1 0,0 0,0-1,0 1,-1-1,4-4,1-1,-1 0,-1-1,0 1,0-2,-1 1,0-1,-1 0,0 0,-1-1,-1 0,2-8,3-49,-17 111,4-18,2 1,1 0,1 0,1 0,3 12,-3-29,0 0,0 0,1 0,1 0,-1 0,1-1,0 1,0-1,1 0,0 0,0 0,0 0,1-1,0 0,0 0,0 0,1 0,0-1,-1 0,6 2,6 1,1-1,-1-1,1 0,1-2,-1 0,0-1,1-1,-1 0,1-2,-1 0,0-1,1-1,-1-1,0 0,0-1,-1-1,0-1,0 0,10-7,-16 9,1-1,-1 0,0 0,0-1,-1-1,0 1,0-2,-1 1,0-2,-1 1,0-1,1-1,-10 11,0 1,1 0,-1-1,1 1,-1-1,0 0,0 1,1-1,-1 1,0-1,0 0,1 0,-1 1,0-1,0 0,0 0,0 0,1 0,-1 0,0 0,0 0,0 0,0 0,1-1,-1 1,0 0,0 0,1-1,-1 1,0 0,0-1,1 1,-1-1,0 1,1-1,-1 1,1-1,-1 0,0 1,1-1,-1 0,1 1,0-1,-1 0,1 0,0 1,-1-1,1 0,0 0,0 0,0 1,0-1,-1 0,1 0,0 0,0 0,1 1,-1-1,0 0,0 0,0 0,-2 4,-1 0,1 0,-1 0,1 1,0-1,0 1,0-1,1 1,-1-1,1 1,0 0,0 0,0 0,1 0,-1 0,1-1,0 1,0 0,1 0,-1 0,1 0,-1 0,1 0,1 0,-1-1,0 1,1 0,0-1,0 1,0-1,0 0,0 1,1-1,-1 0,1-1,0 1,0 0,0-1,0 0,1 1,-1-1,0 0,1-1,0 1,-1-1,1 1,2-1,0 1,-1-1,1 0,-1 0,1-1,-1 0,1 0,0 0,-1 0,1-1,-1 0,1 0,-1 0,0-1,1 0,-1 0,0 0,0-1,0 0,-1 0,1 0,-1 0,1-1,-1 0,0 0,0 0,-1 0,1 0,-1-1,0 0,0 0,2-2,-1-1,0 0,0 0,0-1,-1 1,0-1,-1 1,0-1,-1 0,1 0,-2 0,1 0,-1 1,0-1,-1 0,0 0,-1 0,-1-6,1 9,-1 0,1 0,-1 1,0-1,0 1,-1 0,0-1,0 2,0-1,0 0,-1 1,1 0,-1 0,-1 0,1 0,0 1,-1 0,1 0,-1 1,0 0,0 0,0 0,0 0,-1 1,1 0,0 0,0 1,-1 0,1 0,0 0,-1 1,1 0,0 0,0 1,0 0,0 0,-3 1,1 1,0 1,0-1,0 2,0-1,1 1,0 0,0 0,1 1,-1 0,1 0,1 1,0 0,0 0,0 0,1 0,0 1,1-1,0 1,0 0,1 0,0 0,1 1,-1-1,2 0,0 1,0-1,0 0,1 2,1-7,-1 0,1 0,-1 0,1 0,0 0,1 0,-1-1,1 1,0-1,-1 1,1-1,1 0,-1 0,0-1,1 1,-1-1,1 1,0-1,0 0,0-1,0 1,0-1,0 1,1-1,-1-1,0 1,1-1,-1 1,0-1,1 0,-1-1,0 1,3-1,33-4</inkml:trace>
  <inkml:trace contextRef="#ctx0" brushRef="#br0" timeOffset="-5275.817">20400 468,'-14'-9,"-11"-3,-6 1,-2 4,2 8,7 9,6 8,8 9,9 7,10 3,2-3</inkml:trace>
  <inkml:trace contextRef="#ctx0" brushRef="#br0" timeOffset="-5107.454">20440 977,'5'18,"5"10,9 4,10-2,11-7,15-6,18-11,20-16,16-14,-9-5</inkml:trace>
  <inkml:trace contextRef="#ctx0" brushRef="#br0" timeOffset="1855.774">1604 2421,'2'20,"3"19,3 11,3 8,1 2,1-5,1-7,0-12,-2-12</inkml:trace>
  <inkml:trace contextRef="#ctx0" brushRef="#br0" timeOffset="2309.325">1496 2260,'33'-10,"-1"1,1 2,0 1,0 1,1 2,-1 2,1 1,10 2,-34-2,1 1,-1 1,0-1,1 2,-1-1,0 2,0-1,0 1,-1 1,1 0,-1 0,0 0,-1 1,1 1,-1 0,-1 0,1 0,-1 1,0 0,-1 0,0 1,0 0,-1 0,4 9,-4-2,0 0,-1 1,-1-1,-1 1,-1 0,0 0,-1 5,1-11,-2-10,1 0,0-1,0 1,0 0,0 0,-1-1,1 1,0 0,0 0,0-1,1 1,-1 0,0 0,0-1,0 1,0 0,1-1,-1 1,0 0,1-1,-1 1,1-1,-1 1,0 0,1-1,-1 1,1-1,0 1,-1-1,1 1,-1-1,1 0,0 1,-1-1,1 0,0 1,-1-1,1 0,24-18,57-107,-82 124,0 0,1 0,-1 1,1-1,-1 0,0 0,1 1,-1-1,1 0,0 1,-1-1,1 1,-1-1,1 1,0-1,-1 1,1-1,0 1,0-1,0 1,-1 0,1 0,0-1,0 1,0 0,-1 0,1 0,0 0,0 0,0 0,0 0,0 0,-1 0,1 0,0 1,0-1,0 0,-1 0,1 1,0-1,0 1,-1-1,1 0,0 1,-1 0,1-1,0 1,0 0,26 41,-19-28,0-1,0-1,2 1,-1-2,2 1,0-2,0 1,0-1,2-1,-1 0,1-1,0 0,1-1,0-1,0 0,0-1,1 0,9 1,129 15,-81-17</inkml:trace>
  <inkml:trace contextRef="#ctx0" brushRef="#br0" timeOffset="2914.445">3702 2060,'-23'5,"-1"1,1 1,0 1,0 1,1 1,0 1,1 1,0 1,1 1,1 1,0 0,1 1,-13 16,28-30,1 0,-1 0,1 1,0-1,0 0,0 1,0-1,0 1,1 0,-1 0,1-1,0 1,0 0,0 0,0 0,0 0,1 0,-1 1,1-1,0 0,0 0,0 0,0 0,1 0,-1 0,1 1,0-1,0 0,0 0,0-1,0 1,1 0,-1 0,1-1,0 1,0 0,0-1,1 1,9 5,1-1,-1 0,2-1,-1-1,1 0,0-1,0 0,0-1,9 0,-14-1,330 61,-270-32,-68-30,1 0,-1 1,1-1,-1 0,1 1,-1-1,0 1,0-1,1 1,-1 0,-1-1,1 1,0 0,0 0,-1-1,1 1,0 0,-1 0,0 0,0 0,1 0,-1 0,0 0,-1 0,1 0,0 0,0 0,-1-1,1 1,-1 0,0 0,0 0,1 0,-1-1,0 1,-1 0,-6 7,0 0,-1-1,0 0,0 0,-1-1,0 0,0-1,-1 0,0-1,0 0,0-1,-10 3,-151 38,151-43,30-18,11 1</inkml:trace>
  <inkml:trace contextRef="#ctx0" brushRef="#br0" timeOffset="3215.299">4572 2247,'-288'-12,"270"12,0 1,-1 1,1 1,0 0,0 1,1 1,-5 3,16-6,0 0,1 1,-1 0,1 0,0 0,0 1,0 0,1 0,-1 0,1 0,0 1,0-1,0 1,1 0,-1 1,1-1,1 0,-1 1,1 0,0-1,0 1,0 0,1 2,1 4,0-1,1 1,0 0,1-1,0 1,1-1,0 1,1-1,0 0,1 0,0-1,1 0,0 1,1-2,0 1,0-1,1 0,0-1,1 0,-1 0,2 0,-1-2,1 1,0-1,0 0,1-1,0 0,0-1,9 2,4 2,1-1,0-1,0-1,0-1,1-2,0 0,-1-2,1-1,-1-1,1-1,-1-1,0-1,0-2,5-2,27-11</inkml:trace>
  <inkml:trace contextRef="#ctx0" brushRef="#br0" timeOffset="4112.372">5147 2193,'2'21,"1"15,2 11,0 7,2 5,-1 2,2-1,-1-3,-2-4,-2-8,-1-13,-1-16,0-12</inkml:trace>
  <inkml:trace contextRef="#ctx0" brushRef="#br0" timeOffset="4376.669">4773 2140,'13'-3,"19"0,21-2,21-2,15-3,9-2,3 0,-6 1,-12 0,-19 2,-19 6,-25 4,-15 3</inkml:trace>
  <inkml:trace contextRef="#ctx0" brushRef="#br0" timeOffset="6899.4">6029 2300,'-5'3,"2"0,2-1,5 1,3-2,1-2,-1-4,-5 0,-4 0,-6 3,-5 7,-4 6,-1 7,-3 7,2-1</inkml:trace>
  <inkml:trace contextRef="#ctx0" brushRef="#br0" timeOffset="7166.202">6109 2715,'13'18,"10"11,3 7,-3 6,-6 6,-9 5,-23 11,-32 14,-7-7</inkml:trace>
  <inkml:trace contextRef="#ctx0" brushRef="#br0" timeOffset="8098.692">333 4426,'7'11,"9"6,13 1,16-3,13-9,13-10,13-9,9-6,9-5,-15 1</inkml:trace>
  <inkml:trace contextRef="#ctx0" brushRef="#br0" timeOffset="9720.705">2219 4212,'-2'16,"-1"14,2 12,4 6,4 4,0-2,-1-1,-1-8,-2-10</inkml:trace>
  <inkml:trace contextRef="#ctx0" brushRef="#br0" timeOffset="10224.183">2018 4065,'2'-9,"0"0,1 1,0-1,1 1,0 0,0 0,1 0,0 1,0-1,0 1,1 1,0-1,1 1,0 0,-1 0,2 1,-1 0,1 0,0 0,0 1,0 1,7-3,7-5,1 1,0 2,0 0,1 1,0 2,0 0,0 2,0 0,1 2,3 0,-16 2,0-1,0 1,0 1,-1 0,1 1,0 0,-1 1,0 0,1 1,-2 0,1 0,-1 2,1-1,-2 1,1 0,-1 1,0 0,-1 1,0 0,0 0,3 6,0 7,0 1,-1 1,-2-1,0 1,-2 1,0 0,-2-1,-1 1,-1 1,-1-1,-1 1,11 94,-11-120,10 39,-10-38,0 0,0-1,0 1,0 0,1 0,-1-1,0 1,1 0,-1 0,1-1,-1 1,1 0,-1-1,1 1,-1-1,1 1,-1 0,1-1,0 0,0 1,-1-1,1 1,0-1,-1 0,1 1,0-1,0 0,0 0,-1 0,1 0,0 1,0-1,0 0,-1 0,1-1,0 1,0 0,0 0,-1 0,1 0,0-1,0 1,0-1,5-4,0 0,-1-1,1 0,-1 0,-1-1,1 0,-1 0,0 0,0 0,-1 0,0-1,0 1,0-6,6-15,-1-1,-2 0,0 0,0-21,-4 69,1-1,1 1,0-1,1 0,2-1,-1 1,2-1,0 0,6 6,-7-12,2-1,-1 0,1-1,0 0,1 0,0-1,1 0,0 0,0-1,0-1,1 0,0-1,0 0,0-1,1 0,-1-1,1 0,0-1,0 0,0-1,0-1,0 0,1-1,-1 0,0-1,-1 0,6-3,47-13,-10-4</inkml:trace>
  <inkml:trace contextRef="#ctx0" brushRef="#br0" timeOffset="19789.749">19504 3824,'12'21,"7"19,2 20,-6 16,-14 12,-21 12,-8-10</inkml:trace>
  <inkml:trace contextRef="#ctx0" brushRef="#br0" timeOffset="14878.935">10962 3571,'0'15,"0"18,2 16,6 15,3 14,5 11,1 9,1 5,-3 4,-4 0,-7-3,-7-7,-5-21</inkml:trace>
  <inkml:trace contextRef="#ctx0" brushRef="#br0" timeOffset="15198.014">10735 3878,'45'-17,"1"2,1 3,1 1,-1 2,1 3,1 2,26 1,-68 3,11-2,1 0,-1 2,1 1,-1 0,0 1,1 1,-1 0,0 2,12 4,-28-8,0-1,0 1,0 0,0 0,0 0,0 0,0 1,0-1,0 0,0 1,-1-1,1 1,-1 0,1-1,-1 1,0 0,0 0,1 0,-1 0,-1 0,1 0,0 1,0-1,-1 0,1 0,-1 0,0 1,0-1,0 0,0 0,0 1,0-1,0 0,-1 0,1 1,-1-1,0 0,1 0,-1 0,0 0,0 0,-1 0,1 0,-1 1,-7 8,0-1,-1 0,0 0,0-1,-1 0,-1-1,1-1,-1 0,0 0,-1-1,1 0,-1-1,-1-1,1 0,0-1,-2 0,14-2,-1-1,1 1,-1 0,1-1,-1 1,1-1,-1 1,0-1,1 0,-1 0,0 0,1 0,-1 0,1 0,-1 0,0 0,1 0,-1-1,1 1,-1-1,1 1,-1-1,1 0,-1 0,1 0,-1 1,1-1,0 0,0-1,-1 1,1 0,0 0,0 0,0-1,0 1,1-1,-2 0,11-17,6-1</inkml:trace>
  <inkml:trace contextRef="#ctx0" brushRef="#br0" timeOffset="15915.096">11577 3958,'8'-11,"0"0,-1 0,0 0,-1-1,0 0,0 0,-2-1,1 1,-2-1,0 0,0 0,-1-1,-1 1,0 0,-1-1,0 1,-1 0,0 0,-1-1,-1 1,0 0,-1 0,0 1,-1-1,-5-7,9 14,12 14,8 1,0-1,1 0,0-2,0 0,1-2,-1 0,102 32,-118-33,0-1,0 1,-1 0,1 0,-1 0,0 1,0-1,0 1,-1 0,1 0,-1 0,0 0,0 0,0 0,-1 1,1-1,-1 1,0-1,0 1,-1-1,1 1,-1-1,0 1,0 0,-1-1,1 1,-1-1,0 1,-1 0,1-1,0 0,0 0,0 0,1 0,-1 0,1 1,0-1,0 0,0 0,1 0,0 0,-1 0,1 0,1 0,-1 0,0 0,1 0,0-1,0 1,0 0,1-1,-1 0,1 0,-1 1,1-1,0-1,0 1,1 0,-1-1,1 0,-1 0,1 0,0 0,-1 0,4 0,9 0,1-2,-1 1,1-2,0 0,-1-2,0 1,1-2,-1 0,0-1,-1-1,1 0,-1-1,-1-1,1 0,-1-1,0 0,50-27,-46 68,-15-27,0 1,0-1,0 0,1 0,0 0,0-1,0 1,0-1,1 0,0 0,-1-1,1 1,1-1,-1 0,0-1,1 1,0-1,-1 0,1 0,0-1,0 0,5 1,0-1,0 1,0-2,0 0,-1 0,1-1,0 0,0-1,0 0,-1 0,1-1,-1-1,5-2,-9 4,-1 0,0-1,1 1,-1-1,-1 0,1 0,0 0,-1-1,1 0,-1 0,0 0,0 0,-1-1,1 1,-1-1,0 0,0 0,-1 0,1 0,-1-1,0 1,-1-1,1 1,-1-1,0 0,-1 1,1-1,-1 0,0 0,-1 1,1-1,-1 0,0 1,-1-1,1 0,-1 1,0 0,0-1,-1 1,-2-3,0 2,0 1,-1 0,0 0,0 0,0 1,0 0,-1 0,0 0,0 1,0 0,0 1,0-1,0 1,-1 1,1 0,-1 0,1 0,-1 1,-4 0,7 0,0 0,-1 1,1-1,0 1,0 1,0-1,0 1,0 0,0 0,0 0,1 1,-1-1,1 1,0 0,-1 1,2-1,-1 1,0-1,1 1,-1 0,1 1,0-1,0 0,1 1,0 0,-1 0,1-1,0 4,1-3,-1 0,1 0,0 0,1 1,0-1,-1 0,2 1,-1-1,1 0,-1 0,1 1,1-1,-1 0,1 0,0 0,0 0,0 0,1-1,0 1,0-1,0 0,0 0,1 0,-1 0,1 0,0-1,3 3,4 2,0-1,0 0,1 0,0-1,0-1,0 0,1-1,0 0,0-1,10 1,45 1,-4-6</inkml:trace>
  <inkml:trace contextRef="#ctx0" brushRef="#br0" timeOffset="16277.516">13034 3865,'9'-8,"0"0,0 0,-1-1,0 0,0-1,-1 0,4-7,-9 14,0 0,-1 0,0 0,1 0,-1-1,0 1,-1 0,1-1,0 1,-1 0,0-1,0 1,0 0,0-1,0 1,-1-1,0 1,1 0,-1 0,0-1,-1 1,1 0,-1 0,1 0,-1 0,0 0,0 1,0-1,-1 0,1 0,0 1,0 0,0 0,-1 0,1 0,-1 0,1 0,-1 1,0-1,1 1,-1-1,0 1,0 0,0 1,0-1,0 0,0 1,0-1,0 1,0 0,-1 0,1 0,0 1,0-1,0 1,0 0,0 0,0 0,-1 0,-3 3,1-1,0 1,0 0,0 0,0 1,0 0,1 0,0 0,0 1,1 0,-5 6,4-5,0 1,0 0,0 0,1 0,0 0,1 1,-1-1,2 1,-1 0,2 0,-1 0,1 0,0 8,1-15,0 0,1 0,0 1,-1-1,1 0,0 0,0 0,0-1,0 1,0 0,0 0,1 0,-1-1,1 1,-1-1,1 1,0-1,-1 0,1 1,0-1,0 0,0 0,0 0,0-1,0 1,0 0,0-1,0 1,0-1,0 0,1 0,-1 1,0-2,2 1,76-11,-75 10,19-4,-14 1,1 0,0 1,-1 0,1 1,0 0,0 1,1 0,-1 1,0 0,0 1,0 0,0 1,0 0,0 1,0 0,-1 1,1 0,-1 0,3 3,-2 2,0 1,-1 0,0 1,-1 0,0 0,-1 1,0 0,0 1,-2 0,0 0,0 0,1 6,40 171,-30-72,-6 0,-5 1,-7 68,0-172,1-13</inkml:trace>
  <inkml:trace contextRef="#ctx0" brushRef="#br0" timeOffset="16749.97">13609 3985,'15'-51,"-3"0,-2-1,-2 0,-1-17,-6-60,-1 123,-1 5,1 0,0 0,-1 0,1 0,0 1,0-1,-1 0,1 0,0 0,0 0,0 0,0 0,0 0,0 0,0 0,1 0,-1 0,0 0,0 0,1 1,-1-1,0 0,1 0,-1 0,1 0,0 1,-1-1,1 0,-1 0,1 1,0-1,0 1,-1-1,1 0,0 1,0 0,0-1,0 1,-1-1,1 1,0 0,0 0,1-1,130 38,-101-28,-14-5,1 1,-1 0,0 2,-1-1,0 2,0 0,0 1,-1 1,1 2,-12-8,0 1,-1-1,1 1,-1 0,0 1,0-1,-1 0,0 1,0 0,0-1,-1 1,1 0,-1 0,-1 0,1 0,-1 0,0 0,-1 0,1 0,-1 0,0 0,-2 3,0 49,3-55,1-1,-1 1,0 0,1 0,0 0,0 0,0-1,0 1,0 0,0-1,1 1,-1-1,1 1,0-1,0 0,0 0,0 0,0 0,0 0,0 0,1 0,-1-1,1 1,-1-1,1 0,-1 0,1 0,0 0,0 0,0 0,-1-1,2 1,94-4,-54-6</inkml:trace>
  <inkml:trace contextRef="#ctx0" brushRef="#br0" timeOffset="17143.756">14572 3771,'0'-2,"1"-1,1 0,-1 0,0 0,0 0,-1-1,1 1,-1 0,1-1,-1 1,0 0,0-1,-1 1,1 0,-1 0,0-1,1 1,-1 0,-1 0,1 0,0 0,-1 0,0 0,1 0,-1 1,0-1,0 0,-1 1,1 0,-1-1,1 1,-1 0,1 0,-2 0,-4 1,1 0,0 1,0 0,0 1,0-1,0 1,-1 1,1-1,1 1,-1 1,0-1,0 1,1 0,0 0,-1 1,1 0,1 0,-1 1,1-1,-3 4,5-6,0 0,0 0,0 0,0 1,1-1,-1 1,1 0,0-1,-1 1,1 1,1-1,-1 0,0 0,1 1,0-1,0 0,0 1,0-1,0 1,1 0,-1-1,1 1,0 0,0-1,0 1,1-1,-1 1,1 0,0-1,0 1,0-1,1 0,-1 1,1-1,0 0,0 0,0 0,0 0,0 0,3 2,2-3,0 1,1-1,-1 0,1 0,0-1,0 0,-1-1,1 0,0 0,0 0,0-1,-1 0,1-1,0 0,-1 0,1 0,-1-1,0 0,0-1,0 0,0 0,-1 0,1-1,-1 0,0 0,-1 0,1-1,-1 0,0 0,-1 0,1-1,-1 1,-1-1,1 0,1-4,-4-16,0 26,-1 1,0 0,0-1,0 1,0 0,0-1,0 1,0 0,0-1,0 1,0 0,0-1,0 1,0 0,0-1,0 1,0 0,0-1,-1 1,1 0,0-1,0 1,0 0,-1-1,1 1,0 0,0 0,0-1,-1 1,1 0,0 0,-1 0,1-1,0 1,-1 0,1 0,0 0,-1 0,1 0,0-1,-1 1,1 0,0 0,-1 0,1 0,0 0,-1 0,1 0,0 0,-1 0,1 1,0-1,-1 0,1 0,0 0,-1 0,1 0,0 1,-1-1,1 0,0 0,0 0,-1 1,1-1,0 0,0 1,-3 3,0 0,1 0,0 0,0 1,0-1,1 1,0-1,-1 1,1 0,1-1,-1 1,1 0,0 0,0 0,0-1,1 1,1 4,-1-3,1 0,1 0,-1-1,1 1,0-1,1 0,-1 0,1 0,0 0,0-1,0 0,1 1,-1-1,1-1,0 1,0-1,1 0,-1 0,1 0,-1-1,1 0,0 0,0-1,0 1,0-1,0 0,0-1,5 0,28 3</inkml:trace>
  <inkml:trace contextRef="#ctx0" brushRef="#br0" timeOffset="18708.389">14946 3650,'-1'10,"1"0,0 0,0 0,1 0,1 0,0-1,0 1,1-1,0 1,0-1,1 0,1 0,-1 0,1-1,1 1,0-1,0-1,0 1,2 0,-4-3,0 0,0 0,0 0,1 0,0-1,0 1,0-1,1-1,-1 1,1-1,0 0,0 0,0-1,0 1,0-1,1-1,-1 1,1-1,-1 0,1-1,0 0,-1 0,1 0,-1-1,1 1,-1-2,1 1,-1-1,0 0,6-2,-3-3,0 0,0-1,-1 0,1-1,-2 0,1 0,-1 0,-1-1,0 0,0 0,-1-1,0 1,-1-1,0 0,-1 0,0-1,-1 1,0-1,-1 0,0 1,-1-1,-11 70,10-52,-1 0,1 1,1-1,-1 0,1 0,0 1,1-1,0 0,-1 0,2 1,-1-1,1 0,0 0,0-1,1 1,0 0,0-1,0 1,0-1,1 0,0 0,0 0,1-1,-1 1,1-1,0 0,0-1,0 1,1-1,-1 0,1 0,1 0,3-1,0-1,0 0,1 0,-1-1,0-1,0 0,0 0,0-1,0 0,0 0,0-1,-1-1,1 0,-1 0,0-1,0 0,-1 0,1-1,-1 0,0-1,-1 0,1 0,-2 0,1-1,-1 0,0 0,0-1,-1 0,-1 0,1 0,-1 0,-1-1,2-4,-8-29,-5 61,6-8,2 1,-1-1,1 1,0-1,1 0,1 1,-1-1,2 0,-1 0,2 0,-1 0,1 0,0-1,1 0,1 1,-3-5,0 1,1-1,0 0,0 0,0 0,1 0,0-1,0 0,0 0,0 0,0-1,1 1,0-1,0-1,0 1,0-1,0 0,0 0,0-1,1 0,-1 0,1 0,-1-1,7 0,-3-2,0 0,0 0,0-1,-1 0,1-1,-1 0,0 0,0-1,0 0,0-1,-1 0,0 0,0-1,-1 0,0 0,0-1,2-3,14-19,-2 0,-1-2,-2 0,1-4,-19 36,0 1,0-1,0 0,0 0,0 0,0 1,0-1,0 0,0 0,0 1,0-1,0 0,0 0,0 0,0 1,0-1,0 0,0 0,0 0,0 1,0-1,1 0,-1 0,0 0,0 0,0 1,0-1,1 0,-1 0,0 0,0 0,0 0,0 0,1 1,-1-1,0 0,0 0,0 0,1 0,-1 0,0 0,0 0,1 0,-1 0,0 0,0 0,0 0,1 0,-1 0,0 0,0 0,0 0,1 0,-1-1,0 1,0 0,0 0,1 0,-1 0,0 0,0 0,0-1,5 34,-2-13,0-9,0 0,1 0,1-1,-1 1,2-1,-1 0,1-1,1 1,0-1,0 0,1-1,0 0,0 0,1-1,0 0,0 0,1-1,-1 0,1-1,1 0,0 0,11 3,0 0,1-1,0-2,0 0,0-1,0-2,1 0,-1-1,21-3,-22 1,-1-1,-1-1,1-1,0 0,-1-2,0 0,0-2,-1 0,0-1,0-1,-1 0,0-2,-1 0,0-1,-1 0,-1-2,0 0,-1 0,0-1,-1-1,-1 0,-1-1,3-8,-3-13,-1-1,-3 0,-1 0,-2-1,-1 0,-3 0,-1 0,-2 1,-2-1,-4-15,-5-47,-5 0,-25-77,43 175,0 1,0-1,0 1,0 0,0 0,-1-1,0 1,0 0,0 0,0 1,-1-1,1 0,-1 1,0-1,0 1,-1 0,1 0,-1 0,1 3,1 1,-1-1,1 1,0 0,-1 0,1 0,0 0,-1 0,1 0,0 1,0-1,0 1,0-1,0 1,1 0,-1 0,0 0,1 0,-1 0,1 0,0 0,0 1,0-1,0 0,0 1,0 1,0-2,-19 46,1 0,3 2,2 0,2 1,3 0,0 13,0-22,1 1,3-1,1 2,2-1,2 0,2 1,2-1,1 0,3-1,4 11,-8-42,1 0,0 0,1-1,0 1,1-1,0-1,0 1,1-1,1 0,-1-1,1 0,1 0,-1-1,1-1,0 1,1-1,0-1,0 0,0-1,0 0,1 0,0-1,-1-1,1 0,0-1,0 0,1-1,7 0,-1-1,0-1,0 0,0-2,0 0,-1-2,1 0,-1 0,0-2,-1 0,0-1,0-1,-1-1,-1 0,1-1,-2 0,0-1,0-1,-1-1,-1 1,-1-2,0 0,4-8,5-42,-20 66,0 1,-1-1,1 1,0-1,0 1,-1-1,1 1,0-1,0 1,-1-1,1 1,-1-1,1 0,0 1,-1-1,1 0,-1 1,1-1,-1 0,1 0,-1 1,1-1,-1 0,1 0,-1 0,1 0,-1 0,1 0,-1 1,0-1,1 0,-1-1,1 1,-1 0,1 0,-1 0,1 0,-1 0,1-1,-1 1,1 0,-1 0,1-1,-1 1,1 0,-1-1,1 1,-1 0,1-1,0 1,-1-1,1 1,0 0,0-1,-1 1,1-1,0 1,0-1,-1 0,1 1,0-1,0 0,-4 7,1-1,-1 1,1 0,1 0,-1 0,1 0,0 1,0-1,1 0,0 1,0-1,0 1,1-1,0 1,0 0,1-1,0 1,0-1,0 1,1-1,0 0,0 0,1 1,0-2,0 1,0 0,1 0,-1-1,1 0,1 0,-1 0,1 0,0-1,0 0,0 0,0 0,1 0,-1-1,1 0,0 0,0-1,1 0,-1 0,0 0,4 0,-1-2,0 0,0-1,0 0,0 0,-1-1,1 0,0-1,-1 0,1 0,-1-1,0 0,0-1,-1 1,1-2,-1 1,0-1,0 0,-1 0,1-1,-1-1,14-16,-1-1,-1 0,-1-2,-1 0,0-5,-16 32,1 0,-1 0,0 0,0 1,1-1,-1 0,0 0,0 0,1 0,-1 1,0-1,1 0,-1 0,0 0,0 0,1 0,-1 0,0 0,1 0,-1 0,0 0,1 0,-1 0,0 0,0 0,1 0,-1 0,0 0,1-1,-1 1,0 0,0 0,1 0,-1 0,0 0,0-1,1 1,-1 0,0 0,0-1,0 1,1 0,-1 0,0-1,0 1,0 0,0 0,0-1,0 1,1 0,-1-1,0 1,0 0,0 0,0-1,0 1,0 0,0-1,0 1,0 0,0-1,-1 1,1 0,0-1,1 29,-1-23,0 10,10 119,-8-128,-1 0,1-1,0 0,0 1,1-1,-1 0,1 0,1 0,-1-1,0 1,1-1,0 0,0 0,0 0,1 0,-1-1,1 0,0 0,0 0,0 0,0-1,3 1,0-1,0 0,0 0,0 0,0-1,1-1,-1 0,0 0,1 0,-1-1,0 0,0 0,0-1,0-1,0 1,0-1,0 0,-1-1,1 0,-1 0,0-1,2-1,7-7,0 0,-1 0,0-1,-2-1,1-1,-2 0,0 0,2-6,49-97,-42 90,-20 29,0-1,-1 1,1 0,-1 0,1 0,0-1,-1 1,1 0,0 0,-1 0,1 0,-1 0,1 0,0 0,-1 1,1-1,0 0,-1 0,1 0,-1 1,1-1,0 0,-1 1,1-1,-1 0,1 1,-1-1,1 1,-1-1,0 0,1 1,-1 0,1-1,-1 1,0-1,0 1,1-1,-1 1,0 0,0-1,0 1,1-1,-1 1,0 0,0-1,0 1,0 0,0-1,0 1,0 0,57 234,-53-225,1 0,0 0,0-1,1 0,1 0,-1 0,1-1,1 0,0 0,0 0,-5-6,0 1,0-1,0 0,0 0,1 0,-1 0,0-1,1 1,0-1,-1 0,1 0,0 0,-1-1,1 1,0-1,0 0,0 0,-1 0,1-1,0 1,0-1,-1 0,1 0,0 0,-1-1,1 1,-1-1,0 0,1 1,-1-2,26-21,-3-4</inkml:trace>
  <inkml:trace contextRef="#ctx0" brushRef="#br0" timeOffset="18959.705">18382 3142,'-14'0,"-7"3,1 2,3 3,5 1</inkml:trace>
  <inkml:trace contextRef="#ctx0" brushRef="#br0" timeOffset="11611.804">4625 4333,'0'-25,"2"-18,-2 1,-2 0,-2 0,-2 1,-1-1,-3 1,-1-2,9 37,0 1,0 0,0 0,0 0,-1 0,0 0,0 0,0 1,0-1,-1 1,0 0,-4-3,8 6,-1 1,0 0,0-1,1 1,-1 0,0 0,0 0,1-1,-1 1,0 0,0 0,1 0,-1 0,0 0,0 0,1 1,-1-1,0 0,0 0,1 0,-1 1,0-1,0 0,1 1,-1-1,1 1,-1-1,0 1,1-1,-1 1,1-1,-1 1,1 0,-1-1,1 1,-1 0,1-1,0 1,0 0,-1-1,1 1,0 0,0 0,0-1,-1 1,1 0,0 0,0 0,0-1,1 1,-1 0,0 0,0-1,0 1,0 0,1 0,-1-1,0 1,1 0,-1-1,1 1,1 2,0-1,0 1,0-1,0 0,1 0,-1 0,1 0,-1 0,1 0,0-1,0 0,0 1,0-1,0 0,0 0,0-1,0 1,0-1,0 1,0-1,1 0,-1 0,0 0,1-1,31 0,0-2,0-2,-1-1,0-1,1-2,22-5,-33 9,-7 0,1 1,-1 1,1 0,-1 1,1 1,0 1,0 1,6 1,-20-1,1 0,-1 1,1-1,-1 1,1 0,-1 1,0-1,0 1,0 0,0 0,-1 0,1 0,-1 0,0 1,0 0,0 0,0 0,0 0,-1 0,0 0,0 1,0-1,-1 1,1-1,-1 1,0 0,10 129,-11-116,0 10,-1-17,0-1,1 1,1-1,-1 1,2-1,-1 0,2 1,-1-1,1 0,3 6,-5-14,0-1,0 1,0-1,0 0,0 0,0 1,0-1,0 0,0 0,1 0,-1 0,0 0,1-1,-1 1,1 0,-1 0,1-1,-1 1,1-1,0 0,-1 1,1-1,-1 0,1 0,0 0,-1 0,1 0,-1 0,1-1,0 1,-1 0,1-1,-1 1,1-1,-1 0,1 1,0-2,49-39,-41 24,0 0,-1 0,-1-1,0 0,-1 0,-2-1,1 0,-2 0,-1 0,0-1,-2 1,0-1,-1 1,-1-11,1 28,15 63,-10-35,-1 0,1-1,2 1,0-1,2 0,1-1,11 21,-19-41,1 0,-1 0,1 0,0 0,0-1,1 0,-1 1,1-1,0 0,-1-1,1 1,1-1,-1 0,0 1,0-2,1 1,-1-1,1 1,0-1,-1 0,1-1,0 1,-1-1,1 0,0 0,0-1,-1 1,1-1,0 0,-1 0,1-1,-1 1,3-2,5-3,0-1,0 0,-1 0,0-1,-1-1,0 1,0-2,-1 1,0-1,-1-1,0 0,0 0,-1 0,-1-1,2-5,2-3,-2-2,0 1,-1-1,-1 0,-1 0,-1-1,-1 1,-1-16,-9-4,-8 57,11-6,0 1,1 0,1 0,0 0,0 0,1 0,0 0,1 0,0 1,0-1,1 0,1 0,0 0,0 0,1 0,0 0,1-1,0 1,0-1,1 0,0 0,1-1,0 1,0-1,1-1,0 1,0-1,1 0,7 0,1 0,0-1,0-1,1-1,0 0,0-1,0-1,0 0,0-1,0-1,0-1,0-1,0 0,0-1,0 0,0-2,-1 0,0-1,0 0,0-2,-1 0,6-3,0-1,-1-1,-1 0,0-2,-1 0,-1-1,0-1,-2 0,1-2,-2 1,-1-2,0 0,-1 0,-1-1,-1-1,2-7,-1-1,-1 0,-2-1,-1 0,-1 0,-2 0,-1-1,-1 0,-2 1,-4-32,5 55,-2-1,1 1,-1 0,0-1,-1 1,0 0,0 0,-1 0,0 0,0 0,-1 0,0 1,0 0,-1 0,0 0,0 0,0 1,-1 0,0 0,0 1,-1-1,0 1,-4-2,7 6,0 0,0 0,0 1,0-1,0 1,0 0,0 1,0-1,0 1,0-1,0 1,1 0,-1 1,0-1,0 1,1 0,-1-1,1 1,0 1,-1-1,1 0,0 1,-1 1,-57 75,51-58,0 0,2 1,0 0,1 0,2 0,0 1,1 0,1 0,2 0,0 0,1 0,3 20,-1-26,1 0,0 1,2-1,0-1,0 1,2-1,0 0,1 0,0-1,1 0,1-1,1 0,0 0,0-1,1-1,1 0,4 3,7 1,0-1,1-1,0-1,1-1,0-2,1-1,1 0,-1-2,1-2,28 3,18 0</inkml:trace>
  <inkml:trace contextRef="#ctx0" brushRef="#br0" timeOffset="12391.755">7366 3824,'-36'-5,"0"1,1 1,-1 3,0 0,0 3,-5 1,36-3,-1 0,0 0,1 0,-1 1,1 0,-1 0,1 1,0-1,0 1,0 0,0 0,0 1,1 0,-1 0,1 0,0 0,0 0,1 1,-1 0,1-1,0 1,1 1,-1-1,1 0,0 1,0-1,0 1,1-1,-1 4,1-2,0-1,0 1,1-1,0 1,0 0,0-1,1 1,0-1,0 1,1-1,0 0,0 1,0-1,1 0,0 0,0 0,0-1,1 1,0-1,0 0,0 0,1 0,0-1,0 1,0-1,0 0,0 0,1-1,0 0,0 0,0 0,0-1,0 0,1 0,-1 0,0-1,1 0,-1 0,1-1,4 0,-2-1,0-1,0 0,0 0,0-1,-1 0,1 0,-1-1,0-1,0 1,0-1,-1 0,1-1,-2 0,1 0,0 0,-1-1,0 0,4-7,-2 2,0-1,0 0,-1 0,-1 0,0-1,-1 0,-1-1,0 1,0-1,-2 1,0-2,-2 32,1 0,1 0,0 0,1 0,1-1,0 1,4 8,-6-18,1 0,-1 0,1 0,0 0,1 0,-1-1,1 1,0-1,0 0,1 0,0 0,0-1,0 0,0 0,0 0,1-1,0 1,0-1,0 0,0-1,0 0,0 0,1 0,-1-1,1 0,-1 0,1 0,0-1,3 0,-7-2,0 1,0 0,0-1,0 0,0 0,0 0,-1 0,1 0,-1-1,1 1,-1-1,0 1,0-1,0 0,0 0,0 0,-1 0,1 0,-1 0,0-1,0 1,0-3,10-77,-11 82,-1-159,0 157,1 1,0 0,0 0,-1 0,1 0,1 0,-1 0,0-1,0 1,1 0,-1 0,1 0,0 0,-1 0,1 0,0 0,0 0,0 1,1-1,-1 0,0 1,1-1,-1 0,1 1,-1 0,1-1,0 1,0 0,-1 0,1 0,0 0,0 0,0 0,0 1,2-1,11 0,-1 2,1-1,0 2,-1 0,1 1,-1 0,0 1,0 1,12 6,-16-9,0 1,0 1,-1 0,1 0,-1 1,0 0,-1 1,1 0,-1 0,0 1,0 0,-1 0,0 1,0 0,-1 0,0 1,-1 0,1 0,-2 0,1 0,-1 1,-1 0,0 0,9 53,21 69,-30-125,0-1,0 0,0 0,1 0,0-1,0 1,1-1,0 0,-1 0,2-1,-1 1,0-1,1 0,0-1,0 1,0-1,0 0,4 0,-2 0,0 0,0-1,0 0,0-1,1 0,-1 0,1-1,-1 0,0 0,1-1,-1 0,0-1,1 1,-1-2,1 0,8-20,-16 13</inkml:trace>
  <inkml:trace contextRef="#ctx0" brushRef="#br0" timeOffset="13966.551">8207 4185,'28'-38,"-3"0,-1-2,-2-1,-2 0,-2-2,-2 0,3-15,-16 51,-1 0,0-1,0 1,0 0,-1-1,0 1,0-1,-1 0,0 1,-1-1,0 1,0-1,0 1,-1-1,-2-5,2 11,1 1,-1-1,0 1,0-1,0 1,0 0,0 0,0 0,-1 0,1 0,0 0,0 1,-1-1,1 1,0 0,-1-1,1 1,-1 0,1 0,0 1,-1-1,1 0,0 1,-1-1,1 1,0 0,0 0,-1 0,1 0,0 0,0 1,0-1,0 0,0 1,1 0,-1-1,0 1,1 0,-1 0,1 0,0 0,0 0,-1 0,1 0,0 1,-4 9,-1 1,2-1,0 1,0 0,1 0,1 1,0-1,1 0,0 1,1-1,0 1,2-1,-1 1,3 6,-3-12,1 0,-1 1,2-1,-1 0,1 0,0 0,1-1,0 1,0-1,1 0,-1 0,2 0,-1-1,1 1,0-1,0-1,0 1,1-1,0 0,0-1,1 1,-1-1,8 2,6 0,-1-2,1 0,0-1,0-2,-1 0,1-1,0-1,0-1,0-1,0 0,-1-2,11-4,35-9</inkml:trace>
  <inkml:trace contextRef="#ctx0" brushRef="#br0" timeOffset="14364.616">9023 3878,'-1'-3,"-1"0,1 1,-1-1,0 0,0 1,0-1,0 1,0 0,0 0,-1 0,1 0,-1 0,1 0,-1 1,0-1,0 1,1 0,-1 0,0 0,0 0,0 0,0 1,-1-1,1 1,0 0,0 0,0 0,0 0,0 1,0-1,0 1,0 0,0-1,0 2,0-1,0 0,0 0,1 1,-1 0,0-1,1 1,-1 0,0 1,-4 5,0 0,0 0,1 1,1 0,-1 0,1 0,1 1,-1-1,2 1,-1 0,2 0,-1 1,1-1,1 1,0-1,0 1,1-1,0 1,1-1,0 1,2 4,-2-12,0 1,0 0,1-1,-1 1,1 0,0-1,0 0,0 0,0 1,1-1,-1-1,1 1,0 0,0-1,0 1,0-1,0 0,1 0,-1 0,1 0,-1-1,1 1,0-1,-1 0,1 0,0 0,0-1,0 0,2 1,2-1,-1 0,1-1,0 0,0 0,0-1,0 0,-1 0,1-1,-1 0,1 0,-1-1,0 0,-1 0,1-1,3-2,-2-1,1 0,-1-1,0 0,0 0,-1 0,-1-1,0 0,0-1,-1 1,0-1,0 0,-2 0,1 0,-1-1,-1 0,0 1,-1-1,0-5,-8-7,7 24,-1-1,1 1,-1 0,1 0,0 0,-1 0,1 0,-1-1,1 1,-1 0,1 0,-1 0,1 0,-1 1,1-1,-1 0,1 0,-1 0,1 0,0 0,-1 1,1-1,-1 0,1 0,-1 0,1 1,0-1,-1 0,1 1,0-1,-1 0,1 1,0-1,0 1,-1-1,1 0,0 1,0-1,0 1,-1-1,1 1,0-1,0 1,0-1,0 1,0-1,0 0,0 1,0 0,-2 5,0 0,0 1,1-1,0 1,0-1,1 1,0-1,0 1,0 0,1-1,0 1,0-1,1 1,0-1,0 0,0 0,1 0,0 0,0 0,0 0,1-1,0 1,0-1,0 0,1 0,-1-1,1 1,1-1,-1 0,0-1,1 1,0-1,0 0,0 0,1-1,17 6,0-1,1-1,0-1,0-1,0-2,1 0,-1-2,26-3,44-2</inkml:trace>
  <inkml:trace contextRef="#ctx0" brushRef="#br0" timeOffset="21502.834">20680 3610,'0'18,"0"13,0 11,0 4,0 1,0 1,0-5,0-7,0-7,0-8</inkml:trace>
  <inkml:trace contextRef="#ctx0" brushRef="#br0" timeOffset="21961.524">20494 3450,'289'55,"-288"-55,35 7,0 1,-1 2,0 1,14 9,-40-17,-1 1,0 0,0 1,0 0,-1 0,0 1,0-1,0 2,-1-1,1 1,-2 0,1 0,-1 1,0-1,-1 1,1 0,-2 1,1-1,-1 1,1 4,-2 3,0-1,-1 1,-1 0,0 0,-1 0,-1 0,-1 3,-2 17,5-35,-1 0,1 0,-1 0,1 1,0-1,-1 0,1 1,0-1,0 0,0 1,0-1,0 0,0 1,0-1,0 0,0 1,1-1,-1 0,1 1,-1-1,1 0,-1 0,1 0,0 0,0 1,-1-1,1 0,0 0,0 0,0 0,0-1,0 1,0 0,0 0,1-1,-1 1,0 0,0-1,0 1,1-1,0 1,5-4,-1 0,1 0,-1-1,0 1,0-1,0-1,0 1,-1-1,0 0,0 0,0 0,-1-1,0 2,13-16,-1 0,-1 0,-1-2,-1 0,-1 0,-1-1,7-23,-18 46,0 1,0-1,-1 0,1 1,0-1,0 0,0 0,0 1,0-1,0 0,-1 1,1-1,0 0,0 1,0-1,0 0,0 1,0-1,0 0,0 1,0-1,1 0,-1 1,0-1,0 0,0 1,0-1,0 0,1 1,-1-1,0 0,0 0,0 1,1-1,-1 0,0 0,0 1,1-1,-1 0,0 0,1 0,-1 0,0 1,0-1,1 0,-1 0,0 0,1 0,-1 0,0 0,1 0,-1 0,0 0,1 0,-1 0,0 0,1 0,-1 0,0 0,1 0,-1 0,0-1,1 1,-1 0,0 0,1 0,0 5,3 5,-1-2,1 1,1 0,0-1,0 0,1 0,0 0,0-1,0 0,1 0,0 0,1-1,0 0,0-1,0 0,0 0,1-1,2 2,15 4,-1-1,1 0,1-2,-1-1,25 2,19 0</inkml:trace>
  <inkml:trace contextRef="#ctx0" brushRef="#br0" timeOffset="26401.207">2125 5576,'19'19,"-1"1,-2 0,0 2,0 0,-2 1,-1 0,-1 1,-1 0,-1 2,12 21,-13-28,-6-11,0-1,0 1,1-1,0 0,0 0,0-1,1 1,0-1,1 0,-1 0,4 1,-7-7,0 0,0-1,0 1,-1-1,1 1,0-1,0 0,0 0,-1 0,1 0,0 0,-1 0,1-1,-1 1,1 0,-1-1,0 1,0-1,1 0,-1 1,0-1,0 0,-1 0,1 1,0-1,-1 0,1 0,-1 0,1 0,-1 0,0 0,0-1,1 1,19-123,-14 63,-5 62,-1 0,0 1,0-1,1 0,-1 0,0 0,0 0,1 1,-1-1,0 0,1 0,-1 0,0 0,0 0,1 0,-1 0,0 0,1 0,-1 0,0 0,1 0,-1 0,0 0,1 0,-1 0,0 0,0 0,1 0,-1 0,0 0,1-1,-1 1,0 0,0 0,1 0,-1-1,0 1,0 0,0 0,1 0,-1-1,0 1,0 0,0 0,0-1,1 1,-1 0,0-1,0 1,0 0,0-1,0 1,0 0,0-1,0 1,0 0,0 0,0-1,0 1,0 0,0-1,0 1,0 0,0-1,14 29,-10-21,2 8,2 0,0-1,0 0,2 0,0-1,0 0,1-1,0 0,1-1,1 0,0-1,7 4,-18-13,0 1,0-1,1 0,-1 0,1 0,-1 0,0 0,1 0,0-1,-1 1,1-1,-1 1,1-1,0 0,-1 0,1-1,0 1,-1 0,1-1,-1 0,1 1,-1-1,1 0,-1 0,1-1,-1 1,0 0,0-1,0 0,0 1,0-1,0 0,0 0,0 0,-1 0,1 0,-1 0,1-1,-1 1,0 0,0-1,0-1,10-23,-2-1,-2 0,0 0,-2-1,0-7,6-30,-7 46,4 49,-8-13,-1-1,1 0,1 0,0 0,1 0,1-1,0 1,1 0,0-1,1 0,1 0,7 13,-10-24,-1 0,1 0,-1-1,1 1,0-1,0 1,0-1,0 0,1 0,-1 0,1-1,-1 1,1-1,-1 0,1 0,0 0,-1 0,1-1,0 1,0-1,0 0,0 0,-1-1,1 1,0-1,0 0,-1 0,1 0,0 0,1-1,6-3,-1 1,0-2,0 1,0-1,0-1,-1 0,0 0,-1-1,6-6,-6 4,0 0,0 0,-1-1,0 0,-1 0,0-1,-1 0,-1 0,0 0,0 0,-1-1,1-8,23 98,-23-66,0-1,1 0,1 0,-1 0,2-1,-1 0,1 0,1-1,-1 0,2 0,-1 0,1-1,0-1,0 1,1-1,0-1,0 0,0 0,1-1,-1-1,1 0,0 0,0-1,0 0,0-1,1 0,-1-1,0 0,0-1,0 0,1-1,-1 0,0 0,-1-1,10-5,66-54,-45 27,-39 34,0 0,0 0,1 0,-1 1,0-1,0 0,1 1,-1 0,1 0,-1-1,0 2,1-1,-1 0,1 0,-1 1,0-1,1 1,-1 0,0-1,0 1,1 1,38 3,-37-6,0 0,0-1,0 0,0 0,0 0,0-1,0 1,-1-1,1 0,-1 0,0 0,0 0,0-1,0 1,-1-1,1 0,-1 0,0 0,0 0,0 0,-1 0,0 0,1-1,-1 1,-1-1,1 1,-1 0,0-1,0 1,0-1,0 1,-1-1,0 1,0 0,0-1,0 1,-1 0,1 0,-1 0,0 0,-1 0,0-2,-3 1,-1 0,0 0,0 0,-1 0,1 1,-1 1,0-1,0 1,0 1,0-1,0 1,-1 1,1-1,-1 2,1-1,-1 1,1 0,-1 1,1 0,-1 0,1 1,0 0,0 1,-1-1,2 1,-1 1,0 0,1 0,-1 0,1 1,0 0,1 1,-1-1,1 1,0 1,-2 2,5-6,0 0,0 1,1-1,-1 0,1 1,-1-1,1 1,0 0,1 0,-1 0,1 0,0 0,0 0,0 0,0 0,1 1,-1-1,1 0,0 0,0 1,1-1,0 0,-1 0,1 0,1 1,-1-1,0 0,1-1,0 1,0 0,0 0,0-1,1 1,0-1,-1 0,1 0,0 0,1 0,-1 0,0-1,2 2,36 6,1-7</inkml:trace>
  <inkml:trace contextRef="#ctx0" brushRef="#br0" timeOffset="27774.416">4037 5535,'5'20,"1"-1,1 0,0-1,2 1,0-1,1-1,1 0,0 0,1-1,1-1,1 0,12 10,-24-22,1 0,-1-1,1 1,0-1,0 0,0 0,0 0,0 0,1 0,-1-1,0 0,1 1,0-1,-1 0,1-1,-1 1,1-1,0 0,-1 1,1-2,0 1,-1 0,1-1,0 0,-1 1,1-1,-1-1,1 1,-1 0,1-1,-1 0,0 0,6-9,-1-1,0 0,0-1,-1 0,-1 0,0 0,-1-1,-1 0,0 0,-1 0,0 0,0-9,-2 17,8-42,-7 81,-2-9,8 91,-7-111,0-1,0 0,0 0,0 1,0-1,1 0,0 0,-1-1,1 1,0 0,1 0,-1-1,0 1,1-1,-1 0,1 0,0 0,0 0,0 0,0-1,0 1,0-1,0 0,0 0,0 0,1 0,-1 0,0-1,1 0,-1 1,2-2,13-2,-1 0,0-2,0 0,-1-1,1-1,-1 0,-1-1,0-1,0 0,0-2,-1 1,-1-1,1-2,-6 7,72-58,-79 64,0-1,0 1,0 0,1 0,-1 0,0 0,0 0,0 0,0 0,0 0,0 0,0 0,0 1,0-1,0 0,0 1,0-1,0 1,0-1,-1 1,1-1,0 1,0-1,0 1,-1 0,1 0,0-1,-1 1,1 0,0 0,-1 0,1 0,-1 0,1 0,-1 0,0 0,0 0,1 0,-1 0,0 0,0 0,0 0,0 0,0 0,0 0,0 0,0 0,0 0,-1 1,4 8,-1-1,1-1,0 1,0-1,1 0,0-1,1 1,0-1,0 1,1-2,-1 1,1 0,1-1,-1 0,1-1,0 0,1 0,-1 0,1-1,0 0,0 0,0-1,1 0,-1 0,1-1,-1-1,1 1,0-1,3 0,0-1,0 0,0-1,-1 0,1-1,-1 0,1-1,-1 0,0 0,0-2,0 1,0-1,-1-1,0 0,0 0,0-1,-1 0,5-6,-7 7,-1 0,0-1,0 0,-1 0,0 0,0 0,-1-1,0 0,0 0,-1 0,0-1,0 1,-1-1,0 1,-1-1,0 0,0 1,-1-1,0 0,0 0,-1 0,0 0,-2-5,-26-41,28 53,1 1,-1 0,0 0,0 0,0 0,0 0,0 0,-1 0,1 0,0 0,0 0,0 1,-1-1,1 0,-1 1,1-1,0 1,-1 0,1-1,-1 1,1 0,-1 0,1 0,-1 0,1 0,0 0,-1 0,1 1,-1-1,1 0,-1 1,1-1,0 1,-1 0,1-1,0 1,0 0,-1 0,1 0,0 0,-4 7,0-1,0 1,1 0,1 0,0 0,0 1,0-1,1 1,0 0,1-1,0 1,0 0,1 0,0 0,0 0,1 0,1-1,1 7,-2-8,1 0,0 0,0 0,1-1,-1 1,2-1,-1 1,1-1,0 0,0 0,0-1,1 1,0-1,0 0,1-1,-1 1,1-1,0 0,0 0,0-1,1 0,-1 0,1 0,0-1,0 0,0 0,4 0,0 0,0 0,0-1,0-1,0 0,0 0,0-1,0 0,-1-1,1-1,0 0,-1 0,0-1,1 0,-1 0,8-6,-9 4,1-1,-1 0,0-1,-1 0,0 0,0 0,-1-1,0-1,0 1,-1-1,0 0,-1 0,0-1,-1 1,0-1,-1 0,0-1,-1 1,2-10,-5 30,1 1,1 0,0 0,0 0,1-1,0 1,0-1,1 1,1-1,0 0,0 0,1 0,0-1,0 1,1-1,0 0,0-1,1 0,6 6,-10-11,1-1,0 1,0-1,0 1,0-1,0 0,0-1,0 1,1-1,-1 1,0-1,0-1,0 1,1-1,-1 1,0-1,0 0,0-1,0 1,0-1,-1 1,1-1,0 0,-1-1,1 1,0-1,78-80,-24 0,-40 73,-13 38,-5-18,0 0,1 0,1 0,0 0,0 0,1-1,0 1,0-1,1 0,1 1,-1-2,2 1,-1 0,1-1,0 0,1-1,0 1,0-1,0-1,1 1,0-1,7 3,0-2,1-1,1-1,-1 0,1-1,-1-1,1-1,0 0,0-1,0-1,0-1,0 0,0-1,0-1,0 0,-1-2,1 0,-1 0,0-2,-1 0,1 0,-2-2,1 0,-1 0,0-2,7-7,-10 8,-1-1,-1 0,0-1,0 0,-1 0,-1 0,0-1,-1 0,0-1,-1 0,0 1,-1-2,-1 1,-1 0,0-1,0 1,-1-1,-2-12,-1-21,-2 1,-3 0,-2 0,-1 1,-5-6,-9-25,19 76,6 18,19 97,4-1,19 45,-31-118,2-1,1-1,2 0,2-1,1-1,22 29,-32-51,2 0,-1-1,2 0,-1 0,2-2,0 1,0-2,1 0,0-1,1 0,-1-1,2-1,-1 0,1-1,0-1,1-1,0 0,-7-3,0 0,0 0,1-1,-1 0,0-1,0 0,0-1,4-1,22-9</inkml:trace>
  <inkml:trace contextRef="#ctx0" brushRef="#br0" timeOffset="27947.011">6443 5442,'16'-4,"23"-5,29 0,24-1,20 2,-9 1</inkml:trace>
  <inkml:trace contextRef="#ctx0" brushRef="#br0" timeOffset="28608.721">7900 5482,'-9'12,"0"0,1 1,0 0,1 1,1 0,0 0,1 0,1 1,0 0,0 0,2 0,0 0,0 0,2 0,0 1,1 6,0-18,0 1,1-1,-1 0,1 1,0-1,0 0,0 0,1 0,0 0,-1 0,1-1,1 1,-1-1,0 0,1 0,-1 0,1 0,0-1,0 1,0-1,1 0,-1-1,0 1,1-1,-1 1,1-1,-1 0,1-1,0 1,-1-1,1 0,0 0,-1-1,1 1,-1-1,1 0,-1 0,1-1,-1 1,1-1,-1 0,0 0,0 0,2-2,1-1,0 0,0 0,-1-1,0 0,0 0,0-1,-1 1,0-1,0 0,0-1,-1 1,-1-1,1 0,-1 1,0-2,-1 1,0 0,0 0,0-4,0-6,-1 0,0-1,-1 1,-1 0,-1-1,-1 1,0 0,-4-10,-7-19,-3 1,-1 1,-2 1,-18-27,36 67,-1-2,0-1,-1 1,0 0,0 1,0-1,-1 1,1-1,-1 2,-1-1,-1-1,6 5,0 1,0 0,0 0,0-1,0 1,0 0,0 0,0 0,0 0,0 0,0 1,0-1,0 0,0 0,0 1,0-1,0 0,0 1,1-1,-1 1,0-1,0 1,0 0,0-1,1 1,-1 0,0 0,1-1,-1 1,1 0,-1 0,1 0,-1 0,1 0,-1-1,1 1,0 0,0 0,-1 0,1 0,0 0,0 0,0 0,0 0,0 0,0 1,-4 29,1 0,1 0,2 0,1 0,1 0,2-1,6 25,-2-7,2-1,2 0,14 33,-20-63,1 0,1 0,1 0,1-1,0 0,0-1,2-1,0 1,1-2,0 0,4 3,-11-11,0 0,0 0,1-1,-1 1,1-1,0-1,0 0,1 0,-1 0,1-1,-1 0,1 0,0-1,0 0,-1 0,1-1,0 0,0 0,0-1,0 0,0 0,-1-1,1 0,-1 0,1-1,-1 0,0-1,0 1,0-1,0 0,-1-1,0 0,0 0,0 0,0-1,-1 0,0 0,0 0,1-3,0-3,0 0,-1-1,-1 0,1 0,-2 0,0 0,-1 0,0-1,-1 1,-1-1,0-12,-7-1,7 26,0 1,0-1,0 1,0-1,0 1,0-1,0 1,0 0,-1-1,1 1,0 0,0-1,-1 1,1-1,0 1,0 0,-1-1,1 1,0 0,-1 0,1-1,-1 1,1 0,0 0,-1 0,1-1,-1 1,1 0,0 0,-1 0,1 0,-1 0,1 0,-1 0,1 0,-1 0,1 0,0 0,-1 0,1 0,-1 0,1 0,-1 1,1-1,0 0,-1 0,1 0,-1 1,1-1,0 0,-1 0,1 1,0-1,-1 0,1 1,0-1,0 1,-3 3,1 0,0 1,0-1,0 1,1 0,-1-1,1 1,0 0,1 0,-1 0,1 0,0 0,0 0,1-1,-1 1,1 0,0 0,0 0,1 0,0-1,-1 1,2-1,-1 1,0-1,1 0,2 3,6 4,0-1,1 0,0-1,1-1,0 0,0 0,1-1,-1-1,2-1,-1 0,1 0,-1-1,1-1,0-1,0 0,12 0,54 7</inkml:trace>
  <inkml:trace contextRef="#ctx0" brushRef="#br0" timeOffset="29128.933">9772 4814,'-8'33,"1"0,2 1,1 0,2 0,1 0,2 0,1 0,2 0,1-1,2 1,1-1,2 0,8 17,6 25,3-2,3-1,16 21,-46-92,33 47,-32-47,0 0,0 0,0 0,0 0,0-1,0 1,0 0,1-1,-1 1,0 0,0-1,0 0,1 1,-1-1,0 0,1 1,-1-1,0 0,1 0,-1 0,0 0,0-1,1 1,-1 0,0 0,1-1,-1 1,0-1,0 1,0-1,1 0,-1 1,0-1,0 0,0 0,0 1,0-1,0 0,0 0,0-1,106-175,-107 176,1 1,0 0,-1 0,1-1,0 1,0 0,-1 0,1 0,0 0,-1 0,1 0,0 0,0 0,-1 0,1 1,0-1,-1 0,1 0,0 1,-1-1,1 0,0 1,-1-1,1 0,-1 1,1-1,0 1,-1-1,1 1,-1-1,0 1,1 0,-1-1,1 1,-1 0,0-1,0 1,1 0,-1-1,0 1,0 0,0-1,0 1,0 0,0 0,0-1,0 1,0 0,0 0,0-1,0 1,0 0,0-1,-1 1,1 0,0-1,-1 1,1 0,-1-1,1 1,0 0,1 15,0 7,1-1,1 1,1-1,1 0,6 17,-10-34,1 0,0-1,0 1,1 0,0-1,-1 1,1-1,1 0,-1 0,1-1,-1 1,1 0,0-1,0 0,1 0,-1 0,1-1,-1 0,1 1,0-2,0 1,0 0,0-1,0 0,0 0,0-1,5 1,29-5,-3-6</inkml:trace>
  <inkml:trace contextRef="#ctx0" brushRef="#br0" timeOffset="29391.231">10280 5268,'-18'-7,"-11"-4,-5-3,0-1,-3-1,6 3</inkml:trace>
  <inkml:trace contextRef="#ctx0" brushRef="#br0" timeOffset="30207.762">9585 5081,'128'-9,"1"5,11 6,-85 0,0 2,0 2,0 3,43 12,-79-16,-1 1,1 1,-1 1,-1 0,0 1,0 1,0 1,-1 0,-1 1,0 0,-1 2,0-1,-1 2,-1 0,5 7,-4 2,-1 0,0 1,-2 1,-1-1,-1 2,4 23,16 51,-28-99,0 1,1-1,-1 0,1 0,-1 1,1-1,0 0,0 0,0 0,0 0,0 0,0 0,0 0,1 0,-1 0,1-1,0 1,-1 0,1-1,0 1,0-1,0 0,0 0,0 0,0 0,0 0,0 0,1 0,-1-1,0 1,0-1,1 0,-1 1,2-1,2-4,0 0,0-1,0 1,-1-1,0-1,0 1,0 0,-1-1,0 0,0 0,0-1,-1 1,0-1,0 1,2-8,38-171,-43 186,0-1,0 0,1 0,-1 1,0-1,0 0,1 0,-1 0,0 0,1 0,-1 1,0-1,0 0,1 0,-1 0,0 0,1 0,-1 0,0 0,1 0,-1 0,0 0,1 0,-1 0,0 0,1 0,-1 0,0-1,1 1,-1 0,0 0,0 0,1 0,-1-1,0 1,0 0,1 0,-1 0,0-1,0 1,0 0,1 0,-1-1,0 1,0 0,0-1,0 1,0 0,1 0,-1-1,0 1,0 0,0-1,11 35,-10-31,8 33,-6-19,1 1,1-2,1 1,0 0,1-1,1 0,0-1,1 0,10 13,-17-25,0-1,0 1,1-1,-1 0,1 0,-1 0,1 0,0 0,0 0,0-1,0 1,0-1,0 0,0 0,1 0,-1 0,0-1,0 1,1-1,-1 0,1 0,-1 0,0 0,1 0,-1-1,0 0,0 0,1 0,-1 0,0 0,0 0,0-1,0 0,0 1,-1-1,1 0,0-1,0 0,8-8,-1 0,0-1,-1-1,-1 0,0 0,0-1,-1 0,-1 0,0 0,-1-3,-5 17,0 1,0-1,0 0,1 0,-1 0,0 1,0-1,0 0,0 0,0 0,0 0,0 1,0-1,0 0,1 0,-1 0,0 0,0 0,0 1,0-1,1 0,-1 0,0 0,0 0,0 0,0 0,1 0,-1 0,0 0,0 0,0 0,1 0,-1 0,0 0,0 0,0 0,1 0,-1 0,0 0,0 0,0 0,1 0,-1 0,0 0,0 0,0 0,0 0,1 0,-1-1,0 1,0 0,0 0,0 0,0 0,1 0,-1-1,0 1,0 0,0 0,0 0,0 0,6 24,-4-18,-1 0,0 0,1 0,0 0,0 0,0 0,1 0,0 0,0-1,0 0,1 1,0-1,0 0,0-1,1 1,0-1,-1 0,1 0,1 0,-1-1,0 0,1 0,0 0,0-1,0 0,0 0,0 0,0-1,0 0,1 0,-1 0,0-1,1 0,4-1,-5 0,1-1,-1 1,0-2,1 1,-1-1,0 0,-1 0,1 0,0-1,-1 0,0 0,0 0,0-1,0 0,-1 0,0 0,0 0,0-1,-1 0,0 1,0-1,0-1,-1 1,1 0,-2 0,1-1,-1 1,0-1,0 0,-1 1,1-2,-1 11,16 115,-15-113,0-1,1 0,0 0,0 0,0 0,0 0,1 0,0 0,-1-1,1 1,0-1,1 0,-1 0,1 0,-1 0,1-1,0 1,0-1,0 0,0 0,1 0,-1-1,0 0,1 0,3 1,116 15,-11 12,-88-40,-19 0</inkml:trace>
  <inkml:trace contextRef="#ctx0" brushRef="#br0" timeOffset="30795.433">11871 5428,'6'120,"6"0,5 0,26 88,-42-207,25 114,25 149,-51-197,-1-67,1 1,0-1,0 0,-1 1,1-1,0 0,-1 1,1-1,0 0,-1 1,1-1,0 0,-1 0,1 0,0 1,-1-1,1 0,-1 0,1 0,0 0,-1 0,1 0,-1 0,1 0,-1 0,1 0,0 0,-1 0,1 0,-1 0,1 0,0 0,-1-1,1 1,-1 0,1 0,0 0,-1-1,1 1,0 0,-1 0,1-1,0 1,-1 0,1-1,0 1,0 0,-1-1,1 1,0-1,0 1,0 0,0-1,0 1,-1-1,1 1,0 0,0-1,0 1,0-1,0 1,0-1,0 1,-8-21,0-1,1 0,1 0,1 0,2-1,0 0,0-14,2 23,-8-88,4 0,5 0,4 0,7-23,-9 114,-2 0,1 0,1 0,0 0,0 0,1 0,1 0,0 1,0-1,1 1,0 0,6-8,-9 16,-1 1,0-1,1 1,0-1,-1 1,1 0,0-1,0 1,0 0,-1 0,1 0,0 0,0 1,1-1,-1 1,0-1,0 1,0-1,0 1,0 0,0 0,1 0,-1 1,0-1,0 0,0 1,0-1,0 1,0 0,0 0,0-1,0 1,0 1,1 0,53 53,-51-49,0 0,-1 0,0 1,1 0,-2 0,1 0,-1 0,0 1,-1-1,0 1,0-1,0 1,-1 0,-1 0,1 0,-1 0,0-1,-1 1,0 0,0 0,-1 0,0-1,0 1,0-1,-1 1,-1-1,1 0,-1 0,0 0,-3 2,-1-2,-1 1,0-1,-1-1,0 0,0 0,0-1,0 0,-1-1,0 0,0-1,0 0,0-1,-1 0,1 0,-1-1,1-1,-1 0,1-1,-1 0,-24-6</inkml:trace>
  <inkml:trace contextRef="#ctx0" brushRef="#br0" timeOffset="31744.308">14117 5402,'-12'-5,"0"2,-1-1,1 2,-1 0,1 0,-1 1,0 1,0 0,1 0,-1 2,0-1,1 2,-1-1,1 2,0 0,0 0,0 1,1 1,-1 0,1 0,1 1,-1 0,1 1,0 0,1 1,-7 8,11-12,0-1,0 1,0 0,1 1,0-1,0 1,0 0,1 0,0 0,0 0,1 1,-1-1,2 1,-1 0,0-1,1 1,1 0,-1 0,1 0,0 0,0 0,2 5,-1-9,1 0,0-1,0 1,0-1,0 1,0-1,0 0,0 0,1 0,-1 0,1 0,0 0,-1-1,1 1,0-1,0 0,0 0,0 0,0 0,0 0,0-1,1 1,-1-1,0 0,0 0,0 0,0-1,1 1,1-1,89-30,-83 26,-1-1,1-1,-1 0,-1 0,1-1,-1 0,-1-1,1 0,-1 0,-1-1,0 0,0 0,-1-1,-1 1,1-1,-2-1,1 1,-2-1,0 0,0 1,-1-1,0-1,-1 1,0 0,-1 0,-1-6,-2 33,1 0,1 0,0 0,2 0,0 0,0 0,1-1,1 1,1 0,0-1,0 0,2 0,0 0,0-1,1 0,1 0,0 0,1-1,0 0,1-1,0 0,6 3,8 1</inkml:trace>
  <inkml:trace contextRef="#ctx0" brushRef="#br0" timeOffset="32350.997">14437 5308,'6'40,"-5"-16,2-1,0 0,1 0,2-1,0 1,2-1,0 0,1-1,1 0,11 15,-19-33,0 1,0-1,1 0,-1 0,1 0,0-1,-1 1,1-1,1 1,-1-1,0 0,1 0,-1 0,1-1,-1 1,1-1,0 0,-1 0,1 0,0-1,0 1,0-1,0 0,0 0,-1 0,1 0,0-1,0 0,0 1,0-2,-1 1,1 0,-1-1,1 1,-1-1,1 0,0-1,5-6,0-1,0 0,-1 0,0-1,-1 0,0-1,0 1,-2-1,1-1,-2 1,0-1,0 1,-1-1,0 0,0-13,12-38,-15 64,1 0,-1 0,0 1,0-1,0 0,0 0,1 0,-1 0,0 0,0 1,0-1,1 0,-1 0,0 0,0 0,1 0,-1 0,0 0,0 0,1 0,-1 0,0 0,0 0,1 0,-1 0,0 0,0 0,1 0,-1 0,0 0,0 0,0 0,1 0,-1 0,0-1,1 1,0 30,-1-30,1 15,-2 7,2-1,1 0,0 1,2-1,0 0,6 15,-10-34,1 0,0 0,0 0,0 0,0-1,0 1,1 0,-1-1,0 1,1-1,-1 1,1-1,-1 1,1-1,0 0,0 0,-1 0,1 0,0 0,0-1,0 1,0 0,0-1,0 1,0-1,0 0,0 0,0 0,1 0,-1 0,0 0,0 0,0-1,0 1,0-1,0 0,0 1,0-1,1-1,71-46,-58 33,-1-1,0 0,-2-1,0-1,0 0,-2 0,0-1,-2-1,0 0,-1 0,0-3,12-33,-20 56,0 0,0 1,0-1,0 0,0 0,0 0,0 1,1-1,-1 0,0 0,0 0,0 0,0 1,0-1,1 0,-1 0,0 0,0 0,0 0,0 0,1 1,-1-1,0 0,0 0,0 0,0 0,1 0,-1 0,0 0,0 0,0 0,1 0,-1 0,0 0,0 0,1 0,-1 0,0 0,0 0,0 0,0 0,1 0,-1 0,0-1,0 1,0 0,1 0,-1 0,0 0,0 0,0 0,2 25,-2-24,-1 12,0-1,0 0,2 1,0-1,0 1,1-1,0 0,1 1,1-1,0-1,0 1,1-1,1 1,0-1,0-1,1 1,1-1,-1-1,2 1,-1-1,3 1,4-2,0-1,1 0,0-1,0-1,0 0,0-1,1-1,0-1,-1 0,1-1,0-1,0-1,0 0,0-1,-1-1,1 0,7-4,28-7</inkml:trace>
  <inkml:trace contextRef="#ctx0" brushRef="#br0" timeOffset="33002.074">13115 5749,'6'19,"8"16,3 19,-2 19,-4 14,-17 13,-20 11,-27 6,-4-17</inkml:trace>
  <inkml:trace contextRef="#ctx0" brushRef="#br0" timeOffset="33945.291">16897 5134,'3'44,"1"1,3-1,10 39,-4-23,9 24,-21-83,0 1,1-1,-1-1,0 1,1 0,-1 0,1 0,-1-1,1 1,-1-1,1 1,0-1,-1 0,1 0,-1 1,1-1,0 0,-1 0,1-1,-1 1,1 0,0 0,-1-1,1 1,-1-1,1 0,-1 1,1-1,-1 0,0 0,1 0,-1 0,0 0,0 0,1 0,-1 0,0 0,0-1,0 1,0 0,-1-1,1 1,0-1,0 0,4-2,225-225,-231 230,1 0,0-1,-1 1,1 0,0 0,0-1,0 1,0 0,0 0,0 0,0 0,0-1,0 1,0 0,0 0,0 0,0-1,1 1,-1 0,0 0,1-1,-1 1,1 0,-1 0,0-1,1 1,0-1,-1 1,1 0,-1-1,1 1,0-1,-1 1,1-1,0 0,-1 1,1-1,0 0,0 1,0-1,-1 0,1 0,0 0,0 0,0 0,-1 0,1 0,0 0,0 0,0 0,-1 0,1 0,0 0,0-1,0 1,-1 0,1-1,0 1,-1-1,1 1,0 0,-1-1,1 0,0 1,-1-1,1 1,-1-1,1 0,-1 37,-2-30,1 0,0 0,1 1,-1-1,1 0,1 1,-1-1,1 0,0 0,0 1,1-1,0 0,0 0,0-1,1 1,0 0,0-1,1 1,-1-1,1 0,0 0,0-1,1 1,-1-1,1 0,1 1,5-3,-1 1,1-2,0 1,0-1,0-1,0 0,0 0,0-2,0 1,-1-1,1 0,0-1,-1-1,0 1,1-2,-1 1,-1-2,1 1,-1-1,0 0,0-1,-1 0,0 2,-1-1,0 1,0-1,-1-1,1 1,-1-1,-1 0,1 0,-1-1,-1 0,1 1,-1-2,-1 1,1 0,-2-1,1 0,-1 1,0-1,-1 0,0 0,0 0,-1 0,0-4,0 11,-1 1,1 0,0-1,0 1,-1 0,1 0,-1-1,1 1,-1 0,0 0,1 0,-1-1,0 1,0 0,0 0,0 0,0 1,0-1,0 0,0 0,0 0,0 1,0-1,-1 0,1 1,0-1,0 1,-1 0,1-1,0 1,-1 0,1 0,0 0,-1 0,1 0,0 0,-1 0,1 0,0 1,-1-1,1 0,0 1,0-1,-1 1,1 0,0-1,0 1,0 0,0-1,0 1,0 0,0 0,0 0,0 0,0 0,0 1,-5 5,1 0,0 1,0 0,1 0,0 0,1 1,0-1,0 1,0 0,1 0,1 0,-1 0,1 0,1 0,0 0,0 0,1 0,0 0,1 0,-1 0,3 5,0-6,-1 0,1 0,1-1,-1 1,1-1,1 0,-1-1,1 1,0-1,1 0,-1-1,1 1,0-1,1-1,-1 1,1-1,0-1,0 1,0-1,0-1,7 2,31 7</inkml:trace>
  <inkml:trace contextRef="#ctx0" brushRef="#br0" timeOffset="34230.556">17954 5202,'4'13,"9"27,2 0,1 0,14 22,-25-53,1 1,-1-1,2-1,-1 1,1-1,0 0,1 0,0-1,0 0,0-1,1 0,0 0,1-1,-1 0,1 0,9 2,-16-6,1 0,0-1,-1 0,1 1,0-1,-1-1,1 1,0 0,-1-1,1 0,-1 0,1 0,-1 0,1-1,-1 1,0-1,0 0,1 0,-1 0,-1 0,1-1,0 1,0-1,-1 1,0-1,1 0,-1 0,0 0,-1 0,1-1,0 1,-1 0,0-1,0 1,0-1,0 0,0 1,-1-3,53-180,-29 137,0 8</inkml:trace>
  <inkml:trace contextRef="#ctx0" brushRef="#br0" timeOffset="34727.689">18648 5268,'-4'6,"1"1,0-1,0 1,0-1,0 1,1 0,0 0,1 0,0 0,0 0,0 0,1 1,0-1,0 0,1 0,0 0,0 1,1-1,0-1,0 1,0 0,1 0,0-1,1 1,-1-1,1 0,0 0,1 0,-1-1,1 0,0 0,3 2,1 0,1-1,0-1,0 0,0 0,0-1,1 0,-1 0,1-2,0 1,0-1,7 0,-13-2,0 1,-1-1,1 0,0 0,0-1,0 1,0-1,-1 0,1 0,0-1,-1 0,1 0,-1 0,0 0,1 0,-1-1,0 0,0 0,-1 0,1 0,-1-1,1 1,-1-1,0 0,-1 0,1 0,1-2,0-6,0 1,-1-1,0 0,-1 0,-1-1,1 1,-2 0,0-1,0 1,-1 0,-1 0,0-1,-1 1,0 0,0 1,-2-1,1 1,-7-11,10 18,0 0,-1 1,0 0,1-1,-1 1,0 0,-1 0,1 0,0 0,-1 0,0 1,1-1,-1 1,0 0,0 0,-1 0,1 0,0 0,-1 1,1-1,-1 1,1 0,-1 0,0 0,1 1,-1-1,0 1,0 0,1 0,-1 0,0 1,1-1,-1 1,0 0,1 0,-1 0,1 0,-1 1,1-1,-1 1,1 0,0 0,-3 2,5-2,0-1,0 0,-1 1,1-1,0 1,0-1,1 1,-1-1,0 1,0 0,1-1,-1 1,1 0,0 0,-1-1,1 1,0 0,0 0,0 0,0-1,0 1,1 0,-1 0,0 0,1-1,-1 1,1 0,0-1,0 1,-1 0,1-1,0 1,0-1,1 0,-1 1,0-1,0 0,1 1,-1-1,1 0,-1 0,1 0,-1 0,1-1,-1 1,1 0,0-1,1 1,13 2,-1-1,1-1,-1 0,1-2,-1 1,1-2,-1 0,1-1,-1 0,0-1,5-3,5 1,20-6,-3 1,1 1,0 3,44-3,-83 9,1 0,-1 1,1 0,-1 0,1 0,0 0,-1 1,1 0,-1 0,0 0,1 0,-1 1,0 0,0-1,0 2,0-1,0 0,0 1,0 0,-1 0,0 0,1 0,-1 0,0 1,-1-1,1 1,0 0,-1 0,0 0,0 0,1 3,4 100,-8-93,0-1,1 1,1 0,0-1,1 1,1-1,0 1,1 1,-4-14,0 0,1 1,-1-1,0 0,1 0,-1 0,1 0,-1 0,1 0,-1 0,1 0,0 0,-1 0,1 0,0 0,0 0,0 0,0-1,0 1,0 0,0-1,0 1,0 0,0-1,0 0,0 1,1-1,-1 0,0 1,0-1,0 0,1 0,-1 0,0 0,0 0,0 0,1 0,-1-1,0 1,0 0,0-1,0 1,0-1,0 1,1-1,-1 1,0-1,0 0,-1 0,1 1,1-2,12-17,-3-4</inkml:trace>
  <inkml:trace contextRef="#ctx0" brushRef="#br0" timeOffset="34921.679">19290 4800,'2'16,"6"10,8 7,6 2,-1-4</inkml:trace>
  <inkml:trace contextRef="#ctx0" brushRef="#br0" timeOffset="35176.024">19638 5389,'12'-4,"0"-1,0 0,0 0,0-1,-1 0,0-1,0-1,-1 0,0 0,0-1,-1 0,0 0,-1-1,0-1,0 1,-1-1,-1 0,1-1,2-8,-8 17,1-1,0 1,-1-1,1 0,-1 0,0 0,-1 0,1 0,-1 0,1 0,-1 0,0 0,-1 1,1-1,-1 0,1 0,-1 0,-1 0,1 0,0 0,-1 1,0-1,0 1,0-1,0 1,0 0,-1 0,1 0,-1 0,0 0,0 0,0 1,0 0,-1-1,1 1,-1 0,1 1,-1-1,0 1,1-1,-1 1,0 0,0 1,-1-1,0 1,0-1,0 2,0-1,0 1,0-1,0 1,0 1,0-1,0 1,0 0,1 0,-1 0,1 1,0-1,-1 1,1 0,0 0,1 1,-1-1,0 1,1 0,0 0,0 0,0 0,1 1,-1-1,1 1,-2 4,1-1,0-1,1 1,0 0,0 0,0 0,1 0,0 0,1 1,0-1,0 0,1 0,0 1,0-1,1 0,0 0,0 0,4 6,2-2,1-1,0 0,1-1,0 0,1-1,0 0,1 0,-1-1,1-1,1 0,0 0,0-1,0-1,0 0,1-1,0-1,0 0,0-1,5 1,83 12,-5-5</inkml:trace>
  <inkml:trace contextRef="#ctx0" brushRef="#br0" timeOffset="35938.909">21483 5589,'11'-46,"2"2,2-1,2 2,11-18,-26 54,1 1,0 0,0 0,0 0,1 1,0-1,0 1,0 0,1 0,-1 0,1 1,1 0,-1 0,0 0,1 0,0 1,0 0,0 0,0 1,0-1,1 1,-1 1,1-1,-1 1,1 0,0 1,-1 0,1 0,4 0,-1 4,0 1,0-1,-1 2,0-1,0 1,0 1,0 0,-1 0,0 0,-1 1,0 0,0 1,0 0,-1 0,-1 0,1 0,-2 1,1 0,-1 0,0 1,-3-9,0 0,-1 0,1 0,0 1,-1-1,1 0,-1 0,1 0,-1 0,0 1,0-1,0 0,0 0,-1 1,1-1,0 0,-1 0,0 0,1 0,-1 0,0 0,0 0,0 0,0 0,-1 0,1 0,0-1,-1 1,0 0,1-1,-1 1,0-1,1 0,-1 0,0 1,0-1,0-1,0 1,0 0,0 0,0-1,-1 1,1-1,0 1,0-1,-2 0,2 1,0-1,0 1,1-1,-1 1,0-1,0 0,0 0,0 0,0 0,0 0,0 0,0-1,0 1,0-1,0 1,0-1,0 0,1 0,-1 1,0-1,0 0,1-1,-1 1,1 0,-1 0,1-1,-1 1,1-1,0 1,0-1,0 0,0 1,0-1,0 0,0 0,0 0,1 0,-1 1,1-1,0 0,-1 0,1 0,0 0,0 0,0 0,0 0,0 0,1 0,-1 0,5-5,-1 1,2 0,-1 0,0 1,1-1,0 1,0 0,1 1,-1 0,1 0,0 0,0 1,0-1,1 2,-1-1,8 0,-10 0,1 1,0-1,0 1,0 1,0-1,0 1,0 0,0 1,0-1,0 1,1 0,-1 1,0-1,0 1,0 1,0-1,0 1,0 0,0 0,-1 1,1 0,-1 0,1 0,-1 0,0 1,-1 0,2 1,26 59,-31-57,1-1,0-1,0 1,0 0,1 0,0-1,0 0,1 1,-1-1,1 0,0-1,1 1,-1-1,1 0,0 0,0 0,0-1,0 1,1-1,-1-1,2 1,-1-1,-1 0,1-1,0 0,-1 0,1 0,0-1,0 0,0 0,-1 0,1-1,0 0,0 0,-1-1,1 1,-1-1,1 0,-1-1,0 1,0-1,0 0,0 0,0-1,-1 1,1-1,-1 0,0-1,0 1,-1-1,1 1,-1-1,0 0,0 0,-1-1,1 1,-1 0,0-1,-1 1,1-1,-1 0,0 0,-1-1,-1-2,-1-1,0 1,-1-1,0 1,-1 0,0 0,0 0,-1 0,0 1,0 0,-1 0,0 0,0 1,-1 0,0 0,-1 0,1 1,-1 1,0-1,-1 1,1 0,-1 1,0 0,0 0,0 1,-1 0,-4 0,9 3,-1-1,1 1,-1 1,1-1,0 1,0 0,-1 0,1 0,0 1,0 0,0 0,0 0,0 1,1-1,-1 1,1 0,0 1,-1-1,2 1,-1-1,0 1,1 1,-1-1,1 0,1 1,-1-1,0 1,1 0,0 0,0 0,1 0,-1 0,1 1,0-1,1 0,-1 1,1-1,0 0,0 1,1-1,-1 0,1 1,2 3,31 31,-12-29</inkml:trace>
  <inkml:trace contextRef="#ctx0" brushRef="#br0" timeOffset="36221.156">22031 4800,'-8'4,"1"0,0 1,0 0,1 0,0 0,-1 0,2 1,-1 0,1 1,0-1,0 1,1 0,-1 0,2 0,-1 1,1-1,0 1,1 0,-1 0,2 0,-1 0,1 0,0 1,1-1,0 0,0 0,1 0,0 1,1-1,-1 0,2 0,-1 0,1-1,0 1,0-1,3 4,18 27,1-2,1-1,2-1,2-1,1-1,1-2,6 2,-34-29,14 17,2-2,0 0,1-1,1-1,1-1,0-1,1-1,0-1,1-1,0-1,1-1,1-2,31-1,-2-5</inkml:trace>
  <inkml:trace contextRef="#ctx0" brushRef="#br0" timeOffset="36664.607">23676 4599,'-13'24,"1"1,2-1,1 2,0-1,2 1,1 1,1-1,1 1,2 0,1 0,1 17,-3-1,1-1,3 1,1 0,2-1,3 1,0-1,3-1,2 1,1-2,10 18,-21-52,0-1,0 0,1 1,-1-1,1 0,1-1,-1 1,1 0,-1-1,1 0,1 0,-1 0,0-1,1 1,0-1,0 0,0 0,0-1,0 1,0-1,1 0,-1-1,1 1,0-1,-1 0,1-1,0 1,0-1,-1 0,1-1,0 1,1-1,5-6,0 0,-1-1,0 0,0-1,-1 0,0-1,0 0,-1 0,0-1,-1 0,-1 0,0-1,0 0,-1-1,4-9,-2 4,0 1,0-1,-2-1,0 1,2-17,-9 12,-13 29,9 3,0 1,0 0,1 0,1 1,-1-1,2 1,-1 0,2 0,-1 0,2 0,-1 0,1 0,1 0,0 0,1 0,0 0,0-1,0-2,-1-1,1-1,1 1,0 0,0 0,0-1,0 0,1 0,0 0,1 0,-1 0,1-1,0 0,0 0,1 0,-1 0,1-1,0 0,0-1,1 1,-1-1,1 0,0-1,0 1,0-1,2 0,15 0</inkml:trace>
  <inkml:trace contextRef="#ctx0" brushRef="#br0" timeOffset="36949.219">23528 4934,'25'4,"22"5,21 0,18-2,13-1,10-5,-15-2</inkml:trace>
  <inkml:trace contextRef="#ctx0" brushRef="#br0" timeOffset="37155.417">24665 5014</inkml:trace>
  <inkml:trace contextRef="#ctx0" brushRef="#br0" timeOffset="37774.712">24665 5014,'-30'-12,"18"11,-1 1,1 0,-1 1,1 0,0 1,-1 0,1 1,0 0,0 1,1 1,-1 0,1 0,0 1,-9 7,17-11,0 1,1-1,-1 1,1-1,-1 1,1 0,0 0,1 0,-1 0,0 0,1 1,0-1,-1 0,1 1,1-1,-1 1,0-1,1 1,0-1,0 1,0 0,0-1,1 1,-1-1,1 1,0-1,0 1,0-1,0 0,1 1,-1-1,1 0,0 0,0 0,0 0,0 0,1-1,-1 1,1-1,-1 1,2-1,19 16,0-2,2 0,0-2,1 0,0-2,1-1,0-1,1-1,9 0,103 35,-138-44,-1 0,0 0,0 0,0 0,0 0,0 0,0 0,0 1,0-1,0 1,0-1,0 0,0 1,0-1,0 1,0 0,0-1,0 1,-1 0,1 0,0-1,0 1,-1 0,1 0,-1 0,1 0,-1 0,1 0,-1 0,1 0,-1 0,0 0,0 0,1 0,-1 0,0 0,0 0,0 1,0-1,0 0,0 0,-1 0,1 0,0 0,-1 0,1 0,0 0,-1 0,1 0,-1 0,0 0,1 0,-1 0,0 0,-9 6,0-1,0 0,-1 0,1-1,-1-1,0 0,-1 0,-3 0,2 0,-130 34,114-34,30-4,-1 0,0 0,1-1,-1 1,1 0,-1 0,0 0,0-1,1 1,-1 0,0 0,1-1,-1 1,0 0,0-1,0 1,1 0,-1-1,0 1,0 0,0-1,0 1,0-1,1 1,-1 0,0-1,0 1,0-1,0 1,0 0,0-1,0 1,-1 0,1-1,0 1,0-1,0 1,0 0,0-1,0 1,-1 0,1-1,0 1,0 0,-1-1,1 1,0 0,0 0,-1-1,1 1,0 0,-1 0,1-1,0 1,-1 0,1 0,-1 0,1 0,0 0,-1 0,1 0,0-1,-1 1,1 0,-1 0,128-98,-93 71,-1-1,-2-1,-1-2,-1-1,-2-1,-2-2,0 0,-3-2,-1 0,-1-2,-3 0,-1-1,-2-1,-1 0,0-14,-1-3,-4 0,-2-1,-2 0,-4-41,0 90,-12-42,-1 57,4 8,0 1,0 0,2 0,-1 1,2 0,0 0,-3 14,2-10,-11 31,2 1,2 0,3 1,1 1,3 0,3 0,1 0,4 0,3 26,-1-55,2-1,0 0,2-1,0 1,1-1,2-1,7 13,-11-23,0-1,0 0,1-1,1 1,0-1,0-1,0 0,1 0,1 0,-1-1,1-1,0 0,1 0,-1-1,11 4,-15-8,0 0,1 0,-1 0,0-1,1 0,-1 0,1 0,-1-1,0 0,1-1,-1 1,0-1,0 0,0-1,0 1,-1-1,1-1,-1 1,1-1,-1 1,0-2,-1 1,1 0,-1-1,0 0,0 0,0 0,-1-1,1 1,-1-1,-1 1,1-1,-1 0,0 0,0-1,-1 1,0 0,0-2,5-14,-1 0,-2 0,0-1,-1 1,-2-1,0 1,-2-13,2 36,-1-1,1 1,0-1,-1 1,1-1,-1 1,1-1,-1 0,1 1,-1-1,1 0,-1 1,1-1,-1 0,1 1,-1-1,0 0,1 0,-1 0,1 0,-1 0,0 0,1 0,-1 0,0 0,1 0,-1 0,1 0,-1 0,0 0,1 0,-1-1,1 1,-1 0,0 0,1-1,-1 1,1 0,-1-1,1 1,-1-1,1 1,0-1,-1 1,1-1,-1 1,1-1,0 1,0-1,-1 1,1-1,0 1,0-1,-6 15,1 1,1 0,1 0,0 1,1-1,0 1,1-1,1 1,1-1,0 6,1-14,-1 0,1 1,0-1,1 0,0 0,0-1,0 1,1-1,0 1,1-1,-1 0,1-1,0 1,0-1,1 0,-1 0,1 0,1-1,-1 0,0-1,1 1,0-1,0 0,0-1,0 1,0-1,0-1,6 1,27 5</inkml:trace>
  <inkml:trace contextRef="#ctx0" brushRef="#br0" timeOffset="37975.214">25026 4720,'20'-3,"19"0,18-2,15-2,10-1,3 2,0 2,-8 3,-18 3</inkml:trace>
  <inkml:trace contextRef="#ctx0" brushRef="#br0" timeOffset="38430.528">25734 4934,'22'312,"-21"-276,-1 1,-2-1,-2 0,-1 0,-1 0,-2-1,-5 11,-12 29,11-38,2 0,2 1,1 0,2 0,-1 21,8-49,0 1,1-1,0 0,1-1,0 1,1 0,0 0,0-1,1 1,0-1,0 0,1-1,1 1,-1-1,1 0,1 0,0 0,0-1,0 0,1-1,0 0,0 0,0 0,1-1,0 0,0-1,0 0,0-1,2 1,-6-1,1 0,0-1,0 1,0-1,0 0,0-1,0 0,0 0,1 0,-1 0,0-1,1 0,-1-1,0 1,0-1,1 0,-1-1,0 0,0 0,0 0,0 0,-1-1,1 0,-1 0,1-1,-1 1,0-1,0 0,-1-1,2-1,-2-6,1-1,-2 0,0-1,0 1,-2-1,1 1,-2-1,0 0,0 1,-1-1,-1 1,0-1,-1 1,-1 0,0 0,0 0,-1 0,-1 1,0 0,-4-5,-20-34,-1 1,-3 2,-2 1,-2 2,-2 1,-1 2,-18-11,13 3,46 50,0-1,0 0,0 1,0-1,0 0,0 0,1 1,-1-1,0 0,0 1,0-1,1 1,-1-1,0 0,1 1,-1-1,0 1,1-1,-1 0,1 1,-1 0,1-1,-1 1,1-1,-1 1,1-1,0 1,-1 0,1 0,0-1,-1 1,1 0,0 0,-1 0,1-1,0 1,-1 0,1 0,0 0,-1 0,1 0,0 1,-1-1,1 0,0 0,0 0,233 1,-224-1,231-3,17-13,-214 11</inkml:trace>
  <inkml:trace contextRef="#ctx0" brushRef="#br0" timeOffset="40163.871">2380 7127,'-17'3,"0"2,0 0,1 1,0 0,0 1,0 1,1 1,0 0,1 1,0 0,1 1,0 1,0 0,-7 10,16-17,-1-1,1 2,0-1,0 0,1 1,-1 0,1 0,1 0,-1 0,1 0,0 0,0 1,1-1,0 1,0-1,0 1,1 0,0-1,1 1,-1-1,1 1,0 0,1-1,-1 0,1 1,1-1,0 1,-1-5,0 1,1-1,0 0,-1 0,1 0,0 0,0-1,0 1,0-1,0 1,0-1,1 0,-1 0,0-1,1 1,-1-1,0 1,1-1,-1 0,1 0,-1-1,0 1,1-1,-1 0,0 0,0 0,1 0,1-1,83-52,-70 34,-1 0,-1 0,0-2,-2 0,0-1,-2 0,-1-1,0 0,-2-1,-1 0,-1 0,-1-1,-1 0,-1 0,-1-1,-2 1,-1 0,-1-1,-1 1,-1 0,-6-25,-43-177,42 204,10 24,-1 0,1 0,-1-1,1 1,-1 0,1 0,-1 0,1 0,-1 0,1 0,-1 0,1 0,-1 0,1 0,-1 0,1 0,-1 0,1 0,-1 1,1-1,-1 0,1 0,-1 0,1 1,-1-1,1 0,0 1,-1-1,1 0,-1 1,1-1,0 1,-1-1,1 0,0 1,0-1,-1 1,1-1,0 1,0-1,0 1,0-1,-1 1,1-1,0 1,0-1,0 1,0 0,0-1,0 1,0-1,1 1,-1-1,0 1,0-1,0 1,0-1,1 1,-1-1,-5 41,1 0,2 1,2-1,2 0,1 1,1 12,1 0,4 0,1 0,3-2,2 1,21 46,15-23,-49-74,0 0,0 0,1 0,-1-1,1 1,-1-1,1 0,0 1,-1-1,1 0,0-1,0 1,0 0,0-1,-1 0,1 1,0-1,0 0,0-1,0 1,0 0,0-1,0 0,-1 1,1-1,0 0,0-1,-1 1,2-1,84-78,-85 79,-1 0,1 0,0 0,-1 1,1-1,0 1,-1 0,1-1,0 1,0 0,-1 0,1 1,0-1,0 1,-1-1,1 1,0 0,-1 0,1 0,-1 0,1 1,-1-1,0 1,0-1,1 1,-1 0,0 0,0 0,-1 0,1 0,0 0,-1 0,1 1,-1-1,0 1,23 18,-20-17,0-1,1 0,-1 0,1 0,0 0,0-1,0 0,0 0,0-1,0 1,1-1,-1 0,1 0,-1-1,0 0,1 0,-1 0,1 0,-1-1,1 0,-1 0,0-1,1 1,-1-1,0 0,0 0,0-1,-1 0,1 0,-1 0,1 0,-1-1,0 1,0-1,-1 0,4-4,-4 4,1-1,-1 1,0-1,0 1,-1-1,1 0,-1 0,0 0,-1-1,1 1,-1 0,0-1,0 1,-1 0,1-1,-1 1,-1-1,1 1,-1-1,0 1,0-1,0 1,-1 0,1 0,-2 0,1 0,0 0,-1 0,0 0,0 1,0 0,-1-1,1 1,-1 0,0 1,0-1,-1 1,1 0,-1 0,0 0,0 0,0 1,0 0,0 0,0 1,0 0,0 0,-1 0,1 0,-1 1,1 0,0 0,-1 0,1 1,0 0,-1 0,1 0,0 0,0 1,0 0,0 0,0 1,0-1,0 1,1 0,0 0,-1 1,1-1,0 1,1 0,-1 0,1 0,0 0,0 1,0 0,0-1,1 1,0 0,0 0,0 0,0 0,1 1,0 1,1-4,1-1,-1 1,1 0,0 0,0 0,0-1,0 1,1 0,-1-1,1 1,-1-1,1 0,0 1,0-1,0 0,0 0,0 0,1 0,-1-1,1 1,-1-1,1 1,-1-1,1 0,0 0,0 0,-1 0,1-1,0 1,0-1,2 1,37 7</inkml:trace>
  <inkml:trace contextRef="#ctx0" brushRef="#br0" timeOffset="40874.566">3569 7099,'-18'-5,"-1"0,1 1,-1 1,0 1,0 1,0 0,0 1,0 1,0 1,0 1,0 0,-17 7,32-8,-1 0,0 1,1 0,-1 0,1 0,0 0,0 1,0-1,1 1,-1 0,1 0,0 1,0-1,0 1,1-1,-1 1,1 0,0 0,1 0,-1 0,1 0,0 1,0-1,1 0,0 0,0 1,0-1,0 0,1 1,0-1,0 0,0 0,1 0,-1 0,3 3,1-3,0-1,1 0,-1 0,1 0,0 0,0-1,1 0,-1-1,1 1,-1-1,1 0,0-1,0 0,0 0,0 0,0-1,0 0,0 0,-1-1,1 0,3 0,4-1,1 0,-1-1,0 0,-1-2,1 1,0-1,-1-1,0-1,-1 1,1-2,-1 0,-1 0,0-1,0-1,0 0,-1 0,7-11,-15 19,0 0,-1-1,1 1,0-1,-1 0,0 0,0 1,0-1,0 0,0 0,0 0,-1 0,1 0,-1 0,0 0,0-2,-6 15,7-3,0 0,0 0,0 0,1-1,0 1,1 0,-1-1,1 1,1-1,-1 0,1 0,0 0,0 0,1-1,-1 0,1 0,1 0,-1 0,1-1,-1 0,1 0,1-1,-1 1,0-1,1-1,-1 1,1-1,6 1,-11-2,1-1,-1 1,0-1,1 1,-1-1,1 0,-1 0,1 0,-1 0,0-1,1 1,-1-1,1 1,-1-1,0 0,0 0,1 0,-1 0,0 0,0-1,0 1,0-1,0 1,0-1,-1 0,1 1,-1-1,1 0,-1 0,1 0,-1 0,0-1,0 1,0 0,0 0,-1-1,1 1,0 0,-1-1,0 0,10-59,-11 55,1-1,0 0,1 1,-1-1,2 0,-1 1,1-1,0 1,0 0,1-1,0 1,0 0,1 1,0-1,0 0,1 1,0 0,0 0,0 1,0-1,1 1,0 0,0 1,1 0,-1-1,5 0,0 3,0 0,1 1,-1 1,0-1,1 2,-1 0,1 0,-1 1,0 0,0 1,0 1,0-1,-1 2,1 0,-1 0,0 0,0 1,-1 1,0 0,0 0,4 5,-8-6,0 0,0 0,0 1,-1 0,0 0,0 0,-1 0,0 1,0-1,-1 1,0 0,0 0,-1 0,0 0,0 0,-1 0,0 0,0 0,-1 0,0 0,0 0,-1 0,0 0,-2 4,2-3,0-6,0-1,1 1,-1 0,1 1,0-1,0 0,0 0,1 0,-1 1,1-1,0 0,0 1,0-1,0 0,0 1,1-1,-1 0,1 1,0-1,0 0,0 0,1 0,-1 0,1 0,-1 0,1 0,0-1,0 1,1 0,-1-1,0 0,1 1,-1-1,1 0,0-1,0 1,0 0,0 0,16 1,1-1,-1 0,0-1,1-1,-1-1,0-1,0 0,1-1,-2-2,1 0,13-5,-22 7,200-60,-109 30</inkml:trace>
  <inkml:trace contextRef="#ctx0" brushRef="#br0" timeOffset="41394.259">6162 7006,'-4'23,"1"-1,1 1,1 0,1-1,1 1,3 17,-3-33,0-1,1 0,-1 0,1 0,1 0,-1 0,1 0,0-1,0 1,0-1,1 0,0 0,0 0,0 0,1-1,0 1,-1-1,1 0,1-1,-1 1,1-1,-1 0,1-1,0 1,0-1,1 0,3 0,-1-1,1 0,-1-1,1 1,-1-2,1 0,-1 0,1 0,-1-1,0-1,1 0,-1 0,-1 0,1-1,0-1,-1 1,0-1,0-1,0 0,-1 0,0 0,0-1,0 0,-1 0,0-1,-1 0,0 0,0 0,0 0,-1-1,0 0,-1 0,0 0,-1 0,1 0,-1-3,-2 6,-1 0,1 0,-1 0,0 1,0-1,-1 0,1 0,-2 1,1-1,0 1,-1 0,0 0,0 0,0 0,-1 0,0 1,0 0,0-1,0 1,-1 1,0-1,1 1,-1-1,0 2,-1-1,1 0,0 1,-2 0,2 0,1 0,-1 0,0 0,0 1,0 0,0 0,0 0,0 0,0 1,0 0,0 0,0 0,0 1,0 0,0 0,0 0,0 0,1 1,-1 0,0 0,1 0,-1 1,1-1,0 1,0 0,0 0,0 1,0-1,1 1,-1 0,1 0,-1 2,1 0,1-1,0 1,0-1,1 1,0 0,0 0,0-1,1 1,0 0,0 0,0 0,1 0,0-1,0 1,0 0,1 0,0-1,0 1,0-1,1 0,-1 0,1 0,1 0,-1 0,1 0,0-1,0 0,0 0,1 1,30 28</inkml:trace>
  <inkml:trace contextRef="#ctx0" brushRef="#br0" timeOffset="41927.936">7807 7260,'-6'-6,"0"-1,0 0,1 0,0 0,0 0,1-1,0 0,0 0,1 0,0-1,0 1,1-1,0 0,0 1,1-1,0 0,1 0,0 0,1 0,-1 1,2-1,-1 0,1 0,1-3,-2 8,-1 1,1-1,0 0,0 0,0 0,1 0,-1 1,1-1,0 1,0-1,0 1,0-1,0 1,1 0,0 0,0 1,-1-1,1 0,1 1,-1 0,0-1,1 1,-1 1,1-1,0 0,-1 1,1 0,0 0,0 0,0 0,0 1,12 2,-1 0,1 1,-1 1,0 1,0 0,0 1,-1 1,0 0,0 0,-1 2,0 0,0 0,-1 1,5 5,-7-8,0 1,0 0,-1 1,0 0,0 0,-1 1,0 0,-1 1,0 0,-1 0,1 3,-6-13,-1 1,0 0,0-1,-1 1,1-1,0 1,0 0,-1-1,1 1,-1-1,0 1,1-1,-1 1,0-1,0 0,0 1,0-1,0 0,0 1,0-1,0 0,0 0,-1 0,1 0,0 0,-1-1,1 1,-1 0,1-1,-1 1,1-1,-1 1,1-1,-1 0,0 1,1-1,-1 0,0 0,1 0,-1 0,1-1,-1 1,0 0,1-1,-1 1,1-1,-1 1,1-1,-1 0,1 0,0 0,-1 0,1 0,0 0,0 0,-1 0,1 0,0 0,0-1,0 0,-2-3,1 0,0 0,0-1,0 1,1-1,0 0,0 1,0-1,1 0,0 1,0-1,0 0,1 1,0-1,0 0,0 1,1-1,-1 1,2-1,-1 1,0 0,1 0,0 0,0 0,1 1,-1-1,1 1,3-4,2-2,0 0,1 1,0 0,0 0,1 1,0 1,0 0,1 0,0 1,0 0,1 1,-1 1,1 0,0 1,1 0,-1 1,0 0,3 1,-11 1,-1 0,1 0,-1 1,1-1,-1 1,1 0,-1 1,0-1,0 1,1 0,-1 0,0 0,-1 0,1 1,0-1,-1 1,1 0,-1 0,0 1,0-1,0 1,0-1,-1 1,2 2,31 107,-7-18,-27-93,-1 0,1 0,1-1,-1 1,0 0,0 0,1 0,-1-1,1 1,-1-1,1 1,0-1,0 0,-1 0,1 0,0 0,0 0,0 0,0 0,0 0,1-1,-1 1,0-1,0 0,0 1,0-1,1 0,13-3</inkml:trace>
  <inkml:trace contextRef="#ctx0" brushRef="#br0" timeOffset="42394.385">8329 6659,'146'37,"-70"-22,-59-11,1 0,-1 1,0 1,0 0,-1 1,0 1,0 1,0 0,-1 1,-1 1,0 0,0 1,-1 0,-1 1,0 1,6 9,37 85,-46-84,2-2,0 0,1 0,2-1,0 0,-11-17,1 1,-1-2,1 1,0 0,0-1,0 1,0-1,0 0,1-1,0 1,-1-1,1 0,0 0,0 0,0-1,0 1,1-1,-1-1,0 1,0-1,1 0,-1 0,0 0,0-1,1 0,-1 0,0 0,0-1,0 1,0-1,0 0,-1-1,3-1,2-1,0-1,-1-1,0 0,0 0,-1 0,0-1,0 0,0-1,-1 1,-1-1,1 0,-2-1,1 1,-1-1,-1 0,1 0,-2 0,1-1,-2 1,1-1,-1 1,-1-1,0 0,-6-12,6 23,1 0,-1 1,0-1,0 0,0 0,0 1,0-1,0 0,0 1,0-1,0 0,0 0,-1 1,1-1,0 0,0 0,0 1,0-1,0 0,0 0,0 1,-1-1,1 0,0 0,0 0,0 1,-1-1,1 0,0 0,0 0,0 0,-1 0,1 1,0-1,0 0,-1 0,1 0,0 0,0 0,-1 0,1 0,0 0,-1 0,1 0,0 0,0 0,-1 0,1 0,0 0,0 0,-1 0,1 0,0-1,0 1,-1 0,1 0,-1 6,0 1,1-1,0 1,0-1,1 1,-1-1,1 1,1-1,-1 0,1 1,0-1,1 0,-1 0,1 0,0-1,1 1,-1-1,1 0,0 0,1 0,-1 0,6 4,2 1,1 0,0-1,0 0,1-1,0 0,1-1,-1-1,16 5,18 1,0-1,0-3,1-2,11-1,21 0</inkml:trace>
  <inkml:trace contextRef="#ctx0" brushRef="#br0" timeOffset="43836.808">10133 7020,'-5'-3,"-9"-8,0 1,0 1,-1 0,0 1,-1 1,0 0,0 2,0-1,-1 2,-8-2,20 6,1 0,-1 0,1 1,0-1,-1 1,1 0,-1 0,1 0,0 1,0-1,0 1,0 0,0 0,0 1,0-1,1 1,-1 0,1 0,-1 0,1 0,0 1,1-1,-1 1,1-1,-1 2,-2 4,1-1,0 0,0 1,1 0,0 0,1 0,0 0,1 1,-1-1,2 0,-1 7,1-13,0-1,1 1,-1 0,0 0,1-1,0 1,-1 0,1-1,0 1,0 0,1-1,-1 1,1-1,-1 0,1 0,-1 1,1-1,0 0,0 0,0-1,1 1,-1 0,0-1,1 1,-1-1,1 0,-1 0,1 0,-1 0,1 0,0 0,0-1,-1 1,1-1,0 0,1 0,8 1,0-2,0 1,0-1,0-1,0 0,0-1,-1 0,2-1,206-88,-215 90,1 2,0-1,0 1,0-1,0 1,0 1,0-1,0 1,0 0,0 0,-1 0,1 0,0 1,-1 0,1 0,-1 0,0 1,1 0,-1-1,0 1,-1 1,1-1,0 1,-1-1,0 1,0 0,0 1,9 12,-1 0,-1 0,-1 2,-1-1,0 1,-1 1,8 19,-1 1,-2 0,-2 0,-1 1,-2 1,-3 0,0-1,-3 1,-2 0,-1 0,-2 0,-2-1,-2 1,-2-1,-9 23,16-55,0 1,-1-1,0 0,0 0,-1 0,0-1,-1 1,0-1,0-1,-1 1,0-1,0 0,-1-1,1 1,-2-1,1-1,0 0,-1 0,0-1,0 0,-8 2,13-6,1 0,0 0,0 0,-1-1,1 0,0 0,0 1,0-2,0 1,0 0,0-1,0 1,1-1,-1 0,0 0,1 0,0 0,-1 0,1-1,0 1,0-1,0 1,0-1,1 0,-1 0,1 0,0 0,-1 0,-22-92,24 48,1 0,3 0,1 1,3-1,1 1,3 1,1 0,3 1,2-2,-3 0,1 2,2 0,2 1,2 1,2 1,2 1,14-16,-39 54,0 0,1 0,-1 0,0 0,1 0,0 0,-1 1,1-1,0 0,0 1,-1 0,1-1,0 1,1 0,-1 0,0 0,0 0,0 0,1 1,-1-1,0 1,0-1,1 1,-1 0,1 0,-1 0,0 0,1 0,-1 1,0-1,1 1,-1 0,3 3,-1 2,0-1,0 0,0 1,0 0,-1 0,0 0,0 0,-1 0,2 5,3 6,7 18,-4-8,2 0,0-1,2-1,1 0,1 0,4 3,-19-26,0 0,1 0,-1 0,1 0,0 0,-1 0,1 0,0 0,0-1,0 1,0-1,1 0,-1 1,0-1,0 0,1 0,-1 0,1-1,-1 1,1-1,-1 1,1-1,-1 0,1 0,-1 0,1 0,-1 0,1 0,-1-1,1 0,-1 1,1-1,-1 0,1 0,-1 0,0 0,0-1,0 1,0-1,0 1,0-1,2-1,4-8,-1-1,0 0,-1 0,0 0,-1-1,0 1,-1-1,0 0,-1-1,-1 1,0-1,-1 1,0-5,6-31,-7 49,0 0,0 0,1 0,-1 0,0 1,0-1,1 0,-1 0,0 0,0 0,1 0,-1 0,0 0,1 0,-1 0,0 0,0 0,1 0,-1 0,0 0,1 0,-1 0,0 0,0 0,1-1,-1 1,0 0,0 0,1 0,-1 0,0-1,0 1,0 0,1 0,-1 0,0-1,0 1,0 0,0 0,1-1,-1 1,0 0,0 0,0-1,0 1,0 0,0-1,0 1,0 0,0 0,0-1,0 1,0 0,0 0,0-1,0 1,0-1,11 30,-8-20,0 3,1 0,1-1,0 1,0-1,1 0,0-1,1 0,0 0,1 0,0-1,0 0,1 0,0-1,1 0,0-1,0 0,0 0,1-1,0-1,0 0,7 2,-15-7,0 0,0 1,0-2,0 1,0 0,0-1,0 1,0-1,0 0,0 0,0 0,-1 0,1 0,0-1,-1 1,1-1,-1 0,1 0,-1 0,0 0,0 0,0 0,0-1,0 1,-1-1,1 1,-1-1,1 0,-1 0,0 1,0-1,0-3,20-98,-27-64,5 166,1 0,-1 0,1 0,-1 0,1 0,0 0,-1 0,1 0,0 0,1 0,-1 0,0 0,0 0,1 0,-1 0,1 0,0 0,0 0,-1 0,1 0,0 1,1-1,-1 0,0 1,0-1,1 1,-1-1,1 1,-1-1,1 1,0 0,0 0,-1 0,1 0,0 0,0 0,0 1,0-1,0 1,0-1,1 1,14 2,-1 1,1 0,0 2,-1 0,0 1,0 0,0 1,-1 1,9 6,-15-9,0 0,0 0,0 1,-1 0,1 0,-2 1,1 0,-1 1,0 0,0 0,-1 0,0 1,-1-1,0 1,0 1,-1-1,0 1,1 5,2 14,-7-22,1 0,0 0,0 1,1-1,0 0,0-1,1 1,-1 0,2-1,-1 1,1-1,0 0,0 0,0-1,1 1,0-1,0 0,0 0,1 0,0-1,0 0,0 0,0 0,4 1,1-2,1-1,-1 0,1 0,0-1,0-1,-1 0,1 0,0-1,-1-1,1 0,-1 0,1-1,-1-1,0 0,0 0,0-1,-1-1,0 1,0-2,0 0,-1 0,0 0,0-1,-1 0,4-6,-11 14,0-1,-1 1,1 0,0-1,-1 1,1 0,0 0,-1 0,1 0,0 0,0 0,-1 0,1 0,0 0,0 0,-1 0,1 0,0 0,-1 1,1-1,0 0,-1 0,1 1,0-1,-1 0,1 1,-1-1,1 1,-1-1,1 1,-1-1,1 1,-1 0,1-1,-1 1,0-1,1 1,-1 0,0-1,0 1,1 0,-1-1,0 1,0 0,0 0,0-1,0 1,0 0,0-1,0 1,0 0,0 0,0-1,0 1,-1 0,1 0,6 14,-2-9,1 0,0-1,1 1,-1-1,1 0,0 0,0-1,1 0,0 0,-1 0,1-1,0 0,0 0,1-1,-1 0,0 0,1-1,6 1,-9-1,-1-1,1 1,-1-1,1 0,0 0,-1 0,1-1,-1 0,1 1,-1-2,1 1,-1 0,0-1,0 0,1 0,-1 0,0-1,-1 1,1-1,0 0,-1 0,0 0,1 0,-1-1,-1 1,1-1,0 0,-1 0,0 0,0 0,1-3,-2 0,-1-1,1 0,-2 0,1 0,-1 1,0-1,-1 0,1 0,-2 1,1-1,-1 1,0 0,0 0,-1 0,0 0,0 1,-1-1,0 1,0 0,0 1,-1-1,0 1,0 0,0 0,-1 1,0 0,1 0,-1 1,-1-1,1 2,-6-3,8 4,0 0,0 0,0 0,0 0,0 1,0 0,0 0,0 0,-1 1,1-1,0 1,0 0,0 1,1-1,-1 1,0 0,1 1,-1-1,1 1,-1-1,1 1,0 1,0-1,1 0,-1 1,1 0,0 0,0 0,0 0,0 1,1-1,-1 1,1-1,0 1,1 0,-1 0,1 0,-2 1,1 0,1 0,-1-1,1 1,0 0,0 0,0 0,1 0,0 0,0 0,1 0,0 0,0 0,0 0,1 0,0 0,0-1,0 1,1 0,-1-1,1 0,1 0,-1 0,1 0,0 0,0-1,0 0,5 4,-2-4,0-1,0 0,1 0,-1-1,1 1,0-2,0 1,-1-1,1 0,0-1,0 0,0 0,0-1,0 0,0 0,0-1,-1 0,1 0,1-1,26-12</inkml:trace>
  <inkml:trace contextRef="#ctx0" brushRef="#br0" timeOffset="44118.328">12138 6859,'-10'-7,"0"0,-1 1,0 0,0 1,-1 0,1 1,-1 0,0 0,-9 0,17 3,-1 1,1-1,-1 1,1 0,-1 0,1 1,0-1,-1 1,1 0,-1 0,1 1,0-1,0 1,0 0,0 0,0 0,0 0,1 1,-1 0,1 0,-1 0,1 0,0 0,0 0,1 1,-1 0,1-1,-1 2,-2 7,1 1,0 0,1 0,0 0,1 0,1 1,0-1,0 0,2 1,-1-1,2 0,0 1,0-1,1 0,1 0,0-1,1 1,0-1,1 0,1 0,-1-1,2 0,0 0,0 0,3 1,16 20,1 0,2-2,1-1,1-2,1-1,26 15,-49-35,-1-1,1 0,0-1,0 0,1 0,-1-1,1-1,0 0,-1 0,1-1,0 0,0-1,0 0,0-1,0 0,-1-1,1 0,9-4,39-14,-2-2</inkml:trace>
  <inkml:trace contextRef="#ctx0" brushRef="#br0" timeOffset="45386.413">13903 7033,'-103'70,"100"-67,-1 1,0 0,1 0,-1 0,1 0,0 0,1 1,-1-1,1 1,0 0,0-1,0 1,1 0,-1 0,1 1,1-1,-1 0,1 0,0 0,0 1,0-1,1 2,2 0,1 0,0-1,0 1,0-1,1 0,0 0,0 0,1-1,0 1,0-1,0-1,0 1,1-1,-1 0,1-1,0 0,0 0,1 0,-1-1,1 0,-1 0,1-1,0 0,6 0,17 5,0-2,0-1,0-2,0-1,0-1,0-2,0-1,-1-1,1-2,-1 0,-1-3,1 0,9-7,-31 14,1-1,-1 0,0-1,0 0,-1 0,0 0,1-1,-2 0,1-1,-1 1,0-1,0-1,-1 1,0-1,0 0,-1 0,0 0,0-1,-1 1,2-9,-5 16,1 0,-1 0,0 0,0 1,1-1,-1 0,0 0,0 0,0 0,0 0,0 1,0-1,0 0,0 0,0 0,-1 0,1 0,0 1,-1-1,1 0,0 0,-1 1,1-1,-1 0,1 0,-1 1,1-1,-1 0,0 1,1-1,-1 1,0-1,1 1,-1-1,0 1,0-1,0 1,1 0,-1 0,0-1,0 1,0 0,0 0,1 0,-1 0,0 0,0 0,0 0,0 0,0 0,1 0,-1 0,0 1,0-1,0 0,0 1,1-1,-1 1,0-1,0 0,1 1,-2 4,1 0,0 0,0 0,0 0,1 0,0 0,0 0,0 0,1 0,-1 0,1 0,0-1,1 1,-1 0,1 0,0-1,0 1,1-1,-1 1,1-1,0 0,0 0,0 0,1-1,-1 1,1-1,0 0,0 0,0 0,0 0,1-1,-1 0,3 2,1 0,-1 0,1 0,0 0,0-1,0 0,1-1,-1 1,1-2,-1 1,1-1,-1-1,1 1,0-1,0-1,-1 0,1 0,-1-1,8-2,-14 3,1 0,-1 0,0-1,1 1,-1-1,0 0,0 1,0-1,0 0,-1 0,1 0,0-1,-1 1,0 0,1-1,-1 1,0-1,0 1,0-1,-1 1,1-1,-1 0,1 1,-1-1,0 0,0 1,0-1,0 0,0 1,-1-2,0-3,-1 0,0 0,0 0,-1 1,0-1,0 1,0-1,-1 1,0 0,-4-5,-4-2,0 1,-1 0,-1 0,0 1,0 1,-1 0,-1 1,1 1,-5-1,11-2,34 10,-13 0,75-6,-58 3,1 0,0 2,0 1,0 2,0 1,-1 1,1 1,-1 2,0 1,4 3,-21-4,0 2,0-1,0 2,-1 0,-1 0,1 1,-1 0,-1 1,0 0,-1 0,0 1,0 0,-1 0,-1 1,4 11,-8-20,27 40,-28-43,-1 0,1 0,0 0,0 0,0-1,0 1,0 0,0-1,0 1,0-1,0 1,1-1,-1 1,0-1,0 0,0 0,1 1,-1-1,0 0,0 0,0 0,1 0,-1 0,0-1,0 1,0 0,1-1,-1 1,0-1,0 1,0-1,0 1,0-1,0 0,0 1,0-1,0 0,0 0,0 0,0 0,129-166,-124 159,-1 1,1 1,0-1,0 1,1 0,-1 0,2 1,-1 0,0 0,1 1,0 0,0 0,0 1,6-2,-8 6,-1 1,0 0,0-1,1 2,-1-1,0 1,-1-1,1 1,0 1,-1-1,0 1,0-1,0 1,0 0,0 1,-1-1,0 1,0-1,0 1,0 0,0 2,-2-6,66 122,-65-121,-1 0,1 0,0-1,0 1,0 0,0-1,0 0,0 1,0-1,1 0,-1 0,0 0,1 0,-1-1,1 1,-1-1,1 1,-1-1,1 0,-1 0,1 0,-1 0,1-1,-1 1,1-1,-1 1,1-1,-1 0,0 0,1 0,-1 0,0 0,0-1,0 1,0-1,0 1,0-1,0 0,0 1,-1-1,1 0,-1 0,1-1,-1 1,4-8</inkml:trace>
  <inkml:trace contextRef="#ctx0" brushRef="#br0" timeOffset="46148.828">16176 6992,'-11'-2,"1"0,-1 0,1 1,-1 0,1 1,-1 0,1 1,-1 0,1 1,-1 0,1 0,0 1,0 0,0 1,0 0,1 1,-1 0,1 1,1-1,-1 2,1-1,0 1,0 1,1-1,0 1,0 0,1 1,0 0,0 0,1 0,1 0,-2 5,5-11,0 0,0 0,0 0,1 0,0 1,-1-1,1 0,0 0,0 0,1 0,-1 1,1-1,0 0,-1 0,1 0,1 0,-1 0,0 0,1 0,-1-1,1 1,0 0,0-1,0 0,0 1,1-1,-1 0,0 0,1 0,0 0,-1 0,1-1,0 1,0-1,0 0,1 0,5 2,1-1,-1 0,0-1,1 0,-1 0,1-1,-1-1,1 0,-1 0,0 0,1-1,-1-1,0 1,0-2,0 1,-1-1,1 0,-1-1,0 0,0-1,0 1,-1-1,0-1,0 1,-1-1,0-1,0 1,0-1,-1 0,0 0,-1 0,0-1,0 0,-1 0,0 0,1-7,2-24,-2 0,-1 0,-2-1,-2 0,-2 1,-2 0,-5-18,-4-39,-5 1,-6-8,14 73,10 31,1 0,0-1,-1 1,1 0,-1-1,1 1,-1 0,1-1,0 1,-1 0,1 0,-1 0,1-1,-1 1,1 0,-1 0,0 0,1 0,-1 0,1 0,-1 0,1 0,-1 0,1 0,-1 0,1 1,-1-1,1 0,-1 0,1 0,-1 1,1-1,0 0,-1 0,1 1,-1-1,1 0,0 1,-1-1,1 1,0-1,-1 0,1 1,0-1,0 1,-1-1,1 1,0-1,0 1,0-1,0 1,-1-1,1 1,0-1,0 1,0-1,0 1,0-1,0 1,1 0,-1-1,0 1,0-1,0 1,0-1,1 0,-1 1,-10 50,2 0,3 1,1 0,3 4,1-49,-3 23,1 1,2 0,1 0,1-1,2 1,1-1,1 0,2 0,1 0,1-1,2-1,0 0,2 0,6 5,-16-26,1 0,1-1,-1 0,1 0,0 0,1-1,-1 1,1-2,0 1,1-1,-1 0,1-1,-1 1,1-2,0 1,0-1,0 0,0-1,1 1,-1-2,0 1,1-1,-1-1,0 1,1-2,-1 1,0-1,0 0,0 0,0-1,0 0,5-4,0-2,-1-1,0-1,0 0,-2 0,1-1,-1 0,-1-1,0 0,-1 0,-1-1,0 0,1-6,3 0,-11 20,0 0,0 0,0 1,0-1,0 0,0 0,0 0,0 1,0-1,0 0,0 0,0 0,0 1,0-1,0 0,0 0,0 0,0 1,1-1,-1 0,0 0,0 0,0 0,0 0,0 1,1-1,-1 0,0 0,0 0,0 0,0 0,1 0,-1 0,0 0,0 1,0-1,1 0,-1 0,0 0,0 0,0 0,1 0,-1 0,0 0,0 0,1 0,-1 0,0-1,0 1,0 0,0 0,1 0,-1 0,0 0,0 0,0 0,1 0,-1-1,1 25,-1-23,-1 31,0-17,0 1,2-1,0 1,0-1,1 0,1 1,3 7,-5-21,-1-1,0 1,0-1,1 0,-1 1,1-1,-1 0,1 1,0-1,-1 0,1 0,0 0,0 1,0-1,0 0,0 0,0 0,0-1,0 1,0 0,1 0,-1-1,0 1,0 0,1-1,-1 1,1-1,-1 0,0 1,1-1,-1 0,1 0,-1 0,0 0,1 0,-1 0,1 0,-1-1,14-6</inkml:trace>
  <inkml:trace contextRef="#ctx0" brushRef="#br0" timeOffset="46403.446">16564 6605,'-19'-2,"-7"-1,0 2,7 4,11 1,16 1,13-2,4-1</inkml:trace>
  <inkml:trace contextRef="#ctx0" brushRef="#br0" timeOffset="46790.683">16871 6230,'-7'27,"2"0,1 0,1 1,1-1,2 20,-1-21,-1 42,3-1,2 1,4-1,2-1,4 1,2-2,3 0,3-1,28 57,-48-117,0 1,1-1,0 0,0 0,0 0,1 0,-1 0,1 0,0 0,0-1,0 0,0 1,1-1,-1-1,1 1,0 0,0-1,0 0,0 0,0 0,1 0,-1 0,1-1,-1 0,1 0,-1 0,1-1,-1 0,1 0,0 0,-1 0,3-1,9-6,0 0,-1-1,0-1,-1-1,0 0,0-1,-1 0,-1-1,2-2,6-4,51-44,-70 62,-1 0,1 0,0 0,-1 0,1 0,0-1,-1 1,1 0,0 0,-1 1,1-1,0 0,-1 0,1 0,-1 0,1 1,0-1,-1 0,1 0,-1 1,1-1,-1 0,1 1,-1-1,1 1,-1-1,1 1,-1-1,1 1,-1-1,0 1,1-1,-1 1,0 0,1-1,-1 1,0-1,0 1,0 0,0-1,0 1,1 0,-1-1,0 1,-1 0,1-1,0 1,2 38,-2-35,16 98,-15-99,0 1,1-1,-1 0,1 0,0 0,0 0,0 0,1-1,-1 1,1-1,-1 1,1-1,0 0,0 0,0 0,0 0,0-1,0 1,0-1,1 0,-1 0,0 0,1 0,-1 0,1-1,-1 0,4 0,21-3,-3-5</inkml:trace>
  <inkml:trace contextRef="#ctx0" brushRef="#br0" timeOffset="46971.912">17433 6711,'-19'-4,"-14"-4,-11-3,-8-2,-5-3,6 1</inkml:trace>
  <inkml:trace contextRef="#ctx0" brushRef="#br0" timeOffset="47154.492">16884 6524,'20'0,"17"-2,12-1,12 0,10 1,5-2,2 0,-3 1,-15 0</inkml:trace>
  <inkml:trace contextRef="#ctx0" brushRef="#br0" timeOffset="47432.554">17753 7166,'7'1,"1"0,-1-1,1 0,-1-1,1 1,-1-1,0-1,1 1,-1-1,0-1,0 1,0-1,0-1,-1 1,1-1,-1 0,0 0,0-1,-1 0,1 0,-1 0,0-1,0 1,-1-1,1-1,-2 1,1 0,0-1,-1 0,-1 0,2-3,-3 6,-1 0,1 0,-1-1,0 1,0 0,0 0,-1 0,1 0,-1 0,0 0,0 0,-1 0,1 0,-1 1,0-1,0 0,0 1,0-1,-1 1,1 0,-1 0,0 0,0 0,0 0,0 1,0 0,-1-1,1 1,-1 0,0 0,1 1,-1-1,0 1,0 0,0 0,0 0,0 1,0-1,0 1,-1 0,1 0,0 0,0 1,0-1,0 1,0 0,0 0,0 1,-3 1,1 0,1 1,0 0,0 0,0 0,1 1,-1-1,1 1,0 0,1 1,-1-1,1 0,0 1,0 0,1 0,0 0,0 0,0 0,1 0,-1 1,2-1,-1 0,1 1,0-1,0 1,0-1,1 0,0 1,1-1,-1 0,1 0,0 0,1 0,-1 0,1 0,1-1,-1 1,1-1,0 0,0 0,8 6,0 0,0-2,1 1,1-2,0 0,0 0,0-1,1-1,0 0,0-1,1-1,-1-1,1 0,0-1,6 0,53 7</inkml:trace>
  <inkml:trace contextRef="#ctx0" brushRef="#br0" timeOffset="48069.397">19932 6926,'-8'-3,"1"0,-1 0,1 1,-1 0,0 1,0 0,0 0,0 1,0 0,0 0,0 1,0 0,0 0,1 1,-1 0,0 0,1 1,-1 0,1 0,0 1,0 0,0 0,1 0,-3 3,4-1,-1 0,2 1,-1 0,0 0,1 0,1 1,-1-1,1 1,1 0,-1 0,1 0,0 0,1 0,0 1,1-1,-1 0,1 0,1 1,0-1,0 0,1 0,-1 1,2-1,-1-1,1 1,1 0,-1-1,1 1,1 0,-1-4,1 0,-1-1,1 0,-1 0,1 0,0 0,0-1,0 0,1 0,-1 0,0-1,1 0,-1 0,1 0,-1 0,1-1,0 0,-1 0,1-1,-1 0,1 0,-1 0,1 0,1-1,5-2,1-1,-1 1,0-2,0 0,-1 0,0-1,0-1,0 0,8-8,-9 5,1-1,-2 0,0 0,0-1,-1 0,-1-1,0 0,-1 0,-1-1,0 1,0-1,-2 0,0 0,-1-1,0-2,1-24,-2-1,-1-1,-3 2,-7-37,-38-163,45 232,3 6,-1-1,0 1,0 0,0 0,-1 0,1 0,-1 0,0 0,-1 0,1 1,0-1,-1 1,0-1,-2-2,-11 13,-12 86,17-18,3 1,2 0,5 24,1-80,1 1,0-1,2 1,0-1,2 0,0 0,6 15,-8-28,1 1,-1-1,1-1,0 1,0 0,1-1,0 0,0 0,1-1,-1 1,1-1,1 0,-1-1,0 1,1-1,0-1,0 1,0-1,1 0,-1-1,7 2,-3-2,0-1,1 0,-1 0,1-1,-1-1,1 0,-1-1,0 0,0 0,1-1,-2-1,1 1,0-2,-1 0,0 0,0-1,0 0,-1-1,1 0,-2 0,1-1,-1 0,0 0,-1-1,0 0,-1-1,1 1,-2-1,1-1,-2 1,1-1,-1 1,-1-1,0 0,1-10,-12-39,8 59,-1-1,1 0,-1 0,1 1,-1-1,0 0,0 1,0-1,0 1,0-1,0 1,0-1,0 1,-1 0,1 0,0-1,-1 1,1 0,-1 0,0 0,1 1,-1-1,0 0,1 1,-1-1,0 1,0-1,1 1,-1 0,-1 0,-2 2,0 1,1 0,-1 1,1-1,0 1,0-1,1 1,-1 0,1 1,0-1,0 1,0-1,0 1,1 0,0 0,0 0,0 0,1 0,0 1,0-1,0 0,0 1,1-1,0 5,0-1,-1 0,1 0,1 0,0 0,0 0,1-1,0 1,0 0,1-1,0 1,1-1,0 0,0 0,1 0,0-1,0 0,0 0,1 0,0 0,1-1,0 0,0-1,0 1,0-1,1 0,0-1,0 0,0 0,0-1,2 0,61 19,0-8</inkml:trace>
  <inkml:trace contextRef="#ctx0" brushRef="#br0" timeOffset="48566.956">21830 6137,'-14'42,"2"0,1 1,3 0,1 1,2-1,1 43,-2 457,6-533,-1-5,0 0,0 0,1 1,0-1,0 1,0-1,1 0,-1 1,1-1,0 0,1 0,0 0,0 0,0 0,0 0,0 0,1-1,0 1,0-1,1 1,-1-1,1 0,0-1,0 1,0-1,0 0,0 1,3 0,5-3,-1-1,1 0,-1-1,1 0,-1 0,0-1,0-1,0 0,0 0,0-1,0-1,-1 0,0 0,0-1,0 0,4-4,-2 3,0-1,0 0,-1-1,0 0,0-1,-1 0,-1-1,1 0,-2-1,0 1,0-2,-1 1,0-1,-1 0,-1 0,0-1,-1 1,1-9,-4 21,-1-1,1 0,-1 0,1 1,-1-1,0 0,0 0,0 0,0 1,0-1,-1 0,1 0,0 0,-1 1,0-1,1 0,-1 1,0-1,0 0,0 1,0-1,0 1,0 0,0-1,0 1,0 0,-1-1,1 1,-1 0,1 0,-1 0,1 0,-1 1,0-1,1 0,-1 1,0-1,1 1,-1-1,0 1,0 0,0 0,1 0,-1 0,0 0,0 0,0 0,1 1,-1-1,0 0,0 1,1 0,-1-1,0 1,-3 5,0 0,0-1,1 2,-1-1,1 0,1 1,-1 0,1 0,1 0,-1 0,1 0,0 1,1-1,-1 1,2-1,-1 1,1 0,0-1,1 6,0-5,-1-1,2 1,-1 0,1-1,0 1,0-1,1 1,0-1,1 0,0 0,0-1,0 1,1-1,-1 0,2 0,-1 0,1-1,-1 1,1-2,1 1,-1-1,1 1,0-2,0 1,0-1,0 0,1-1,-1 1,1-1,17 2</inkml:trace>
  <inkml:trace contextRef="#ctx0" brushRef="#br0" timeOffset="49313.5">21616 6565,'538'26,"-226"-16,-196 1,-90-4,-26-7,0 1,1-1,-1 1,0-1,0 0,0 1,1-1,-1 1,0-1,0 0,0 1,0-1,0 1,0-1,0 1,0-1,0 1,0-1,0 1,0-1,0 0,0 1,-1-1,1 1,0-1,0 0,0 1,-1-1,1 1,0-1,0 0,-1 1,1-1,0 0,-1 1,1-1,0 0,-1 0,1 1,-1-1,1 0,0 0,-1 0,1 1,-1-1,1 0,-1 0,1 0,0 0,-1 0,1 0,-1 0,1 0,-1 0,1 0,-1 0,0 0,-151 62,150-61,0 0,0 0,1 0,-1 1,0-1,1 0,-1 0,1 1,0-1,-1 1,1-1,0 1,0 0,0 0,0-1,0 1,0 0,0 0,1 0,-1 0,1 0,-1 0,1 0,0 0,0 0,0 0,0 0,0 0,0 0,1 0,-1 0,1 0,-1 0,1 0,0 0,-1 0,1-1,0 1,0 0,1 0,-1-1,0 1,0-1,1 1,-1-1,1 0,0 1,18 15,1-1,1 0,0-2,1-1,23 10,-11-5,22 11,-32-18,1 2,-1 1,-1 0,-1 2,0 1,-1 0,12 14,-31-29,-1 0,1 0,-1 1,1-1,-1 1,0-1,0 1,0 0,0-1,0 1,-1 0,1 0,-1 0,0 1,0-1,0 0,0 0,-1 1,1-1,-1 0,0 1,0-1,0 1,-1-1,1 0,-1 1,1-1,-1 0,0 0,0 0,-1 1,1-1,-1 0,1 0,-1-1,0 1,0 0,-1-1,1 1,0-1,-1 0,1 1,-4 1,-4 1,-1 0,1-1,-2 0,1 0,0-1,0 0,-1-1,0-1,1 0,-1 0,0-1,1-1,-1 0,0 0,-9-3,19 3,0 0,-1 1,1-1,0 0,0 0,0-1,0 1,0 0,0-1,0 1,0-1,0 1,1-1,-1 0,0 0,1 0,0 0,-1 0,1 0,0 0,0 0,0 0,1-1,-1 1,0 0,1-1,-1 1,1-1,0 1,0 0,0-1,0 1,0-1,1 1,0-1,34-79,34-20,-28 43,-3-2,-2-1,-2-4,-13 15,-1-1,-4-1,-1 0,-3-1,-2 0,-3-1,0-21,-12-21,5 96,0 0,0 1,0-1,0 1,0-1,0 1,0-1,-1 0,1 1,0-1,0 1,0-1,-1 1,1-1,0 1,-1-1,1 1,0-1,-1 1,1-1,-1 1,1 0,-1-1,1 1,-1 0,1-1,-1 1,1 0,-1-1,1 1,-1 0,1 0,-1 0,0 0,1 0,-1 0,1 0,-1 0,1 0,-1 0,0 0,1 0,-1 0,1 0,-1 0,0 0,1 1,-1-1,1 0,-1 0,1 1,-1-1,1 0,-1 1,1-1,0 1,-1-1,1 1,-1-1,1 1,0-1,-1 1,1-1,0 1,0-1,-7 12,1 0,0 1,1 0,0 0,1 0,1 0,0 1,0-1,2 1,-1 1,0 1,-6 31,2 1,3 0,1 0,2 1,3-1,2 0,1-1,3 1,2-1,2-1,2 0,2-1,2 0,1-2,3 0,2-2,20 28,-2-34,-42-35,0 0,-1 0,1 0,0 0,0 0,0 0,0 0,0-1,0 1,0 0,0-1,-1 1,1-1,0 1,0-1,-1 1,1-1,0 1,0-1,-1 0,1 1,-1-1,1 0,-1 0,1 1,-1-1,1 0,-1 0,0 0,1 0,-1 0,0 0,0 0,0 1,1-2,4-21</inkml:trace>
  <inkml:trace contextRef="#ctx0" brushRef="#br0" timeOffset="49562.453">22792 6565,'-15'-9,"-13"-3,-6 0,1 3,4 2,8 5,16 5,19 5,21 0,25-1,21-1,17-2,7-2,-2-1,-13-1,-16 0,-27 0,-23 0</inkml:trace>
  <inkml:trace contextRef="#ctx0" brushRef="#br0" timeOffset="55243.698">5882 6872,'29'844,"-26"-795,1 0,3 0,2-1,8 23,19 0,-35-69,0 0,0-1,0 1,0-1,1 0,-1 1,0-1,1 0,-1 0,1 0,-1 0,1 0,0 0,-1 0,1 0,0-1,-1 1,1-1,0 1,0-1,0 0,0 0,-1 0,1 0,0 0,0 0,0 0,0 0,-1-1,1 1,0-1,0 1,-1-1,1 0,0 0,-1 0,1 0,-1 0,2-1,4-6,0 1,0-2,-1 1,0-1,-1 0,1 0,-2-1,0 1,0-1,0 0,16-36,-17 43,0-1,0 1,0 0,0 0,1 0,-1 1,1-1,-1 1,1 0,0 0,0 0,0 1,0-1,0 1,0 0,1 0,-1 0,0 1,1-1,-1 1,0 0,1 1,-1-1,0 1,2 0,9-1,279-13,167-33,-104 8,53 13,0 17,56 21,1043 0,-288-85,-539 26,367 16,-772 26,1222-86,-286 37,-121 29,-712 12,750-31,-210 55,-490-7,533 17,122 14,-89 32,-716-52,73-14,-65-1,-202 2,-1 5,0 3,10 6,-95-16,1-1,0 1,0-1,-1 1,1-1,0 1,0-1,-1 0,1 1,0-1,0 0,0 0,0 0,-1 1,1-1,0 0,0 0,0 0,0 0,0 0,-1-1,1 1,0 0,0 0,0-1,0 1,-1 0,1-1,0 1,0-1,-1 1,1-1,0 1,-1-1,1 1,0-1,-1 0,1 1,-1-1,1 0,-1 1,0-1,1 0,-1 0,0 0,1 1,-1-1,0 0,0 0,0 0,1 0,-1 0,0 1,0-1,0 0,-1 0,1 0,0 0,0 0,0 1,-1-1,1 0,0 0,-1 0,1 0,-4-27,2-1,1 0,2 0,0 1,2-1,1 1,1-1,10-26,7-58,-10-24,-5-1,-7 1,-6-1,-5 1,-7 1,-24-89,42 220,-1-1,1 1,-1-1,0 1,0 0,0 0,-1-1,0 1,0 0,0 0,-1 0,1 1,-1-1,0 1,-1-1,1 1,-1 0,0 0,1 1,-2-1,1 1,0 0,-1 0,0 0,1 0,-5 0,-1-1,-1 2,1-1,-1 1,1 1,-1 0,0 1,0 0,0 0,1 1,-1 1,0 0,1 0,-1 1,-5 2,-28 13,-1-3,0-1,0-2,-2-2,-37 2,-109-1,-92-11,172-1,-171-6,44 1,-95 14,-784 95,-326-80,519-20,-771 33,395 16,301-24,747-23,-212 33,247-10,-130 15,-49-12,-453-13,625-2,-776 33,330-48,-228 87,405-83,-115 6,506-3,-1 2,0-4,0-5,0-5,-9-6,20-2,-1 3,-19 5,22 4,29 2,-1-3,1-2,-56-12,-375-44,463 52,0 2,0 2,0 0,-1 2,1 1,-1 2,1 1,0 2,0 1,0 1,-298 104,246-92,42-10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08.38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1131 285,'-21'-7,"1"0,-1 1,0 1,0 0,-1 2,0 1,1 0,-1 2,0 1,1 0,-1 2,1 0,-1 1,1 1,0 2,1 0,0 1,0 0,0 2,1 0,-15 12,0 5,0 1,2 1,1 2,1 2,2 0,1 2,2 1,2 1,1 1,1 0,3 2,1 1,2 0,2 0,1 2,3 0,1 0,2 0,1 36,1-1,3-1,3 1,4-1,3 0,4 0,3-1,3-1,7 10,-17-54,2 1,1-1,1-1,2 0,1-1,1-1,2-1,0 0,2-1,1-1,1-1,1-1,1-2,1 0,0-1,2-2,4 1,1-4,1-2,-1-2,2-1,0-2,0-1,0-1,1-3,-1 0,1-3,0 0,-1-3,1-1,21-6,-28 2,0-1,0-1,-1-2,0-1,-1-1,-1-2,0 0,-2-2,1-1,-2 0,-1-2,0-1,-2 0,0-2,-2 0,-1-1,0-1,-2 0,-1-1,-1-1,-2 0,6-22,4-23,-4 0,-3-1,-3-1,-4 0,-2 0,-6-73,-8 20,-6 1,-5 1,-5 0,-6 2,-12-18,31 97,-1 1,-3 0,-2 2,-1 0,-2 1,-2 1,-8-8,22 38,-1 0,0 0,0 1,-1 0,0 1,0 1,-1-1,0 2,0 0,-1 0,0 1,0 1,0 0,-1 0,1 2,-1 0,0 0,1 1,-1 1,0 0,0 1,1 1,-13 2,-18 6,1 1,0 3,1 1,0 2,2 2,0 2,1 1,1 2,2 2,0 1,2 2,1 2,-15 17,7-2,2 1,2 2,2 2,3 1,2 2,2 0,2 2,3 1,3 1,2 1,3 0,2 1,3 1,2 0,4 0,2 1,2 8,3-27,1-1,2 0,1 0,3 0,1-1,2-1,2 0,2-1,1 0,2-2,6 7,4 7,3-2,1-2,3-1,1-1,2-2,2-2,2-2,5 0,-33-27,0-1,1-1,0-1,1 0,0-2,0 0,1 0,0-2,0 0,0-2,0 0,1-1,-1-1,1 0,-1-2,1 0,-1-1,1-1,-1-1,17-6,-5-2,0-1,-1-1,0-2,-1-1,-1-1,0-1,-2-2,0-1,-1 0,-2-2,0-1,-2-1,0-1,8-16,6-14,-3-1,-2-1,-3-2,-3-1,-2 0,12-60,-13 22,-3 0,-6-1,-3 0,-5-1,-4 0,-7-28,2 77,-1 0,-3 0,-3 0,-1 1,-3 1,-2 1,-2 0,-2 1,-3 1,-1 2,-26-33,44 66,-2 1,0 0,0 0,-1 1,0 0,-1 1,0 0,-1 1,0 1,-1 0,1 1,-2 0,1 1,-1 0,1 1,-1 1,-1 0,1 2,0-1,-16 1,-7 6,0 1,0 3,0 0,1 3,1 1,0 2,1 1,0 2,1 1,-25 18,0 2,2 2,2 3,2 2,1 2,3 3,2 1,3 3,1 1,3 3,3 1,2 1,3 2,-19 54,25-51,2 1,3 2,3 0,2 6,10-40,2 0,1 0,1 1,3-1,0 1,2-1,2 0,1 0,5 11,3-5,1-1,3 0,1-1,2-2,1 0,2-1,1-1,2-1,1-2,2-1,1-1,1-2,1 0,1-3,2-1,0-1,1-2,1-2,14 3,-30-10,1-2,1-1,-1-1,1-1,1-1,-1-1,1-1,-1-1,1-1,0-2,0 0,-1-2,1 0,-1-2,0 0,0-2,0-1,-1-1,9-5,-5-2,-1-1,-1-1,-1-1,-1-1,-1-1,0-2,-2 0,0-1,-2 0,-1-2,-1 0,-1-1,-1-1,-1 0,0-6,11-34,-3-1,-3-1,-3-1,-3 0,2-68,-6 54,-4 1,-3-1,-4 0,-4 1,-4 0,-3 0,-12-30,18 87,-1 0,-1 1,-1 1,-2-1,-1 2,0 0,-2 1,-1 0,0 1,-2 1,-1 1,0 1,-1 0,-1 2,-4-2,-3 0,0 1,-2 2,1 1,-2 1,0 2,0 1,-1 2,-1 1,1 1,-1 2,0 2,0 1,-1 1,1 2,0 1,0 2,0 2,0 1,1 1,0 2,1 1,0 1,1 2,0 2,1 0,-18 15,18-7,2 2,1 1,1 1,1 1,1 1,2 1,1 1,2 1,1 1,1 2,-10 25,4 2,2 0,3 1,3 1,-1 25,6-31,4 1,2 0,3 0,2 1,3-1,11 52,-8-74,2-1,2 0,2 0,0-1,3-1,1 0,1-1,2-1,2-1,0-1,9 7,-6-9,1-2,1-1,1-1,1-2,1 0,1-2,1-2,0-1,2-1,0-2,1-1,0-2,1-1,0-2,14 1,-11-4,1-2,-1-1,1-2,-1-2,1-1,-1-2,0-2,0-2,0-1,-1-2,-1-2,0-1,0-2,-2-1,0-2,-1-2,-1 0,-1-3,-1 0,-1-2,-1-2,19-24,-16 6,-2-2,-2 0,-3-2,-1-1,-3-2,-2 1,-3-2,-2 0,-2-1,-3-1,-2 1,-2-1,-3-38,-1 34,-3 0,-3 0,-2 1,-2 0,-4 0,-1 1,-4 1,-2 0,-2 2,-2 0,-28-42,42 79,0 1,-2 0,0 0,-1 1,-1 1,-1 0,0 1,0 1,-1 0,-1 1,0 1,-1 0,0 1,-1 1,0 1,0 1,-1 1,0 0,0 1,0 1,0 1,-16 1,8 3,-1 2,1 1,0 2,0 0,1 2,0 1,0 1,1 2,0 0,-1 3,-27 16,1 3,2 2,2 3,-5 7,3 0,2 2,2 2,2 2,3 2,2 2,2 1,3 2,3 2,2 1,3 1,3 1,2 2,4 0,0 9,-3 112,18-25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24.17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40,'14'0,"16"0,14 0,13 0,8 0,7 0,5-2,3-1,-1-2,-5 0,-5-2,-9 1,-11 1,-12 1,-13 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24.63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0,'5'26,"3"25,6 23,6 20,5 13,3 12,1 6,-2 2,-6-2,-6-4,-6-7,-9-12,-7-16,-2-22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24.94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20 403,'-2'-15,"-4"-19,1 0,1 0,2 0,2-1,1 1,5-31,-5 60,0-1,0 0,0 1,1-1,0 1,0 0,1-1,-1 1,1 0,0 0,0 1,1-1,0 1,0-1,0 1,0 0,0 1,1-1,0 1,-1 0,1 0,0 0,1 1,-1-1,0 1,1 1,0-1,-1 1,1 0,4 0,9 1,0 1,0 2,0-1,0 2,-1 1,0 0,1 1,-2 1,1 1,-1 0,0 2,-1 0,10 7,-17-11,-1 0,0 1,1 0,-2 0,1 1,-1 0,-1 0,3 4,-8-9,1-1,-1 0,0 1,1 0,-1-1,-1 1,1 0,0-1,-1 1,1 0,-1 0,0-1,0 1,0 0,0 0,0 0,-1-1,1 1,-1 0,0 0,0-1,0 1,0-1,0 1,0-1,-1 1,0-1,1 0,-1 1,0-1,0 0,0 0,-1 0,-11 8,0 0,-1-2,0 1,-1-2,1 0,-1-1,-1-1,1 0,-1-1,-9 1,17-3,-46 5,54-13,9-4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25.26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46 195,'-3'3,"-35"54,37-56,0 1,1 0,-1 0,1-1,-1 1,1 0,0 0,-1 0,1 0,0-1,0 1,1 0,-1 0,0 0,1 0,-1-1,1 1,-1 0,1 0,0-1,0 1,0 0,0-1,0 1,0-1,0 1,0-1,0 0,1 1,-1-1,1 0,-1 0,1 0,0 0,9 4,-1 0,1-1,0-1,1 0,-1 0,0-1,1 0,-1-1,1-1,0 0,-1 0,1-1,-1-1,1 0,-1 0,0-1,0-1,2 0,-2 0,0-1,-1 0,1-1,-1 0,-1-1,1 0,-1 0,0-1,-1 0,0 0,0-1,0-1,-4 5,0 0,-1-1,0 1,0-1,0 0,0 0,-1 0,0 0,-1 0,1 0,-1 0,0-1,-1 1,1 0,-1-1,0 1,-1 0,0-1,0 1,0 0,-1 0,-2-6,2 6,-1 1,0-1,0 1,0 0,-1 0,0 0,0 1,0-1,-1 1,1 0,-1 0,0 1,0-1,0 1,0 0,-1 1,1-1,-1 1,0 0,0 0,0 1,0 0,0 0,0 0,0 1,0 0,0 0,0 0,0 1,0 0,0 0,0 0,0 1,0 0,1 0,-1 1,1-1,-1 1,1 1,0-1,0 0,0 1,1 0,-1 1,-1 1,3-2,0 0,1 0,-1 0,1 0,0 0,0 0,0 1,1-1,0 0,-1 1,2 0,-1-1,0 1,1-1,0 1,0 0,0-1,1 1,-1 0,1-1,0 1,1-1,-1 1,2 0,14 25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25.94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64,'3'-5,"-1"1,1 0,0-1,1 1,-1 0,1 1,0-1,0 1,0-1,0 1,0 1,1-1,-1 0,1 1,0 0,0 0,-1 1,1-1,0 1,1 0,-1 0,0 1,0-1,0 1,1 0,-1 1,3 0,3 1,0 0,-1 1,1 0,-1 1,0 0,0 1,0 0,-1 1,1 0,-1 0,-1 1,7 5,-1 3,0 1,0 0,-2 1,0 0,-1 1,-1 1,0-1,-2 1,0 1,-1 0,-1 0,-1 0,0 6,5 33,-3 0,-2 1,-3 0,-3 3,-5 99,1 99,4-251,1 0,0-1,1 1,0 0,1 0,0-1,0 1,1-1,0 0,0 0,1 0,1 0,-1 0,1-1,1 0,0 0,0 0,0-1,1 0,0 0,0-1,1 1,0-2,0 1,0-1,1 0,0-1,4 1,-5-3,1 0,0-1,0-1,-1 1,1-2,0 1,0-1,0 0,-1-1,1 0,-1 0,1-1,-1 0,0-1,0 1,0-2,-1 1,1-1,-1 0,0-1,-1 1,1-1,-1-1,0 1,-1-1,1 0,-2 0,1-1,-1 0,0 1,0-2,-1 1,1-2,1-6,0 1,-1-2,-1 1,0 0,-1-1,-1 0,-1 1,0-1,-1 0,-1 1,0-1,-1 1,-3-6,-3-9,-1 0,-2 0,-1 1,-1 1,-2 0,-7-9,8 15,0 0,-2 2,0-1,-2 2,0 1,-1 0,-1 1,-1 1,0 1,-1 2,-1 0,0 1,-1 1,0 1,-1 2,0 0,0 2,-1 1,0 1,-19-1,39 7,23 0,35-5,-1-3,1-2,-2-2,0-2,0-3,-1-1,40-22,-76 34,46-20,149-51,-205 75,1 0,0-1,-1 1,1 0,0 1,0-1,-1 0,1 1,0-1,0 1,0 0,0 0,0 0,-1 1,1-1,0 1,0-1,0 1,-1 0,1 0,0 0,-1 0,1 1,-1-1,1 1,-1-1,0 1,1 0,-1 0,0 0,0 0,-1 1,1-1,0 0,-1 1,2 1,45 193,-7-109,-40-85,1-1,-1 1,1-1,0 1,0-1,0 0,0 0,1 0,-1 0,1 0,-1 0,1 0,-1-1,1 0,0 1,0-1,0 0,0 0,0-1,0 1,0 0,0-1,0 0,0 0,0 0,0 0,0 0,0-1,1 0,14-6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26.21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 4,'-7'-2,"3"1,10 1,5 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26.56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 82,'-4'-12,"2"8,1 0,-1 0,1 1,0-1,0 0,0 0,1 0,-1 0,1-1,0 1,0 0,1 0,-1 0,1 0,0-2,0 6,0-1,0 1,-1 0,1-1,0 1,0-1,0 1,0 0,-1 0,1-1,0 1,0 0,0 0,0 0,0 0,0 0,0 0,0 0,-1 0,1 1,0-1,0 0,0 0,0 1,0-1,-1 1,1-1,0 1,0-1,-1 1,1-1,0 1,-1 0,1-1,-1 1,1 0,0-1,-1 1,0 0,1 0,13 14,-1 1,0 1,-2 0,0 0,0 1,-2 1,0 0,0 4,-5-15,28 74,-4 0,-3 2,-5 1,-2 1,-5 0,1 60,-10-96,-3-18,1 0,2 0,1-1,2 1,1-1,1-1,11 24,-17-48,0 0,1 0,-1 0,1 0,0-1,1 0,-1 0,1 0,0-1,0 1,1-1,-1 0,1-1,0 1,0-1,0 0,0-1,1 1,-1-1,1 0,-1-1,1 0,0 0,0 0,-1-1,1 0,5-1,2-1,0 0,-1-2,1 1,-1-2,0 0,0 0,0-1,-1-1,0 0,0 0,-1-2,0 1,-1-1,1-2,9-8,-1-2,-1 0,-1-1,-1-1,-1 0,6-14,-11 20,-3 53,-9-28,2 0,-1 0,1 0,0 0,0 0,1 0,0 0,1-1,0 1,0 0,1-1,-1 1,2-1,-1 0,1 0,0 0,0 0,1-1,0 1,0-1,1 0,0-1,0 0,0 0,0 0,1 0,0-1,0 0,0-1,1 1,66-3,-41-9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26.81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172 96,'-14'-4,"-9"-5,-5-2,0-4,0-4,1-1,4 3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27.07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72,'18'-2,"25"-3,27-4,26-1,26-2,15-2,11 3,-21 3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27.32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479 232,'-22'-25,"0"1,-2 1,-1 1,0 1,-2 2,0 0,-2 2,0 1,0 1,-8-1,33 14,-1 0,1 0,-1 0,0 0,0 1,0 0,1 0,-1 0,0 1,0-1,0 1,0 1,0-1,0 0,0 1,0 0,0 1,0-1,1 1,-1 0,0 0,1 0,0 0,-1 1,1 0,0 0,0 0,1 0,-1 1,1-1,-1 1,1 0,-2 4,0 1,1 1,0 0,0 0,1 1,0-1,1 1,0-1,1 1,0 0,1-1,0 1,0 0,1-1,1 1,1 8,-1-12,0 0,0 0,1 0,-1 0,1 0,1-1,-1 0,1 1,1-1,-1 0,1-1,0 1,0-1,0 0,1 0,0-1,0 0,0 0,0 0,1 0,-1-1,1 0,3 0,1-1,1 0,-1 0,1-2,-1 1,1-2,0 1,-1-1,1-1,-1 0,0-1,0 0,0-1,0 0,0-1,-1 0,0 0,0-1,0-1,-1 1,0-2,0 1,0-1,-1 0,-1-1,1 0,-2 0,1-1,-1 0,0 0,-1 0,0-1,-1 0,0 0,-1 0,0 0,0-6,-2 13,0-1,-1 1,1 0,-1-1,0 1,0 0,-1-1,1 1,-1 0,0 0,0-1,0 1,-1 0,0 0,1 0,-1 0,-1 1,1-1,-2-2,3 5,1 1,-1-1,0 1,1-1,-1 1,0-1,0 1,1-1,-1 1,0 0,0 0,1-1,-1 1,0 0,0 0,0 0,0 0,1 0,-1 0,0 0,0 0,0 0,0 0,1 0,-1 1,0-1,0 0,0 0,1 1,-1-1,0 1,1-1,-1 1,0-1,1 1,-1-1,0 1,1 0,-1-1,1 1,-1 0,1-1,0 1,-1 0,1 0,0-1,-1 1,1 0,0 0,0 0,0-1,-13 47,12-39,1-1,0 1,1 0,-1 0,1 0,1-1,0 1,0 0,0-1,1 0,0 1,0-1,1 0,0-1,0 1,1-1,0 0,0 0,0 0,1 0,-1-1,1 0,1 0,2 1,13 5,0-1,0-1,1-1,0-2,0 0,1-1,0-1,0-1,0-2,0 0,10-2,104 1,-6-6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28.01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69 1,'-12'25,"1"0,1 1,2 1,0 0,2 0,1 0,1 0,1 1,2 0,1 25,6 63,4 0,5-1,6-1,11 26,-27-116,9 51,-15-75,1 0,0 0,0 0,-1 0,1 0,0 0,0 0,-1 0,1 0,0 0,0 0,0 0,-1 0,1 0,0 0,0 0,-1 0,1 0,0 0,0 0,0 1,-1-1,1 0,0 0,0 0,0 0,0 1,-1-1,1 0,0 0,0 0,0 1,0-1,0 0,0 0,0 0,-1 1,1-1,0 0,0 0,0 1,0-1,0 0,0 0,0 0,0 1,0-1,-10-21,-13-82,23 99,0 1,0-1,0 0,0 0,1 0,-1 0,1 0,0 1,1-1,-1 0,0 1,1-1,0 1,0 0,0-1,0 1,1 0,-1 0,1 0,0 1,0-1,0 0,0 1,0 0,4-2,6 1,0 0,0 1,0 0,1 1,-1 1,0 0,1 1,-1 0,0 1,0 1,0 0,0 1,0 0,-1 1,1 0,-1 1,9 6,-11-8,-1 0,0 0,0 1,0 1,0 0,-1 0,0 0,0 1,-1 0,0 1,0-1,-1 1,0 1,0-1,-1 1,0 0,1 4,-5-10,-1 1,1-1,-1 1,0-1,0 1,0-1,-1 0,1 1,-1-1,0 1,0-1,0 0,0 0,-1 0,1 0,-1 0,0 0,1 0,-1 0,-1 0,1-1,0 1,-1-1,1 0,-1 0,0 0,0 0,-2 1,-91 37,83-37,0 0,1-1,-1 0,-1-1,1-1,0 0,0 0,-12-3,23 3,0 0,1-1,-1 1,1 0,-1-1,1 1,-1-1,1 1,-1-1,1 0,-1 0,1 0,0 0,0 0,-1 0,1 0,0 0,0 0,0 0,0-1,0 1,0 0,0-1,1 1,-1-1,0 1,1-1,-1 1,1-1,0 1,0-1,-1 0,1 1,0-1,0 1,0-1,0 0,1 1,-1-1,0 1,1-1,-1 1,1-1,0 1,-1-1,1 1,0-1,0 0,8-11,1 0,1 0,0 1,0 0,1 1,1 0,0 1,0 0,1 1,1 0,-14 9,35-24,1 1,1 3,1 1,1 1,0 3,1 1,1 2,23-3,-61 14,0-1,1 1,-1 0,0 1,0-1,1 1,-1-1,0 1,0 1,1-1,-1 1,0-1,0 1,1 0,-1 1,0-1,0 1,0 0,-1 0,1 0,0 0,-1 1,1-1,-1 1,0 0,0 0,2 2,-1 7,-1-1,0 1,0 0,-1 0,-1 0,0 0,0 0,-1 0,-1 0,0 0,-1 0,-2 8,2-2,2-17,-1 104,1-103,1 1,-1 0,1-1,0 1,0-1,0 1,0-1,0 0,0 1,1-1,-1 0,1 0,-1 0,1 0,0 0,0 0,0-1,0 1,0-1,0 1,1-1,-1 0,0 0,1 0,-1 0,1 0,-1 0,1-1,0 1,-1-1,1 0,-1 1,1-1,0-1,-1 1,1 0,2-1,1 0,-1-1,1 1,0-1,-1 0,1-1,-1 0,1 1,-1-2,0 1,0 0,2-4,23-19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28.27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0,'5'12,"12"5,4 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28.79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 21,'-5'-20,"78"357,-52-179,-2 112,-17-240,-2-4,1-1,2 0,0 1,2-1,0-1,3 4,-7-24,0-1,1 1,0 0,-1-1,1 1,1-1,-1 0,0 1,1-1,0 0,-1 0,1-1,0 1,0-1,1 1,-1-1,1 0,-1 0,1-1,-1 1,1-1,0 0,0 0,0 0,0 0,0 0,0-1,0 0,0 0,0 0,0 0,0-1,0 1,-1-1,1 0,0-1,0 1,0 0,-1-1,1 0,21-12,-1-2,-1 0,-1-1,0-2,-1 0,-1-1,-1-1,0-1,-2 0,-1-2,-1 0,3-6,-10 17,8 4,-13 33,-4 26,-1-39,1 0,0 0,1 0,0 1,1-1,0 0,0 0,2 0,-1 0,1-1,1 1,0 0,0-1,1 0,0 0,6 7,-7-13,1-1,-1 1,1-1,-1 0,1 0,0-1,0 0,0 0,1 0,-1 0,0-1,1 0,-1 0,1 0,-1-1,1 0,-1 0,1 0,0-1,-1 1,0-1,1-1,4-1,7-2,0-1,0-1,-1-1,0 0,-1-1,13-9,-6 2,-2-1,0-1,0 0,-2-2,0 0,-2-1,0-1,-1 0,9-20,-14 35,-9 31,-2-15,1 1,1 1,-1-1,2-1,-1 1,1 0,1 0,0-1,0 1,1-1,0 0,1 0,0 0,0-1,1 1,0-1,0-1,1 1,0-1,0 0,1-1,0 0,0 0,1 0,-1-1,5 1,3 2,1-1,0-1,0-1,1 0,0-2,0 1,0-2,0-1,0 0,0-1,1-1,17-4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29.85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0 617,'57'0,"907"-27,-766 9,0-8,54-21,-224 41,0-2,-1 0,0-2,-1 0,21-13,-40 19,0 0,-1 0,0-1,0 1,0-1,0-1,-1 1,0-1,0 0,0 0,-1 0,0-1,0 1,0-1,-1 0,0 0,-1-1,1 1,-1-1,-1 1,0-1,0 1,0-6,-2-1,0 1,-1-1,-1 1,0 0,-1-1,-1 2,0-1,0 0,-1 1,-1 0,0 1,-1-1,0 1,0 1,-1-1,-1 2,0-1,0 1,-1 1,0 0,0 0,-5-1,11 6,-1 0,1 0,-1 1,0-1,1 1,-1 1,0-1,0 1,0 0,-1 0,1 1,0 0,0 0,0 1,0-1,-1 1,1 1,0-1,1 1,-1 0,0 0,0 1,1-1,-1 1,1 1,0-1,0 1,0 0,1 0,-1 0,1 0,0 1,0 0,-2 3,-5 13,1 0,1 0,1 1,1 1,1-1,0 1,2 0,1 0,0 1,2-1,1 0,1 1,1-1,1 4,2 12,1-1,2 1,1-2,3 1,0-2,3 1,1-2,1 0,2-1,15 18,-17-27,1-1,1-1,2 0,0-2,1 0,1-2,1 0,0-2,2-1,0 0,0-2,2-1,27 8,-48-18,0 0,0-1,1 0,-1 0,0 0,1-1,0-1,-1 1,1-1,-1-1,1 1,-1-1,1 0,-1-1,1 0,-1 0,0-1,0 1,0-2,0 1,3-3,1-4,0 0,-1 0,0-1,-1-1,-1 1,0-2,0 1,-1-1,0 0,1-8,19-31,-26 53,-1-1,1 0,-1 0,1 0,-1 1,1-1,0 0,-1 0,1 1,-1-1,1 0,-1 1,1-1,-1 1,0-1,1 1,-1-1,1 1,-1-1,0 1,1-1,-1 1,0-1,0 1,0-1,1 1,-1 0,0-1,0 1,0 0,0-1,0 1,0-1,0 1,0 0,0-1,0 1,0-1,-1 1,1 0,0-1,0 1,-1-1,1 1,0-1,-1 1,1-1,0 1,-1-1,1 1,0 0,-2 9,2-1,-1 0,1 0,0 1,1-1,0 0,1 0,0 0,0 0,1 0,0 0,0-1,1 1,0-1,1 0,0 0,0 0,1-1,0 0,0 0,0 0,1-1,4 3,0-3,-1-1,1 0,0-1,0 0,1-1,-1 0,1-1,-1 0,1-1,0 0,0-1,0 0,-1-1,1 0,0-1,0 0,-1-1,0 0,1-1,-1 0,-1-1,10-5,-7 3,1 0,-1-2,-1 1,0-2,0 1,0-2,-2 1,1-2,-1 1,-1-1,0-1,-1 0,0 0,-1 0,0-1,-1 0,1-6,1-21,-14 52,4-4,0-1,0 1,1-1,0 1,1-1,-1 1,1 0,1 0,-1-1,1 1,0-1,0 1,1-1,0 1,0-1,1 0,0 0,0 0,0 0,1 0,-1-1,1 1,1-1,-1 0,1 0,0-1,0 0,0 1,1-2,5 4,-2-2,0-2,1 1,0-1,-1 0,1-1,0 0,1-1,-1 0,0-1,0 0,0 0,1-1,-1 0,0-1,0 0,0-1,-1 0,1-1,-1 1,1-2,-1 1,1-3,13-6,-1-2,-1-1,-1 0,0-1,-1-2,-1 0,0-1,-1-1,-12 15,-5 4,1 1,-1-1,1 1,0 0,-1-1,1 1,0 0,0-1,0 1,0 0,0 0,1 0,-1 0,0 0,0 0,1 0,-1 0,0 1,1-1,-1 0,1 1,-1-1,1 1,-1 0,1-1,-1 1,1 0,0 0,-1 0,1 0,-1 0,1 1,-1-1,1 0,-1 1,2-1,51 79,-38-51,2-1,0 0,2-2,1 0,0-1,2-2,1 0,1-1,26 16,-43-32,-1-1,1 0,-1-1,1 0,0 0,0-1,0 0,1 0,-1-1,0 0,1 0,-1-1,1 0,-1-1,0 0,1 0,-1 0,0-1,0-1,7-6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30.10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 0,'-12'19,"-3"12,5 8,11 1,15-2,4-9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30.68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258 0,'-15'2,"1"1,-1 1,0 0,1 0,0 2,0-1,0 2,1 0,0 1,0 0,1 1,-8 6,14-9,0-1,0 1,0 1,1-1,0 1,0-1,0 1,1 1,0-1,1 1,-1-1,2 1,-1 0,1 0,0 0,0 1,1-1,1 0,-1 1,1-1,1 0,-1 1,2 2,0-3,0 0,1 0,0 0,1 0,0-1,0 0,0 0,1 0,0 0,1 0,-1-1,1 0,0 0,1-1,0 0,-1 0,1 0,1-1,-1 0,8 3,8 3,1-2,0 0,0-1,1-1,-1-2,12 1,8-1,-1-2,0-2,1-2,-1-2,0-1,0-3,-1-1,0-2,-1-2,32-15,-55 20,-1 0,0-2,-1 0,0-1,-1 0,5-5,-16 12,1 0,-1 0,0 0,-1 0,1-1,-1 1,1-1,-1 0,-1 0,1 0,-1-1,0 1,0 0,0-1,-1 0,0 1,0-1,-1 0,1 1,-1-1,0 0,-1-4,0 6,0 0,-1 0,1 1,-1-1,0 0,0 1,0-1,0 1,-1 0,1-1,-1 1,0 0,0 1,0-1,0 1,0-1,-1 1,1 0,-1 0,1 0,-1 0,0 1,0 0,0 0,0 0,0 0,0 0,0 1,0 0,0 0,0 0,0 0,0 1,0-1,0 1,0 0,0 0,0 1,0-1,1 1,-1 0,1 0,-1 0,1 0,-1 0,1 1,0 0,0 0,1 0,-1 0,0 0,0 2,-2 1,1-1,1 1,-1 0,1 0,0 0,0 1,1-1,0 1,0-1,0 1,1 0,0 0,1 0,-1 0,1 0,0-1,1 1,0 0,0 0,0 0,1-1,0 1,1 0,-1-1,1 0,0 0,1 0,-1 0,1 0,0-1,1 1,0-1,-1 0,1-1,5 4,8 3,1-1,0 0,0-2,1 0,0-1,0-1,1-1,-1-1,1-1,0-1,15 0,27 1,1-3,61-8,-4-6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31.10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 0,'-6'38,"1"0,2 0,2 0,1 0,2 0,2 3,-2-19,10 147,8 0,10 9,-25-150,2 0,1 0,1 0,12 21,-17-40,0-1,1 1,0-1,1 0,0 0,0-1,1 0,0 0,0 0,0-1,1 0,0-1,0 0,1 0,-1 0,4 0,5 0,1-1,1 0,-1-1,0-1,1-1,-1-1,1 0,0-1,-1-1,0-1,0-1,0 0,0-1,0-1,-1-1,0-1,11-6,26-15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31.37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62 86,'-15'-4,"-9"-3,6 2,14-2,26 0,32 0,37-1,34-3,30 0,19 0,-21 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31.87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0 448,'15'-29,"-2"0,0 0,-3-2,0 1,-2-1,-1-1,-2 1,-1-1,-1 0,-2 0,-1 0,-2-10,1 38,1 4,0-1,-1 0,1 0,-1 0,1 1,0-1,-1 0,1 0,0 0,0 0,0 0,0 0,0 1,0-1,0 0,0 0,0 0,0 0,1 0,-1 0,0 1,0-1,1 0,-1 0,1 0,-1 1,1-1,-1 0,1 0,-1 1,1-1,0 0,-1 1,1-1,0 1,-1-1,1 1,0-1,0 1,0 0,-1-1,1 1,0 0,0 0,0-1,0 1,0 0,0 0,-1 0,2 0,181 33,-153-27,-2-3,0 2,0 2,-1 0,0 2,0 0,-1 2,0 1,-1 2,0 0,-18-8,-1 1,0 0,0 0,0 0,-1 1,0 0,-1 0,0 0,0 0,-1 1,0-1,0 1,-1 0,0 0,0 0,-1 0,-1 1,0-1,0 0,0 0,-1 0,-1 5,3 60,0-70,0-1,-1 1,1 0,1-1,-1 1,0-1,1 1,0-1,0 0,0 1,0-1,0 0,1-1,-1 1,1 0,0-1,0 1,0-1,0 0,0 0,0 0,1 0,-1 0,1-1,-1 0,1 0,0 0,-1 0,1 0,0-1,0 1,-1-1,4 0,14-1,0 0,1-1,-1-1,0 0,0-2,-1-1,0 0,0-2,0 0,-1-1,0-1,0-1,1-2,-10 7,-1 0,1-1,-1 0,-1-1,1 1,-1-2,-1 1,1-1,-2 0,1-1,-1 0,0 0,-1 0,-1 0,1-1,-1 0,-1 0,0 0,-1 0,0 0,-1-1,0 0,-1 10,1 0,-1-1,-1 1,1 0,0 0,0 0,-1 0,1 0,-1 0,1 0,-1 0,0 0,0 0,0 0,0 0,0 0,-1 0,1 1,0-1,-1 1,1-1,-1 1,0-1,1 1,-1 0,0 0,0 0,0 0,0 0,0 0,0 0,0 1,0-1,0 1,0 0,0-1,-1 1,1 0,0 0,0 0,0 1,0-1,0 0,0 1,0 0,-1-1,1 1,1 0,-1 0,0 0,-5 4,1 1,-1 0,1 0,1 1,-1-1,1 1,0 0,1 1,0-1,0 1,1 0,0 0,0 0,0 0,1 1,1-1,-1 1,1-1,1 1,0-1,0 1,1 0,-1-1,2 1,0 0,0 0,1-1,1 0,0 1,0-1,0-1,1 1,0-1,1 0,-1 0,1 0,1-1,-1 0,1 0,0 0,1-1,-1 0,1-1,0 0,2 1,15 6,0-1,0-1,1-1,0-2,21 3,50 3,-8-7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32.84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 1,'-9'105,"9"-89,3 79,5-1,3 1,21 79,-29-157,1 0,0 0,1 0,1-1,1 1,0-1,1-1,1 0,0 0,1 0,1-1,0-1,3 3,-11-14,1 1,-1-1,1 0,-1 0,1 0,0 0,0 0,0-1,0 0,0 0,0 0,0 0,0-1,0 1,1-1,-1 0,0 0,0-1,0 0,0 1,0-1,0 0,2-1,85-51,-60 32,-15 10,1 0,1 2,0 0,1 1,-1 1,1 1,1 0,3 1,-16 3,-1 1,1 0,-1 1,1 0,0 0,-1 0,1 1,-1 0,1 0,-1 0,1 1,-1 0,0 0,0 1,0 0,0 0,0 0,0 1,-1 0,0 0,0 0,0 0,0 1,-1 0,0 0,2 3,-2-3,0 1,0-1,0 1,-1 0,0 0,0 0,-1 1,0-1,0 1,0-1,-1 1,0 0,0-1,-1 1,1 0,-1 0,-1 0,0-1,0 1,0 0,-1-1,0 1,0-1,0 1,-1-1,0 0,0 0,-1 0,1-1,-1 1,-1-1,1 0,-1 0,0 0,0-1,-3 3,2-4,0 0,0 0,0-1,0 0,0 0,-1-1,1 1,-1-1,1-1,-1 1,1-1,-1 0,1-1,-1 1,1-1,-1 0,1-1,0 0,0 0,0 0,0-1,0 0,0 0,0 0,1-1,0 0,0 0,0 0,0-1,0 1,1-1,0 0,0-1,0 1,-1-4,4 5,-1 0,1 0,0-1,0 1,0-1,1 1,-1-1,1 0,0 1,1-1,-1 1,1-1,0 1,0-1,0 1,0 0,1-1,0 1,0 0,0 0,0 0,1 0,-1 1,1-1,0 1,2-2,5-6,1 0,0 1,1 1,0 0,0 0,1 1,7-2,3-2,0 2,1 0,0 2,0 0,1 2,0 1,1 1,-1 1,1 1,24 1,-45 2,0-1,-1 1,1 0,-1 0,1 0,-1 0,0 1,1 0,-1 0,0 0,0 0,0 1,0 0,-1-1,1 1,-1 1,0-1,0 0,0 1,0 0,0-1,-1 1,1 0,-1 0,0 1,-1-1,1 0,-1 1,0-1,0 1,0 2,6 36,-7-37,0 1,0 0,0-1,1 1,0 0,1-1,0 1,0-1,0 0,0 1,1-1,0 0,1 0,-1-1,1 1,0-1,0 0,1 0,0 0,-1 0,2-1,-1 0,0 0,1-1,3 3,3-4,1 0,-1-1,1 0,-1 0,1-2,-1 1,1-2,-1 0,0 0,0-1,0 0,0-1,0-1,-1 0,0-1,0 1,0-2,0 0,-1 0,-1-1,1 0,-1-1,0 0,-1 0,0-2,3-4,-1 0,0-1,-1 0,-1 0,-1-1,0 0,-1-1,1-7,-1 6,-6 19,0 0,1 1,-1-1,0 0,1 0,-1 1,0-1,1 0,-1 0,0 1,1-1,-1 0,0 0,1 0,-1 0,1 0,-1 1,1-1,-1 0,0 0,1 0,-1 0,1 0,-1 0,0 0,1-1,-1 1,1 0,-1 0,0 0,1 0,-1 0,1-1,-1 1,0 0,1 0,-1-1,0 1,1 0,-1 0,0-1,0 1,1 0,-1-1,0 1,0-1,0 1,1 0,-1-1,0 1,0 0,0-1,0 1,0-1,0 1,0-1,0 1,0 0,0-1,0 1,0-1,0 1,0 0,0-1,0 1,0-1,-1 1,1 0,0-1,11 35,-8-24,6 22,28 69,-35-98,0 1,0-1,1 1,-1-1,1 0,0 0,0 0,0-1,0 1,1-1,-1 1,1-1,0 0,-1 0,1-1,0 1,0-1,0 0,0 0,0 0,0-1,0 1,1-1,-1 0,6-1,0 0,1 0,-1-1,0-1,0 0,0 0,-1-1,1 0,-1-1,0 0,0 0,-1-1,1 0,3-4,98-107,-67 54,-49 75,0 0,1 1,0-1,0 1,2 0,0 0,0 1,1-1,1 1,0-1,1 6,1-11,1 1,0-1,1 0,0 0,0 0,1 0,0-1,0 1,1-1,0 0,0 0,0-1,1 1,0-1,0 0,1-1,0 0,0 0,0 0,1-1,-1 0,1 0,0-1,0 0,0-1,0 1,1-2,-1 1,1-1,-1 0,1-1,0 0,-1 0,5-2,28-3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33.11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 1,'-2'2,"5"10,8 13,2 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33.37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0 362,'22'0,"1"0,-1-1,0-2,0 0,0-2,0 0,-1-1,1-1,-2-1,1-1,-1-1,0-1,4-4,-8 7,-1-1,0-1,0 0,-1-1,0-1,-1 0,-1 0,0-2,0 1,-2-1,1-1,-2 0,7-14,-15 26,0 0,0 1,0-1,0 0,-1 0,1 1,-1-1,0 0,1 0,-2 0,1 0,0 1,0-1,-1 0,1 0,-1 1,0-1,0 0,0 1,0-1,-1 1,1-1,-1 1,1-1,-1 1,0 0,0 0,0 0,0 0,0 0,0 1,-1-1,1 0,-1 1,1 0,-1 0,1-1,-1 2,0-1,0 0,-11-1,1 2,0-1,0 2,0 0,0 0,0 1,0 1,0 0,0 1,1 0,0 1,0 1,0 0,0 0,1 1,0 0,1 1,-1 1,2-1,-1 2,-6 8,11-14,1 0,-1 1,1-1,0 1,1 0,-1 0,1 0,0 1,1-1,-1 1,1 0,0 0,0-1,1 1,0 0,0 1,0-1,1 0,-1 0,2 0,-1 0,1 0,0 0,0 1,0-2,1 1,0 0,0 0,1 0,-1-1,1 0,1 1,-1-1,3 2,5 3,1 0,0-1,1-1,0 0,0 0,0-2,1 1,0-2,14 4,28 7,1-1,1-4,8-1,57 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33.77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38 1,'-9'39,"1"1,2 0,2 0,1 15,2-44,-4 42,3 1,2 0,3 0,2 0,2-1,3 0,2 0,2-1,2-1,3 0,3 3,-15-40,1-1,0 1,0-1,2-1,-1 0,11 10,-16-18,-1-1,1 0,0 0,0-1,0 1,0-1,0 1,0-1,1-1,-1 1,1-1,0 1,-1-1,1-1,0 1,-1-1,1 1,0-1,0-1,-1 1,1-1,0 0,-1 0,2 0,12-7,0 0,-1-1,0 0,0-1,-1-2,-1 1,0-2,0 0,-2 0,1-2,-2 1,0-2,9-14,-18 25,0 1,0 0,0 0,0-1,0 1,-1-1,1 0,-2 1,1-1,0 0,-1 0,0-1,0 1,0 0,-1 0,0 4,0 1,0 0,0-1,0 1,-1 0,1 0,0-1,0 1,0 0,-1 0,1-1,0 1,0 0,-1 0,1 0,0-1,0 1,-1 0,1 0,0 0,-1 0,1 0,0 0,0 0,-1 0,1-1,0 1,-1 0,1 0,0 0,-1 1,1-1,0 0,-1 0,1 0,0 0,-1 0,1 0,0 0,0 0,-1 1,1-1,0 0,-1 0,1 0,0 1,0-1,0 0,-1 0,1 1,0-1,0 0,0 0,-1 1,1-1,0 0,0 1,0-1,0 0,0 1,0-1,0 0,0 1,0-1,-4 7,1 1,0-1,0 1,1 0,0 0,0-1,1 2,0-1,1 0,-1 0,2 0,-1 0,1 0,0 0,1 0,0 0,0 0,0 0,1-1,1 1,-1-1,4 6,-1-3,1 1,0-1,1-1,-1 1,2-1,-1 0,2-1,-1 0,1-1,0 0,0 0,1-1,0 0,0-1,2 0,22 7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34.03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27,'18'-3,"25"0,27 1,29-3,27 0,20 1,10 1,-22 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34.62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322 883,'-21'0,"-23"-1,-1 2,1 2,0 2,-20 5,62-10,-1 0,1 0,0 0,0 0,-1 0,1 1,0-1,0 0,-1 1,1 0,0 0,0-1,0 1,0 1,0-1,0 0,0 0,1 1,-1-1,0 1,1-1,-1 1,1 0,-1 0,1-1,0 1,0 0,0 0,0 0,0 0,0 1,1-1,-1 0,1 0,-1 0,1 1,0-1,0 0,0 0,0 1,0-1,1 0,-1 0,1 2,6 7,1-2,0 1,1-1,0-1,0 1,1-1,0-1,0 0,1 0,2 0,5 4,400 237,-411-243,-1-2,-1 0,0 1,1 0,-1 0,-1 0,1 0,-1 1,1 0,-1 0,-1 0,1 0,-1 0,0 1,0 0,0 1,-3-5,-1 0,1 0,-1 0,0 0,0 0,0-1,0 1,0 0,0 0,0 0,0-1,-1 1,1-1,-1 1,1-1,-1 0,0 1,1-1,-1 0,0 0,0 0,0 0,0 0,0-1,0 1,0-1,0 1,0-1,0 0,0 0,0 1,0-1,-13 3,-1 0,1-1,0 0,-1-1,1-1,-1-1,1 0,-4-1,17 2,1 0,0 0,0 0,0 0,-1 0,1-1,0 1,0 0,0-1,0 1,0 0,-1-1,1 0,0 1,0-1,0 1,0-1,0 0,1 0,-1 0,0 0,0 1,0-1,1 0,-1 0,0 0,1-1,-1 1,1 0,-1 0,1 0,0 0,-1 0,1-1,0 1,0 0,0 0,0 0,0-1,0 1,0 0,0 0,1 0,-1-1,0 1,1 0,-1 0,7-10,0 1,0 0,1 1,0-1,0 1,1 1,6-5,11-11,18-20,-3-2,-1-2,-3-1,-2-2,-2-1,-2-2,-3-1,-2-1,-3-2,-2 0,9-43,-16 42,-2-1,-3 0,-3 0,-2-1,-3 0,-5-44,4 94,-1-1,0 0,-1 1,0 0,-1-1,0 1,-1 0,0 0,-1 1,0-1,0 1,-1 0,-2-1,8 11,-1-1,1 0,-1 1,1-1,-1 0,0 1,0-1,1 1,-1-1,0 1,0-1,1 1,-1-1,0 1,0 0,0-1,0 1,0 0,0 0,1 0,-1 0,0 0,0 0,0 0,0 0,0 0,0 0,0 0,0 1,1-1,-1 0,0 1,0-1,0 1,0-1,1 1,-1-1,0 1,1-1,-1 1,0 0,1-1,-1 1,0 0,-19 40,12-5,1 0,2 1,1 0,2 0,2 0,1 0,2 0,3 11,19 88,6-2,5-1,7-2,5-2,37 67,-73-166,-12-23,-8-17,7 9,-14-20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35.34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0 521,'31'2,"0"1,0 1,-1 2,22 7,-25-7,487 130,-398-94,-115-41,0-1,-1 1,1-1,-1 1,1-1,0 1,-1 0,1-1,-1 1,0 0,1-1,-1 1,1 0,-1 0,0-1,0 1,0 0,1 0,-1 0,0-1,0 1,0 0,0 0,0 0,0 0,0-1,-1 1,1 0,0 0,0-1,-1 1,1 0,0 0,-1-1,1 1,-1 0,1-1,-1 1,1 0,-1-1,1 1,-1-1,1 1,-1-1,0 1,0-1,1 1,-1-1,0 0,1 1,-1-1,0 0,0 0,0 0,1 1,-1-1,0 0,0 0,0 0,0 0,0 0,-185 65,170-60,-1 0,1 1,0 1,1 0,0 1,0 1,1 0,0 1,0 1,1 0,1 1,0 0,-2 4,12-13,1 0,-1 1,0-1,1 1,0-1,0 1,0 0,0 0,1-1,-1 1,1 0,0 0,0 0,0 0,1-1,-1 1,1 0,0 0,0-1,0 1,1 0,-1-1,1 1,0-1,0 0,0 0,0 0,1 0,-1 0,1 0,0 0,0-1,0 1,0-1,0 0,0 0,1 0,1 0,7 5,1 0,0-1,0-1,0 0,0-1,1 0,0-1,0-1,0 0,0-1,0 0,0-1,0-1,0 0,0-1,0-1,1 0,-10 2,-1-1,1 0,0 0,-1-1,0 1,0-1,0 0,0 0,0 0,0 0,-1-1,0 0,0 0,0 0,0 0,0 0,-1 0,0-1,0 1,0-1,0 1,-1-1,1 0,-1 0,-1 0,1 0,-1 1,1-1,-2 0,1 0,0 0,-1-1,1 6,-1 0,1 0,0 0,0 1,0-1,-1 0,1 0,0 0,0 0,-1 0,1 0,0 0,0 0,-1 0,1 1,0-1,0 0,-1 0,1 0,0-1,0 1,-1 0,1 0,0 0,0 0,-1 0,1 0,0 0,0 0,-1 0,1-1,0 1,0 0,0 0,-1 0,1 0,0-1,0 1,0 0,0 0,-1 0,1-1,0 1,0 0,0 0,0-1,0 1,0 0,0 0,0-1,0 1,0 0,0 0,0-1,0 1,0 0,-6 24,5-13,0 0,2 0,-1 1,1-1,1 0,0-1,1 1,0 0,0 0,1-1,0 0,1 0,0 0,1-1,0 1,1-1,-1-1,2 1,-1-1,1 0,1-1,-1 0,1 0,0-1,1 0,4 2,-11-7,1 1,0-1,0 0,0 0,0 0,0 0,0-1,0 1,0-1,0 0,0 0,0-1,0 1,0-1,0 0,0 0,0 0,-1-1,1 1,0-1,-1 0,1 0,-1 0,1-1,-1 1,0-1,0 1,0-1,-1 0,1 0,-1-1,1 1,8-18,-2 0,0 0,-1-1,-1 0,-1 0,-2 0,0-1,1-15,0 2,119-730,-100 589,-28 138,-12 34,10 10,0 1,0-1,1 1,-1 0,1 0,1 0,-1 1,1-1,0 1,1 0,0 1,-13 27,2 0,1 1,2 0,2 1,1 0,2 1,2 0,1 0,2 0,1 0,2 0,2-1,2 1,3 8,2 1,2 0,3-1,1-1,3 0,1-2,2 0,2-2,5 5,-22-35,-4-4,1 1,0 0,1-1,0 0,0-1,0 1,1-1,0 0,0-1,1 1,1 0,6-6,-6-9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35.63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15,'27'-5,"32"-1,31 3,27 3,22 8,9 3,-4 1,-27-2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38.15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1106,'76'-51,"-2"-4,64-61,-137 115,15-11,0-1,-1-1,-1 0,0-1,-1-1,0 0,-1-1,-1 0,-1 0,-1-1,0-1,3-10,-11 25,0 0,0 1,0-1,-1 0,1 0,-1 0,0 0,0 0,-1 1,1-1,-1 0,1 0,-1 0,0 1,-1-1,1 0,-1 1,0-1,1 1,-1-1,-1 1,1 0,0 0,-1 0,0 0,0 1,0-1,0 1,0 0,0-1,0 1,-1 1,1-1,-1 0,0 1,1 0,-1 0,-2-1,1 2,-1-1,1 1,-1 0,1 0,-1 0,1 1,-1 0,1 0,0 1,-1-1,1 1,0 0,0 0,0 1,0 0,1 0,-1 0,1 0,0 0,-1 1,2 0,-1 0,0 0,1 1,0-1,0 1,-2 3,1 0,0 0,0 0,1 0,0 0,1 1,0-1,0 1,1 0,0-1,0 1,1 0,0 0,1 0,0-1,0 1,1 0,0 1,5 4,-1 0,1 0,1-1,1 0,0 0,0-1,1-1,1 1,0-1,0-1,1 0,0-1,1 0,0-1,0 0,1-1,0-1,1 0,-1-1,1 0,1-1,-13-3,0 0,0 0,0 0,1 0,-1-1,0 1,0-1,1 0,-1 0,0 0,1 0,-1 0,0-1,0 0,0 1,1-1,-1-1,0 1,0 0,0-1,0 1,-1-1,1 0,0 0,-1 0,1 0,0-1,107-166,-104 159,1 1,0 0,0 0,1 0,0 1,1 1,0-1,0 1,0 1,1-1,0 2,1-1,-1 2,1-1,0 1,0 1,0 0,0 1,1 0,-1 0,1 1,-1 1,1 0,0 0,-1 1,1 1,-1 0,7 3,-8-2,-1 1,0 0,0 1,0 0,-1 1,0-1,0 2,0-1,-1 1,0 0,0 1,-1-1,0 1,0 1,-1-1,0 1,0 0,-1 0,0 0,-1 1,0-1,-1 1,1 0,-2 0,0 0,0-8,-1 1,-1-1,1 1,0-1,0 1,-1-1,0 1,1-1,-1 0,0 1,0-1,0 0,0 0,-1 1,1-1,-1 0,1-1,-1 1,0 0,0 0,1-1,-1 1,0-1,-1 1,1-1,0 0,0 0,-1 0,1 0,0 0,-1 0,1-1,-1 1,1-1,-1 0,1 0,-1 0,1 0,0 0,-1 0,1-1,-1 1,1-1,-1 0,1 1,0-1,0 0,0 0,0 0,1 0,-1 0,0 0,1 0,-1-1,1 1,-1-1,1 1,0-1,0 1,0-1,0 0,0 1,0-1,0 0,0 0,1 0,-1 0,1 0,-1 0,1 0,0 0,0 0,-1 0,2 0,-1 0,0 0,0-1,19-65,159-232,-160 264,-3-1,0-1,-3 0,-1-1,-2 0,-2 0,-1-1,-2 0,-2 0,-1 0,-4-18,-1 32,-1 24,-2 74,5 20,3-1,4 1,5-1,3 0,4 0,-11-67,1 0,0 0,2 0,1-1,1-1,0 0,2 0,4 4,-10-17,-1-1,1 0,0-1,1 1,-1-1,1-1,1 1,-1-2,1 1,1-1,-1 0,0-1,1 0,0-1,0 0,0 0,0-1,1 0,-1-1,9 0,-9-1,1-2,-1 1,0-1,0 0,0-1,0 0,-1-1,1 0,-1-1,0 0,0 0,-1-1,1 0,-1 0,0-1,-1 0,0 0,0-1,0 0,-1 0,-1-1,1 0,-1 0,-1 0,1 0,-2-1,1 0,-1 0,-1 0,0 0,0 0,-1 0,0 0,-1-1,0 1,-1 0,0-1,-2-8,-25-29,27 47,1 0,-1 0,0 0,0 0,-1 0,1 0,0 0,0 1,0-1,0 0,-1 1,1-1,0 1,-1-1,1 1,0-1,-1 1,1 0,-1 0,1 0,0 0,-1 0,1 0,-1 0,1 0,0 1,-1-1,1 0,0 1,-1-1,1 1,0 0,-1-1,1 1,0 0,-1 0,-2 4,1 0,-1 1,1-1,0 1,1-1,-1 1,1 0,0 0,1 0,-1 0,1 0,1 1,-1-1,1 0,0 0,0 1,1-1,-1 0,2 0,-1 1,1-1,1 3,0-1,0 0,0 0,1-1,0 1,0-1,1 0,-1 0,2-1,-1 1,1-1,0 0,0-1,1 0,0 0,-1 0,2 0,-1-1,0-1,5 2,5 2,0-1,1-1,0-1,-1 0,1-1,1-1,-1-1,8 0,34-3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38.43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0 158,'23'-7,"28"-7,35-7,39-8,37-3,29 2,-17 6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39.74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34,'4'43,"1"-1,3 0,1-1,3 1,1-2,1 0,18 31,3 3,-35-73,0-1,0 1,0 0,0 0,1 0,-1-1,0 1,0 0,1 0,-1-1,1 1,-1 0,1-1,-1 1,1-1,-1 1,1-1,-1 1,1-1,0 1,-1-1,1 1,0-1,0 0,-1 1,1-1,0 0,0 0,-1 1,1-1,0 0,0 0,0 0,-1 0,1 0,0 0,0 0,0 0,-1-1,1 1,0 0,0 0,-1-1,1 1,0 0,-1-1,1 1,0-1,-1 1,1-1,0 1,-1-1,1 1,-1-1,1 0,-1 1,1-1,-1 0,0 1,1-1,-1 0,0 0,0 1,1-1,-1 0,0 0,85-193,-48 136,-37 57,0 1,1-1,-1 1,0-1,1 0,-1 1,1-1,-1 1,0-1,1 1,0-1,-1 1,1-1,-1 1,1 0,-1-1,1 1,0 0,-1-1,1 1,0 0,-1 0,1 0,0 0,0-1,-1 1,1 0,0 0,-1 0,1 0,0 1,-1-1,1 0,0 0,0 0,-1 1,1-1,-1 0,1 1,0-1,-1 0,1 1,-1-1,1 1,-1-1,1 1,-1-1,1 1,-1-1,1 1,13 37,-13-35,4 16,0-1,2 1,0-1,1 0,0-1,2 0,1 2,-8-14,1-1,-1 1,1-1,0 1,0-1,1 0,-1-1,1 1,0-1,0 0,0 0,0 0,0-1,1 0,-1 0,1 0,-1-1,1 1,0-1,0-1,0 1,-1-1,1 0,0 0,0-1,0 0,1 0,0-1,0 0,0-1,0 0,0 0,0 0,-1-1,1 0,-1 0,0 0,0-1,-1 0,0 0,1-1,-2 1,1-1,-1 0,0-1,1 0,57-136,-48 103,-10 29,28-47,-31 59,0 0,0-1,0 1,0 0,0 0,0-1,0 1,0 0,0 0,0 0,-1 0,1 1,0-1,-1 0,1 0,-1 0,1 0,-1 1,0-1,1 0,-1 0,0 1,0-1,0 0,0 1,0-1,0 0,0 0,0 1,-1 0,1-2,1 60,10 59,-10-113,1 0,0-1,1 1,-1-1,1 1,0-1,0 0,1 0,0 0,-1-1,2 1,-1-1,0 0,1 0,0-1,0 1,0-1,0 0,1 0,13 4,0 0,1-2,0 0,0-1,0-1,0 0,1-2,-1-1,0 0,1-1,-1-2,0 0,5-2,-10 2,0-1,0 0,0-2,0 1,-1-2,0 0,0-1,-1 0,0-1,-1-1,8-6,-14 10,0 0,0 0,-1-1,1 1,-2-1,1-1,-1 1,0 0,-1-1,1 0,-1 0,-1 0,0 0,0 0,-1-1,0 1,0-1,-1 1,0 0,0-1,-1 1,0-3,-1 3,1 0,-1 0,0 0,-1 1,0-1,0 0,-1 1,0 0,0 0,-1 0,1 0,-2 1,1 0,-1 0,-5-4,11 9,-1 1,0-1,1 1,-1-1,1 1,-1-1,0 1,1 0,-1-1,0 1,0 0,1-1,-1 1,0 0,1 0,-1 0,0 0,0 0,0 0,1 0,-1 0,0 0,0 0,1 0,-1 1,0-1,1 0,-1 0,0 1,0-1,1 0,-1 1,1-1,-1 1,0-1,1 1,-1-1,1 1,-1-1,1 1,-1 0,1-1,0 1,-1 0,1-1,0 1,-1 0,1-1,0 1,0 0,0 0,-2 42,7-26,1 0,0 0,1-1,1 0,1 0,0-1,1 0,1-1,0 0,1 0,0-1,1-1,1 0,0-1,0-1,1 0,9 4,93 41,-111-54,-1 1,0-1,1 0,-1 0,1 0,-1-1,1 1,-1-2,1 1,-1 0,1-1,-1 0,1-1,-1 1,0-1,0 0,0 0,0-1,0 1,0-1,3-3,-2-2,0-1,-1 1,0-1,0-1,-1 1,0-1,-1 1,0-1,-1 0,0 0,0-1,-1 1,-1 0,1 0,-2-1,1 1,-2-5,2 3,-2-156,2 166,0 0,0-1,0 1,1 0,-1 0,1 0,-1-1,1 1,0 0,0 0,0 0,0 0,0 0,1 1,-1-1,1 0,-1 0,1 1,-1-1,1 1,0-1,0 1,0 0,0 0,-1 0,2 0,-1 0,0 0,0 1,0-1,0 1,0-1,1 1,-1 0,0 0,0 0,1 0,0 0,26 1,-1 2,1 1,-1 1,0 2,-1 0,25 12,-41-17,0 2,-1 0,0 0,0 0,0 1,-1 1,1 0,-1 0,-1 1,1 0,-1 0,0 1,-1 0,0 1,0-1,-1 1,0 1,0-1,-1 1,-1 0,1 0,2 10,2 41,-10-53,1-1,0 0,1 1,0-1,0 0,0 1,1-1,0 0,1 0,-1 0,1 0,1-1,-1 1,1-1,0 0,1 0,-1 0,1 0,0-1,1 0,-1 0,1 0,0-1,0 0,7 4,0-4,1-1,0 0,-1 0,1-2,0 1,1-2,-1 0,0-1,0 0,0-1,0 0,-1-1,1-1,-1 0,0-1,0-1,0 0,0 0,-1-1,0-1,3-3,-6 5,-1 0,0 0,-1-1,1 0,-1 0,-1-1,1 0,-1 0,0 0,-1-1,0 0,-1 0,0 0,0-1,-1 1,0-1,0 0,-1 0,-1 0,0 0,0 0,-1 0,0 0,0 0,-1 0,-1 0,0 0,0 0,-3-6,3 11,0-1,0 0,0 1,-1-1,0 1,0 0,0 0,-1 0,0 0,0 0,0 1,0 0,-1 0,1 0,-1 0,0 1,-1 0,1 0,0 0,-1 1,0-1,1 1,-1 1,-2-1,4 3,-1 1,1 0,0 0,0 0,0 0,1 1,-1 0,0 0,1 0,0 0,0 0,0 0,0 1,0 0,1-1,0 1,-1 0,1 0,1 1,-1-1,1 0,-1 0,1 1,1-1,-1 1,0-1,1 1,0-1,0 1,1 0,-2 5,0 1,2 0,-1 0,1 0,1 0,0-1,0 1,1-1,1 1,0-1,0 0,1-1,0 1,0-1,1 0,1 0,-1 0,1-1,1 0,0-1,0 1,0-2,1 1,0-1,0 0,1-1,-1 0,2 0,11 3,1-2,0 0,0-1,0-1,1-1,-1-1,1-1,0-1,0-2,-1 0,6-2,39-8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40.14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 74,'-16'-43,"11"46,4 4,0-1,1 1,-1 0,1-1,0 1,1 0,0-1,0 1,0-1,1 1,1 1,-2-2,4 14,1-1,1 1,1-1,0 0,2-1,0 0,3 4,-8-15,1 1,-1-1,1 0,0-1,1 1,-1-1,1 0,1-1,-1 0,1 0,0 0,0-1,0 0,0-1,1 0,-1 0,7 0,-10-2,1 0,0-1,0 0,0 0,0 0,-1-1,1 0,0 0,0-1,-1 1,1-1,-1 0,0-1,1 1,-1-1,0 0,-1-1,1 1,0-1,-1 0,0 0,0 0,0 0,0-1,-1 0,3-4,2-4,-2 0,1-1,-1 0,-1 0,-1 0,0 0,-1-1,0 1,-1-1,-1-1,1 5,-1 0,-1-1,0 1,-1-1,0 1,-1 0,0 0,-1-1,0 2,0-1,-3-4,6 14,0 1,-1-1,1 1,0-1,0 1,0-1,0 1,-1-1,1 1,0 0,-1-1,1 1,0-1,-1 1,1-1,0 1,-1 0,1-1,-1 1,1 0,-1 0,1-1,-1 1,1 0,-1 0,1 0,-1-1,1 1,-1 0,1 0,-1 0,1 0,-1 0,1 0,-1 0,0 0,1 0,-1 0,1 1,-1-1,1 0,-1 0,1 0,-1 1,1-1,-1 0,1 1,0-1,-1 0,1 1,-1-1,1 0,0 1,-1-1,1 1,0-1,0 1,-1-1,1 1,0-1,0 1,-1-1,-12 37,11-29,1 0,0 0,0 0,0 1,1-1,1 0,-1 0,1 1,0-1,1 0,0 0,1 0,-1 0,1 0,1-1,0 1,0-1,0 0,1 0,0-1,0 1,0-1,1 0,0 0,4 2,12 4,0-1,0-1,1-1,0-1,0-2,1 0,0-1,0-1,1-1,-1-2,18-1,46 4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41.15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364 816,'-9'-6,"-1"1,0 0,0 0,-1 1,1 0,-1 1,0 0,0 1,0 0,0 0,0 1,0 1,0 0,-1 1,1 0,0 0,0 1,0 1,0 0,1 0,-1 1,1 1,0 0,0 0,0 0,-4 5,7-3,-1 1,2 0,-1 1,1 0,0 0,1 0,0 0,0 1,1 0,1 0,-2 5,4-11,-1 1,1 0,0 0,0-1,1 1,0 0,-1 0,1 0,1 0,-1 0,1 0,0 0,0-1,1 1,-1 0,1-1,0 1,0-1,0 0,1 1,0-1,0 0,0 0,0-1,2 3,0-3,0 0,0 0,0 0,0 0,0-1,0 0,1 0,-1-1,1 1,0-1,-1 0,1-1,0 1,-1-1,1-1,0 1,-1-1,1 0,0 0,-1 0,1-1,-1 0,0 0,5-2,1-1,0-1,0 0,-1 0,1-1,-1 0,-1-1,0 0,0-1,0 0,-1 0,0-2,-2 3,-1 0,-1 0,1-1,-1 1,-1-1,0 0,0 0,0 0,0-9,-3 27,0 0,1 0,0 0,0 1,1-1,1 0,-1-1,1 1,1 0,-1-1,1 0,1 0,0 0,0 0,0-1,1 1,0-2,3 4,3 1,1 1,0-2,0 1,1-2,0 0,1-1,0 0,0-1,14 4,-9-4,1-2,0 0,0-1,0-2,0 0,1-1,-1-1,0-1,1 0,18-5,-29 4,-1-1,0 0,0 0,0-1,0 0,0-1,-1 0,0 0,0-1,0 0,-1-1,0 0,0 0,-1-1,0 0,0 0,-1 0,0-1,0 0,-1-1,0 1,2-9,2-15,-1-1,-2 0,-2 0,-1 0,-1 0,-2-1,-2-8,1 14,3-446,-2 464,0 3,0 0,0 1,0-1,-1 0,0 1,0-1,-1 0,0 1,-3-7,4 13,0 0,0 0,1 0,-1 0,0 1,0-1,0 0,0 1,-1-1,1 0,0 1,0-1,0 1,0 0,-1-1,1 1,0 0,0 0,0 0,-1 0,1 0,0 0,0 0,-1 0,1 0,0 1,0-1,0 0,-1 1,1-1,0 1,0 0,0-1,0 1,0 0,0-1,0 1,0 0,0 0,0 0,1 0,-1 0,0 0,0 0,-14 14,1 1,0 1,1-1,1 2,1 0,0 0,1 1,1 1,-4 13,2-10,1 1,1 0,0 0,2 1,1 0,2 1,0-1,1 1,2-1,0 1,2 0,1 0,1-1,1 1,1-1,1 0,2 0,0-1,4 7,4-8,0-1,2-1,0 0,2-1,0-1,1-1,0 0,2-2,0-1,1-1,0 0,1-2,0-1,1-1,0-1,1-2,8 1,-13-2,0-1,0-2,1 0,-1-1,1-1,17-2,-33 0,1 1,-1-2,1 1,-1-1,0 0,1 0,-1-1,0 0,-1 0,1 0,0-1,-1 0,0-1,0 1,0-1,-1 0,1-1,-1 1,-1-1,1 0,3-7,-1-4,0-1,-1 0,-1 0,-1 0,-1-1,0 0,-2 0,0 1,-1-1,-1-5,1 16,-5-249,0 144,4-1,6 1,9-42,-4 104,-1 35,-2 36,5 318,-8-274,2-1,4 1,2-2,3 0,21 56,-24-87,0 0,3-1,0-1,2 0,1-1,1-1,1-1,2 0,1-2,0 0,2-2,7 5,32 5,-46-31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41.67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0,'737'67,"-624"-49,-95-3,-44-3,-24 3,26-9,-1 1,2 0,-1 2,1 1,1 1,0 0,0 2,-14 12,33-23,-1 0,1 1,0-1,0 1,1 0,-1-1,1 1,-1 1,1-1,0 0,0 0,0 1,0 0,1-1,0 1,-1 0,1-1,1 1,-1 0,0 0,1 0,0 0,0 0,0 0,0-1,1 1,0 0,-1 0,1 0,1 0,-1-1,0 1,2 1,5 3,0 0,1 0,0-1,0-1,1 0,-1 0,2-1,-1 0,0 0,1-1,0-1,0 0,0 0,0-1,0-1,0 0,1 0,5-1,-12 1,-1-1,1 1,0-1,0 0,-1-1,1 1,0-1,-1 0,1 0,-1 0,1-1,-1 1,0-1,1 0,-1 0,0-1,0 1,0-1,-1 0,1 0,-1 0,1-1,-1 1,0-1,-1 0,1 0,0 0,-1 0,0 0,0 0,0-1,-1 0,-3-52,8 76,5-3,1 0,0-1,2-1,-1 0,2-1,0-1,0 0,2-1,-1 0,1-2,0 0,1-1,0 0,1-2,10 3,23 7,1-2,0-2,1-3,0-2,0-3,42-2,-19-5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52.9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46,'14'9,"15"3,18-5,15-6,16-8,13-7,7-1,0-1,-5 3,-18 4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57.6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0 627,'16'38,"2"-1,1 0,2-2,1 0,2-2,6 5,-30-36,1 0,0 0,0 0,0 0,0 0,0 0,1 0,-1 0,0 0,1-1,0 1,-1 0,1-1,0 0,0 1,0-1,0 0,0 0,0 0,0 0,0 0,0-1,0 1,0-1,1 1,-1-1,0 0,0 1,1-1,-1-1,0 1,0 0,1 0,-1-1,0 0,0 1,0-1,0 0,1 0,-1 0,-1 0,1 0,1-1,6-14,0 0,-1 0,0-1,-2 0,0 0,0-5,6-14,12-37,-20 105,9 75,-12-104,1 1,0 0,-1 0,1-1,0 0,1 1,-1-1,1 0,-1 0,1 0,0 0,0 0,0-1,1 0,-1 1,1-1,-1 0,1-1,0 1,-1-1,1 1,0-1,0 0,0-1,3 1,5 0,0-2,0 0,0 0,0-1,-1 0,1-1,0 0,-1-1,0-1,0 0,0 0,-1-1,1 0,-1-1,-1 0,1 0,-1-1,-1-1,1 1,-1-1,3-6,-8 11,1-1,-1 1,0-1,0 0,-1 0,0 0,0 0,0 0,0 0,-1-1,0 1,0 0,0-1,-1 1,1-1,-1 1,-1-1,1 1,-1-1,0 1,0-1,-1 1,1 0,-1 0,0 0,-1 0,1 0,-2-2,3 6,0 0,0 0,1 0,-1 0,0 0,0 1,0-1,0 0,0 0,0 1,-1-1,1 1,0-1,0 1,0-1,-1 1,1-1,0 1,-1 0,1 0,0 0,0 0,-1 0,1 0,0 0,-1 0,1 1,0-1,0 0,-1 1,1-1,0 1,0-1,0 1,0 0,0-1,-1 1,1 0,1 0,-1 0,-1 1,-23 49,23-44,1 1,0 0,0 0,1 0,0 0,0 0,1 0,0-1,1 1,0 0,0 0,0-1,1 0,0 1,0-1,1 0,0 0,1-1,-1 1,1-1,0 0,1 0,-1-1,1 1,0-1,1-1,-1 1,1-1,0 0,0 0,0-1,1 0,16 5,0-1,0-1,1-1,-1-2,1 0,0-2,0 0,0-2,0 0,1-2,38-6</inkml:trace>
  <inkml:trace contextRef="#ctx0" brushRef="#br0" timeOffset="353.719">1230 681,'-168'-25,"164"25,0-1,0 1,-1 0,1 0,0 0,0 0,-1 1,1-1,0 1,0 0,0 1,0-1,0 1,0 0,1-1,-1 2,0-1,1 0,0 1,-1 0,1-1,0 1,0 0,1 1,-1-1,1 0,-1 1,1 0,0-1,0 1,1 0,-1 0,1 0,0 0,0 1,0-1,1 0,-1 0,1 0,0 0,0 0,0 0,1 0,-1 0,1 0,0 0,0 0,0-1,1 1,-1 0,1-1,0 1,0-1,0 1,1-1,-1 0,1 0,0 0,0 0,0-1,0 1,0-1,0 0,1 0,-1 0,1 0,-1 0,4 0,2 1,1 0,-1 0,1-1,0 0,0-1,0 0,0-1,0 0,-1 0,1-1,0-1,9-1,-11 1,0 0,-1 0,1-1,-1 0,1-1,-1 1,0-1,0-1,-1 1,1-1,-1 0,0-1,0 0,-1 0,0 0,0 0,0-1,-1 0,0 0,0 0,0 0,-1 0,1-7,-3 13,-1 0,1-1,-1 1,0 0,0-1,0 1,0 0,0-1,0 1,0 0,0-1,0 1,0 0,-1-1,1 1,-1 0,1 0,-1-1,1 1,-1 0,0 0,1 0,-1 0,0 0,0 0,0 0,0 0,-1-1,1 3,-1 0,1 0,0 0,0 1,0-1,0 0,0 0,0 1,0-1,0 0,0 1,1-1,-1 1,1-1,-1 1,1 0,-1-1,1 1,0-1,0 1,0 0,0-1,0 1,0 0,0 3,0 1,0-1,1 1,-1-1,1 1,1-1,-1 0,1 1,0-1,0 0,0 0,1 0,0-1,-1 1,2 0,-1-1,1 0,-1 0,1 0,0 0,1-1,-1 1,0-1,1 0,3 1,5 3,1 0,0-1,0 0,1-1,0-1,0 0,0-1,12 1,42-1,-3-5</inkml:trace>
  <inkml:trace contextRef="#ctx0" brushRef="#br0" timeOffset="698.794">1872 546,'-7'4,"-3"1,-1 1,1 0,-1 0,2 1,-1 0,1 1,0 0,1 1,0 0,0 0,-4 7,12-14,0 1,0 0,1 0,-1-1,0 1,1 0,0-1,-1 1,1-1,0 1,0-1,1 1,-1-1,0 1,1-1,-1 0,1 0,0 0,0 0,0 0,0 0,0-1,0 1,1 0,-1-1,0 0,1 0,-1 1,1-2,-1 1,1 0,0 0,-1-1,1 1,1-1,0 2,48 19,-27-12,1 2,-1 0,-1 2,0 0,-1 2,1 2,-22-16,0 0,0 0,-1 0,1 1,0-1,-1 0,1 1,-1-1,1 1,-1-1,1 1,-1 0,0 0,0 0,0 0,0-1,-1 1,1 0,0 0,-1 1,1-1,-1 0,0 0,1 0,-1 0,0 0,-1 0,1 0,0 1,-1-1,1 0,-1 0,1 0,-2 2,-3 1,-1-1,0 1,0-1,-1 0,1-1,-1 0,0 0,1 0,-1 0,-1-1,1-1,0 1,-7 0,13-2,-25 6,0-2,0 0,-1-2,1-1,-1-1,-21-3,37 0,8-1</inkml:trace>
  <inkml:trace contextRef="#ctx0" brushRef="#br0" timeOffset="1596.914">2486 707,'-4'-3,"0"1,0-1,-1 1,1 0,-1 0,1 0,-1 1,0 0,0 0,1 0,-1 0,0 1,0 0,0 0,0 0,0 1,0-1,0 1,1 0,-1 1,0-1,1 1,-1 0,1 0,-1 0,1 1,-2 0,1 1,-1-1,1 1,-1 0,1 0,0 1,1 0,-1 0,1 0,0 0,0 0,0 1,1 0,0 0,0 0,1 0,0 0,0 1,0-1,0 0,1 2,2-4,0 1,0-1,0 0,1 0,0 0,0 0,0 0,0 0,0-1,1 1,0-1,-1 1,1-1,1 0,-1 0,0-1,1 1,-1-1,1 1,0-1,0 0,0 0,0-1,0 1,0-1,0 0,1 0,-1 0,0-1,1 0,-1 1,3-2,11 4,0-2,0 0,-1-1,1-1,0 0,0-2,-1 0,1 0,-1-2,2-1,-9 3,-1-1,1 0,-1-1,0 0,0 0,0-1,-1 0,0 0,0-1,0 0,-1 0,0-1,-1 0,0 0,0-1,-1 0,0 0,1-2,1-11,-1-1,-1 1,-1-1,-1 0,-1-1,0 1,-3-17,2-6,3-57,4 0,5 0,14-47,-18 113,-9 22,-9 20,-4 14,1 1,1 0,1 1,0 0,2 0,1 1,0 0,-2 18,3-15,1 0,0 1,2 0,1-1,1 1,2 0,0 0,1 0,2 0,1-1,1 0,1 0,1 0,1-1,1 0,1 0,4 2,-3-6,0 0,2-1,1-1,0 0,1-1,0-1,2-1,0 0,1-1,0-1,4 1,-21-12,1 0,0 0,-1-1,1 1,0-1,0 1,0-1,0 0,0 0,0-1,0 1,0 0,0-1,0 0,0 0,1 0,-1 0,0 0,0-1,0 0,0 1,0-1,0 0,0 0,0-1,0 1,0 0,-1-1,1 0,-1 0,2-1,42-84,-16 22,-28 60,1-1,0 1,0 0,1 1,-1-1,1 1,0-1,1 1,-1 0,1 1,-1-1,1 1,0 0,0 0,1 0,3-1,-8 5,1 0,0 0,-1 0,1 0,-1 0,1 1,-1-1,0 0,1 1,-1-1,0 1,0-1,0 1,0 0,0-1,0 1,-1 0,1 0,-1-1,1 1,-1 0,1 0,-1 0,0 0,0 0,0 0,0 0,0-1,-1 2,3 7,-2-5,1 0,0-1,0 1,1-1,-1 1,1-1,0 0,0 1,1-1,-1 0,1 0,0-1,0 1,0-1,0 1,1-1,-1 0,1 0,0-1,0 1,0-1,0 1,1-1,-1-1,0 1,1-1,1 1,7 1,0-1,1-1,-1 1,0-2,0 0,1-1,-1 0,0-1,0-1,0 0,9-3,-16 4,-1 1,0-1,0 0,-1-1,1 1,0-1,-1 0,0 0,1 0,-1-1,0 1,-1-1,1 0,-1 0,0-1,0 1,0-1,0 1,-1-1,0 0,0 0,0 0,0 0,-1 0,0-1,0 1,-1 0,1 0,-1-1,0 0,0 4,0-1,0 1,0-1,0 1,-1-1,1 1,-1-1,1 1,-1-1,0 1,0 0,0-1,0 1,0 0,-1 0,1 0,-1-1,1 2,-1-1,0 0,0 0,0 1,0-1,0 1,0-1,0 1,-2-1,3 3,-1 0,1 0,-1 1,1-1,0 0,0 1,0-1,0 1,0-1,0 1,0-1,0 1,1 0,-1-1,1 1,-1 0,1 0,-1-1,1 1,0 0,0 0,0 0,0-1,0 1,1 0,-1 0,1 1,-1 4,2 1,-1 0,1-1,0 1,1-1,0 0,0 0,0 0,1 0,0 0,0-1,1 0,0 0,0 0,1 0,-1-1,1 0,0 0,0 0,1-1,0 0,-1 0,1-1,7 3,0 0,1-1,0-1,0 0,0-1,0 0,1-1,-1-1,1-1,-1 0,1-1,-1 0,2-1,22-7</inkml:trace>
  <inkml:trace contextRef="#ctx0" brushRef="#br0" timeOffset="2063.89">3997 546,'5'-2,"0"0,1 0,-1 0,1 1,-1 0,1 0,0 0,-1 1,1 0,0 0,-1 0,1 1,0-1,-1 1,1 1,-1-1,1 1,-1 0,0 0,0 1,0-1,0 1,0 0,4 4,0 1,1 0,-1 1,0 0,-1 0,0 1,0 0,-1 1,-1 0,1 0,3 10,0 10,-1 1,-1 1,-2-1,-1 1,-2 0,-1 0,-2 0,-1 6,0-10,0 1,2-1,2 1,0-1,2 1,1-1,1-1,2 1,1-1,5 7,-10-25,0-1,1 0,0 0,0 0,1-1,0 0,1 0,0-1,0 0,1 0,-1-1,1 0,1-1,-1 0,1 0,0-1,0 0,0-1,1 0,-1-1,1 0,-1 0,1-1,0-1,0 0,-1 0,1-1,1-1,-9 2,0-1,0 0,0-1,1 1,-2 0,1-1,0 0,0 0,0 0,-1 0,1 0,-1 0,1-1,-1 1,0-1,0 1,0-1,-1 0,1 0,0 0,-1 0,0 0,0 0,0 0,0-1,0 1,-1 0,0 0,1-1,-1 1,-1-4,1-3,-2-1,0 1,0 0,-1-1,0 1,0 0,-1 1,-1-1,-3-5,-14-18,-1 0,-2 2,-1 0,-1 2,-2 1,-1 2,-1 1,-1 1,-1 1,-1 2,-1 2,-11-4,-118-45,162 61,23 5,-21 2,809-31,-704 21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56.7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138 843,'-12'3,"-60"6,69-9,1 0,0 0,0 0,0 0,0-1,0 1,-1-1,1 1,0-1,0 0,0 1,0-1,1 0,-1-1,0 1,0 0,1 0,-1-1,0 1,1-1,-1 1,1-1,0 0,0 0,0 1,-1-1,2 0,-1 0,-1-2,1-3,1 0,0 0,-1 0,2 0,-1 1,1-1,0 0,1 0,0 0,0 0,2-3,10-29,3 0,1 1,1 2,2 0,14-17,-27 40,1 1,0 0,1 0,0 1,0 0,1 1,1 0,11-8,-20 17,-1 0,1 0,0-1,-1 1,1 1,0-1,0 0,0 1,-1-1,1 1,0 0,0 0,0 0,0 1,0-1,-1 1,1-1,0 1,0 0,0 0,-1 0,1 0,-1 1,1-1,-1 1,1-1,-1 1,1 0,54 62,-56-62,6 5,-1 1,0 1,0-1,0 1,-1 0,-1 0,0 0,0 1,-1 0,0-1,0 1,-1 0,-1 1,1-1,-2 0,1 0,-2 10,0-17,0 0,-1 0,1 0,-1-1,1 1,-1-1,0 1,0-1,0 0,0 1,0-1,-1 0,1 0,-1-1,1 1,-1-1,1 1,-1-1,0 0,0 0,0 0,0 0,0 0,0-1,0 1,0-1,0 0,0 0,0 0,0 0,0-1,0 1,0-1,0 0,0 1,0-2,0 1,1 0,-1 0,0-1,1 0,-1 1,1-1,-1 0,0-2,2 0,0 0,0 0,1-1,-1 1,1 0,0 0,1-1,-1 1,1 0,-1 0,1-1,1 1,-1 0,1 0,-1 0,1 1,0-1,0 0,1 1,-1-1,1 1,0 0,0-1,0 1,0 1,0-1,1 0,-1 1,1 0,1-1,6-6,1 1,1-1,-1 2,1 0,0 0,1 2,0-1,0 2,0 0,0 0,1 2,-1-1,1 2,0 0,0 1,14 1,-23 1,0-1,0 1,0 0,0 0,-1 1,1 0,-1 0,0 0,1 1,-2-1,1 1,0 1,-1-1,1 0,-1 1,-1 0,1 0,-1 0,1 1,-2-1,1 1,0-1,-1 1,0 0,0 3,-2-6,1 0,-1 0,1-1,0 1,0 0,0 0,1 0,-1-1,1 1,-1 0,1-1,0 0,0 1,0-1,0 0,0 0,1 0,-1 0,0 0,1-1,0 1,-1-1,1 1,0-1,0 0,0 0,1 0,7-2,0-1,1 1,-1-2,0 0,-1 0,1-1,0 0,-1-1,0 0,0 0,-1-1,1-1,-1 0,-1 0,8-7,-12 11,0 1,0-1,-1 0,1 0,-1 0,1-1,-1 1,0-1,-1 1,1-1,0 0,-1 0,0 0,0-1,0 1,-1 0,1-1,-1 1,0-1,-1 0,1 1,-1-1,1 0,-2 1,1-1,0 0,-1 1,0-1,0 1,0-1,-1 1,1-1,-1 1,0 0,0 0,-2-3,-4 1,0 1,0 0,0 0,0 1,-1 0,0 0,0 1,0 0,0 1,0 0,-1 0,1 1,0 0,-1 1,1 0,-1 0,1 1,-1 0,1 1,0 0,-1 0,1 1,0 1,1-1,-1 1,1 1,-7 4,11-7,-1 1,1 1,0-1,0 1,0-1,0 1,1 0,-1 1,1-1,0 0,0 1,1 0,-1 0,1 0,0 0,1 0,-1 0,1 0,0 1,0-1,1 0,-1 1,1-1,0 0,1 1,-1-1,1 0,0 1,1-1,-1 0,1 0,0 0,0 0,1 0,-1 0,1-1,0 1,0-1,1 0,-1 0,4 3,2-1,-1-1,1 0,0 0,1-1,-1 0,1 0,-1-1,1 0,0-1,1 0,-1-1,0 0,0-1,1 0,-1 0,0-1,0-1,0 1,0-2,0 1,1-2,29-11</inkml:trace>
  <inkml:trace contextRef="#ctx0" brushRef="#br0" timeOffset="248.335">859 1,'-20'0,"-14"2,-8 5,-1 7,4 7,9 7,10 5,14 5,16 2,17 1,5-7</inkml:trace>
  <inkml:trace contextRef="#ctx0" brushRef="#br0" timeOffset="538.113">940 442,'16'16,"12"12,8 8,2 2,3 0,2-4,3-9,10-8,16-9,20-13,23-15,-9-4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53.7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375 1,'12'82,"-4"1,-4 0,-3 12,0-44,1 203,-3-249,0 1,1 0,0 0,0 0,0-1,0 1,1 0,0 0,0-1,0 1,1 0,0-1,0 1,1-1,-1 0,1 0,0 0,1 0,-1-1,1 1,0-1,0 0,0 0,1 0,-1 0,1-1,0 0,0 0,0 0,0 0,0-1,1 0,13-2,0 0,0-2,0 0,0-1,-1-1,1-1,-1 0,0-2,-1 0,1-1,-1 0,15-11,32-19,-9 3</inkml:trace>
  <inkml:trace contextRef="#ctx0" brushRef="#br0" timeOffset="265.472">0 376,'16'0,"21"-3,25-9,27-12,25-11,21-9,8-1,-20 7</inkml:trace>
  <inkml:trace contextRef="#ctx0" brushRef="#br0" timeOffset="825.04">897 776,'10'-17,"-1"0,-1 0,0-1,-1 0,-1-1,-1 1,0-1,-2-1,0 1,-1 0,-1-1,0 1,-2 0,0-1,-2 1,0 0,-1 0,-3-11,-3 11,11 18,-1 1,0-1,0 1,1-1,-1 1,0-1,1 1,-1-1,0 1,1-1,-1 1,1-1,-1 1,1 0,-1-1,1 1,-1 0,1-1,-1 1,1 0,0 0,-1 0,1-1,-1 1,1 0,0 0,-1 0,1 0,-1 0,1 0,0 0,-1 0,1 0,-1 0,1 1,0-1,-1 0,1 0,-1 1,1-1,-1 0,1 1,-1-1,1 0,-1 1,1-1,-1 1,1-1,-1 0,0 1,1 0,7 1,236 26,-239-28,0 0,0 1,0-1,0 1,0 0,0 0,-1 0,1 1,0 0,-1 0,1 0,-1 0,0 1,0 0,0 0,0 0,0 0,-1 0,1 1,-1 0,0 0,0 0,0 0,-1 0,1 0,-1 1,0-1,0 3,12 196,-13-199,0 0,0 0,1 0,-1 0,1 0,0-1,0 1,0-1,1 1,-1-1,1 0,0 0,0 0,0 0,0-1,0 1,0-1,1 0,0 0,-1 0,1 0,0-1,0 1,0-1,0 0,0 0,0-1,1 1,7 0,-1-1,0 0,1 0,-1-1,0-1,1 0,-1 0,0-1,8-4,-4 2,0 0,0-2,-1 1,0-2,0 0,-1-1,0 0,0-1,-1 0,-1-1,0 0,0-1,-1 0,0-1,-1 0,-1-1,0 0,3-8,-9 18,-1 0,0 0,1 1,-2-1,1 0,0 0,-1 0,0 0,0 0,0 0,0 0,0 0,-1 0,0 0,0 0,0 0,0 0,-1 1,1-1,-1 1,0-1,0 1,0-1,-1 1,1 0,-1 0,0 0,0 0,0 1,0-1,0 1,-1 0,1 0,-4-2,6 4,-1 0,1 0,-1 0,1 0,-1 0,1 0,-1 0,0 1,1-1,-1 1,1-1,0 1,-1-1,1 1,-1 0,1 0,0 0,0-1,-1 1,1 1,0-1,0 0,0 0,0 0,0 0,0 1,1-1,-1 0,0 1,1-1,-1 1,1-1,-1 2,-11 54,11-47,0 0,1 0,0 0,1 0,0 0,1 0,0 0,0 0,1-1,0 1,1-1,0 0,1 0,0 0,0 0,0-1,1 0,1 0,-1-1,1 1,1-2,-1 1,1-1,0 0,1 0,-1-1,1 0,6 2,-3-4,0 0,0 0,0-1,0-1,0 0,1 0,-1-1,0-1,0 0,0-1,0 0,0-1,0 0,0-1,-1 0,1-1,-1 0,0-1,-1 0,10-7,16-15</inkml:trace>
  <inkml:trace contextRef="#ctx0" brushRef="#br0" timeOffset="1804.07">2166 55,'-11'-33,"11"33,0 0,0 0,0 1,0-1,0 0,0 0,0 0,0 1,0-1,0 0,0 0,0 1,0-1,-1 0,1 0,0 0,0 1,0-1,0 0,-1 0,1 0,0 0,0 0,0 1,-1-1,1 0,0 0,0 0,0 0,-1 0,1 0,0 0,0 0,-1 0,1 0,0 0,0 0,-1 0,1 0,0 0,0 0,-1 0,1 0,0 0,0 0,0 0,-1 0,1 0,0 0,0-1,-1 1,1 0,0 0,0 0,-3 28,4 43,3-1,3 0,4 0,13 49,-20-103,-2-4,0 0,0-1,1 1,1-1,0 0,1 0,0 0,0-1,1 0,0 0,5 5,-9-14,1 0,-1 0,1 0,-1-1,1 1,-1-1,1 1,-1-1,1 0,-1 0,1 0,-1 0,1-1,-1 1,1-1,-1 1,1-1,-1 0,0 0,1 0,-1 0,0-1,0 1,0 0,0-1,0 0,0 1,0-1,0 0,-1 0,1 0,-1 0,1 0,-1 0,0-1,0 1,0-1,27-33,-17 21,0 0,1 1,1 0,0 1,1 1,1-1,-11 10,0 0,0 1,0 0,0 0,0 0,1 0,-1 1,1-1,-1 1,1 0,-1 1,1-1,-1 1,1 0,0 0,-1 0,1 1,-1-1,1 1,-1 0,1 1,-1-1,1 1,-1 0,0 0,3 2,1 0,-1 1,0 0,0 0,0 1,-1 0,0 0,0 1,0-1,-1 1,0 1,-1-1,1 1,-1-1,-1 1,0 0,0 1,0-1,-1 0,0 1,-1-1,0 1,0 0,-1 0,0-1,-1 10,0-15,-1 0,0 1,0-1,0 0,-1 0,1 0,-1 0,0-1,1 1,-1-1,0 1,0-1,-1 0,1 0,0 0,-1-1,1 1,-1-1,0 0,1 0,-1 0,0-1,0 1,1-1,-1 0,0 0,0 0,0 0,1-1,-1 1,0-1,0 0,1 0,-1-1,1 1,-1-1,1 0,0 1,-1-2,1 1,0 0,0-1,1 1,-1-1,0 0,1 0,0 0,-1 0,-1-3,2 1,-1 1,1-1,0 1,1-1,-1 0,1 0,-1 0,1 0,1 0,-1 0,1 0,0 0,0 0,1-1,-1 1,1 0,0 0,0 0,1 1,0-1,-1 0,2 0,-1 1,0-1,1 1,0 0,0 0,0 0,1 0,-1 0,1 1,0 0,0-1,4-1,12-8,1 1,0 0,0 2,1 1,1 0,-1 2,1 0,1 2,-1 1,1 0,0 2,-1 0,1 2,15 2,-34-2,-1 0,1 1,0-1,0 1,-1 0,1 0,0 1,-1 0,1-1,-1 1,0 1,1-1,-1 1,0-1,-1 1,1 1,0-1,-1 0,0 1,1-1,-1 1,-1 0,1 0,-1 1,1-1,-1 0,-1 1,1 0,9 27,34 66,-44-96,1 1,0 0,1-1,-1 1,0-1,1 0,-1 0,1 0,0 0,0 0,0 0,0-1,0 1,0-1,0 0,0 0,0 0,1-1,-1 1,0-1,1 1,-1-1,0 0,1 0,-1-1,0 1,0-1,1 0,0 0,9-5,-1-1,1 0,-2 0,1-2,-1 1,0-1,-1-1,0 0,-1-1,0 1,0-2,-1 1,-1-1,0 0,0-1,0-3,30-78,-37 94,1 1,-1-1,0 0,0 0,0 1,1-1,-1 0,0 0,0 0,1 1,-1-1,0 0,0 0,1 0,-1 0,0 0,1 0,-1 1,0-1,0 0,1 0,-1 0,0 0,1 0,-1 0,0 0,1 0,-1 0,0 0,0-1,1 1,-1 0,0 0,1 0,-1 0,0 0,0 0,1-1,-1 1,0 0,0 0,0 0,1-1,-1 1,0 0,0 0,0-1,1 1,-1 0,0 0,0-1,0 1,0 0,0-1,0 1,0 0,0 0,0-1,0 1,0 0,0-1,0 1,0 0,0-1,0 1,6 28,-5-22,-1 0,1 0,0-1,0 1,0-1,1 0,-1 1,1-1,0 0,1 0,-1 0,1 0,0 0,1-1,-1 1,1-1,0 0,0 0,0-1,0 1,1-1,-1 1,1-1,0-1,0 1,0-1,0 0,0 0,4 0,3 1,1-1,0-1,-1 0,1-1,0 0,-1-1,1-1,-1 0,1 0,-1-1,0-1,1 0,-7 2,-1-1,1 1,0-1,-1-1,0 1,1-1,-2 0,1 0,0 0,-1-1,1 1,-1-1,-1 0,1 0,-1-1,0 1,0-1,0 1,-1-1,0 0,0 0,0 0,-1-1,1-4,3-67,1 94,2 22,-5-17,1 1,1-1,1 0,1 0,1 0,1-1,1 0,9 14,-18-32,0-1,0 1,0-1,0 1,0-1,0 0,1 1,-1-1,0 0,1 0,-1 0,1 0,-1 0,1 0,0 0,-1-1,1 1,0 0,-1-1,1 0,0 1,0-1,-1 0,1 0,1 0,6-4</inkml:trace>
  <inkml:trace contextRef="#ctx0" brushRef="#br0" timeOffset="2060.559">3757 55,'-16'-3,"-12"0,-3 1,0 1,7 5,9 3,14 5,18 5,16 7,14 6,-2-3</inkml:trace>
  <inkml:trace contextRef="#ctx0" brushRef="#br0" timeOffset="2263.234">4011 589,'12'-2,"-1"0,1-1,0 0,-1-1,0 0,0-1,-1 0,1-1,-1 0,0-1,0 0,-1 0,0-1,0 0,-1-1,0 0,-1 0,0-1,0 1,-1-2,0 1,-1-1,0 0,-1 0,1-3,7-69,-12 80,0 0,0 1,0-1,0 0,-1 0,0 0,1 0,-1 1,0-1,0 0,-1 1,1-1,0 1,-1-1,0 1,0 0,1 0,-1 0,0 0,-1 0,1 0,0 0,0 1,-1-1,1 1,-1-1,0 1,1 0,-1 1,1-1,0 1,0 0,-1 0,1 0,0 0,-1 0,1 0,0 1,0-1,-1 1,1-1,0 1,0 0,0 0,0 0,0 0,0 1,0-1,0 0,1 1,-1-1,0 1,1 0,-1-1,1 1,0 0,-1 0,1 0,0 0,0 0,0 0,0 2,-21 74,21-70,1-1,0 1,0-1,1 1,0 0,0-1,1 1,0-1,0 0,0 0,1 0,0 0,1 0,0 0,0-1,0 0,1 1,-1-2,2 1,-1-1,0 1,1-1,0-1,0 1,5 1,10 4,0-1,0-2,1 0,0-1,0-1,1-1,0-1,-1-1,1-1,15-2,215-15,-133-2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5:02.8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1 386,'51'542,"-50"-533,0 14,2 0,0-1,1 1,2-1,0 0,1 0,1-1,6 9,-14-29,0 0,1 0,-1 0,1 0,-1-1,1 1,-1 0,1 0,0 0,-1 0,1-1,0 1,0 0,-1-1,1 1,0 0,0-1,0 1,0-1,0 0,0 1,0-1,0 0,0 1,0-1,0 0,0 0,0 0,0 0,0 0,0 0,0 0,0 0,0 0,0-1,0 1,0 0,0-1,0 1,0-1,0 1,0-1,0 1,-1-1,1 0,0 1,0-1,-1 0,1 0,0 1,0-2,29-49,-27 45,65-104,-64 105,0 1,0 0,0 0,1 0,-1 0,1 1,0 0,0 0,0 0,1 0,-1 1,1 0,-1 0,1 1,0 0,0-1,-1 2,1-1,0 1,5 0,-2 2,0 0,-1 0,1 1,-1 0,0 0,0 1,0 0,0 0,-1 1,1 0,-1 1,0 0,-1 0,0 0,0 1,0-1,-1 1,1 1,-2-1,1 1,-1 0,0 0,-1 0,0 1,-2-6,0 1,0-1,0 1,0 0,-1 0,1-1,-1 1,0 0,0-1,-1 1,1 0,-1 0,0-1,0 1,0-1,0 1,-1-1,1 1,-1-1,0 0,0 0,0 0,0 0,-1 0,1 0,-1 0,0-1,0 0,0 1,0-1,0 0,0 0,0-1,-1 1,1-1,-1 1,1-1,-1 0,0-1,1 1,-1 0,-3-1,3 0,0 1,0-1,1-1,-1 1,0 0,0-1,0 0,1 0,-1 0,0 0,1-1,-1 1,1-1,0 0,-1 0,1 0,0-1,0 1,0-1,1 1,-1-1,1 0,-1 0,1 0,0-1,0 1,0 0,1-1,-1 1,1-1,0 0,0 1,0-1,0 0,1 0,-1 1,1-1,0 0,0 0,1 0,-1 1,1-1,0 0,0 0,0 1,0-1,0 0,1 1,0 0,0-1,6-7,2 1,-1 0,1 1,0 0,1 0,0 1,0 0,1 1,0 1,0-1,1 2,0 0,0 1,0 0,0 0,0 2,1 0,0 0,2 1,-9 0,1 0,-1 1,0-1,1 2,-1-1,1 1,-1 0,0 0,1 1,-1 0,0 1,0-1,0 1,-1 1,1-1,-1 1,1 0,-1 0,-1 1,1 0,-1 0,1 0,-2 1,5 6,-4-2,0 1,-1 0,0 0,-1 0,-1 0,0 1,0 0,-1-1,0 1,-1-1,-1 1,0 0,0-1,-3 10,4-17,-1-3,1-1,-1 1,1 0,-1-1,1 1,0 0,0 0,-1-1,1 1,0 0,0 0,0 0,0 0,0-1,0 1,0 0,0 0,0 0,0-1,0 1,0 0,1 0,-1 0,0-1,1 1,-1 0,1 0,-1-1,0 1,1 0,0-1,-1 1,1-1,-1 1,1-1,0 1,-1-1,1 1,0-1,-1 1,1-1,0 0,0 0,0 1,0-1,41-25,-17 5</inkml:trace>
  <inkml:trace contextRef="#ctx0" brushRef="#br0" timeOffset="260.82">710 600,'0'0</inkml:trace>
  <inkml:trace contextRef="#ctx0" brushRef="#br0" timeOffset="550.668">977 119,'-1'16,"1"-1,0 1,1 0,1-1,1 1,0-1,1 0,5 14,-1-2,15 52,23 89,9 79,-7 73,-49-316,1 0,0 0,1 0,-1 0,1 0,0 0,0 0,0 0,0-1,1 1,-1 0,1-1,0 1,0-1,0 0,1 1,-1-1,1 0,0 0,0-1,0 1,0-1,0 1,0-1,1 0,-1 0,1 0,0-1,-1 1,1-1,2 0,6-4,0-1,0 0,0-1,-1 0,0-1,0 0,-1-1,1 0,-2 0,1-1,-1-1,0 0,2-3,89-106,-98 115,-1 2,-1 0,0 0,0 0,1 0,-1 0,0-1,1 1,-1 0,1 0,0 0,-1 0,1 0,0 1,-1-1,1 0,0 0,0 0,0 1,0-1,0 0,0 1,0-1,0 1,0-1,0 1,0-1,0 1,0 0,0 0,1-1,-1 1,0 0,0 0,0 0,0 0,0 0,1 1,-1-1,0 0,0 0,0 1,0-1,0 1,0-1,1 1,2 81,-6-75,1 1,1 0,0-1,0 1,0-1,1 1,0-1,0 1,1-1,0 0,0 1,3 4,-3-10,1 1,-1-1,0 0,1 0,-1 0,1-1,0 1,-1-1,1 1,0-1,0 0,0 0,0 0,0 0,0 0,0-1,0 0,1 1,-1-1,0 0,0-1,0 1,0-1,0 1,0-1,0 0,0 0,0 0,0 0,0-1,0 1,-1-1,2 0,25-12</inkml:trace>
  <inkml:trace contextRef="#ctx0" brushRef="#br0" timeOffset="855.664">1618 868,'-18'-7,"-13"-6,-8-7,-4-5,1-7,0-3,8 3</inkml:trace>
  <inkml:trace contextRef="#ctx0" brushRef="#br0" timeOffset="1309.149">1124 386,'80'8,"0"-3,1-4,-1-4,0-3,0-3,55-15,-108 18,-1-1,0-1,0-1,-1-1,0-2,0 0,-2-2,1 0,-2-2,0 0,-1-2,-1 0,0-1,12-18,-27 33,-1-1,-1 0,1-1,-1 1,0 0,0-1,0 0,-1 0,0 0,0 0,0 0,-1 0,0 0,0 0,0-1,-1 1,0 0,-1-1,1 1,-2 4,1 0,0 0,-1 0,1 1,-1-1,0 0,0 1,0-1,0 1,0 0,0 0,0 0,0 0,0 0,0 0,-1 0,1 1,0-1,0 1,-1 0,1 0,0 0,-1 0,1 0,0 0,-1 0,1 1,0-1,-1 1,1 0,0-1,0 1,0 0,0 1,0-1,0 0,0 0,0 1,-14 9,1 1,1 0,0 1,0 0,2 1,0 1,0 0,1 0,1 1,1 1,0 0,1 0,1 0,-3 13,-5 8,2 0,2 1,1 1,2-1,2 2,2-1,1 0,2 1,2-1,2 1,2-1,1 0,2 0,1-1,3 0,7 17,-11-39,1-1,0 0,2 0,-1-1,2 0,0 0,1-2,0 0,13 10,-20-18,0 0,0-1,1 0,0 0,0 0,0-1,0 1,0-2,1 1,0-1,-1-1,1 1,0-1,0 0,-1-1,1 0,0 0,0-1,0 0,0 0,-1-1,1 0,-1 0,3-2,0-1,-1 0,1-1,-1-1,-1 1,1-2,-1 1,0-1,-1 0,0 0,0-1,-1 0,5-10,0 3,-7 48,-7-16,1-11,1 0,-1 0,1 1,0-1,0 1,1 0,-1-1,1 1,1-1,-1 1,1 0,0-1,0 1,0-1,1 0,0 1,0-1,0 0,1 0,-1 0,1 0,0-1,1 1,-1-1,1 0,0 0,0 0,4 2,-2-3,0-1,1 0,-1-1,1 1,-1-1,1 0,0-1,-1 0,1 0,0 0,-1-1,1 0,-1 0,1-1,-1 1,1-1,-1-1,4-1,-7 3,1-1,-1 0,0 0,1 0,-1 0,0 0,0-1,0 1,-1-1,1 0,-1 0,1 0,-1 0,0 0,0-1,0 1,-1-1,1 1,-1-1,0 1,0-1,0 0,0 0,-1 1,1-1,-1 0,0 0,0 0,-1 0,1 1,-1-1,0-2,-1 1,0-1,-1 1,0 0,1 0,-2 0,1 0,-1 0,1 1,-1-1,-1 1,1 0,0 0,-1 1,0-1,0 1,0 0,0 1,-1-1,1 1,-1 0,1 0,-1 0,0 1,1 0,-1 0,0 1,0 0,0 0,0 0,0 0,0 1,1 0,-6 2,9-3,1 0,-1 1,0-1,0 1,0 0,1-1,-1 1,0 0,1 0,-1 0,1 0,-1 0,1 1,0-1,-1 0,1 1,0-1,0 1,0-1,0 1,0 0,0-1,0 1,1 0,-1-1,1 1,-1 0,1 0,0 0,-1 0,1 0,0-1,0 1,0 0,1 0,-1 0,0 0,1 0,-1-1,1 1,0 0,-1 0,1-1,0 1,0-1,0 1,0 0,0-1,1 0,-1 1,0-1,1 0,-1 0,2 1,28 23,3-3</inkml:trace>
  <inkml:trace contextRef="#ctx0" brushRef="#br0" timeOffset="1661.212">2728 1202,'-4'-85,"1"69,1 0,0 0,2 0,0 0,0 0,2 0,0 0,1 0,0 0,1 1,1-1,1 1,0 0,3-5,-7 17,1 0,-1-1,0 1,1 0,0 0,0 0,0 0,0 1,0-1,1 1,-1 0,1 0,-1 0,1 1,0-1,0 1,-1 0,1 0,0 0,0 0,0 1,0-1,0 1,1 0,-1 0,0 1,0-1,0 1,0 0,-1 0,1 1,0-1,0 1,0-1,-1 1,1 0,0 2,18 13,-2 1,0 1,-2 1,0 0,-1 2,-1 0,7 13,-21-33,7 10,0 0,-1 1,0 0,0 0,-2 1,0 0,0 0,-1 0,-1 1,-1 0,0-1,0 1,-2 0,0 2,-4 17,1-30,1 0,0 0,0 0,0 0,0 0,1 1,0-1,0 0,0 0,0 0,0 1,1-1,0 0,0 0,0 0,0 0,1 0,-1 0,1-1,0 1,0 0,1-1,-1 0,1 1,0-1,0 0,0 0,0 0,0-1,0 1,1-1,2 2,13 2,0-1,0-1,0-1,1-1,-1 0,10-1,100-1,43-11,9-13,93-28,-46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5:00.9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122 1177,'15'-30,"-2"-2,-1 1,-1-2,-2 1,-1-1,-2-1,-1 1,-2-1,-1 0,-1 0,-3 0,-2-13,2 37,-1 0,0 1,0-1,-1 0,-1 1,0 0,0 0,0 1,-3-3,6 8,0 1,-1-1,1 0,-1 1,1-1,-1 1,0 0,0 0,0 0,0 0,0 1,0-1,0 1,-1 0,1 0,0 0,-1 0,1 1,-1-1,1 1,-1 0,1 0,-1 0,1 0,-1 1,1 0,-1-1,0 2,-1-1,1 1,0 1,-1-1,1 0,0 1,0 0,1 0,-1 0,1 1,-1-1,1 1,0 0,0-1,-1 5,3-6,-1 0,1 0,0-1,1 1,-1 0,0 1,0-1,1 0,-1 0,1 0,0 0,0 0,0 0,0 1,0-1,0 0,0 0,1 0,-1 0,1 0,0 1,-1-1,1 0,0-1,0 1,0 0,1 0,-1 0,0-1,1 1,-1 0,1-1,0 1,10 4,-1-1,1 0,0-1,1 0,-1-1,0-1,1 0,0-1,-1 0,1 0,0-2,0 1,-1-2,1 0,2-1,-9 3,261-31,-263 31,-1-1,1 1,0 0,-1 1,1-1,-1 1,1-1,0 1,-1 0,1 0,-1 1,0-1,1 1,-1 0,0 0,0 0,0 0,0 0,-1 1,1-1,0 1,-1-1,0 1,0 0,0 0,0 0,0 1,0-1,-1 0,0 1,1-1,-1 1,-1-1,1 1,0-1,-1 1,0 2,-5 79,3-73,0 0,1 0,1 0,-1 0,2 0,0 0,0 0,1 0,2 4,-3-12,1 0,0 0,0-1,0 1,0-1,1 1,-1-1,1 0,0 0,0 0,0 0,1-1,-1 1,0-1,1 0,0 0,-1 0,1-1,0 1,0-1,0 0,0 0,0 0,0 0,1-1,-1 1,4-2,5 2,0-2,-1 0,1-1,0 0,-1-1,1 0,-1-1,7-3,-5 2,1-1,-1 0,0-1,-1-1,0 0,0-1,-1-1,0 1,0-2,-1 0,-1 0,0-1,0 0,-1-1,-1 0,0 0,-1-1,0 0,-1 0,0-1,-2 1,1-3,-5 14,0-1,0 0,0 1,-1-1,1 0,-1 1,0-1,0 1,0-1,-1 1,1 0,-1-1,1 1,-1 0,-1-1,2 3,0 0,0 0,0 0,0 0,0 0,0 0,-1 0,1 1,0-1,0 1,0-1,-1 0,1 1,0 0,-1-1,1 1,0 0,-1 0,1 0,-1 0,1 0,0 0,-1 0,1 0,0 1,-1-1,1 0,0 1,-1-1,1 1,0-1,0 1,0 0,-1 0,1-1,0 1,0 0,0 0,0 0,0 0,1 0,-1 1,-5 5,1 1,-1 0,2 0,-1 0,1 1,1 0,-1 0,1 0,1 0,0 0,0 1,1-1,0 1,1-1,0 1,0-1,1 1,0-1,1 0,0 1,3 7,0-7,0-1,0-1,1 1,0-1,1 0,0 0,0-1,1 0,0 0,0-1,0 0,1 0,0-1,0 0,0-1,1 0,-1 0,1-1,0 0,0-1,1 0,-1-1,0 0,0 0,1-1,9-1,43 0</inkml:trace>
  <inkml:trace contextRef="#ctx0" brushRef="#br0" timeOffset="1064.899">1606 629,'-11'0,"1"0,0 1,-1 0,1 0,-1 1,1 0,0 1,0 0,0 1,1 0,-1 0,1 1,0 1,0-1,1 1,-2 2,8-7,1 1,-1-1,1 1,-1 0,1-1,0 1,0 0,0 0,0 0,0 0,0 0,0 0,1 0,-1 0,1 0,-1 0,1 0,0 0,0 0,0 1,0-1,0 0,0 0,1 0,-1 0,1 0,-1 0,1 0,0 0,0 0,0 0,0 0,0 0,0 0,1-1,-1 1,0-1,1 1,1 1,73 46,-4-17,-45-22,0 2,-1 1,0 1,0 1,-2 2,11 9,-33-25,1 0,-1 1,0 0,0-1,0 1,0 0,-1 0,1 0,0 0,-1 1,0-1,1 0,-1 0,0 1,0-1,0 1,-1-1,1 1,0 0,-1-1,0 1,0-1,1 1,-2 0,1-1,0 1,0 0,-1-1,0 1,1-1,-1 1,0-1,0 1,0-1,-1 0,1 1,0-1,-1 0,0 0,1 0,-1 0,0 0,-1 0,0 0,1 0,-1 0,0 0,0 0,0-1,0 1,0-1,0 0,-1 0,1 0,0-1,0 1,-1-1,1 0,0 0,-1 0,1 0,0 0,-1-1,1 1,0-1,-1 0,1 0,0 0,0-1,0 1,0-1,0 1,0-1,1 0,-1 0,1-1,-1 1,1 0,0-1,-1 1,1-1,1 0,-1 0,0 0,1 0,-1 0,1 0,0 0,0 0,0-1,-1-14,1 0,0 0,2 0,0-1,1 1,1 0,0 0,1 1,1-1,1 1,1 0,2-5,2-9,25-66,-4-1,-5-1,-4-2,-5 0,1-50,-19 109,-3 26,-3 27,-10 146,15-133,-2 32,2 1,2 0,3 0,3-1,2 0,2 0,3-1,2 0,3-2,2 0,4 4,22 8,-45-63,0 0,-1-1,1 1,0-1,0 0,0 1,0-1,0 0,0 0,0 0,0 0,0-1,0 1,1-1,-1 1,0-1,0 0,1 1,-1-1,0-1,1 1,-1 0,0 0,0-1,1 1,-1-1,0 0,0 0,0 0,0 0,0 0,2-1,9-10,-1 1,0-2,-1 0,0 0,-1-1,-1 0,0-1,6-14,-4 10,54-96,-65 115,0-1,0 1,0 0,0-1,0 1,0-1,1 1,-1 0,0-1,0 1,0 0,0-1,1 1,-1 0,0-1,0 1,1 0,-1 0,0-1,0 1,1 0,-1 0,0-1,1 1,-1 0,0 0,1 0,-1 0,1 0,-1-1,0 1,1 0,-1 0,0 0,1 0,-1 0,1 0,-1 0,0 0,1 0,-1 1,1-1,-1 0,0 0,1 0,-1 0,0 0,1 1,-1-1,0 0,1 0,-1 1,0-1,0 0,1 0,-1 1,0-1,0 0,1 1,-1-1,0 0,0 1,0-1,0 1,5 26,-4 33,-2-42,1 0,1 0,0 0,2 0,0 0,3 6,-5-21,0 0,0-1,0 1,0-1,1 1,-1-1,1 0,0 1,-1-1,1 0,0 0,0 0,1 0,-1-1,0 1,1-1,-1 1,1-1,-1 0,1 0,-1 0,1 0,0 0,0-1,-1 1,1-1,0 0,0 0,0 0,-1 0,1 0,0-1,0 1,0-1,-1 1,1-1,0 0,-1 0,1-1,-1 1,1 0,-1-1,0 0,2-1,13-9,0-1,-1-1,-1 0,0-1,-1-1,0 0,-2-1,0 0,-1-1,0-1,1-6,-10 21,-2 5,1-1,-1 1,0-1,0 1,0-1,1 1,-1-1,0 0,0 1,1-1,-1 0,0 1,1-1,-1 0,1 1,-1-1,0 0,1 1,-1-1,1 0,-1 0,1 0,-1 0,1 1,-1-1,1 0,-1 0,0 0,1 0,-1 0,1 0,-1 0,1 0,-1 0,1 0,-1-1,1 1,-1 0,1 0,-1 0,1-1,-1 1,0 0,1 0,-1-1,1 1,-1 0,0-1,1 1,-1 0,0-1,0 1,1-1,-1 1,0 0,0-1,1 1,-1-1,1 12,1 1,1-1,0 0,1-1,0 1,0 0,1-1,0 0,1 0,0-1,1 0,0 0,0 0,1-1,0 0,0 0,1-1,0 0,1 0,-1-1,1-1,3 1,-3-3,0 0,0-1,0-1,1 0,-1 0,0-1,1 0,-1-1,1 0,-1-1,0 0,0-1,0 0,0 0,-1-1,1 0,-1-1,0 0,0 0,0-1,6-6,0 0,-1-1,0 0,-1-1,0-1,-1 0,-1-1,0 0,-1-1,-1 0,0-1,1-7,4-20,-3 0,-1-1,-3-1,-1 1,-3-1,-2 0,-1 0,-3 1,-2-1,4 19,-2 1,-1-1,-1 1,-1 0,-2 1,0 0,-3-1,11 25,0 0,0 1,0-1,-1 0,1 1,-1-1,1 0,-1 1,0-1,0 1,1-1,-1 1,0 0,0-1,0 1,-1 0,1 0,0 0,0-1,-1 1,1 1,-1-1,1 0,-1 0,1 0,-1 1,1-1,-1 1,0-1,1 1,-1 0,0-1,1 1,-1 0,0 0,1 0,-1 1,0-1,1 0,-1 1,0-1,1 1,-1-1,1 1,-1 0,1-1,-1 1,1 0,-1 0,1 0,0 0,0 0,-1 1,1-1,0 0,0 1,0-1,0 0,0 1,-11 19,0 1,2 0,0 1,2 0,0 0,2 1,0 0,-1 19,5-36,-9 38,2 1,2 0,2 1,2 0,2 0,2-1,2 1,2 0,2-1,10 32,-13-65,0-1,1 0,1 0,0 0,0-1,1 0,1 0,-1 0,2-1,0 0,0-1,0 0,1 0,1-1,-1-1,12 7,4-5</inkml:trace>
  <inkml:trace contextRef="#ctx0" brushRef="#br0" timeOffset="1343.586">1606 496,'-16'5,"-16"5,-11 6,4 3,9 0,20-3,29-4,37-9,40-14,41-12,35-11,29-7,22-3,-27 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39:25.28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67 402,'-12'280,"-1"-126,10-138,-5-26,-14-251,20 233,-1 16,1 0,1 0,0 0,1 1,0-1,1 0,0 0,1 0,0 0,1 1,1-1,-1 1,2 0,3-7,-3 13,1 0,0 1,1 0,-1 0,1 0,-1 1,1 0,0 0,0 0,1 1,-1 0,0 1,1 0,-1 0,1 0,-1 1,1 0,0 1,-1-1,7 3,-9-3,-1 0,1 1,0-1,-1 1,1 1,-1-1,1 0,-1 1,1 0,-1 0,0 0,0 1,0 0,0-1,0 1,-1 1,1-1,-1 0,0 1,0 0,0-1,-1 1,1 0,-1 1,0-1,0 0,0 1,-1-1,0 1,1-1,-2 1,1 0,0-1,-1 1,0 2,-1 6,0 0,-1 0,-1 0,0 0,-1-1,0 1,-1-1,0 0,-1 0,0-1,-1 0,0 0,-1 0,0-1,-1 0,0-1,0 0,-1 0,-3 1,1-5,29-21,-10 11,0 1,1-1,-1 1,1 1,0 0,0 0,0 0,0 1,0 0,1 1,5-1,-11 2,1 0,-1 0,0 0,0 0,0 0,0 1,0 0,0-1,0 1,0 0,0 0,0 1,0-1,0 1,-1-1,1 1,-1 0,1 0,-1 0,0 0,1 1,-1-1,0 0,-1 1,1 0,0-1,-1 1,1 0,-1 0,0 0,0 0,0 2,0 6,0 1,-2-1,1 1,-1-1,-1 0,0 1,0-1,-2 0,1 0,-1 0,-1-1,0 1,0-1,-1 0,0 0,-1-1,0 0,0 0,-1-1,-5 5,5-5,0 1,0-1,-1 0,0-1,0 0,-1-1,0 1,0-2,-1 0,1 0,-2 0,11-5,0 0,0 1,0-1,0 0,0 0,0 0,-1 1,1-1,0 0,0 0,0-1,0 1,0 0,0 0,0 0,0-1,0 1,-1-1,1 1,1-1,-1 1,0-1,0 1,0-1,0 0,0 0,0 1,1-1,-1 0,0 0,1 0,-1 0,0 0,1 0,0 0,-1 0,1 0,-1 0,1 0,0 0,0 0,0 0,-1-1,4-49,25-17,-11 37</inkml:trace>
  <inkml:trace contextRef="#ctx0" brushRef="#br0" timeOffset="514.304">495 415,'173'-13,"-171"13,1-1,-1 1,1-1,0 1,-1 0,1 0,-1 0,1 0,0 1,-1-1,1 1,-1 0,1-1,-1 1,1 0,-1 0,0 1,1-1,-1 0,0 1,0 0,0-1,0 1,0 0,0 0,-1 0,1 0,-1 0,1 0,-1 1,0-1,0 0,0 1,0-1,0 1,0-1,-1 1,1 0,-1-1,-3 13,0 0,-2 0,1 0,-2-1,0 0,-1 0,0 0,-1-1,0 0,-1-1,-1 0,0 0,-6 5,-49 57,64-74,1 0,0 1,0-1,-1 1,1-1,0 0,0 1,-1-1,1 1,0-1,0 1,0-1,0 1,0-1,0 1,-1-1,1 1,0-1,1 1,-1-1,0 1,0-1,0 1,0-1,0 1,0-1,1 1,-1-1,0 0,0 1,1-1,-1 1,0-1,1 1,-1-1,0 0,1 1,-1-1,0 0,1 0,-1 1,1-1,-1 0,1 0,-1 1,1-1,-1 0,1 0,-1 0,1 0,-1 0,1 0,-1 0,1 0,-1 0,1 0,-1 0,39 0,-30 0,-4-1,0 1,0 0,0 0,-1 0,1 1,0-1,0 1,-1 0,1 1,0-1,-1 1,1 0,-1 0,0 0,0 1,0 0,0-1,0 1,0 1,-1-1,0 0,1 1,-1 0,0 0,-1 0,1 0,-1 0,0 0,0 1,0-1,1 5,-1-2,-1-1,1 1,-1-1,0 1,-1 0,0-1,0 1,0 0,-1-1,0 1,0-1,-1 1,0-1,0 0,0 1,-1-1,0 0,0 0,0-1,-1 1,0-1,0 0,0 0,-1 0,0 0,1-1,-2 1,1-1,0-1,-1 1,0-1,0 0,0 0,0-1,0 0,-1 0,1 0,-1-1,-4 1,-1-3</inkml:trace>
  <inkml:trace contextRef="#ctx0" brushRef="#br0" timeOffset="792.761">1003 455,'-4'3,"-2"2,2 1,5-1,4-1,3 1,1-1</inkml:trace>
  <inkml:trace contextRef="#ctx0" brushRef="#br0" timeOffset="1036.934">1083 829,'-5'18,"-3"11,-3 5,1-1,1-4,3-12,2-8</inkml:trace>
  <inkml:trace contextRef="#ctx0" brushRef="#br0" timeOffset="1284.521">1364 415,'-5'5,"1"-1,0 1,0 1,0-1,0 1,1-1,0 1,0 0,1 0,0 0,0 1,0-1,1 0,0 1,0-1,0 1,1 0,0-1,0 1,1-1,0 1,0-1,0 1,1-1,0 0,0 0,1 0,0 0,0 0,0 0,1-1,1 2,9 6,1-2,0 0,1 0,0-2,0 0,16 6,-19-10,0 1,-1 0,1 0,-1 2,0 0,-1 0,0 1,-1 0,1 1,-2 0,1 0,6 11,-14-17,0 0,0-1,-1 1,1 0,-1 0,0 0,0 0,0 1,-1-1,1 0,-1 0,0 0,0 1,0-1,-1 0,0 0,0 0,0 0,0 0,0 0,-1 0,0 0,0 0,0-1,0 1,0-1,-3 3,-1 2,-1-1,0 0,0 0,-1-1,0 0,0 0,0-1,-1 0,0-1,0 0,-4 2,-32 7,4-6</inkml:trace>
  <inkml:trace contextRef="#ctx0" brushRef="#br0" timeOffset="1466.035">1430 375,'19'-2,"14"-3,11-1,10-2,4 1,2 2,-3 1,-11 1</inkml:trace>
  <inkml:trace contextRef="#ctx0" brushRef="#br0" timeOffset="1773.495">1939 816,'-1'8,"0"-1,0 1,1 0,1-1,-1 1,1-1,0 1,1-1,0 1,0-1,0 0,1 1,0-2,1 1,-1 0,1 0,1-1,-1 0,1 0,0 0,0-1,1 0,0 1,1-3,0 1,1-1,-1-1,0 1,1-1,0-1,-1 1,1-1,0-1,0 1,0-1,0-1,-1 1,1-2,0 1,-1-1,1 0,0 0,-1-1,0 0,0 0,0-1,0 0,0 0,-1-1,0 1,0-1,0-1,-1 1,1-1,-1 0,-1 0,1-1,-1 1,0-1,3-7,-3 4,1-1,-2 0,1 0,-1 0,-1 0,0-1,-1 1,0 0,-1-1,0 1,0-1,-1 1,-1-1,0 1,-1 0,0 0,-1 0,0 0,0 0,-1 1,-1 0,1 0,-2 0,1 1,-2 0,1 0,-1 1,0 0,-1 0,0 1,-8-6,13 9,-1 1,1-1,-1 1,1 0,-1 0,0 1,0-1,-1 1,1 0,0 0,-1 1,1 0,-1 0,1 0,-1 1,1-1,-1 1,0 0,1 1,-1 0,1 0,-1 0,1 0,-1 1,1 0,0 0,0 0,0 1,0 0,0 0,1 0,-1 0,1 1,-2 2,-6 9,2 0,0 1,1 1,0 0,1 0,1 1,1-1,1 2,0-1,-1 13,-9 45</inkml:trace>
  <inkml:trace contextRef="#ctx0" brushRef="#br0" timeOffset="3230.269">2928 228,'8'43,"51"467,-57-495,0 12,1-1,1 1,2-1,1 0,1-1,0 0,12 20,-17-40,1 0,0-1,1 1,-1-1,1 0,-1 0,1-1,1 0,-1 0,0 0,1 0,-1-1,1 0,0 0,0 0,0-1,0 0,0 0,0 0,0-1,0 0,0 0,0-1,0 1,0-1,0-1,0 1,0-1,0 0,-1 0,1-1,-1 0,1 0,-1 0,3-3,38-19,-34 18,-1 0,1 1,0 0,0 1,1 0,-1 1,1 0,0 1,0 1,8-1,173 23,-59-14,-1-7,42-9,26 0,1138-4,-928 4,43 19,1218 8,-811-15,379-14,-349-12,71-1,-709 20,4-1,133 19,-41-1,-371-15,-7 0</inkml:trace>
  <inkml:trace contextRef="#ctx0" brushRef="#br0" timeOffset="5127.686">2968 228,'0'-3,"-1"0,1 0,0 1,0-1,0 0,0 0,0 0,0 0,1 1,0-1,-1 0,1 0,0 1,0-1,0 0,1 1,-1-1,1 1,-1-1,1 1,0 0,0 0,0 0,0 0,0 0,0 0,1 1,-1-1,1 1,-1-1,1 1,-1 0,1 0,0 0,0 1,0-1,107-14,349 38,45-8,333-37,-355-8,1001-44,-33 76,-196 3,465-30,388-2,-462 28,-1349 12,-294-13,-1 0,0-1,1 1,-1 0,1 1,-1-1,1 0,-1 0,1 0,-1 1,0-1,1 1,-1-1,0 1,1 0,-1-1,0 1,0 0,0 0,0 0,1 0,-1 0,0 0,-1 0,1 0,0 1,0-1,0 0,-1 0,1 1,-1-1,1 0,-1 1,1-1,-1 1,0-1,0 0,0 1,1-1,-2 1,1-1,0 1,0-1,0 1,-1 0,27 322,-12-215,4-1,22 68,-34-156,6 58,-14-76,0-1,1 1,-1 0,0-1,0 0,0 0,0 1,0-1,0 0,0 0,0-1,0 1,-1 0,1-1,0 1,-1-1,1 0,0 0,-1 0,1 0,0 0,0-1,-1 1,1 0,0-1,0 0,-1 0,1 1,0-1,0-1,0 1,-2-1,-7-1,-69-11,-2 3,1 4,-31 4,32-1,-1337-54,1184 51</inkml:trace>
  <inkml:trace contextRef="#ctx0" brushRef="#br0" timeOffset="9025.179">4265 402,'-131'97,"130"-97,0 1,-1 0,1-1,0 1,-1 0,1 0,0 0,0 0,0 0,0 0,0 0,0 0,0 1,0-1,0 0,1 0,-1 1,0-1,1 0,-1 1,1-1,0 1,-1-1,1 1,0-1,0 1,0-1,0 1,0-1,0 1,0-1,1 1,-1-1,1 0,-1 1,1-1,-1 1,1-1,0 0,-1 1,1-1,0 0,0 0,0 0,0 0,0 1,127 20,-116-21,0 1,0 0,-1 0,1 1,-1 1,1 0,-1 0,-1 1,1 1,-1 0,0 0,0 1,4 3,-13-7,1-1,0 0,-1 1,1 0,-1-1,0 1,0 0,0-1,0 1,-1 0,1 0,-1 0,1 0,-1 0,0 0,0 0,-1 0,1-1,0 1,-1 0,0 0,0 0,0 0,0-1,0 1,0 0,-1-1,1 1,-1-1,0 1,1-1,-1 0,0 0,-1 0,1 0,0 0,-1 0,1-1,-1 1,1-1,-1 0,0 0,1 1,-1-2,0 1,0 0,0-1,-2 1,4-1,0 0,-1 0,1 0,0 0,0 0,0 0,0 0,-1 0,1-1,0 1,0 0,0-1,0 1,0-1,0 1,0-1,0 0,0 1,0-1,0 0,0 0,1 0,-1 1,0-1,0 0,1 0,-1 0,1 0,-1 0,1-1,-1 1,1 0,0 0,-1 0,1 0,0 0,0 0,0-1,0 1,0 0,0 0,0 0,0 0,1-1,12-52,129-215,-85 155,-57 114,1 1,-1-1,0 1,1-1,-1 1,0-1,1 0,-1 1,0-1,1 1,-1-1,1 0,-1 0,1 1,-1-1,1 0,-1 0,1 1,-1-1,1 0,-1 0,1 0,0 0,-1 0,1 0,-1 0,1 0,-1 0,1 0,-1 0,1 0,-1 0,1 0,0-1,-1 1,1 0,-1 0,1-1,-1 1,0 0,1-1,-1 1,1 0,-1-1,1 1,-1-1,0 1,1-1,-1 1,0-1,0 1,1-1,-1 1,0-1,0 1,0-1,0 1,0-1,1 1,-1-1,0 1,0-1,0 0,0 1,-1-1,1 1,0-1,33 170,-20-95,-5-28,1 1,3-2,7 18,-2-37,-16-26,-1 0,0 1,1-1,-1 0,1 0,-1 1,1-1,-1 0,1 0,-1 0,1 0,0 0,-1 0,1 0,-1 0,1 0,-1 0,1 0,-1 0,1 0,-1-1,1 1,-1 0,1 0,-1 0,1-1,-1 1,0 0,1-1,-1 1,1 0,-1-1,0 1,1 0,-1-1,0 1,1-1,-1 1,0-1,0 1,1-1,-1 1,0-1,0 1,0-1,0 1,0-1,0 1,0-1,0 0,5-16</inkml:trace>
  <inkml:trace contextRef="#ctx0" brushRef="#br0" timeOffset="10003.854">4479 428,'-46'36,"45"-35,0-1,0 1,0 0,1 0,-1 0,0 0,0 0,1 0,-1 0,0 0,1 0,-1 0,1 0,0 0,-1 1,1-1,0 0,0 0,0 0,0 1,0-1,0 0,0 0,0 0,0 1,0-1,1 0,-1 0,0 0,1 0,-1 1,1-1,-1 0,1 0,0 0,-1 0,1 0,0 0,0-1,0 1,0 0,0 0,0-1,0 2,9 2,0-1,0 0,0 0,0 0,0-2,1 1,-1-1,0-1,1 0,-1 0,1-1,-1 0,5-2,-9 3,100-15,-1-5,41-15,-46 10,-66 18,-34 7,0 1,0-1,0 0,0 1,0-1,0 0,0 1,-1-1,1 0,0 1,0-1,0 0,0 1,0-1,1 0,-1 1,0-1,0 0,0 1,0-1,0 0,0 1,1-1,-1 0,0 1,0-1,0 0,1 0,-1 1,0-1,0 0,1 0,-1 0,0 1,0-1,1 0,-1 0,0 0,1 0,-1 0,0 1,1-1,-1 0,0 0,1 0,-1 0,0 0,1 0,-32 22,30-22,-8 6,0-2,0 1,1-1,0 1,0 1,0-1,0 1,1 1,0-1,1 1,-1 0,1 1,1 0,-1 0,1 0,1 0,0 1,0 0,0-1,1 2,1-1,-1 1,12 59,-9-67,1 0,0 0,0 0,0-1,0 1,0 0,0 0,1-1,-1 1,1-1,-1 1,1-1,-1 0,1 1,0-1,-1 0,1 0,0 0,0 0,0-1,0 1,0 0,0-1,0 1,0-1,0 0,0 0,0 0,0 0,0 0,0 0,1-1,6-2,0-1,-1 0,0 0,0-1,0 0,0-1,-1 1,0-2,0 1,0-1,-1 0,0 0,-1 0,1-1,-2 0,2-3,44-79,-47 111,-2-10,0 1,0-1,1 0,0-1,1 1,0 0,1-1,1 2,-3-8,-1 0,1 0,0-1,1 1,-1-1,1 1,-1-1,1 0,0 0,0 0,0 0,1-1,-1 1,1-1,-1 0,1 0,0 0,0-1,0 1,0-1,0 0,0 0,1 0,-3-1,1 1,0-1,-1 0,1-1,-1 1,1 0,-1-1,1 1,0-1,-1 0,0 0,1 0,-1 0,0 0,1-1,-1 1,0-1,0 1,0-1,0 0,0 0,-1 1,1-1,-1-1,1 1,-1 0,1 0,-1-1,0 1,0 0,0-1,-1 1,1-1,-1 0,10-90,-10 11,3 79,0 1,-1 0,1 0,0 0,0 0,0 1,1-1,-1 1,0 0,1 0,-1 0,0 0,1 0,-1 1,1-1,-1 1,1 0,0 0,-1 1,1-1,2 1,-2 0,19-1,-1 2,1 0,-1 1,0 2,0 0,-1 1,1 2,-18-7,-1 1,0 0,0 0,0 0,0 0,0 0,0 0,0 1,-1-1,1 1,-1 0,0 0,1 0,-1 0,-1 0,1 0,0 1,-1-1,0 1,0-1,0 1,0-1,0 1,-1 0,0-1,1 1,-1 0,-1-1,1 1,0 0,-1-1,0 1,0-1,-1 3,-1 8,2-11,-1 0,1 0,0 1,0-1,0 0,0 1,0-1,1 1,-1-1,1 1,0-1,0 1,0-1,1 1,-1-1,1 1,0-1,0 1,0-1,1 0,-1 0,1 0,-1 1,1-2,0 1,0 0,0 0,1 0,-1-1,1 0,-1 1,1-1,0 0,0 0,2 1,5-1,0-1,0 1,0-2,0 0,0 0,0 0,0-2,-1 1,1-1,0 0,0-1,-1 0,0-1,0 0,0 0,0-1,0 0,-1-1,0 0,0 0,-1-1,0 1,0-2,0 1,-1-1,0 0,0 0,-1-1,3-6,-7 13,0 0,1 0,-1 0,0-1,0 1,0 0,0-1,-1 1,1-1,-1 1,0-1,1 1,-1-1,0 0,0 1,-1-1,1 1,0-1,-1 1,0-1,1 1,-1-1,0 1,0 0,-1-1,1 1,0 0,-1 0,1 0,-1 0,0 0,1 0,-1 0,0 1,-1-2,0 4,1 0,-1 0,1 1,0-1,0 0,-1 1,1-1,0 1,0 0,1-1,-1 1,0 0,0 0,1 0,0 1,-1-1,1 0,0 0,0 1,0-1,0 1,0-1,1 1,-1-1,1 1,0-1,0 1,0 0,0-1,0 3,-1 2,1-1,-1 1,1-1,0 1,1 0,0-1,0 1,0-1,1 1,0-1,0 0,1 0,-1 0,1 0,1 0,-1 0,1-1,0 0,0 0,1 0,-1 0,1-1,0 1,0-1,1 0,-1-1,1 1,4 1,38 11,-1-5</inkml:trace>
  <inkml:trace contextRef="#ctx0" brushRef="#br0" timeOffset="11085.327">7126 402,'11'-35,"-11"33,0 1,-1-1,1 0,0 1,-1-1,1 0,-1 1,0-1,1 1,-1-1,0 1,0-1,0 1,0 0,0-1,0 1,-1 0,1 0,0 0,-1 0,1 0,0 0,-1 0,1 0,-1 0,0 1,1-1,-1 1,1-1,-1 1,0 0,0-1,1 1,-1 0,0 0,0 0,-61 17,56-11,-1 0,1 1,0-1,1 1,0 0,0 1,0 0,1 0,0 0,0 0,1 1,1 0,-1 0,1 0,1 0,0 0,0 1,0-1,1 1,1-1,0 1,0-1,1 1,0-1,1 1,0-1,0 0,1 0,0 0,0 0,1 0,4 5,0-8,0 0,0 0,1-1,-1 0,1 0,1-1,-1 0,0-1,1 0,0 0,0-1,0-1,0 1,0-2,0 1,0-2,0 1,0-1,0 0,0-1,0-1,-1 1,1-2,-1 1,6-4,1 1,-1-1,0-1,0 0,-1-1,0 0,0-1,-1-1,-1 0,0-1,9-11,-15 52,-5-23,1-1,0 1,0-1,0 0,0 1,1-1,0-1,0 1,0 0,1-1,0 1,-1-1,2 0,-1 0,0-1,1 1,-1-1,1 0,0 0,0-1,0 1,1-1,-1 0,0-1,1 1,0-1,-1 0,1 0,0-1,-1 0,1 0,0 0,0-1,-5 1,1-1,-1 1,1-1,-1 1,0-1,1 0,-1 0,0 0,0 1,1-1,-1 0,0-1,0 1,0 0,0 0,0 0,-1-1,1 1,0 0,-1-1,1 1,0 0,-1-1,0 1,1-1,-1 1,0-1,0 1,0-1,0 1,0-1,0 1,0-1,0 1,-1-1,1 1,0-1,-1 0,-24-54,-8 26,45 25,199 9,-206-4,1 0,-1 0,0 1,1-1,-1 1,0 1,0-1,0 1,0 0,0 0,0 0,0 1,-1 0,1 0,-1 0,0 0,0 1,0-1,0 1,-1 0,1 0,-1 1,0-1,0 1,0 0,6 21,-9-24,0 1,1 0,-1-1,0 1,1 0,0-1,0 1,-1 0,2-1,-1 1,0-1,0 0,1 1,-1-1,1 0,0 0,0 0,0 0,0 0,0-1,0 1,0 0,0-1,1 0,-1 1,1-1,-1 0,1 0,-1 0,1-1,0 1,-1-1,1 1,0-1,-1 0,1 0,0 0,-1 0,3-1,7-5,1-1,-1 0,-1 0,1-2,-1 1,-1-1,1-1,-2 0,1 0,-1-1,-1 0,0-1,0-1,-1 4,-4 64,-2-51,0-1,1 1,-1-1,1 1,0-1,0 0,0 0,1 0,-1 0,1 0,0 0,-1-1,1 1,0-1,1 0,-1 0,0 0,1 0,-1-1,1 1,-1-1,3 1,85 13,-35-15,-5-4</inkml:trace>
  <inkml:trace contextRef="#ctx0" brushRef="#br0" timeOffset="11514.013">8583 496,'-8'-1,"0"1,0 1,0 0,1 0,-1 0,0 1,0 0,1 0,0 1,-1 0,1 1,0-1,0 1,1 1,-1-1,1 1,0 0,0 1,1-1,-1 1,1 0,0 1,1-1,0 1,-3 5,7-9,0-1,0 1,0-1,1 1,-1-1,1 1,0-1,0 1,-1-1,2 0,-1 0,0 1,0-1,1 0,-1 0,1 0,-1 0,1-1,0 1,0 0,0-1,0 1,0-1,0 0,0 1,1-1,-1 0,0 0,1-1,-1 1,0 0,1-1,-1 0,1 1,-1-1,1 0,-1 0,1 0,-1-1,1 1,-1-1,1 1,-1-1,1 0,-1 0,0 0,0 0,1-1,6-1,-1-1,0 0,0 0,-1-1,1 0,-1-1,0 0,-1 0,1 0,-1-1,0 1,-1-2,0 1,0 0,0-1,-1 0,0 0,0-3,5-12,-1-1,0-1,-2 0,-1 0,2-22,-2-14,-2 0,-5-59,-1 98,-1 17,1 16,-3 212,6-183,1-24,-3 0,1 0,1 1,1-1,1 0,0 0,1 0,0 0,1 0,1 0,1-1,0 0,1 0,1-1,5 8,41 13,-28-28</inkml:trace>
  <inkml:trace contextRef="#ctx0" brushRef="#br0" timeOffset="11786.849">9091 576,'-2'-3,"-1"0</inkml:trace>
  <inkml:trace contextRef="#ctx0" brushRef="#br0" timeOffset="12076.755">10254 375,'-2'5,"-1"12,0 13,0 12,2 9,-1 2,2-3,0-6,0-8,0-10</inkml:trace>
  <inkml:trace contextRef="#ctx0" brushRef="#br0" timeOffset="12320.327">9920 295,'2'-7,"13"-2,14-2,18 1,21 2,10 2,8 3,-13 1</inkml:trace>
  <inkml:trace contextRef="#ctx0" brushRef="#br0" timeOffset="13171.263">10562 709,'16'-11,"0"-1,-1-1,0 0,-1-1,0 0,-1-1,-1-1,0 0,-1-1,-1 0,-1-1,0 1,1-7,-6-24,-4 47,0 0,0 0,0 0,-1 0,1 0,-1 0,1 1,0-1,-1 0,0 0,1 1,-1-1,1 0,-1 1,0-1,1 0,-1 1,0-1,0 1,0-1,1 1,-1-1,0 1,0 0,0-1,0 1,0 0,0 0,1 0,-1 0,0 0,0 0,0 0,0 0,0 0,0 0,0 0,0 1,0-1,0 0,1 1,-1-1,0 0,0 1,0-1,1 1,-1-1,0 1,-9 6,1 0,1 1,0 0,0 0,0 1,1 0,0 0,1 0,0 1,0 0,1 0,0 1,1 0,0-1,1 1,0 1,1 2,-1-9,2 0,-1 0,1 0,-1 1,1-1,1 0,-1 1,1-1,0 1,0-1,1 0,-1 1,1-1,1 0,-1 1,1-1,-1 0,2 0,-1 0,0 0,1-1,0 1,0-1,0 1,1-1,0 0,-1 0,1-1,0 1,1-1,-1 0,1 0,2 1,2-1,1 0,1 0,-1-1,0 0,1-1,-1 0,0-1,1 0,-1 0,1-1,-1-1,0 0,1 0,-1-1,0 0,-1-1,1 0,-1 0,1-1,-1-1,-1 1,1-1,-1-1,0 0,0 0,-1 0,0-1,0 0,-1 0,0-1,1-2,71-106,-76 116,-1-1,1 0,0 1,0 0,0-1,0 1,0 0,1 0,-1 0,0 1,0-1,1 0,-1 1,0 0,1-1,-1 1,1 0,-1 0,0 0,1 1,-1-1,1 0,-1 1,0 0,0-1,1 1,-1 0,0 0,0 0,0 1,0-1,0 0,0 1,0-1,0 1,0 1,53 73,-53-73,0 1,1 0,-1 0,-1-1,1 1,0 1,-1-1,0 0,0 0,0 0,-1 1,0-1,1 0,-1 1,-1-1,1 0,-1 1,1-1,-1 0,0 0,-1 0,1 0,-1 0,0 0,-1 3,2-7,1 1,-1-1,1 0,-1 1,1-1,-1 0,1 0,-1 1,0-1,1 0,-1 0,1 0,-1 0,0 0,1 0,-1 0,1 0,-1 0,0 0,1 0,-1 0,1-1,-1 1,1 0,-1 0,0 0,1-1,-1 1,1 0,-1-1,1 1,0-1,-1 1,1 0,-1-1,1 1,0-1,-1 1,1-1,0 1,-1-1,1 1,0-1,0 0,0 1,-1-1,1 1,0-1,0 1,0-1,0 0,0 1,0-1,0 1,0-1,1-36,52-81,-28 70,84-216,-104 253,-7 26,-1 1,-5 45,2 0,3 1,5 39,-3-90,1 0,1 1,0-1,1 0,0 0,1 0,0-1,0 1,1 0,1-1,0 0,0 0,1-1,0 1,1-1,0 0,0-1,1 0,0 0,0-1,1 0,0 0,0-1,1 0,-1 0,10 2,-15-5,1-1,-1 0,0 0,1-1,0 0,-1 1,1-1,0-1,-1 1,1-1,0 0,0 0,0 0,-1-1,1 1,0-1,-1 0,1-1,0 1,-1-1,0 0,1 0,-1 0,0-1,0 1,0-1,0 0,-1 0,1-1,-1 1,0-1,0 1,0-1,0 0,-1 0,0 0,1-1,-1 1,-2-5,0 1,-1 0,0-1,0 1,-1 0,0 0,0 0,-1 0,0 0,0 1,-1-1,0 1,-1 0,1 0,-1 0,0 1,-1-1,0 2,0-1,0 0,-18-21,0 1,-2 1,-1 1,0 2,-2 0,0 2,-2 1,0 2,-1 1,-13-4,34 17,19 5,47 4,0-3,1-2,-1-2,1-3,-1-2,-1-2,48-15,-28 6</inkml:trace>
  <inkml:trace contextRef="#ctx0" brushRef="#br0" timeOffset="15659.308">949 535,'0'1,"0"0,0 0,0-1,0 1,1 0,-1 0,0 0,0 0,0-1,1 1,-1 0,0 0,1-1,-1 1,0 0,1-1,-1 1,1 0,-1-1,1 1,0 0,-1-1,1 1,0-1,-1 1,1-1,0 0,0 1,-1-1,1 0,0 1,0-1,-1 0,1 0,0 0,0 0,0 0,0 0,-1 0,1 0,0 0,0 0,0 0,-1 0,1-1,0 1,0 0,0-1,-1 1,1 0,0-1,-1 1,1-1,0 1,-1-1,1 1,-1-1,1 0,0 1,-1-1,0 0,1 1,-1-1,2-2,0 1,0-1,0 1,-1-1,0 0,1 1,-1-1,0 0,0 0,0 0,-1 0,1 0,-1 0,0 0,0 0,0 0,0 0,0 0,-1 0,1 0,-1 0,0 0,0 0,0 0,0 0,0 0,-1 1,1-1,-1 0,0 1,-1 2,0 0,1 1,-1 0,0-1,0 1,0 0,1 0,-1 1,0-1,1 1,-1-1,1 1,0 0,-1-1,1 1,0 1,0-1,0 0,0 0,1 1,-1-1,1 1,-1-1,1 1,0 0,0 0,0-1,0 1,1 0,-1 0,1 0,0 0,-1 0,2 2,2 7,2-2</inkml:trace>
  <inkml:trace contextRef="#ctx0" brushRef="#br0" timeOffset="16371.26">1057 936,'-1'0,"1"0,0 0,0-1,-1 1,1 0,0 0,0-1,0 1,-1 0,1 0,0-1,0 1,0 0,0-1,0 1,0 0,-1 0,1-1,0 1,0 0,0-1,0 1,0 0,0-1,0 1,1 0,-1-1,0 1,0 0,0-1,0 1,0 0,0-1,1 1,-1 0,0 0,0-1,0 1,1 0,-1 0,0 0,0-1,1 1,-1 0,0 0,0 0,1-1,-1 1,0 0,1 0,-1 0,0 0,1 0,-1 0,0 0,0 0,1 0,-1 0,0 0,1 0,-26 35,24-34,1 0,-1 0,1 1,-1-1,1 0,-1 0,1 1,0-1,0 0,0 1,0-1,0 1,0-1,0 0,0 1,0-1,1 0,-1 1,0-1,1 0,-1 0,1 1,0-1,-1 0,1 0,0 0,0 0,-1 0,1 0,0 0,0 0,0 0,0 0,1 0,-1-1,0 1,0 0,0-1,1 1,-1-1,0 0,1 1,-1-1,0 0,1 0,-1 1,0-1,1 0,-1 0,0-1,1 1,-1 0,0 0,1-1,0 1,1-2,0 1,0 0,0-1,-1 1,1-1,0 0,-1 1,1-2,-1 1,1 0,-1 0,0-1,0 1,0-1,0 1,-1-1,1 0,-1 0,0 0,0 0,0 0,1-3,-1 4,-1 1,1-1,0 0,-1 0,0 0,1 0,-1 0,0 0,0 0,0 0,0 0,-1 0,1 0,0 0,-1 0,0 1,1-1,-1 0,0 0,0 0,0 1,0-1,0 0,0 1,0-1,-1 1,1-1,-1 1,1 0,-1 0,1-1,-1 1,0 0,1 0,-1 1,-1-2,0 2,1 0,-1 0,1 0,0 0,-1 0,1 0,-1 1,1-1,0 1,-1 0,1 0,0 0,0 0,-1 0,1 0,0 0,0 1,0-1,0 1,1-1,-1 1,0 0,1 0,-1 0,1 0,0 0,-1 0,1 0,0 0,0 1,0-1,1 0,-1 1,1-1,1-1,0 0,0 0,-1 0,1 0,0 0,0 1,0-2,0 1,0 0,0 0,1 0,-1 0,0-1,0 1,0 0,1-1,-1 0,0 1,1-1,-1 1,0-1,1 0,-1 0,1 0,-1 0,0 0,1 0,-1 0,0-1,1 1,-1 0,0-1,1 1,-1-1,0 1,1-1,-1 0,0 0,0 1,0-1,0 0,0 0,1-1,3-1,0-1,0 0,-1 0,1 0,-1 0,0-1,0 0,0 0,-1 0,0 0,0 0,0-1,-1 1,1-1,0-2,-4 6,1 0,0 0,0 0,-1 0,1 0,-1 1,1-1,-1 0,0 0,0 1,0-1,0 1,0-1,0 0,0 1,-1 0,1-1,0 1,-1 0,1 0,-1 0,1 0,-1 0,0 0,1 0,-1 0,0 1,0-1,0 1,1-1,-1 1,0 0,0-1,0 1,0 0,0 0,0 1,0-1,1 0,-1 1,0-1,0 1,0-1,1 1,-1 0,0 0,-1 1,1-1,-1 0,1 0,0 0,0 1,-1-1,1 1,0 0,1 0,-1-1,0 1,0 0,1 0,-1 1,1-1,0 0,0 1,-1-1,2 0,-1 1,0-1,0 1,1-1,-1 1,1 0,0-1,0 1,0-1,0 1,0 0,1-1,-1 1,1-1,0 1,-1-1,1 1,0-1,1 1,-1-1,0 0,1 0,0 1,48 14,-36-18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2:14.97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272 9,'-22'-4,"0"2,0 0,0 2,-1 0,-18 4,35-4,1 1,-1 0,1 1,-1-1,1 1,0 0,-1 1,1-1,1 1,-1 0,0 0,1 0,-1 1,1 0,0 0,0 0,0 0,1 0,-1 1,1 0,0-1,1 1,-1 0,1 1,-1 2,2-5,-1 0,1 1,0-1,0 0,0 1,1-1,-1 0,1 1,0-1,0 1,0-1,0 1,1-1,-1 0,1 1,0-1,0 0,0 1,0-1,1 0,-1 0,1 0,0 0,0 0,0-1,0 1,1 0,-1-1,0 0,1 1,0-1,0 0,0-1,0 1,0 0,0-1,122 44,-102-39,-1 0,1 2,-1 1,0 1,14 9,-26-13,0 1,-1 1,0-1,-1 1,1 1,-2 0,1 0,-1 1,0-1,-1 1,4 9,-8-14,1 0,-1 0,-1 1,1-1,-1 1,1 0,-2-1,1 1,-1 0,1 0,-2-1,1 1,-1 0,0 0,0-1,0 1,-1-1,1 1,-2-1,1 0,0 1,-1-1,0 0,-3 4,2-5,-1 0,1 0,0 0,-1 0,0 0,0-1,0 0,0 0,-1 0,1-1,-1 0,0 0,1 0,-1-1,0 0,0 0,0 0,0-1,0 0,0 0,-2-1,-123-25,81 11,42 18,19 8,4 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2:16.53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313 146,'1'0,"-1"1,1-1,0 0,0 1,0-1,-1 0,1 0,0 1,0-1,0 0,0 0,0 0,-1 0,1 0,0 0,0-1,0 1,0 0,0 0,-1 0,1-1,0 1,0-1,0 1,-1 0,1-1,0 1,-1-1,1 0,0 1,-1-1,1 0,-1 1,1-1,-1 0,1 1,-1-1,1 0,-1 0,0 0,1 1,-1-1,0 0,0 0,0 0,0 0,0 0,0 0,-14-42,9 39,0-1,-1 1,1 1,-1-1,0 1,0 0,0 0,0 1,-1 0,1 0,-1 0,1 1,-1 0,0 0,1 0,-1 1,0 0,1 1,-1 0,0 0,1 0,-1 0,1 1,-1 0,1 1,0-1,0 1,0 1,0-1,1 1,-1 0,1 0,-2 2,-6 9,1 0,0 0,1 1,1 1,1 0,0 0,2 0,-1 1,2 0,1 1,0 0,1-1,1 1,1 1,0-1,2 0,0 0,2 11,-2-20,1 0,-1 0,1 0,1 0,0 0,0 0,1-1,1 1,-1-1,1 0,1 0,0 0,0 0,1-1,-1 0,2 0,-1-1,1 0,1 0,-1 0,1-1,0 0,1-1,-1 1,1-2,0 1,0-1,1-1,4 2,3-2,-1-2,0 1,1-2,-1 0,1-1,-1-1,1 0,-1-1,0-1,0-1,0 0,-1-1,0 0,0-2,0 0,15-9,0-2,-1-1,-1-1,-1-2,0-1,10-14,-4 3</inkml:trace>
  <inkml:trace contextRef="#ctx0" brushRef="#br0" timeOffset="267.765">820 65,'0'7,"0"9,3 8,2 10,3 8,3 3,1 4,1 2,-2 0,-2-3,-3-4,-3-6,-1-11,-1-10</inkml:trace>
  <inkml:trace contextRef="#ctx0" brushRef="#br0" timeOffset="517.159">472 39,'3'-3,"9"0,15 1,15-1,20 2,15 0,12-2,5-1,0-1,-5 0,-10 0,-19 2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2:21.6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40,'5'-2,"1"-4,0-2,-3 0,-6 1,-3 2,-1 2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2:21.8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59,'5'9,"1"-1,2-7,0-8,-2-8,-1-3,-5 2,-4 3,-3 6,-2 11,2 10,2 6,1 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2:24.4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4 683,'-3'-7,"4"17,99 482,-61-268,10-2,35 82,-44-194,-38-110,-1 0,0 1,0-1,0 0,0 0,0 0,0 0,0 0,0 0,0 0,0 0,1-1,-1 1,0 0,0-1,0 1,0-1,0 1,0-1,0 1,-1-1,1 0,0 1,0-1,0 0,-1 0,1 0,0 1,-1-1,1 0,0 0,-1 0,0 0,1 0,-1-1,7-5,6 0,0 0,0 0,0 1,1 1,0 1,0 0,0 0,1 1,-1 1,1 1,-1 0,1 1,-1 0,12 2,17-2,151-12,84-20,135-11,433-1,-37 28,8-1,290-55,-113 5,937-70,-290 94,-366 50,376 74,-229 14,-1335-89,751 36,333-58,-102 1,110-46,-272 66,-488 2,170 5,175 42,416 100,-1136-149,-51-6</inkml:trace>
  <inkml:trace contextRef="#ctx0" brushRef="#br0" timeOffset="3897.504">32 656,'-1'-9,"0"9,1-1,0 1,0 0,0-1,0 1,-1-1,1 1,0 0,0-1,0 1,0-1,0 1,0 0,0-1,0 1,0-1,0 1,1 0,-1-1,0 1,0-1,0 1,0 0,1-1,-1 1,0 0,0-1,1 1,-1 0,0-1,0 1,1 0,-1 0,0-1,1 1,-1 0,1 0,-1 0,0-1,1 1,-1 0,0 0,1 0,-1 0,1 0,-1 0,1 0,-1 0,0 0,1 0,-1 0,1 0,-1 0,0 0,1 0,-1 0,1 1,228-1,335-52,524 16,741-32,-823 66,419 17,-1032-17,295-43,194-30,-494 35,-21 2,45 15,347 5,-189-19,330-14,171-17,-641 32,107 17,-125 19,588-10,232-19,251 44,-420 1,241 8,-591-40,383 4,-720 14,1425-2,-1307 13,-121-13,-340 2,-1 1,0 2,-1 2,15 4,16 4,-48-12,91 28,-101-29,0 0,-1 0,1 0,-1 1,1-1,-1 1,0-1,0 1,0 0,-1 1,1-1,-1 0,1 1,-1-1,0 1,0 0,-1-1,1 1,-1 0,0 0,0 0,0 0,-1 1,1 1,10 125,25 112,-6-55,42 557,-70-720,2 4,-1 1,-2 0,-1 1,-4 27,4-54,-1 1,-1-1,1 0,0 0,-1 0,0 0,0-1,0 1,-1 0,1-1,-1 1,0-1,0 0,0 0,0 0,0-1,-1 1,1-1,-1 1,0-1,0 0,0-1,0 1,-2 0,-109 19,85-18,-315 27,-277-14,-767-16,1023-14,-465 15,773 3,69-8,5-3</inkml:trace>
  <inkml:trace contextRef="#ctx0" brushRef="#br0" timeOffset="4468.032">23239 122,'-9'0,"-5"6,-3 10,-1 16,4 18,3 21,3 21,4 20,7 16,5 11,4 5,-1 2,-2-2,-2-10,-3-15,-2-18,-1-26</inkml:trace>
  <inkml:trace contextRef="#ctx0" brushRef="#br0" timeOffset="5164.582">20432 202,'0'3,"0"11,-2 22,-1 28,0 29,0 28,4 19,5 14,7 5,6-1,1-8,3-10,1-16,1-20,-3-27</inkml:trace>
  <inkml:trace contextRef="#ctx0" brushRef="#br0" timeOffset="5739.317">18507 68,'-7'27,"-2"30,0 30,5 27,4 22,7 15,7 9,6 1,6-8,3-11,1-16,1-18,-4-21,-5-25</inkml:trace>
  <inkml:trace contextRef="#ctx0" brushRef="#br0" timeOffset="6344.467">16702 804,'3'16,"2"5,3 1,2-2,2-8,2-10,-3-10,-2-8,-4-7,-1-2,-5-1,-6 5,-7 6,-7 5,-10 4,1 4</inkml:trace>
  <inkml:trace contextRef="#ctx0" brushRef="#br0" timeOffset="6777.671">15111 844,'4'16,"3"7,-2 3,2-2,2-4,1-6,2-10,0-10,-1-6,-2-6,-4-2,-4 0,-7 2,-7 3,-8 4,-1 5</inkml:trace>
  <inkml:trace contextRef="#ctx0" brushRef="#br0" timeOffset="7226.175">13359 924,'74'93,"-73"-92,-1 0,1-1,-1 1,1-1,-1 1,1-1,-1 1,1-1,-1 1,1-1,0 0,-1 1,1-1,0 0,-1 1,1-1,0 0,0 0,-1 0,1 1,0-1,0 0,-1 0,1 0,0 0,-1 0,1-1,0 1,0 0,-1 0,1 0,0-1,-1 1,1 0,0-1,-1 1,1 0,0-1,-1 1,1-1,-1 1,1-1,-1 1,1-1,-1 0,1 1,-1-1,0 0,1 1,-1-1,0 0,0 1,1-1,-1 0,0 1,0-1,0 0,0 0,0 0,1-47,-3 44,1 1,-1 0,0 0,0 0,0 0,0 0,0 1,-1-1,1 1,-1-1,1 1,-1 0,0 0,0 0,0 1,0-1,-1 0,1 1,0 0,-1 0,1 0,0 0,-1 1,1-1,-1 1,1 0,-1 0,-17-2</inkml:trace>
  <inkml:trace contextRef="#ctx0" brushRef="#br0" timeOffset="8278.939">3240 536,'0'2,"0"13,2 19,6 26,5 36,4 35,2 34,1 27,2 13,3-3,-2-36</inkml:trace>
  <inkml:trace contextRef="#ctx0" brushRef="#br0" timeOffset="9242.931">5459 1071,'-2'0,"1"0,6 0,1 0</inkml:trace>
  <inkml:trace contextRef="#ctx0" brushRef="#br0" timeOffset="9562.646">6395 950,'-2'3,"-1"2,-3 3,1 3,3-1,4-3,4-3,3-6,0-2</inkml:trace>
  <inkml:trace contextRef="#ctx0" brushRef="#br0" timeOffset="9911.058">7719 911,'-5'2,"1"1,4 0,3-1,0 0,-1-1</inkml:trace>
  <inkml:trace contextRef="#ctx0" brushRef="#br0" timeOffset="10715.472">5432 1057,'-2'3,"1"0,0 0,0 0,0 0,1 0,-1 0,1 0,0 1,-1-1,1 0,1 0,-1 0,0 0,1 0,0 0,-1 0,1 0,0 0,1 0,-1 0,0 0,1 0,0-1,0 1,-1-1,2 1,-1-1,0 0,0 0,1 1,2 0,-4-3,1 0,-1 0,1-1,-1 1,0-1,1 1,-1-1,1 1,-1-1,0 0,0 0,1 0,-1 0,0 0,0 0,0 0,0 0,0 0,0 0,0 0,-1-1,1 1,0 0,-1-1,1 1,0 0,-1-1,0 1,1-1,-1 1,0-1,0 1,0-1,0 1,0-1,0 1,0-1,-1 1,1-1,0 1,-1 0,1-1,-1 1,0-1,1 1,-1 0,0 0,0-1,0 0,-1 1,1-1,0 0,0 1,-1-1,1 1,-1-1,0 1,1 0,-1 0,0 0,0 0,1 0,-1 0,0 0,0 0,0 1,0-1,0 1,0 0,0-1,-1 1,1 0,0 0,0 0,0 1,0-1,0 0,0 1,0-1,0 1,0 0,0 0,0-1,0 1,1 1,-1-1,0 0,1 0,-1 1,1-1,-1 0,1 1,-1 0,1-1,0 1,0 0,0 0,0 0,0-1,0 1,1 0,-1 0,0 1,2-1,1 0,-1 0,0 0,1 0,-1 0,1 0,0 0,-1-1,1 1,0-1,0 1,0-1,0 0,0 0,0 0,1 0,-1 0,0 0,0-1,1 1,-1-1,0 1,1-1,-1 0,1 0,-1 0,0 0,1-1,1 0,33 1,-1-2</inkml:trace>
  <inkml:trace contextRef="#ctx0" brushRef="#br0" timeOffset="11172.724">6208 924,'-3'12,"1"-5,0-1,1 1,-1 0,1-1,1 1,-1 0,1-1,1 1,-1 0,1 0,0-1,0 1,1 0,-1-6,-1 0,1 0,-1 0,1-1,-1 1,1 0,-1 0,1-1,0 1,0 0,-1-1,1 1,0-1,0 1,0-1,-1 1,1-1,0 0,0 1,0-1,0 0,0 0,0 0,0 1,0-1,0 0,0 0,0 0,0-1,-1 1,1 0,0 0,0 0,0-1,0 1,0-1,0 1,0 0,-1-1,1 1,0-1,0 0,-1 1,1-1,0 0,-1 1,1-2,28-37,-29 37,1 1,-1 0,0-1,0 1,0 0,1-1,-1 1,0 0,0-1,-1 1,1 0,0-1,0 1,-1 0,1 0,-1-1,1 1,-1 0,1 0,-1-1,0 1,0 0,1 0,-1 0,0 0,0 0,0 0,0 1,0-1,0 0,-1 0,1 1,0-1,0 0,0 1,-1-1,1 1,0 0,-1-1,1 1,0 0,-1 0,1 0,0 0,-1 0,1 0,0 0,-1 1,1-1,0 0,-1 1,1-1,0 1,0-1,0 1,-1 0,1-1,0 1,0 0,0 0,0 0,0 0,0 0,0 0,1 0,-1 0,0 1,-1 0,1-1,-1 1,1-1,0 1,-1 0,1 0,0-1,0 1,1 0,-1 0,0 0,1 0,-1 0,1 0,-1 0,1 1,0-1,0 0,0 0,0 0,0 0,1 0,-1 0,0 0,1 0,0 0,0 0,-1 0,1 0,0 0,0 0,1 0,-1-1,0 1,1 0,0 0,12 8</inkml:trace>
  <inkml:trace contextRef="#ctx0" brushRef="#br0" timeOffset="11902.936">7638 898,'10'59,"-10"-58,0 1,1-1,-1 0,1 0,0 0,-1 0,1 0,0 0,0 0,-1 0,1-1,0 1,0 0,0 0,0-1,0 1,0-1,0 1,0-1,1 1,-1-1,0 1,0-1,0 0,0 0,1 0,-1 1,0-1,0 0,0-1,1 1,-1 0,0 0,0 0,0-1,0 1,1-1,-1 1,0-1,0 1,0-1,0 1,0-1,0 0,0 0,0 0,0 0,0 0,0 1,0 0,1-1,-1 0,0 1,0-1,0 0,0 0,0 1,0-1,0 0,0 0,-1 0,1 0,0 0,0-1,-1 1,1 0,-1 0,1 0,-1 0,1-1,-1 1,0 0,0 0,0-1,1 1,-1 0,0-1,-1 1,1 0,0 0,0-1,0 1,-1 0,1 0,-1-1,1 1,-1 0,1 0,-1 0,0 0,0 0,1 0,-1 0,0 0,0 0,0 0,0 0,0 1,0-1,0 0,0 1,0-1,-1 0,1 1,0 0,0-1,-1 1,1 0,0-1,0 1,-1 0,1 0,0 0,-1 0,0 1,0-2,0 1,0 0,0 1,0-1,0 0,-1 1,1-1,0 1,0-1,0 1,1 0,-1 0,0 0,0 0,0 0,1 1,-1-1,0 0,1 1,-1-1,1 1,0 0,-1-1,1 1,0 0,0 0,0 0,0 0,1 0,-1 0,0 0,1 0,0 0,-1 0,1 0,0 0,0 0,0 0,0 1,0-1,1 0,4 2,1-3</inkml:trace>
  <inkml:trace contextRef="#ctx0" brushRef="#br0" timeOffset="12648.384">6221 950,'0'16,"-1"-12,0-1,0 1,1 0,0-1,-1 1,1 0,1 0,-1-1,1 1,-1 0,1-1,0 1,0-1,0 1,1-1,-1 0,1 1,0-1,0 0,0 0,1 0,-1 0,0-1,1 1,1 0,-2-3,1 0,0 0,0-1,-1 1,1-1,0 0,-1 0,1 0,-1 0,1 0,-1 0,1-1,-1 1,0-1,0 0,0 1,0-1,0 0,0 0,0 0,0-1,-1 1,1 0,-1-1,0 1,0-1,0 1,0-1,0 0,0 1,-1-1,1 0,-1 1,0-1,0 0,0-2,0 4,0 0,0 0,0 0,0 0,-1 0,1 0,0 0,0 0,-1 0,1 1,0-1,-1 0,1 0,-1 0,1 1,-1-1,0 0,1 0,-1 1,0-1,1 1,-1-1,0 0,0 1,0-1,1 1,-1 0,0-1,0 1,0 0,0-1,0 1,0 0,0 0,0 0,0 0,0 0,1 0,-1 0,0 0,0 0,0 1,0-1,0 0,0 1,-36 22,27 15,13-28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4:08.38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1131 285,'-21'-7,"1"0,-1 1,0 1,0 0,-1 2,0 1,1 0,-1 2,0 1,1 0,-1 2,1 0,-1 1,1 1,0 2,1 0,0 1,0 0,0 2,1 0,-15 12,0 5,0 1,2 1,1 2,1 2,2 0,1 2,2 1,2 1,1 1,1 0,3 2,1 1,2 0,2 0,1 2,3 0,1 0,2 0,1 36,1-1,3-1,3 1,4-1,3 0,4 0,3-1,3-1,7 10,-17-54,2 1,1-1,1-1,2 0,1-1,1-1,2-1,0 0,2-1,1-1,1-1,1-1,1-2,1 0,0-1,2-2,4 1,1-4,1-2,-1-2,2-1,0-2,0-1,0-1,1-3,-1 0,1-3,0 0,-1-3,1-1,21-6,-28 2,0-1,0-1,-1-2,0-1,-1-1,-1-2,0 0,-2-2,1-1,-2 0,-1-2,0-1,-2 0,0-2,-2 0,-1-1,0-1,-2 0,-1-1,-1-1,-2 0,6-22,4-23,-4 0,-3-1,-3-1,-4 0,-2 0,-6-73,-8 20,-6 1,-5 1,-5 0,-6 2,-12-18,31 97,-1 1,-3 0,-2 2,-1 0,-2 1,-2 1,-8-8,22 38,-1 0,0 0,0 1,-1 0,0 1,0 1,-1-1,0 2,0 0,-1 0,0 1,0 1,0 0,-1 0,1 2,-1 0,0 0,1 1,-1 1,0 0,0 1,1 1,-13 2,-18 6,1 1,0 3,1 1,0 2,2 2,0 2,1 1,1 2,2 2,0 1,2 2,1 2,-15 17,7-2,2 1,2 2,2 2,3 1,2 2,2 0,2 2,3 1,3 1,2 1,3 0,2 1,3 1,2 0,4 0,2 1,2 8,3-27,1-1,2 0,1 0,3 0,1-1,2-1,2 0,2-1,1 0,2-2,6 7,4 7,3-2,1-2,3-1,1-1,2-2,2-2,2-2,5 0,-33-27,0-1,1-1,0-1,1 0,0-2,0 0,1 0,0-2,0 0,0-2,0 0,1-1,-1-1,1 0,-1-2,1 0,-1-1,1-1,-1-1,17-6,-5-2,0-1,-1-1,0-2,-1-1,-1-1,0-1,-2-2,0-1,-1 0,-2-2,0-1,-2-1,0-1,8-16,6-14,-3-1,-2-1,-3-2,-3-1,-2 0,12-60,-13 22,-3 0,-6-1,-3 0,-5-1,-4 0,-7-28,2 77,-1 0,-3 0,-3 0,-1 1,-3 1,-2 1,-2 0,-2 1,-3 1,-1 2,-26-33,44 66,-2 1,0 0,0 0,-1 1,0 0,-1 1,0 0,-1 1,0 1,-1 0,1 1,-2 0,1 1,-1 0,1 1,-1 1,-1 0,1 2,0-1,-16 1,-7 6,0 1,0 3,0 0,1 3,1 1,0 2,1 1,0 2,1 1,-25 18,0 2,2 2,2 3,2 2,1 2,3 3,2 1,3 3,1 1,3 3,3 1,2 1,3 2,-19 54,25-51,2 1,3 2,3 0,2 6,10-40,2 0,1 0,1 1,3-1,0 1,2-1,2 0,1 0,5 11,3-5,1-1,3 0,1-1,2-2,1 0,2-1,1-1,2-1,1-2,2-1,1-1,1-2,1 0,1-3,2-1,0-1,1-2,1-2,14 3,-30-10,1-2,1-1,-1-1,1-1,1-1,-1-1,1-1,-1-1,1-1,0-2,0 0,-1-2,1 0,-1-2,0 0,0-2,0-1,-1-1,9-5,-5-2,-1-1,-1-1,-1-1,-1-1,-1-1,0-2,-2 0,0-1,-2 0,-1-2,-1 0,-1-1,-1-1,-1 0,0-6,11-34,-3-1,-3-1,-3-1,-3 0,2-68,-6 54,-4 1,-3-1,-4 0,-4 1,-4 0,-3 0,-12-30,18 87,-1 0,-1 1,-1 1,-2-1,-1 2,0 0,-2 1,-1 0,0 1,-2 1,-1 1,0 1,-1 0,-1 2,-4-2,-3 0,0 1,-2 2,1 1,-2 1,0 2,0 1,-1 2,-1 1,1 1,-1 2,0 2,0 1,-1 1,1 2,0 1,0 2,0 2,0 1,1 1,0 2,1 1,0 1,1 2,0 2,1 0,-18 15,18-7,2 2,1 1,1 1,1 1,1 1,2 1,1 1,2 1,1 1,1 2,-10 25,4 2,2 0,3 1,3 1,-1 25,6-31,4 1,2 0,3 0,2 1,3-1,11 52,-8-74,2-1,2 0,2 0,0-1,3-1,1 0,1-1,2-1,2-1,0-1,9 7,-6-9,1-2,1-1,1-1,1-2,1 0,1-2,1-2,0-1,2-1,0-2,1-1,0-2,1-1,0-2,14 1,-11-4,1-2,-1-1,1-2,-1-2,1-1,-1-2,0-2,0-2,0-1,-1-2,-1-2,0-1,0-2,-2-1,0-2,-1-2,-1 0,-1-3,-1 0,-1-2,-1-2,19-24,-16 6,-2-2,-2 0,-3-2,-1-1,-3-2,-2 1,-3-2,-2 0,-2-1,-3-1,-2 1,-2-1,-3-38,-1 34,-3 0,-3 0,-2 1,-2 0,-4 0,-1 1,-4 1,-2 0,-2 2,-2 0,-28-42,42 79,0 1,-2 0,0 0,-1 1,-1 1,-1 0,0 1,0 1,-1 0,-1 1,0 1,-1 0,0 1,-1 1,0 1,0 1,-1 1,0 0,0 1,0 1,0 1,-16 1,8 3,-1 2,1 1,0 2,0 0,1 2,0 1,0 1,1 2,0 0,-1 3,-27 16,1 3,2 2,2 3,-5 7,3 0,2 2,2 2,2 2,3 2,2 2,2 1,3 2,3 2,2 1,3 1,3 1,2 2,4 0,0 9,-3 112,18-25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5:32.0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0,'16'14,"16"7,19 1,17-2,15-5,9-7,2-5,-3-5,-7-3,-15 1,-16-1,-17 5,-15 3,-13 1,-8 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5:32.5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1,'5'23,"5"16,4 13,2 7,0 2,0-4,-3-5,-1-10,-3-11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5:33.0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35,'37'-9,"1"1,1 2,-1 2,23 1,-43 0,1 2,-1 0,0 1,0 1,0 1,0 0,0 1,0 1,-1 1,1 0,-1 2,0 0,-1 0,0 2,0 0,-1 1,0 0,0 1,9 10,-13-4,-1 0,-1 0,0 1,-2 0,0 1,-1 0,0 0,-2 0,0 0,-1 1,-1 0,-1 9,12 67,13-29,-25-66,0 1,0-1,0 0,1 1,-1-1,0 0,1 0,-1 0,1 0,-1 0,1 0,-1-1,1 1,0 0,-1-1,1 1,0-1,0 0,-1 0,1 1,0-1,0 0,0 0,-1-1,1 1,0 0,0-1,-1 1,1-1,0 1,-1-1,1 0,-1 0,1 0,-1 0,1 0,-1 0,1 0,9-9,0 0,-1-1,0-1,0 0,-1 0,-1 0,0-1,-1-1,0 1,-1-1,-1 0,0-1,-1 1,2-11,9-75,-17 113,1 0,0-1,1 1,1 0,0 0,0 0,1-1,1 1,0-1,1 1,0-1,1 0,1-1,-1 1,2-1,0 0,0-1,1 1,0-1,0-1,1 0,1 0,0-1,1 1,8 0,0 0,0-2,1 0,0-1,0-2,1 0,-1-1,1 0,0-2,17-1,50-1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5:33.4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448 495,'-25'-5,"-1"2,0 1,0 0,1 2,-1 1,0 1,0 2,1 0,0 2,0 0,0 2,1 1,0 0,-7 6,27-13,0 0,0 0,0 0,1 1,-1-1,1 1,-1 0,1 0,0 0,0 1,0-1,1 1,-1-1,1 1,0 0,0 0,0 0,0 0,1 0,0 1,0-1,0 0,0 1,1-1,0 1,-1-1,2 0,-1 1,0-1,1 1,0-1,0 0,0 1,1-1,-1 0,1 0,0 0,8 5,0-1,0-1,1 0,0 0,0-1,1-1,0 0,0 0,0-1,0-1,1 0,-1 0,2-1,4 2,25 6,-9-4,-1 1,1 1,-2 2,0 2,0 0,-1 3,0 0,-2 2,27 19,-52-33,0 0,0 0,0 0,0 0,-1 1,1-1,-1 1,0 0,0 0,0 1,0-1,-1 0,0 1,0 0,0-1,0 1,-1 0,0 0,0 0,0 0,-1 0,1 0,-1 0,-1 0,1 0,-1 0,1 0,-1 0,-1 0,1 0,-1 0,0-1,0 1,0 0,-1-1,1 0,-2 2,-11 5,-1-1,1-1,-1 0,-1-1,0-1,0-1,0 0,-1-1,1-1,-1-1,0 0,0-1,-16-1,25 0,-153 9,136-11,26 0,0 1,-1-1,1 1,0 0,0-1,0 1,-1-1,1 1,0 0,0-1,0 1,0-1,0 1,0-1,0 1,0 0,0-1,0 1,0-1,0 1,1 0,-1-1,0 1,0-1,0 1,0 0,1-1,-1 1,0 0,0-1,1 1,-1 0,0-1,1 1,-1 0,0-1,1 1,-1 0,0 0,1 0,-1-1,1 1,-1 0,0 0,1 0,-1 0,1 0,-1 0,1 0,-1 0,0 0,1 0,-1 0,1 0,-1 0,1 0,-1 0,0 0,1 1,-1-1,1 0,-1 0,35-12,6-2</inkml:trace>
  <inkml:trace contextRef="#ctx0" brushRef="#br0" timeOffset="569.425">1224 629,'-15'0,"0"0,-1 0,1 2,0-1,0 2,0 0,0 1,1 1,-1 0,1 1,0 0,1 1,-1 1,1 0,1 1,0 0,0 1,1 0,0 1,1 0,0 1,0 0,2 0,-1 1,2 1,0-1,0 1,1 0,1 0,0 1,1 0,1 0,0 0,1 0,1 0,0 0,1 1,2 10,-2-19,1 0,1 0,0 0,0 0,0 0,1-1,-1 1,2-1,-1 1,1-1,0 0,0-1,1 1,-1-1,1 1,0-1,1-1,-1 1,1-1,0 0,0 0,1-1,-1 0,1 0,-1 0,1-1,0 0,0 0,0-1,0 0,0 0,0-1,0 0,0 0,2-1,10-2,0-2,0 0,-1-1,0-1,0-1,-1 0,0-2,0 0,-1 0,-1-2,0 0,0 0,-1-2,-1 1,0-2,-1 0,9-15,-9 12,0 0,-2-1,0-1,-1 1,-1-2,-1 1,-1-1,-1 0,-1 0,0-1,-2 1,0-1,-2-13,0 18,-1 1,-1 0,-1-1,0 1,-1 0,-1 1,0-1,-1 1,-1 0,0 0,-1 1,0 0,-2 0,1 1,-2 0,0 1,0 0,-3-1,8 7,0 0,0 1,-1 0,0 0,0 0,0 1,0 0,-1 1,0 0,0 0,1 0,-2 1,1 0,0 1,0 0,0 0,-1 1,1 0,0 0,-1 1,1 0,0 0,0 1,0 0,0 1,0-1,0 2,1-1,-1 1,1 0,0 1,0-1,-5 6,5-2,0 0,0 0,1 1,1 0,-1 0,1 1,1-1,0 1,0 0,1 0,0 1,1-1,0 1,0-1,1 1,1-1,0 1,0 0,1-1,0 1,1-1,1 1,-1-1,1 0,1 0,0 0,1 0,-1-1,2 0,-1 0,2 0,-1 0,2 0,27 33,1-2,3-2,34 27,45 43,-93-81,-1 0,0 2,-3 1,0 0,-2 1,-1 2,-2 0,-1 0,-2 1,5 19,-14-37,-3-11,0 0,0 0,1 0,0 0,0 0,0 0,0 0,1 0,0-1,0 1,0-1,2 2,6 1</inkml:trace>
  <inkml:trace contextRef="#ctx0" brushRef="#br0" timeOffset="4814.576">1946 469,'-10'3,"0"1,1 0,0 1,0 0,0 1,0 0,1 0,0 1,1 0,-1 0,1 0,0 1,1 1,0-1,0 1,-2 5,-5 7,1 0,0 0,2 1,0 1,2-1,0 1,2 1,1-1,0 1,2 0,-1 20,4-32,0 0,0 0,1 1,1-1,0 0,0-1,2 1,-1 0,1-1,1 0,0 0,0 0,1 0,1-1,0 0,0 0,1-1,0 0,1 0,0-1,0 0,0-1,1 0,3 1,1 0,0-2,0 1,0-2,1 0,-1-1,1 0,0-1,1-1,-1 0,0-1,1-1,12-1,-19 0,0 0,0 0,-1-1,1 0,-1-1,1 0,-1 0,0 0,0-1,0-1,-1 1,1-1,-1-1,0 1,-1-1,1 0,-1-1,0 1,-1-1,0 0,0-1,3-6,0-8,-2 1,0-1,-1 0,-2-1,0 1,-1-1,-2 1,0-1,-1 0,-1 1,-2-1,0 1,-4-12,2 5,-1 0,-1 1,-2-1,0 2,-2-1,-2 1,0 1,-1 1,-18-22,30 42,0 1,-1-1,1 1,-1 0,0 0,0 1,-1-1,1 1,-1 0,0 0,0 0,0 1,0-1,0 1,0 1,0-1,-1 1,1 0,-1 0,1 0,-1 1,0 0,1 0,-1 0,1 1,-1-1,1 1,-2 1,-3 5,0 1,0-1,1 2,0-1,1 1,0 1,0-1,1 1,0 1,0 0,2-1,-1 2,1-1,1 1,0-1,1 1,0 0,1 0,0 1,1-1,0 9,-1 0,2 0,0-1,1 1,1 0,1-1,1 0,1 1,17 48</inkml:trace>
  <inkml:trace contextRef="#ctx0" brushRef="#br0" timeOffset="5190.575">2695 375,'0'-2,"0"0,0 0,0 1,0-1,0 0,0 0,-1 1,1-1,-1 0,1 0,-1 1,1-1,-1 0,0 1,0-1,0 1,0-1,0 1,0 0,0-1,0 1,-1 0,1 0,-1-1,1 1,0 1,-1-1,0 0,1 0,-1 0,0 1,1-1,-1 1,0-1,1 1,-1 0,0 0,0 0,0 0,1 0,-1 0,0 0,0 0,1 1,-1-1,0 1,1-1,-1 1,0 0,1-1,-2 2,-8 9,1-1,0 1,1 1,0 0,1 0,0 1,1 0,1 0,0 1,-4 13,-4 9,2 2,2 0,1 0,2 1,2 0,2 0,1 0,2 0,3 22,-2-46,2 0,-1 0,2 0,0-1,1 1,0-1,1 0,1-1,0 1,0-1,2-1,0 1,0-1,1-1,0 0,1 0,0-1,1 0,0-1,9 4,2-1,-1-2,1 0,1-2,0 0,0-2,0-1,1 0,13-1,27 1</inkml:trace>
  <inkml:trace contextRef="#ctx0" brushRef="#br0" timeOffset="6328.018">2935 576,'29'-17,"1"1,0 2,1 1,1 1,0 2,0 1,1 1,16 0,-45 6,1 1,-1 0,1 0,-1 1,1 0,0-1,-1 1,1 1,0-1,-1 1,1 0,-1 0,1 0,-1 0,0 1,1 0,-1 0,0 0,0 0,0 1,-1 0,1-1,0 1,-1 1,0-1,0 0,1 2,-2 1,0-1,0 0,-1 1,0 0,0-1,0 1,-1 0,0-1,0 1,0 0,-1 0,1-1,-2 1,1-1,0 1,-1-1,-3 6,-46 87,-67 70,117-167,0-1,1 1,-1 0,1 0,-1-1,1 1,-1 0,1 0,0 0,-1 0,1-1,0 1,0 0,-1 0,1 0,0 0,0 0,0 0,0 0,0 0,1 0,-1 0,0 0,0 0,0-1,1 1,-1 0,1 0,-1 0,1 0,-1-1,1 1,-1 0,1 0,-1-1,1 1,0 0,0-1,-1 1,1-1,0 1,0-1,0 1,-1-1,1 0,0 1,0-1,0 0,0 0,0 0,0 1,0-1,0 0,58 0,-55 0,56-8,-2-2,1-3,-1-2,-1-3,44-21,-31 10</inkml:trace>
  <inkml:trace contextRef="#ctx0" brushRef="#br0" timeOffset="6590.618">3897 1,'16'16,"17"16,13 15,12 14,3 14,0 9,-9 9,-14 7,-17 4,-24 3,-25 2,-23-3,-17-7,-7-11,6-19,15-21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5:52.1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200 67,'-2'19,"-3"11,-1 9,1 5,3 0,3-1,2-7,2-9</inkml:trace>
  <inkml:trace contextRef="#ctx0" brushRef="#br0" timeOffset="447.909">0 1,'66'6,"-1"3,-1 3,0 3,-1 3,23 11,-75-26,-1 2,1-1,-1 1,0 1,-1 0,1 0,-1 1,0 0,-1 0,1 1,-2 1,1-1,-1 1,0 0,-1 1,0-1,-1 1,0 1,0-1,-1 1,1 5,6 113,-10-127,-1-1,1 1,-1 0,1 0,-1-1,1 1,0 0,0-1,0 1,0-1,0 1,0-1,0 0,1 1,-1-1,0 0,1 0,-1 0,1 0,-1 0,1 0,0 0,-1-1,1 1,0 0,-1-1,1 1,0-1,0 0,0 0,-1 0,1 0,0 0,0 0,0 0,-1 0,1-1,0 1,0-1,-1 1,1-1,70-32,-60 24,0-1,-1 0,0 0,-1-1,0 0,-1-1,0 0,-1-1,-1 0,0 0,1-2,-8 15,0 1,0-1,0 0,1 1,-1-1,0 0,0 1,1-1,-1 0,0 1,0-1,1 0,-1 0,0 1,1-1,-1 0,0 0,1 1,-1-1,0 0,1 0,-1 0,1 0,-1 0,0 0,1 0,-1 0,1 0,-1 0,0 0,1 0,-1 0,1 0,-1 0,0 0,1 0,-1 0,0 0,1-1,-1 1,1 0,-1 0,0-1,1 1,-1 0,4 18,-1-11,1 0,-1 0,1 0,1 0,-1-1,1 1,0-1,1-1,0 1,-1-1,2 0,-1 0,1 0,-1-1,1 0,3 1,123 39,-103-38,0-1,0-2,1-1,-1-1,1-2,24-3,4-6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5:49.9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41,'19'22,"0"0,-1 1,-1 1,-1 1,-2 0,0 1,-2 0,0 1,-2 0,5 25,5 5,-19-57,-1 1,1-1,0 1,0-1,0 0,0 0,0 0,0 1,0-1,-1 0,1 0,0 0,0 0,0 0,0-1,0 1,0 0,0 0,0 0,-1-1,1 1,0-1,0 1,0-1,-1 1,1-1,0 1,0-1,-1 1,1-1,0 0,-1 0,1 1,-1-1,1 0,-1 0,1 1,-1-1,0 0,0 0,1 0,-1 0,0 0,0 0,0 0,0 1,0-1,0-1,2-1,40-80,-27 51,1 0,2 1,1 1,1 1,7-7,-26 35,-1-1,1 1,-1 0,1 0,0 0,0 0,0-1,0 1,0 0,0 1,0-1,0 0,0 0,0 0,0 1,1-1,-1 0,0 1,0-1,1 1,-1 0,0-1,1 1,-1 0,0 0,1 0,-1 0,1 0,-1 0,0 0,1 0,-1 1,0-1,1 1,-1-1,0 1,0-1,1 1,-1-1,1 2,1 5,1 1,-1-1,-1 1,1 0,-1 0,-1 0,0 1,0-1,0 0,-1 0,-1 3,4 21,-3-32,19 97,-17-93,-1 0,1-1,-1 1,1-1,0 1,1-1,-1 0,1 0,-1 0,1 0,0 0,0 0,0-1,0 1,1-1,-1 0,1 0,-1-1,1 1,0 0,0-1,-1 0,3 0,7-1,-1-1,0 0,1-1,-1 0,0-1,0 0,0-1,-1 0,1-1,-1 0,0-1,0-1,-1 1,0-2,0 1,-1-1,0-1,0 0,-1 0,6-8,-8 12,0-1,0-1,-1 1,1-1,-2 0,1 0,-1 0,0-1,0 0,-1 1,0-1,0-1,-1 1,0 0,-1-1,0 1,0 0,0-1,-1 1,-1-1,1 1,-2-7,0 13,1 0,-1 0,0 0,1 0,-1 0,0 0,0 0,0 1,0-1,-1 1,1-1,0 1,-1 0,1 0,0 0,-1 0,1 1,-1-1,0 0,1 1,-1 0,0 0,1 0,-1 0,1 0,-1 0,0 1,1-1,-1 1,1 0,-1 0,1 0,-1 0,1 0,0 0,-1 1,1-1,0 1,0-1,0 1,0 0,0 0,1 0,-1 0,1 0,-1 0,1 1,-1-1,1 0,0 2,-3 2,1 1,0 0,0 0,1 0,0 0,0 0,0 0,1 0,0 1,1-1,0 1,0-1,0 0,1 1,0-1,0 0,1 1,0-1,0 0,1 0,0 0,0-1,1 2,2 2,1 0,0 0,0-1,1 1,0-1,1-1,0 0,0 0,1-1,0 0,0-1,0 0,1 0,0-1,51 16,-4-6</inkml:trace>
  <inkml:trace contextRef="#ctx0" brushRef="#br0" timeOffset="396.472">1511 108,'-21'0,"-1"1,0 0,1 2,0 1,-11 3,26-6,0 1,0 0,0 1,0-1,0 1,0 0,1 1,-1-1,1 1,0 0,0 1,1-1,-1 1,1 0,0 0,0 0,1 1,-1-1,1 1,0 1,1-3,1-1,0 0,0 1,1-1,-1 1,1-1,-1 1,1-1,0 1,1-1,-1 1,0-1,1 1,0-1,0 0,0 1,0-1,1 0,-1 0,1 0,0 0,0 0,0 0,0 0,0 0,1-1,-1 0,2 2,4 3,1-1,-1 0,1 0,0-1,0 0,1-1,0 0,-1-1,2 1,15 3,1-1,0-1,0-1,1-1,-1-2,1-1,-1 0,1-3,-1 0,0-1,0-2,-1-1,1-1,2-2,-20 5,0 1,0-2,0 1,-1-1,0 0,0-1,0 0,-1 0,0-1,0 1,1-4,-6 8,0-1,0 1,0 0,0-1,0 1,-1-1,1 1,-1-1,0 0,0 1,-1-1,1 0,-1 0,0 0,0 1,0-1,0 0,-1 0,1 0,-1 1,0-1,0 0,0 1,-1-1,0 0,1 1,-1 0,0-1,0 1,-1 0,1 0,1 2,-1-1,1 0,0 1,-1 0,1-1,-1 1,1 0,-1 0,0 0,1 0,-1 0,0 0,0 0,0 0,0 1,0-1,0 1,0 0,0-1,0 1,0 0,0 0,0 0,0 0,0 1,1-1,-1 1,0-1,0 1,0-1,0 1,0 0,0 0,1 0,-1 0,0 0,1 0,-1 1,1-1,-1 1,1-1,0 1,0-1,0 1,-1 0,1-1,1 1,-1 0,0 0,0 0,1 0,-1-1,1 1,0 0,-1 2,-1 4,0 1,1-1,0 1,0-1,1 1,0-1,0 1,1-1,0 1,0-1,1 1,1-1,-1 0,1 0,0 0,1 0,0-1,0 1,1-1,0 0,0 0,1-1,0 1,0-1,0 0,1-1,-1 0,1 0,1 0,-1-1,1 0,2 1,46 16,-3-6</inkml:trace>
  <inkml:trace contextRef="#ctx0" brushRef="#br0" timeOffset="753.729">2567 1,'-16'-1,"0"2,0-1,1 2,-1 0,0 1,0 1,1 0,0 1,0 0,0 2,1 0,-5 3,17-10,0 1,1 0,-1 0,0 0,1 0,-1 0,1 0,-1 1,1-1,-1 0,1 1,0-1,0 1,0-1,0 1,0 0,0-1,0 1,0 0,1 0,-1 0,1 0,-1-1,1 1,0 0,0 0,0 0,0 0,0 0,0 0,0 0,1 0,-1 0,1-1,-1 1,1 0,0 0,0 0,0-1,0 1,0-1,0 1,0 0,0-1,0 0,1 1,-1-1,1 0,-1 0,1 0,1 1,19 11,1-1,0 0,1-2,0-1,16 3,11 6,-27-10,1 0,0 2,0 0,-1 1,0 2,14 11,-36-24,0 1,-1 0,1 0,-1-1,1 1,-1 0,1 1,-1-1,0 0,1 0,-1 1,0-1,0 0,0 1,0-1,0 1,-1-1,1 1,0 0,-1-1,1 1,-1 0,1 0,-1-1,0 1,0 0,0 0,0-1,0 1,0 0,0 0,-1-1,1 1,-1 0,1 0,-1-1,0 1,1-1,-1 1,0-1,0 1,0-1,0 1,0-1,-1 0,1 1,0-1,-1 0,1 0,0 0,-1 0,-1 0,-21 11,-1-1,0-1,-1-2,0-1,0 0,-1-2,1-1,-1-1,0-2,-3 0,-21-7,47 0</inkml:trace>
  <inkml:trace contextRef="#ctx0" brushRef="#br0" timeOffset="1619.847">3196 228,'-6'-11,"-1"-1,1 1,-2 0,0 1,0 0,-1 0,0 1,-1 0,0 0,0 1,0 1,-1 0,-6-3,14 9,-1-1,1 1,0 1,-1-1,1 0,0 1,-1 0,1-1,-1 1,1 1,-1-1,1 0,0 1,-1 0,1 0,0 0,-1 0,1 0,0 1,0-1,0 1,0 0,1 0,-1 0,0 0,1 1,-1-1,1 0,0 1,0 0,0 0,0 0,0 1,-5 7,0 1,1-1,1 1,0 1,1-1,0 1,1 0,0 2,1-11,1 1,1-1,-1 0,1 1,-1-1,1 1,0-1,1 1,-1-1,1 1,0-1,0 0,1 1,-1-1,1 0,0 0,0 0,0 0,0 0,1 0,0-1,-1 1,1-1,1 0,-1 0,0 0,1 0,0 0,-1-1,1 0,0 0,0 0,0 0,1 0,-1-1,0 0,4 1,-1-1,0 0,0 0,0-1,0 0,0 0,0-1,0 1,0-2,0 1,0-1,0 0,-1 0,1-1,-1 0,0 0,0 0,0-1,0 0,0 0,-1-1,0 0,1 1,-2-2,1 1,-1-1,0 1,0-1,0 0,-1 0,0-1,0 1,-1-1,0 1,1-4,5-40,-8 60,1-1,0 0,1 0,-1 0,2 0,-1 0,2 0,-1 0,1-1,0 0,0 1,1-2,1 1,-1 0,1-1,0 0,1-1,-1 1,1-1,1-1,-1 1,1-1,0 0,0-1,1 0,-1 0,4 0,-9-3,0-1,0 0,0 1,0-2,0 1,0 0,0 0,0-1,0 0,0 1,0-1,-1 0,1-1,0 1,0 0,-1-1,1 0,-1 1,0-1,1 0,-1 0,0 0,0 0,0-1,-1 1,1-1,0 1,-1-1,0 1,1-1,-1 0,0 0,0-1,21-99,-8-58,-14 159,1-1,-1 1,1-1,0 1,0-1,0 1,0 0,0-1,1 1,-1 0,1 0,-1 0,1 0,0 0,0 0,0 1,0-1,0 1,0-1,0 1,1 0,-1 0,0 0,1 0,-1 0,1 0,-1 1,1-1,-1 1,1 0,0 0,-1 0,1 0,-1 0,1 0,0 1,-1-1,1 1,-1 0,0-1,1 1,0 1,35 12,-1 2,0 1,31 21,-62-35,1 1,-1-1,0 1,0 1,0-1,0 1,-1 0,0 0,0 1,0-1,-1 1,1 0,-2 1,1-1,-1 1,0-1,0 1,0 0,-1 0,0 0,-1 1,0-1,0 0,0 0,-1 2,-4 24,2-27,1 0,0 0,0 0,1 0,0 1,0-1,0 0,1 0,0 0,0 0,1 2,0-6,1 1,-1-1,1 0,0 1,0-1,0-1,0 1,0 0,0-1,0 1,1-1,-1 0,1 0,-1 0,0-1,1 1,-1-1,1 0,-1 0,1 0,-1 0,1-1,-1 0,1 1,2-2,13-1,-1 0,0-2,0 0,0 0,-1-2,0 0,0-1,-1-1,0-1,0 0,-1-1,0 0,-1-1,-1-1,0 0,0-1,7-12,-18 24,0 0,0 0,0 0,0 0,-1 0,1-1,-1 1,0 0,0-1,1 1,-2-1,1 1,0-1,0 0,-1 1,1-1,-1 0,0 1,0-1,0 0,0 1,-1-1,1 0,-1 1,1-1,-1 0,0 1,0-1,0 1,0 0,-1-1,1 1,-1 0,1-1,-1 1,0 0,0 0,0 1,0-1,0 0,-2-1,-1 2,-1-1,0 1,0 0,0 0,0 0,0 1,0 0,0 0,0 1,0 0,1 0,-1 0,0 1,0-1,1 1,-1 1,1-1,-1 1,-3 3,6-5,0 1,0 0,0 0,0 0,0 0,1 1,-1-1,1 1,-1 0,1-1,0 1,0 0,0 0,1 0,-1 1,1-1,0 0,0 1,0-1,0 1,0-1,1 1,-1-1,1 1,0-1,0 1,1-1,-1 1,1-1,-1 1,1-1,0 1,2 2,3 3,1-1,0 1,0-2,1 1,0-1,1 0,0 0,0-1,0-1,0 1,1-1,0-1,0 0,0 0,1-1,-1-1,12 2,221 41,-116-32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5:46.6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1 856,'12'-1,"-1"1,1 1,0 0,0 1,0 0,-1 0,1 2,-1-1,0 1,0 1,0 0,-1 1,1 0,-1 0,-1 1,1 0,-1 1,0 0,-1 0,0 1,0 0,-1 1,0 0,-1 0,0 0,3 10,16 114,-25-134,1 0,-1-1,0 1,0-1,1 1,-1 0,0-1,0 1,1 0,-1-1,0 1,1 0,-1 0,0-1,1 1,-1 0,1 0,-1 0,0-1,1 1,-1 0,1 0,-1 0,1 0,-1 0,0 0,1 0,-1 0,1 0,-1 0,1 0,-1 0,0 0,1 1,-1-1,1 0,-1 0,0 0,1 0,-1 1,1-1,-1 0,0 0,1 1,-1-1,0 0,0 1,1-1,-1 0,0 1,0-1,1 1,-1-1,0 0,0 1,0-1,0 1,0-1,1 0,-1 1,0-1,0 1,0-1,0 1,0-1,0 1,-1-1,1 0,0 1,0-1,21-31,-20 28,12-22,-1-1,-2-1,-1 0,-1 0,-1-1,-1 1,1-21,-7 59,0 0,0 0,1 0,1 0,0-1,1 1,0-1,0 0,1 1,0-1,1-1,0 1,1-1,0 0,0 0,1-1,0 1,0-1,1-1,0 0,0 0,1 0,6 2,-13-8,0 0,0 0,0 0,0 0,0-1,1 1,-1-1,0 1,0-1,1 0,-1 0,0 0,1 0,-1 0,0-1,0 1,1-1,-1 1,0-1,0 0,0 0,0 0,0 0,0 0,0-1,0 1,0 0,0-1,-1 0,1 1,-1-1,1 0,-1 0,0 0,1 1,-1-1,0-1,0 0,28-88,-28 85,20-97,-16 132,-6-11,-1-11,0 0,1 1,0-1,0 1,1-1,0 1,1-1,-1 1,1-1,1 1,0-1,0 0,0 0,1 0,-1 0,2 0,-1 0,1-1,0 1,1-1,-1 0,1-1,0 1,1-1,0 0,7 0,0-1,0 0,1-1,-1-1,1 0,0-1,-1 0,1-1,0 0,0-2,0 1,-1-2,1 0,-1 0,0-1,0-1,0 0,0-1,-1-1,0 0,0 0,-1-1,-10 7,4-1,0-1,-1 0,1 0,-1 0,1 0,-1-1,0 0,0 0,-1 0,1 0,-1-1,0 1,0-1,1-2,-4 50,5-38,0 1,0-1,0 0,1 0,0-1,0 0,0 0,1 0,-1-1,1 0,0 0,-1 0,1-1,0 0,1-1,-1 0,0 0,5 0,0 1,-1-1,1 0,0-1,0-1,0 0,0 0,10-3,-19 3,0 1,0-1,0 0,1 0,-2 0,1-1,0 1,0-1,0 1,0-1,-1 0,1 0,-1 0,0 0,1-1,-1 1,0-1,0 1,-1-1,1 0,0 0,-1 0,0 1,0-1,0-1,0 1,0 0,0 0,-1 0,0 0,1-2,-2 1,1-1,-1 0,0 1,-1-1,1 1,-1-1,1 1,-1 0,-1 0,1-1,0 2,-1-1,0 0,0 0,0 1,-1 0,1-1,-1 1,1 1,-1-1,-2-1,-5-2,1 0,-1 0,0 1,0 0,0 1,-1 0,-10-1,15 3,-1 1,1 0,0 0,-1 1,1 0,0 0,-1 1,1 0,0 0,-1 1,1-1,0 2,0-1,1 1,-1 0,0 1,1-1,0 1,0 0,0 1,0 0,1-1,0 2,0-1,0 1,0 0,1 0,0 0,1 0,-1 1,1-1,0 1,1 0,-1 0,1 0,1 0,-1 3,2-6,-1-1,1 1,0-1,0 1,0-1,0 1,1-1,-1 1,1-1,0 1,0-1,1 0,-1 1,0-1,1 0,0 0,0 0,0 0,0 0,0-1,1 1,-1-1,1 1,0-1,-1 0,1 0,0 0,0 0,1-1,-1 1,0-1,0 0,1 0,-1 0,1 0,-1-1,2 1,40 1,0-7</inkml:trace>
  <inkml:trace contextRef="#ctx0" brushRef="#br0" timeOffset="273.945">1338 455,'-16'0,"-12"2,-6 6,-1 5,0 8,4 7,7 3,8 1,11 0,13-4,13-4,11-1,0-5</inkml:trace>
  <inkml:trace contextRef="#ctx0" brushRef="#br0" timeOffset="558.146">1418 909,'5'21,"3"11,3 4,4 2,4-3,8-3,8-6,10-8,11-8,7-11,4-12,-9-3</inkml:trace>
  <inkml:trace contextRef="#ctx0" brushRef="#br0" timeOffset="805.883">2140 763,'-11'-3,"-1"0,1 1,-1 1,1 0,-1 0,1 2,-1-1,0 1,1 1,-1 0,1 0,0 1,0 1,0 0,0 0,1 1,-1 1,1 0,1 0,-1 1,1 0,0 0,0 1,1 0,-5 8,11-14,1 0,-1 0,1 0,0 0,0 1,0-1,1 0,-1 1,0-1,1 0,-1 1,1-1,0 1,0-1,0 0,0 1,0-1,1 1,-1-1,1 0,-1 1,1-1,0 0,0 1,0-1,0 0,0 0,1 0,-1 0,1 0,-1 0,1 0,0-1,0 1,-1-1,1 1,0-1,2 1,13 6,0-1,0-1,0-1,1 0,0-1,0-1,0-1,0 0,15-2,24 5,39 16,-93-20,0 0,0 0,0 1,0-1,0 1,-1-1,1 1,-1 0,1 0,-1 0,0 0,1 0,-1 1,-1-1,1 1,0-1,0 1,-1 0,0 0,1 0,-1 0,0 0,0 0,-1 0,1 0,-1 0,1 0,-1 0,0 2,-3 2,0 0,-1 0,1 0,-1-1,-1 1,1-1,-1 0,0 0,0-1,-1 1,0-1,0-1,0 1,0-1,-1 0,0 0,0-1,0 0,0 0,0-1,-6 2,-203 65,195-59,7-1</inkml:trace>
  <inkml:trace contextRef="#ctx0" brushRef="#br0" timeOffset="1093.11">2127 1177,'20'9,"14"10,8 13,1 10,-2 12,-6 7,-8 4,-10-1,-7-3,-5-6,-9-8,-5-13,-3-18,-1-12</inkml:trace>
  <inkml:trace contextRef="#ctx0" brushRef="#br0" timeOffset="1542.454">2327 1,'-2'4,"1"0,-1-1,1 1,0 0,1 1,-1-1,0 0,1 0,0 0,0 0,1 0,-1 1,1-1,0 3,0-2,13 72,4-1,23 61,-5-17,-8-15,-6 1,-3 0,-4 17,5 26,-19-146,0 0,-1 0,1-1,1 1,-1 0,0-1,0 1,1-1,0 1,-1-1,1 0,0 0,0 0,0 0,0 0,1 0,-1 0,1-1,-1 1,1-1,-1 0,1 0,0 0,-1 0,1 0,0 0,0-1,0 1,-1-1,1 0,0 0,0 0,0 0,0-1,0 1,0-1,-1 1,1-1,2-1,10-4,-1 0,0-1,0 0,0-1,-1-1,0 0,-1-1,0 0,0-1,-1 0,-1-1,0 0,-1-1,0 0,0 0,-2-1,0 0,0-1,-1 1,1-9,-10 36,1 1,0 0,1 0,0-1,1 1,0 0,1 0,1-1,0 1,1 0,1 0,-3-8,1-1,-1 0,1 1,0-1,1 0,-1 0,1 0,0-1,0 1,1 0,0-1,-1 0,1 0,1 0,-1-1,0 1,1-1,0 0,0 0,0-1,0 1,0-1,0 0,1-1,-1 1,0-1,1 0,0 0,-1-1,4 0,20-3,-4-5</inkml:trace>
  <inkml:trace contextRef="#ctx0" brushRef="#br0" timeOffset="1784.851">3089 695,'-16'-7,"-10"-2,-4 1,-5-1,-3-4,-6-3,4 0</inkml:trace>
  <inkml:trace contextRef="#ctx0" brushRef="#br0" timeOffset="2284.89">2127 401,'66'-6,"0"3,62 5,-91-1,878 19,-892-20,18 1,0-3,0-1,0-2,2-2,-40 7,0 0,0 0,0 0,0 0,0-1,0 0,0 1,-1-1,1 0,0 0,0 0,-1-1,1 1,-1-1,1 1,-1-1,0 0,0 0,0 0,0 0,0 0,0-1,0 1,-1-1,1 1,-1-1,1 1,-1-1,0 0,0 1,-1-1,1 0,0 0,-1 0,0 0,1 0,-1 0,-1 0,1 0,-1-2,-4-6,-2 0,0 0,0 1,-1 0,0 0,-1 1,0 0,0 1,-1 0,0 0,0 1,-1 0,-9-4,12 6,0 0,0 0,0 1,-1 0,0 1,1-1,-1 2,0-1,-1 1,1 1,0 0,0 0,-1 0,1 2,-1-1,1 1,0 0,0 1,0 0,0 0,0 1,0 1,0-1,1 1,-1 1,1-1,0 1,1 1,-4 3,-3 8,0 1,2 0,0 1,1 0,1 1,1 1,0-1,2 1,1 1,0-1,2 1,0 0,1 0,1 16,-1-10,1 0,1 1,2-1,0 1,2-1,1 0,2 0,0 0,2-1,1 0,1-1,2 0,0 0,2-1,0-1,2 0,1-1,0-1,2 0,1-2,0 0,1-1,1-1,17 9,-21-15,1-2,0-1,1 0,0-1,0-1,6 0,-19-5,-1 0,1-1,0 0,0 0,-1-1,1 0,0 0,0-1,-1 1,1-1,0-1,-1 1,1-1,-1-1,0 1,0-1,0 0,0 0,0-1,0 0,3-2,1-8,1 0,-2-1,0 1,0-2,-2 1,0-1,-1-1,0 1,-1-1,-1 0,-1 0,0 0,-1 0,-1-1,-1-5,-6-25,5 48,0 0,-1 0,1 1,0-1,0 1,0-1,0 1,-1-1,1 1,0 0,0-1,0 1,0 0,0 0,0 0,1 0,-1 0,0 0,0 0,1 0,-1 0,1 0,-1 0,1 0,-1 0,1 1,-1 0,-6 11,1 0,1 1,0 0,0 0,1 0,1 1,1-1,0 1,1 0,0-1,1 1,1 0,0 0,1-1,1 1,2 6,-2-14,0 0,1 0,0-1,0 1,1-1,0 0,0 0,0-1,0 1,1-1,0 0,0-1,1 1,-1-1,1-1,0 1,0-1,0 0,0-1,7 2,7 1,1 0,-1-2,1-1,0 0,0-2,15-1,33-5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5:42.8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217 425,'-14'2,"0"1,1 0,-1 0,1 2,0 0,0 0,1 1,-1 1,1 0,-4 3,11-6,-1 0,1 1,0-1,0 1,1 0,-1 0,1 0,0 1,1 0,-1-1,1 1,0 0,0 1,1-1,0 0,0 1,1 0,-1-1,2 1,-1 0,1-1,0 2,0-4,1-1,1 1,-1-1,0 1,1-1,0 0,0 0,0 1,0-1,0-1,0 1,1 0,0 0,-1-1,1 0,0 1,0-1,0 0,0-1,1 1,-1 0,1-1,-1 0,1 0,-1 0,1 0,-1-1,1 1,0-1,-1 0,1 0,0 0,-1 0,1-1,0 0,-1 1,1-1,-1-1,1 1,-1 0,0-1,1 0,-1 0,0 0,2-2,13-7,0-2,-1 0,-1-1,0-1,-1 0,-1-1,0-1,-2 0,1 0,-2-2,-1 1,0-1,-1-1,5-18,-4 14,-2 0,0-1,-2 0,-1-1,-1 1,-1-1,-1 0,-2 0,0 0,-2 0,0 1,-4-12,-16-11,22 47,-1 1,1-1,-1 0,0 0,0 1,1-1,-1 1,0-1,0 0,0 1,1-1,-1 1,0 0,0-1,0 1,0 0,0-1,0 1,0 0,0 0,0 0,0 0,0 0,0 0,0 0,0 0,0 1,0-1,0 0,0 0,0 1,0-1,0 1,1-1,-1 1,0-1,0 1,0 0,1-1,-1 1,0 0,1-1,-1 1,0 0,1 0,-1 0,1 0,-1-1,-7 16,0-1,1 1,0 0,1 1,1 0,1 0,0 0,1 0,1 0,1 1,0 5,-4 6,2 0,1 0,1 1,1-1,2 0,1 0,1 0,2 0,0 0,2-1,2 0,0-1,4 5,-10-26,0 0,1 0,-1 0,1 0,1-1,-1 0,1 0,0 0,0-1,0 0,0 0,1 0,0-1,0 0,0 0,0-1,0 0,0 0,1-1,-1 0,0 0,1-1,-1 0,1 0,-1 0,1-1,-1-1,0 1,1-1,-1 0,0-1,0 1,0-1,2-2,2-1,0-1,-1 0,1-1,-2 0,1 0,-1-1,0 0,-1-1,0 0,0 0,-1-1,-1 0,1 0,-2 0,0-1,0 0,-1 0,-1 0,0-1,0 1,-1-1,-1 1,0-14,-11-6,10 32,0-1,0 1,-1-1,1 1,0-1,0 1,-1-1,1 1,0-1,-1 1,1-1,0 1,-1 0,1-1,-1 1,1 0,-1-1,1 1,-1 0,1-1,-1 1,1 0,-1 0,1 0,-1 0,1-1,-1 1,1 0,-1 0,0 0,1 0,-1 0,1 0,-1 0,1 1,-1-1,0 0,1 0,-1 0,1 0,-1 1,1-1,-1 0,1 1,-1-1,1 0,0 1,-1-1,1 0,-1 1,1-1,0 1,-5 6,1 1,0 0,1 0,0 0,0 0,1 0,0 1,1-1,-1 1,2-1,-1 1,1 0,0-1,1 1,0 0,0 0,-1 0,2 0,-1 0,1-1,1 1,-1 0,1-1,1 1,0-1,0 0,1 0,0-1,0 1,0-1,1 0,0-1,1 1,-1-1,1 0,1-1,-1 0,1 0,0 0,0-1,0-1,0 1,3 0,6 0,0 0,0 0,0-2,0 0,1-1,-1-1,1 0,-1-2,0 0,0 0,0-2,12-4,17-7</inkml:trace>
  <inkml:trace contextRef="#ctx0" brushRef="#br0" timeOffset="917.115">1232 318,'31'197,"8"-2,19 36,7 39,-31-73,-34-191,-6 47,5-53,0 0,0 0,0 1,1-1,-1 0,0 0,0-1,0 1,0 0,0 0,0 0,0-1,0 1,0 0,0-1,0 1,0-1,0 1,1-1,-1 1,0-1,0 0,1 1,-1-1,0 0,1 0,-1 1,1-1,-1 0,1 0,-1 0,1 0,0 0,-1 0,1 0,0 0,-10-18,1-1,0 0,2-1,0 0,2 0,0-1,0 2,-27-126,6-2,7-1,6-6,10 124,0 6,2-1,0 1,2-1,0 1,2-1,1-1,-3 24,-1 0,1 0,0 0,0 0,0 0,0 0,0 1,1-1,-1 0,1 1,0-1,0 1,0 0,0-1,0 1,0 0,1 0,-1 0,1 1,-1-1,1 1,0-1,-1 1,1 0,0 0,0 0,0 0,0 0,0 1,0 0,0-1,0 1,0 0,0 0,0 1,0-1,0 1,0-1,0 1,0 0,0 0,0 1,1 0,15 6,0 2,0 0,-1 2,-1 0,0 0,-1 2,0 0,-1 1,0 0,-1 1,4 9,22 48,-39-71,0 1,0-1,-1 0,1 1,-1-1,0 1,0-1,0 1,0-1,0 1,0-1,0 1,-1-1,0 1,1-1,-1 1,0-1,0 0,0 1,0-1,-1 0,1 0,-1 0,1 0,-1 0,0 0,1 0,-1-1,0 1,0-1,-1 1,-3 1,-1 0,1-1,-1 0,0 0,0-1,0 1,1-2,-1 1,0-1,0 0,0 0,0-1,0 0,0 0,0 0,0-1,1 0,-1-1,1 0,-1 0,1 0,0 0,0-1,1 0,-1 0,1-1,0 0,0 0,0 0,1 0,-1-1,0-1,4 5,-1-1,1 1,0-1,0 1,0-1,0 0,0 1,0-1,1 0,-1 0,1 1,0-1,0 0,0 0,0 0,1 0,-1 1,1-1,-1 0,1 0,0 1,0-1,0 0,0 1,1-1,-1 1,1 0,0-1,-1 1,1 0,0 0,0 0,2-1,5-5,0 2,0-1,0 1,1 0,0 1,0 0,0 1,2 0,44-13,1 3,1 2,10 1,-50 8,92-10,-107 13,0 1,-1-1,1 1,0 0,-1 0,1 0,0 0,-1 0,1 1,-1-1,1 1,-1-1,0 1,0 0,0 0,0 0,0 0,0 1,-1-1,1 0,-1 1,1-1,-1 1,0-1,0 1,0 0,0-1,0 1,-1 0,1 0,-1 0,0-1,0 1,0 0,0 0,9 31,-8-29,1 0,0-1,1 1,-1-1,1 1,0-1,0 0,0 0,0 0,1-1,0 1,-1-1,1 0,1 0,-1 0,0 0,1-1,-1 0,1 0,0 0,0 0,-1-1,1 0,0 0,0 0,1-1,-1 1,0-1,0 0,0-1,0 1,0-1,0 0,0 0,0-1,0 0,-1 1,1-2,0 1,-1 0,3-2,2-5,0 0,0-1,0 0,-1 0,-1 0,0-1,0 0,-1-1,-1 1,0-1,0-1,-1 1,-1 0,0-1,0 0,-2 1,1-7,1 6,2 2,-3 30,-1-7,1-1,0 1,1-1,0 1,0-1,1 0,1 0,0-1,0 1,1-1,1 0,-1-1,1 0,1 0,0 0,0-1,1 0,0 0,0-1,1-1,0 1,3 0,16 6</inkml:trace>
  <inkml:trace contextRef="#ctx0" brushRef="#br0" timeOffset="2141.15">2595 331,'0'7,"1"1,-1-1,1 1,1-1,-1 0,1 0,1 0,-1 0,1 0,0 0,1 0,0-1,0 0,0 0,3 3,-6-7,14 20,0-1,2 0,0-1,1-1,1-1,1-1,13 9,-32-25,0 1,0-1,1 0,-1 0,1 0,-1 0,1-1,-1 1,1 0,-1-1,1 1,0-1,-1 1,1-1,0 0,-1 1,1-1,0 0,-1 0,1 0,0-1,0 1,-1 0,1-1,0 1,-1-1,1 1,-1-1,1 0,-1 0,1 1,-1-1,1 0,-1 0,0-1,1 1,-1 0,0 0,0-1,0 1,1-2,11-18,-1-1,-1-1,-1 1,0-2,0-7,22-51,-32 82,0 0,0-1,0 1,0-1,0 1,0 0,0-1,0 1,0-1,0 1,0-1,0 1,0 0,0-1,0 1,0-1,0 1,1 0,-1-1,0 1,0 0,0-1,1 1,-1 0,0-1,1 1,-1 0,0-1,1 1,-1 0,0 0,1-1,-1 1,0 0,1 0,-1 0,1 0,-1 0,0-1,1 1,-1 0,1 0,-1 0,0 0,1 0,-1 0,1 0,-1 0,1 0,-1 1,0-1,1 0,-1 0,0 0,1 0,-1 1,1-1,-1 0,5 26,-6-16,0-1,1 0,0 1,1-1,0 1,0-1,1 0,0 0,1 0,0 0,1 0,-1-1,2 1,-1-1,1 0,0 0,1 0,0-1,0 0,0 0,1-1,0 0,3 2,1-2,0-2,1 1,-1-1,1-1,0 0,0-1,0 0,1 0,-1-2,0 1,1-2,-1 0,0 0,0-1,0 0,2-2,12-2,-1-2,1-2,-1 0,-1-1,0-1,20-15,42-46,-82 69,-1 0,1-1,-1 1,0-1,0 0,0 1,-1-1,0 0,0-1,0 1,0 0,-1-1,0 1,0-1,-1 1,1-1,-1 1,0-1,-1 0,0 3,0-1,0 1,0 0,0 0,-1 0,1 0,-1 0,0 0,0 0,0 0,0 1,-1-1,1 1,-1 0,0-1,1 1,-1 0,0 1,0-1,0 0,0 1,0 0,-1 0,1 0,0 0,-1 0,1 1,0-1,-1 1,1 0,-1 0,1 0,-1 1,1-1,0 1,-1 0,1 0,0 0,0 0,0 0,-1 1,1-1,0 1,1 0,-1 0,0 0,1 0,-1 1,-1 2,1 0,-1 0,1 0,0 0,0 1,1 0,0-1,0 1,0 0,1 0,0 0,0 0,0 0,1 0,0 0,0 1,0-1,1 0,0 0,0 0,1 0,-1 0,1-1,1 1,-1 0,2 1,1 3,1 1,0-1,1-1,0 1,0-1,1-1,0 1,1-1,0-1,0 1,1-2,0 1,5 1,-3-1,0-1,1-1,-1 0,1-1,0 0,1-1,-1-1,0 0,1 0,0-2,-1 1,1-2,-1 0,1 0,-1-2,1 1,-1-2,0 0,0 0,0-1,5-4,-11 3,0-1,0 1,-1-1,0 0,-1-1,0 0,0 1,0-2,-1 1,0 0,-1-1,0 0,0 0,-1 0,0 0,-1 0,0 0,0 0,-1-1,0 1,0 0,-1 0,-1 0,1-1,-2 1,0-4,-5 2,4 27,4-7,1 0,0 0,0 0,1 0,0 0,1 0,0-1,0 1,1-1,0 0,0 0,1 0,0 0,1-1,-1 0,1 0,1-1,-1 1,1-1,0-1,1 1,-1-1,1-1,0 1,0-1,0-1,1 0,-1 0,1 0,0-1,2 0,-5 0,-1 0,1-1,0 0,0 0,0 0,0-1,0 1,0-2,0 1,0-1,0 0,0 0,0 0,0-1,0 0,-1 0,1 0,-1-1,0 0,1 0,-1 0,-1-1,1 0,0 0,-1 0,0 0,0-1,0 1,0-1,-1 0,0 0,1-2,0-7,0 1,-1 0,-1-1,0 1,-1-1,0 0,-1 1,-1-12,0-3,6 26,2 16,-6-12,8 18,2 5,0 1,2-1,1-1,2-1,13 18,-27-39,0 0,0 0,0 0,-1 0,2-1,-1 1,0-1,0 0,0 1,1-1,-1 0,0 0,1-1,-1 1,1 0,-1-1,1 0,-1 1,1-1,-1 0,1 0,0-1,-1 1,1 0,-1-1,1 1,-1-1,1 0,-1 0,0 0,1 0,-1-1,0 1,0 0,0-1,0 0,0 1,0-1,0 0,-1 0,1 0,-1 0,2-2,5-9,1 0,-2 0,0-1,0 0,-1 0,-1-1,0 1,-2-1,1 0,-2-1,0 1,0 0,-2-1,-1-14,-2 8,3 22,0 0,0 0,-1 0,1 1,0-1,0 0,0 0,0 0,0 1,-1-1,1 0,0 0,0 0,0 0,-1 1,1-1,0 0,0 0,-1 0,1 0,0 0,0 0,0 0,-1 0,1 0,0 0,0 0,-1 0,1 0,0 0,0 0,-1 0,1 0,0 0,0 0,-1 0,1 0,0 0,0 0,0-1,-1 1,1 0,0 0,0 0,0 0,-1 0,1-1,0 1,0 0,0 0,0 0,0-1,-1 1,1 0,0 0,0-1,0 1,0 0,0 0,0-1,-4 13,1 0,0 1,1-1,1 0,-1 1,2-1,0 1,0-1,3 10,-2-14,1 1,0-1,0 0,1-1,0 1,0 0,1-1,0 0,0 0,1 0,0 0,0 0,1-1,0 0,0-1,0 1,0-1,1 0,0-1,0 1,1-1,-1-1,1 1,-1-1,1-1,0 1,0-2,1 1,27 6,1-3,0 0,0-3,1-1,-1-1,30-5,-4-2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5:56.7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158 54,'3'125,"5"-1,23 106,-14-128,2 3,-4 1,-5 12,-9-108,0 1,-1 0,0 0,0 0,-1-1,-1 1,0 0,0-1,-1 1,-1-1,1 0,-2 1,4-10,0 1,0-1,0-1,0 1,0 0,0 0,0 0,0-1,-1 1,1 0,0-1,0 1,-1-1,1 1,0-1,-1 0,1 0,0 1,-1-1,1 0,0 0,-1 0,1-1,0 1,-1 0,1 0,0-1,-1 1,1-1,0 1,0-1,-1 0,1 1,0-1,0 0,0 0,0 0,0 0,0 0,0 0,0 0,0 0,1 0,-1 0,0 0,1 0,-1-1,1 1,-1 0,1-1,-1 1,1 0,0-1,-16-29,2 0,1-1,1-1,2 0,-3-20,4 22,-25-109,6-2,-5-96,31 227,1-83,1 91,1 0,0 0,-1 0,1 0,0 0,0 1,0-1,1 0,-1 1,1-1,0 0,-1 1,1 0,0-1,0 1,1 0,-1 0,0 0,1 1,-1-1,1 0,-1 1,1 0,0-1,0 1,-1 0,1 1,2-2,13 2,0-1,-1 2,1 0,-1 1,1 1,-1 1,0 0,0 2,0-1,-1 2,0 0,0 1,2 3,-9-8,0 1,-1 1,1-1,-1 1,0 1,-1 0,1 0,-1 0,0 1,-1 0,1 0,-1 1,-1 0,0 0,0 0,0 1,0 1,-6-5,0-1,1 1,-2-1,1 0,0 1,-1-1,0 0,0 0,0 0,-1-1,1 1,-1 0,0-1,0 0,0 1,0-1,-1 0,1-1,-1 1,0-1,1 1,-1-1,0 0,-1-1,1 1,0-1,0 1,-1-1,0-1,-2 4,0-1,-1 0,1-1,-1 0,0 0,0-1,0 0,1 0,-1-1,0 0,0 0,0-1,0 0,0 0,-3-1,10 1,1 0,-1-1,0 1,1 0,-1 0,1 0,-1 0,1-1,-1 1,1 0,0 0,0-1,-1 1,1 0,0-1,0 1,0 0,1 0,-1-1,0 1,0 0,1 0,-1-1,1 1,-1 0,1 0,-1 0,1 0,0-1,-1 1,1 0,0 0,0 0,0 1,0-1,0 0,0 0,0 0,0 1,0-1,1 1,-1-1,0 1,0-1,0 1,2-1,36-22,1 1,1 2,1 1,0 3,22-5,-55 18,162-57,-155 49,-25 6,-29 6,31 0,0 0,1 1,-1 0,1 0,0 0,0 1,0 0,0 0,0 1,0-1,1 1,0 1,0-1,0 1,0 0,1 0,-1 0,1 0,1 1,-1 0,1 0,0 0,0 0,1 0,0 0,0 1,0-1,1 1,0 0,0-1,1 1,0 0,0-1,0 3,1-6,0 0,-1-1,1 1,1 0,-1 0,0-1,1 1,-1 0,1-1,0 1,-1-1,1 0,1 0,-1 0,0 0,0 0,1 0,-1 0,1-1,-1 1,1-1,0 0,0 0,0 0,-1 0,1 0,0-1,0 1,0-1,0 0,3 0,1 0,1 0,-1-1,1 0,-1-1,1 1,-1-1,0-1,0 1,0-1,0 0,0-1,1-1,0 0,-1-1,0-1,0 1,-1-1,0 0,0-1,0 1,-1-1,0 0,-1 0,0-1,0 0,-1 1,0-1,0 0,-1-1,0 1,-1 0,0-1,0 1,-1 0,-1-5,3 117,-2-93,1 0,1 1,0-1,0 0,1-1,1 1,-1 0,2-1,-1 0,1 0,0 0,1-1,0 1,1-1,-1-1,1 1,1-1,0 0,0-1,0 0,0 0,1-1,0 0,0-1,1 1,-1-2,8 3,36 0,-5-6</inkml:trace>
  <inkml:trace contextRef="#ctx0" brushRef="#br0" timeOffset="374.199">1561 1,'-20'0,"0"1,0 1,0 0,0 2,1 0,-1 2,1 0,0 1,1 1,-1 0,2 2,-1 0,-7 7,23-16,0 0,0 0,1 0,-1 0,0 0,1 1,-1-1,1 1,0-1,-1 1,1-1,0 1,0 0,0 0,0 0,0-1,1 1,-1 0,0 0,1 0,0 0,-1 0,1 0,0 0,0 0,0 0,0 0,0 0,1 0,-1 0,1 0,-1 0,1 0,0 0,-1 0,1 0,0 0,0-1,0 1,1 0,0 0,8 7,1-1,0 0,1-1,-1 0,1-1,1 0,-1-1,1-1,12 4,-4-1,186 66,-148-40,-57-33,-1 1,0 0,0 0,0 0,1 0,-1 0,0 0,0 0,0 1,-1-1,1 0,0 0,0 1,-1-1,1 1,0-1,-1 0,0 1,1-1,-1 1,0-1,0 1,0 0,0-1,0 1,0-1,0 1,0-1,-1 1,1-1,0 1,-1-1,1 0,-1 1,0-1,0 0,1 1,-1-1,0 0,-1 1,-9 8,-1-1,1 0,-2-1,1 0,-1-1,0-1,-1 0,-10 3,11-3,-4 1,0 0,-1-1,1 0,-1-1,0-2,-3 1,27-17,10 1</inkml:trace>
  <inkml:trace contextRef="#ctx0" brushRef="#br0" timeOffset="650.1">1976 455,'0'0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5:53.8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1 313,'11'7,"2"-1,-1-1,0 0,1-1,0 0,0 0,1-2,-1 0,0 0,1-1,-1-1,1 0,-1-1,1 0,-1-1,8-3,7-1,0-3,0 0,-1-1,0-2,-1-1,0-1,2-2,-14 8,-1 0,1 0,-1-1,-1-1,0 0,0-1,-1 0,-1 0,1-2,-2 1,0-1,0 0,-2-1,1 0,0-5,-7 17,0 0,0 0,0 0,-1 0,1 0,-1 0,1 0,-1 0,0 0,0-1,0 1,0 0,0 0,-1 0,1 0,0 0,-1 0,0 0,0 0,1 0,-1 0,0 0,0 0,-1 0,1 0,0 1,-1-1,1 0,-1 1,1 0,-1-1,0 1,1 0,-1 0,0 0,0 0,0 0,0 0,0 0,0 1,0-1,0 1,0-1,0 1,-1 0,1 0,0 0,0 0,0 0,0 0,0 1,0-1,-1 1,1 0,0-1,0 1,0 0,1 0,-1 0,0 1,0-1,1 0,-1 0,0 2,-5 7,0 1,2 0,-1 0,1 0,1 1,0-1,1 1,0 0,0 1,2-1,-1 0,2 9,-1-18,-6 130,5 0,6 1,10 41,-9-120,32 440,-37-352,-5-100</inkml:trace>
  <inkml:trace contextRef="#ctx0" brushRef="#br0" timeOffset="328.553">148 728,'279'-103,"-4"-13,-239 100,103-33,-137 48,0 0,1 1,-1-1,0 1,0 0,1 0,-1 0,0 0,0 0,1 0,-1 0,0 1,0-1,0 1,1 0,-1-1,0 1,0 0,0 0,0 1,0-1,-1 0,1 1,0-1,-1 1,1-1,-1 1,1 0,-1 0,0-1,1 1,-1 0,0 0,0 1,-1-1,1 0,0 0,-1 0,1 0,-1 1,0-1,1 0,-1 1,3 59,-4-49,1-1,1 1,0-1,0 0,2 1,-1-1,1 0,3 5,-1-9</inkml:trace>
  <inkml:trace contextRef="#ctx0" brushRef="#br0" timeOffset="580.201">829 207,'-9'2,"4"6,7 3,4 0</inkml:trace>
  <inkml:trace contextRef="#ctx0" brushRef="#br0" timeOffset="847.02">1204 688,'8'-2,"-1"0,0 0,1-1,-1 0,0-1,-1 0,1 0,-1 0,1 0,-1-1,-1 0,1-1,-1 1,0-1,0 0,0 0,-1-1,0 1,0-1,-1 0,0 0,0 0,0-2,0 3,-1 0,0 0,-1 0,1 0,-1 0,0 0,-1 0,1 0,-1-1,-1 1,1 0,-1 0,0 0,0 0,-1 0,0 0,0 0,0 0,-1 0,1 1,-2 0,1-1,0 1,-1 0,0 0,0 1,-1-1,-3-2,7 6,0 0,-1 0,1 0,0 0,-1 0,1 0,-1 0,1 0,-1 1,0-1,1 1,-1-1,1 1,-1 0,0-1,1 1,-1 0,0 0,1 0,-1 0,0 1,1-1,-1 0,0 1,1-1,-1 1,1 0,-1-1,1 1,-1 0,1 0,-1 0,1 0,0 0,-1 0,1 0,0 1,0-1,-26 61,25-54,0 1,0 0,0 0,1 0,1 0,0 1,0-1,0 0,1 0,1 0,0 0,0 0,0 0,1-1,1 1,-1-1,1 0,1 0,-1 0,1 0,1-1,0 0,0 0,0 0,1-1,-1 0,2 0,-1-1,1 0,-1 0,5 1,3 0,1-1,0-1,-1-1,1 0,1-1,-1-1,0 0,0-1,0-1,1-1,1 0,47-8</inkml:trace>
  <inkml:trace contextRef="#ctx0" brushRef="#br0" timeOffset="1843.18">2207 407,'-20'-1,"1"1,-1 0,1 2,0 0,-1 1,1 1,0 1,1 1,0 0,-1 1,2 1,-1 1,1 1,-10 8,24-17,0 0,0 1,1 0,-1 0,1-1,-1 2,1-1,0 0,0 0,0 1,0-1,0 1,0 0,1-1,-1 1,1 0,0 0,0 0,0 0,0 0,1 0,-1 0,1 0,-1 1,1-1,0 0,0 0,1 0,-1 0,1 0,0 0,-1 1,1-1,0-1,1 1,-1 0,1 0,-1 0,1-1,0 1,0-1,0 1,11 4,-1 0,1-2,0 1,1-2,-1 0,1 0,0-2,0 1,0-2,0 0,0 0,11-2,-23 1,96-3,-1-5,1-4,-2-4,0-4,-1-4,25-13,-112 34,25-6,-1-1,0-1,-1-2,-1-1,19-13,-47 27,-1 0,0 0,0 0,0 0,-1-1,1 1,0 0,0-1,0 1,0-1,0 1,0-1,0 0,-1 1,1-1,0 0,0 0,-1 1,1-1,-1 0,1 0,-1 0,1 0,-1 0,1 0,-1 1,0-1,1 0,-1 0,0 0,0 0,0 0,0 0,0-1,0 1,0 0,0 0,0 0,0 0,-1 0,1 0,0 0,-1 1,1-1,-1 0,1 0,-1 0,1 0,-1 0,-11-2,0 1,0 0,0 0,-1 1,1 1,0 0,-1 0,1 2,-8 1,8-2,1 1,0 0,0 1,0 0,0 1,0 0,0 0,1 1,0 1,0 0,1 0,-1 1,2 0,-1 1,1 0,0 0,0 1,1 0,-2 3,8-10,-1 0,1 0,0 0,0 0,1-1,-1 2,0-1,1 0,-1 0,1 0,0 0,-1 0,1 0,0 0,0 0,1 1,-1-1,0 0,1 0,-1 0,1 0,0 0,0 0,-1 0,1 0,1 0,-1-1,0 1,0 0,1-1,-1 1,1 0,-1-1,1 0,0 1,-1-1,1 0,0 0,0 0,0 0,0 0,0-1,0 1,1 0,10 0,-1 0,1-1,-1 0,1-1,-1 0,0-1,1-1,-1 0,0-1,-1 0,1 0,-1-1,1-1,-2 0,1-1,-1 0,3-2,2-1,-1 1,0-2,-1 0,0-1,-1 0,0-1,-1 0,4-8,-12 40,-4-13,1 0,0 0,0-1,0 1,1 0,0-1,0 1,0 0,1-1,0 0,0 1,0-1,1 0,-1 0,1 0,0 0,1 0,-1-1,1 0,0 0,0 0,0 0,1 0,0-1,-1 0,1 0,0 0,0 0,1-1,-1 0,0 0,1 0,3 0,-4-1,0 1,1-1,-1 1,1-2,-1 1,1 0,0-1,-1 0,1-1,0 1,-1-1,1 0,-1-1,1 1,-1-1,0 0,0 0,0-1,0 1,0-1,0 0,-1-1,1 1,-1-1,0 0,0 0,0 0,-1 0,1-1,2-4,-2-3,-1 0,1 0,-2 0,0 0,0 0,-1-1,-1 1,0 0,-1-1,3-51,-1 61,0 1,-1-1,1 0,0 0,0 1,1-1,-1 0,1 1,-1-1,1 1,0 0,0 0,0 0,0-1,0 2,0-1,0 0,1 0,-1 1,1-1,-1 1,1 0,0 0,0 0,-1 0,1 0,0 1,0-1,0 1,0 0,0 0,0 0,-1 0,1 0,0 0,0 1,0 0,0-1,-1 1,1 0,0 1,2 0,4 0,0 1,0 0,0 1,0 0,-1 0,0 1,0 0,0 0,0 1,-1 0,0 0,0 1,0 0,-1 0,0 0,-1 1,0 0,0 0,0 0,-1 1,0 0,-1 0,0 0,-1 0,1 0,-1 4,0 30,-3-38,0 0,0 0,1 0,-1 1,2-1,-1 0,0 0,1 0,0 1,0-1,1 0,-1 0,1 0,0-1,0 1,1 0,0-1,-1 1,1-1,1 0,-1 0,1 0,-1-1,1 1,0-1,1 0,-1 0,9 0,1-1,0 0,-1-1,1-1,0 0,0-1,-1 0,1-1,0-1,-1 0,0 0,0-2,0 0,0 0,-1-1,0-1,8-5,-6 6,0-1,-1-1,0 0,-1-1,0 0,0-1,-1 0,0-1,-1 0,0-1,0 0,-2 0,1-1,4-11,-12 22,0 0,0 0,0 0,0 0,0 0,0 0,-1 0,1 0,-1 0,1 0,-1 0,0 0,0 0,0 0,0 0,0 0,-1-1,1 1,-1 0,1 0,-1 0,0 0,0 0,0 0,0 1,0-1,0 0,0 0,0 1,-1-1,1 0,-1 1,1 0,-1-1,0 1,0 0,1 0,-1 0,0 0,0 0,0 0,0 1,0-1,0 0,0 1,-1 0,-2 0,0 1,0-1,0 1,0 1,1-1,-1 1,0 0,1 0,-1 0,1 0,-1 1,1 0,0 0,0 0,0 0,1 1,-1-1,1 1,0 0,0 0,0 0,0 1,1-1,0 1,0-1,0 1,0 0,1 0,0 0,0 0,0 0,1 0,-1 0,1 0,0 0,1 0,-1 0,1 0,0 0,2 4,-1-2,2-1,-1 0,1 0,0 0,0 0,0 0,1-1,0 0,0 0,1 0,-1 0,1-1,0 0,0-1,0 1,1-1,-1 0,5 1,133 30,-77-29,1-3,58-5,5-6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6:10.7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159 0,'-13'16,"-10"14,-2 14,0 12,2 11,3 10,5 5,4 3,8 0,7-5,9-7,8-9,6-12,4-9,5-10,0-10,-2-10,-6-7</inkml:trace>
  <inkml:trace contextRef="#ctx0" brushRef="#br0" timeOffset="374.108">320 374,'257'-22,"-170"35,-85-13,0 1,0 0,0 0,0 0,0 0,0 0,0 1,0-1,0 0,-1 1,1 0,0-1,-1 1,1 0,-1 0,0 0,0 0,0 0,0 0,0 0,0 0,0 0,0 0,-1 1,0-1,1 0,-1 1,0-1,0 0,0 0,0 1,0-1,-1 0,1 1,-1-1,1 0,-6 13,-1 0,0 0,-1-1,-1 0,0-1,0 0,-2 0,1-1,-5 3,-6 9,4-4,5-8,0 2,1 0,1 0,0 1,1 0,0 1,0 4,8-18,0 0,1-1,-1 1,1 0,-1 0,1 0,0 0,0 0,0 0,0 0,0 0,0 0,1 0,-1-1,1 1,-1 0,1 0,0 0,0 0,-1-1,1 1,0 0,1-1,-1 1,0-1,0 1,1-1,-1 0,1 1,-1-1,1 0,-1 0,1 0,0 0,0 0,-1-1,3 1,73 16,-44-15,-1-2,1-1,0-2,0-1,-1-2,1-1,-1-1,-1-2,0-1,0-1,-2-2,1-1,-2-1,3-4,18-14</inkml:trace>
  <inkml:trace contextRef="#ctx0" brushRef="#br0" timeOffset="650.363">1149 80,'-70'-67,"73"65,88 56,-77-44,14 10,0 1,-2 1,0 1,-1 1,-2 2,-1 0,-1 1,-1 1,-1 1,-1 1,-2 1,-2 0,0 1,3 16,-15-26,0 0,-2 0,-1-1,-1 1,0 0,-2-1,0 1,-2-1,0-1,-2 1,0-1,-1 0,-1 0,0-1,-2-1,0 0,-1-1,-1 0,-12 11,-61 73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6:08.8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471 180,'-8'-3,"1"1,-1 0,0 0,0 0,0 1,0 0,0 1,0-1,0 2,0-1,0 1,0 0,1 1,-1 0,0 0,-6 3,-116 59,108-52,0 1,1 1,0 1,1 1,1 1,1 0,0 2,-3 4,20-22,-1 1,1-1,-1 1,1-1,-1 1,1 0,0-1,0 1,0 0,0 0,0 0,0 0,0 0,1 0,-1 0,1 0,0 0,-1 0,1 0,0 0,0 0,0 0,0 0,1 0,-1 0,1 1,-1-1,1 0,-1 0,1-1,0 1,0 0,0 0,0 0,1 0,-1-1,0 1,1-1,-1 1,1-1,-1 1,2 0,8 0,-1 1,1-1,-1-1,1 0,0-1,-1 0,1 0,0-1,-1 0,1-1,12-1,-11 1,0 0,0 0,0 2,1-1,-1 1,0 1,0 0,1 1,-1 0,0 1,-1 0,1 1,0 1,-1-1,0 2,0-1,-1 2,1-1,-1 2,-1-1,5 5,-9-6,0-1,0 2,0-1,-1 0,1 1,-2 0,1 0,-1 0,0 1,0-1,-1 1,0-1,-1 1,1 0,-1-1,-1 1,0 0,0 0,0 0,-1 0,0 0,-1-1,1 1,-2 0,1-1,-1 0,0 1,0-1,-1 0,0 0,-7 4,-1 1,1-1,-2-1,1 0,-2-1,1 0,-1-1,0 0,-1-1,0-1,0 0,0-1,-1-1,1-1,-1 0,0-1,0 0,0-1,-1-1,1-1,0 0,0-1,0-1,1 0,-1-1,1-1,-13-6,18-1,29 2,-12 8,16-8</inkml:trace>
  <inkml:trace contextRef="#ctx0" brushRef="#br0" timeOffset="866.009">992 260,'-23'21,"1"0,1 2,1 0,1 1,0 1,3 1,0 1,-11 26,18-35,2 0,1 1,0 0,1 0,1 1,1-1,0 1,2 0,0 0,2-1,0 1,1 0,0-1,4 8,-6-22,1-1,0 0,0 0,1 1,-1-1,1 0,0 0,0 0,0-1,1 1,-1 0,1-1,0 1,0-1,0 0,0 0,1 0,-1-1,1 1,0-1,-1 0,1 0,0 0,0 0,1-1,-1 0,0 0,0 0,1 0,-1 0,0-1,1 0,-1 0,1 0,-1-1,0 1,4-2,7-5,-1 0,0-1,0-1,-1 0,0-1,-1 0,0-1,-1 0,0-1,0 0,-1-1,-1 0,-1-1,1 0,3-11,7-7,-1-1,-2 0,-1-1,-2-1,-1 0,-2-1,-1 0,-2-1,-2 0,-1 0,-2 0,-2 0,-1 0,-5-29,-28-30,32 93,0 0,0 0,0 0,-1 1,1-1,-1 0,0 1,1 0,-1-1,0 1,0 0,0 1,-1-1,1 0,0 1,-1 0,1 0,-1 0,1 0,-1 0,0 1,1 0,-1 0,1 0,-1 0,-2 0,-3 3,1 1,0 0,-1 0,2 0,-1 1,0 0,1 1,0 0,0 0,1 0,-1 1,1 0,1 0,0 0,0 1,0 0,1 0,0 0,0 0,1 1,0 0,-1 7,-1 3,1 0,1 1,0 0,2 0,0-1,2 1,0 0,1 0,0 0,2-1,1 0,0 1,1-2,1 1,1-1,7 13,6 6,1-1,2-1,1-1,2-1,1-1,2-2,12 9,-24-22,-10-12,0 0,-1 0,0 1,-1 0,1 1,-1 0,0 0,-1 0,1 0,-1 1,-1 0,0 0,0 0,0 1,-1-1,-1 1,1 0,-1 0,0 8,-15 17,4-23</inkml:trace>
  <inkml:trace contextRef="#ctx0" brushRef="#br0" timeOffset="1400.627">1687 314,'-11'11,"0"2,1-1,0 2,1-1,1 1,0 0,1 1,0 0,1 0,1 0,0 1,1 0,1 0,-1 9,0-3,1-1,1 1,1-1,1 1,1-1,0 1,2 0,-2-16,0 1,0 0,1-1,0 1,0-1,1 0,0 0,0 0,0 0,1 0,0-1,0 1,0-1,1 0,0 0,0-1,0 1,0-1,1 0,0-1,-1 1,1-1,0 0,3 0,-3-1,0 0,1-1,-1 1,1-1,-1-1,1 1,0-1,-1 0,1-1,0 0,-1 0,1 0,-1-1,0 1,1-2,-1 1,0-1,0 0,0 0,-1 0,1-1,-1 0,0 0,0-1,0 1,2-3,3-6,1 1,-1-1,-1-1,0 0,-1 0,-1-1,0 0,-1-1,0 1,0-5,2-12,-1-1,-2-1,-1 1,-1 0,-2-1,-2 0,0 1,-3-1,-1 1,-1 0,-8-25,13 51,-1 0,1 1,-1-1,-1 0,1 1,-1 0,0-1,0 1,-1 0,0 1,0-1,0 1,-1-1,0 1,0 1,0-1,0 1,-1 0,0 0,0 0,0 1,0 0,0 0,-1 0,1 1,-1 0,0 1,1-1,-2 1,-1 2,1 1,0 0,-1 1,1-1,0 2,1-1,-1 1,1 0,-1 0,1 1,0 0,1 1,0-1,-1 1,1 1,-79 105,72-92,1 0,1 1,1 1,1-1,1 2,1-1,0 1,2 0,1 1,1-1,1 1,0 2,12 23,6-12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6:16.9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155 132,'-2'14,"-1"9,0 7,1 8,1 4,0 2,-2-2,-1-2,1-5,1-6,0-6,1-11,-2-12,0-7</inkml:trace>
  <inkml:trace contextRef="#ctx0" brushRef="#br0" timeOffset="337.765">8 119,'-1'-2,"0"0,0-1,0 1,0-1,1 1,-1-1,1 1,-1-1,1 1,0-1,0 0,0 1,0-1,1 1,-1-1,1 1,0-1,-1 1,1-1,0 1,0-1,1 1,-1 0,0 0,1 0,0 0,-1 0,1 0,0 0,0 0,0 1,0-1,0 1,0-1,0 1,1 0,13-6,0 1,0 0,1 1,-1 1,1 1,0 0,0 1,1 1,-1 1,9 0,56 21,-80-19,1-1,-1 0,1 1,-1 0,0-1,0 1,0 0,0 0,0 0,0 1,-1-1,1 0,-1 1,1-1,-1 1,0-1,0 1,0 0,0-1,0 1,-1 0,0 0,1-1,-1 1,0 0,0 0,0 0,-1 1,-2 3,0-1,0 1,-1-1,1 0,-2 0,1 0,-1-1,1 0,-1 0,-1 0,1 0,-1-1,0 0,0 0,0 0,-1-1,1 0,-1 0,0 0,1-1,-4 0,-27 7,35-10,11-2</inkml:trace>
  <inkml:trace contextRef="#ctx0" brushRef="#br0" timeOffset="731.395">450 319,'1'-13,"1"-1,1 1,0-1,1 1,1 0,0 0,0 1,1 0,1 0,5-8,-12 21,0-1,0 1,1-1,-1 1,0-1,0 1,1-1,-1 1,0-1,0 1,1-1,-1 0,0 1,1-1,-1 0,1 1,-1-1,1 0,-1 1,0-1,1 0,-1 0,1 0,-1 1,1-1,-1 0,1 0,-1 0,1 0,-1 0,1 0,0 0,-1 0,1 0,-1 0,1 0,-1 0,1-1,-1 1,1 0,-1 0,0 0,1-1,-1 1,1 0,-1-1,1 1,-1 0,0-1,1 1,-1 0,0-1,1 1,-1-1,0 1,0-1,1 1,-1-1,0 1,0-1,0 1,0-1,0 1,1-1,-1 1,0-1,0 1,0-1,0 1,4 40,3 148,-3-139,-3-30</inkml:trace>
  <inkml:trace contextRef="#ctx0" brushRef="#br0" timeOffset="911.91">436 547,'16'0,"10"0,7 0,5-3,2 0,0 1,-7-1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6:20.5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617 93,'-147'-14,"-28"15,155 1,1 1,0 1,1 1,-1 1,1 0,0 1,0 1,-15 10,23-11,1 0,1 1,-1 1,1-1,1 1,-1 1,1-1,1 1,0 0,1 1,0 0,0 0,1 0,0 0,1 0,0 5,-3 112,8-78,-2-42,0 0,1 0,0 0,1-1,-1 1,1 0,1 0,0-1,0 0,0 1,1-1,0 0,0-1,1 1,0-1,0 0,1 0,3 5,0-1,1 0,0-1,1 0,0 0,1-1,-1-1,1 0,1 0,-1-2,1 1,3-1,16 6,1-2,1-2,-1-1,1-1,0-2,35-1,-51-4,0 0,1-1,-1-2,0 0,-1 0,1-2,-1 0,-1-1,1-1,13-9,-19 11,-1 1,0-1,0-1,-1 0,0 0,-1-1,0 0,0-1,-1 0,0 0,0 0,-1-1,-1 0,0 0,0 0,-1-1,-1 1,0-1,0 0,-2 0,1-5,-4-161,2 170,0 0,-1 0,-1 0,1 0,-1 1,0-1,-1 0,0 1,0 0,0 0,-1 0,0 0,-1 0,1 1,-1 0,-1 0,1 0,-1 1,0 0,0 0,-1 0,-116-108,55 88,37 21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6:26.5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256 404,'-7'33,"2"-1,1 2,2-1,1 0,3 30,0-6,-3 51,1-9,3 0,7 24,-9-115,-1-5,0 0,-1 0,1 0,0-1,1 1,-1 0,1 0,-1 0,1 0,0 0,0-1,0 1,0 0,0-1,1 1,-1-1,1 1,0-1,0 0,-1 1,1-1,1 0,-1 0,0-1,1 1,-1 0,0-1,1 1,0-1,-1 0,1 0,1 0,187-20,202 5,-237 3,1 7,19 7,-76 3,-1-5,1-4,2-5,56-8,97 4,536 0,872 12,-1089 27,-236 2,-7-16,-49-4,384 8,-183-10,98 12,-426-15,72 13,-211-15,-14-1,1 0,-1 0,1 0,-1 0,1 0,0-1,0 1,-1-1,1 0,0 0,-1 0,1 0,0 0,0-1,-1 1,1-1,0 0,-1 0,1 0,-1 0,1 0,-1 0,1-1,-1 1,0-1,0 0,0 0,0 0,0 0,0 0,0 0,-1 0,1 0,-1-1,0 1,1-2,5-128,38-267,-40 93,-4 299,0-1,0 1,-1 0,0 0,0-1,-1 1,0 0,-1 0,1 0,-1 0,0 0,-1 0,0 0,0 1,0 0,-1-1,0 1,0 0,-1 1,0-1,0 1,0 0,0 0,-1 0,0 1,-6-4,-122-13,-125 30,-207 6,-241-24,-6 3,442 7,-687-1,358-28,221-9,148 12,-87 7,71 11,-96-21,175 15,-65 8,148 4,-466-25,-616 27,1081-9,69 5,-1 1,0 1,0 0,1 1,-1 1,-11 2,22-1,0 1,1 0,0 0,-1 0,1 1,0 0,1 0,-1 1,1 0,-3 3,-16 12,18-16,1-1,0 1,0 1,0-1,0 1,1 0,0 0,0 0,0 0,1 1,-1 0,1 0,0 0,-72 212,36-135,-2-3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6:28.9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23 142,'-9'0,"0"0,5 0,13 0,15-4,21-7,18-3,17-4,14-1,15 0,9 4,6 2,1 3,0 3,-5 3,-6 0,-21 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6:29.3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12,'5'4,"3"5,3 2,2-1,1 1,0-2,-2-4,-3-6,-3-5,-3-6,-6-3,-5 1,-3 2,-3 4,0 6,2 9,2 9,4 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6:29.6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1 118,'7'-2,"2"-6,0-5,-2-4,-4-2,-3-1,-4 3,0 2,-1 8,4 8,6 8,11 2,10 0,12-2,-1-3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6:33.1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1 239,'14'-56,"3"2,2 0,5-3,-24 57,-1 0,1-1,0 1,0-1,0 1,0-1,0 1,0-1,-1 0,1 1,0-1,1 1,-1-1,0 1,0-1,0 1,0-1,0 1,0-1,1 1,-1-1,0 1,0-1,1 1,-1 0,0-1,1 1,-1-1,0 1,1 0,-1-1,1 1,-1 0,1-1,-1 1,0 0,1 0,-1 0,1-1,-1 1,1 0,-1 0,1 0,0 0,-1 0,1 0,-1 0,1 0,-1 0,1 0,-1 0,1 0,-1 0,1 1,-1-1,1 0,-1 0,1 0,-1 1,1-1,-1 0,0 1,1-1,-1 0,0 1,1-1,-1 1,0-1,1 0,-1 1,18 144,13 110,-35-209,-1-30</inkml:trace>
  <inkml:trace contextRef="#ctx0" brushRef="#br0" timeOffset="251.303">28 479,'21'0,"15"0,13-2,8-4,5-2,-1 0,-7-1,-12 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6:30.8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 14,'2'21,"4"22,4 18,6 14,4 11,2 3,-2 1,-1-1,-4-7,-4-8,-5-12,-3-15,-4-14,-5-17,-5-14,-1-8</inkml:trace>
  <inkml:trace contextRef="#ctx0" brushRef="#br0" timeOffset="285.263">1 215,'17'-4,"1"1,0 1,-1 0,1 1,0 1,0 1,0 0,0 1,0 1,-1 1,2 1,-18-5,0 0,-1 0,1 0,-1 0,1 0,0 1,-1-1,1 0,-1 0,1 0,-1 1,1-1,-1 0,1 1,-1-1,1 0,-1 1,1-1,-1 0,1 1,-1-1,0 1,1-1,-1 1,0-1,1 1,-1-1,0 1,0 0,0-1,1 1,-1-1,0 1,0 0,0-1,0 1,0-1,0 1,0 0,0-1,0 1,0-1,-1 1,1 0,0-1,0 1,0-1,-1 1,1-1,0 1,-1-1,1 1,0-1,-1 1,1-1,-1 0,1 1,-1-1,1 1,-1-1,1 0,-1 0,1 1,-1-1,0 0,-41 21,38-19,-119 41,117-41</inkml:trace>
  <inkml:trace contextRef="#ctx0" brushRef="#br0" timeOffset="765.001">696 121,'-14'-6,"-1"1,0 0,0 1,0 0,0 1,-1 1,1 0,-5 2,14-1,0 2,-1-1,1 1,0 0,0 0,-1 1,1 0,1 0,-1 0,0 1,0 0,1 0,0 1,-1-1,1 1,0 0,1 0,-1 1,1-1,0 1,-2 2,2-1,0 0,0 0,1 0,0 0,0 1,0-1,1 1,0 0,0 0,1 0,0 0,0 0,0 0,1 0,0 0,1 0,0 0,0 0,0 0,2 6,0-10,1 0,-1 0,1-1,0 1,0-1,0 0,0 0,0 0,0 0,1-1,-1 1,0-1,1 0,-1-1,1 1,-1-1,1 0,-1 0,1 0,0-1,-1 1,1-1,-1 0,0 0,1-1,-1 0,0 1,0-1,0-1,0 1,0 0,-1-1,1 0,5-3,-1-1,-1 0,1 0,-1-1,0 0,-1 0,0 0,0-1,-1 0,0 0,0-1,-1 1,0-1,-1 0,0 0,-1 0,1-4,4 41,-5-18,1-1,-1 0,2 1,-1-1,1 0,0-1,0 1,1-1,0 0,1 0,0 0,0-1,0 1,1-2,-1 1,1-1,1 0,-1 0,1-1,0 0,0 0,0-1,4 1,28 6,-2-3</inkml:trace>
  <inkml:trace contextRef="#ctx0" brushRef="#br0" timeOffset="1131.719">1270 1,'-13'-1,"0"2,1-1,-1 1,1 1,-1 0,1 1,-1 1,1 0,0 0,1 1,-1 0,1 1,0 1,0 0,1 0,0 1,0 0,-3 5,11-12,1 1,0 0,0-1,0 1,0 0,0 0,0-1,0 1,1 0,-1 0,1 0,-1 0,1 0,0 0,-1 0,1 0,0 0,1 0,-1 0,0 0,0 0,1 0,-1 0,1 0,0 0,0 0,0 0,-1-1,2 1,-1 0,0-1,0 1,0-1,1 1,-1-1,1 1,-1-1,1 0,0 0,-1 0,2 1,14 7,0-1,1 0,0-1,0-1,0-1,19 3,28 8,-54-12,-3-3,1 1,-1 1,0 0,0 0,0 0,-1 1,1 0,-1 0,0 1,0 0,-1 1,1-1,1 4,-7-7,-1 0,1 1,-1-1,0 0,0 1,0-1,0 1,-1-1,1 0,-1 1,1-1,-1 0,0 0,0 1,0-1,0 0,0 0,0 0,-1 0,1 0,-1 0,1-1,-1 1,0 0,0-1,0 1,0-1,0 0,0 0,0 0,0 0,0 0,0 0,-1 0,1-1,0 1,-1-1,-26 13,-1-2,-1-1,1-2,-2 0,-4-2,15-2,15-6,9-3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6:27.9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3 108,'-2'28,"1"0,2 0,1 0,1 0,1 0,2 0,0-1,2 0,1 0,1-1,2 0,0-1,11 16,-21-38,0 1,0 0,0-1,1 1,0-1,0 1,0-1,0 0,0-1,0 1,1 0,-1-1,1 0,0 0,0 0,0 0,0 0,0-1,0 0,0 0,0 0,1 0,-1-1,0 0,1 0,-1 0,0 0,1-1,-1 1,0-1,0 0,0 0,1-1,-1 1,-1-1,1 0,0 0,0 0,1-2,5-8,-1-2,-1 1,1-2,-2 1,0-1,-1 0,0 0,-2 0,1-1,-2 0,0 0,-1 0,-1 0,0 0,-1-8,1 9,1 0,-2 0,0 1,-1-1,0 0,-1 1,-1-1,-1 1,0-1,0 1,-1 1,-1-1,-1 1,0 0,0 0,-1 1,-5-6,11 16,0 0,0 0,0 0,0 0,-1 1,1-1,-1 1,1-1,-1 1,1 0,-1 0,0 0,1 0,-1 0,0 1,0 0,0-1,0 1,1 0,-1 0,0 0,0 1,0-1,0 1,1-1,-1 1,0 0,0 0,1 0,-1 1,1-1,-1 1,1-1,0 1,-1 0,1 0,0 0,-7 6,1 1,1-1,-1 2,2-1,-1 1,1 0,1 0,-4 7,1 2,1 0,0 1,1 0,1 0,1 0,1 1,1-1,0 13,2-23,0 0,1 0,0 0,0 0,2 0,-1 0,1 0,0-1,1 1,0-1,1 0,-1 0,2-1,-1 1,1-1,1 0,0-1,2 3,28 20</inkml:trace>
  <inkml:trace contextRef="#ctx0" brushRef="#br0" timeOffset="423.863">498 1,'0'51,"61"326,-60-355,14 42,-15-64,1 0,-1 0,1 0,-1 1,1-1,-1 0,1 0,-1 0,1 0,-1 0,1 0,-1 0,1 0,-1 0,1 0,0 0,-1-1,1 1,-1 0,1 0,-1 0,0-1,1 1,-1 0,1-1,-1 1,1 0,-1-1,0 1,1-1,-1 1,0 0,1-1,-1 1,0-1,0 1,1-1,-1 1,0-1,0 1,0-1,0 1,0-1,1 0,-1 1,0-1,23-40,-16 27,0 0,0 1,1 0,1 0,0 1,1 0,0 1,1 0,0 1,1 0,2-1,-12 9,0 1,1-1,-1 1,0 0,1 0,-1 0,1 0,-1 0,1 0,0 1,-1-1,1 1,0 0,-1-1,1 1,0 1,-1-1,1 0,0 1,-1-1,1 1,0 0,-1 0,1 0,-1 0,0 0,1 0,-1 1,0-1,0 1,0 0,0 0,0 0,0 0,0 0,-1 0,1 0,-1 0,1 1,-1-1,3 9,-1 0,0 0,-1 1,0-1,-1 0,0 1,-1-1,0 1,0-1,-2 1,1-1,-2 0,1 1,-1-1,-1 0,0-1,-1 1,0-1,0 0,-1 0,-1 0,1-1,-1 0,-1 0,0-1,0 0,-1 0,0-1,0 0,-3 1,11-7,-1 1,1-1,-1 0,1 0,-1 1,1-1,-1 0,0 0,1-1,-1 1,0 0,0-1,0 1,0-1,0 1,0-1,1 0,-1 0,0 0,0 0,0 0,0 0,0 0,0-1,0 1,0-1,0 1,1-1,-1 0,0 0,0 0,1 0,-1 0,1 0,-1 0,1 0,-1-1,1 1,-1-2,0-16,5 0</inkml:trace>
  <inkml:trace contextRef="#ctx0" brushRef="#br0" timeOffset="746.6">1260 162,'-10'-1,"-1"1,1 1,-1 0,1 0,-1 1,1 0,0 1,0 0,0 1,0 0,1 0,-1 1,1 1,0-1,1 1,-1 1,1 0,1 0,-1 0,1 1,-6 9,12-16,0 0,0 0,-1 0,1 0,0 1,0-1,1 1,-1-1,0 1,0-1,1 1,-1-1,1 1,-1-1,1 1,0 0,0-1,0 1,-1 0,1-1,1 1,-1 0,0-1,0 1,1-1,-1 1,1 0,-1-1,1 1,0-1,-1 1,1-1,0 0,0 1,0-1,0 0,0 1,1-1,-1 0,0 0,1 0,8 4,0-1,0 0,0-1,0 0,1 0,-1-1,1-1,0 0,-1 0,9-1,-5 1,54 2,-30-3,0 3,-1 1,34 7,-68-11,0 0,1 1,-1-1,0 1,0-1,1 1,-1 0,0 0,0 0,0 1,0-1,0 1,0 0,-1 0,1 0,0 0,-1 0,0 0,1 1,-1-1,0 1,0-1,0 1,-1 0,1 0,-1 0,0 0,1 0,-1 0,0 0,-1 1,1-1,-1 0,1 0,-1 1,0-1,0 0,0 1,-1-1,1 0,-1 0,0 1,-1 1,-6 9,-2-1,0 0,0 0,-2-1,1 0,-1-1,-1-1,0 0,-1 0,1-1,-13 5,-60 33,1-6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6:35.0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148 99,'-6'66,"2"1,3-1,3 1,3-1,6 19,-9-71,1 24,2-1,1 0,2 0,2-1,1 0,3 4,-13-37,0 0,0-1,1 1,-1-1,0 1,1-1,0 0,-1 0,1 1,0-1,0 0,0-1,1 1,-1 0,0-1,1 1,-1-1,1 0,-1 1,1-1,0-1,-1 1,1 0,0-1,0 1,-1-1,1 0,0 0,0 0,0 0,0 0,-1-1,1 1,0-1,2 0,8-5,-1-1,1 0,-1-1,-1 0,0 0,0-2,0 1,-1-1,-1-1,0 1,0-2,-1 1,0-1,-1 0,-1-1,3-7,-7 18,0-1,0 0,-1-1,1 1,-1 0,0 0,0-1,0 1,0 0,0-1,-1 1,0-1,0 1,0-1,0 1,0-1,-1 1,1-1,-1 1,0 0,0-1,0 1,-1 0,1 0,-1-1,0 1,0 2,0 1,-1 0,1 0,0 0,0 0,0 1,0-1,0 1,0-1,0 1,0-1,0 1,0 0,0 0,0 0,0 0,1 1,-1-1,0 0,1 1,-1-1,1 1,0-1,-1 1,1 0,0 0,0 0,0-1,0 1,0 0,0 0,1 0,-1 0,1 0,-1 1,1 0,-2 2,0 0,1 0,0 0,0 0,0 0,0 1,1-1,0 0,0 0,0 1,0-1,1 0,0 0,0 0,1 0,-1 0,1 0,0 0,1 0,-1-1,1 1,0-1,0 1,0-1,1 0,-1-1,1 1,0 0,0-1,0 0,1 1,7 1,-1 0,1 0,0-1,0-1,0 0,0 0,0-1,1-1,-1 0,1-1,-1 0,1-1,7-1,19-4</inkml:trace>
  <inkml:trace contextRef="#ctx0" brushRef="#br0" timeOffset="271.853">1 393,'22'2,"25"1,23 0,23-3,19-6,11-4,-17-1</inkml:trace>
  <inkml:trace contextRef="#ctx0" brushRef="#br0" timeOffset="995.13">1097 446,'-9'3,"-1"0,1 1,1 0,-1 0,0 1,1 0,0 0,0 1,1 0,-1 0,1 1,0 0,1 0,0 1,0-1,1 1,-3 5,8-11,-1 0,0 0,1 0,0 0,0 1,-1-1,1 0,0 0,1 0,-1 0,0 0,0 0,1 0,0 0,-1 1,1-2,0 1,0 0,0 0,0 0,0 0,0 0,1-1,-1 1,1-1,-1 1,1-1,-1 1,1-1,0 0,0 0,0 0,65 27,-8-14,-38-9,1 0,-1 1,0 1,-1 1,11 6,-30-13,0-1,1 0,-1 1,0-1,0 1,0-1,0 1,0-1,0 1,0 0,0 0,0-1,0 1,0 0,0 0,-1 0,1 0,0 0,0 0,-1 0,1 0,-1 0,1 1,-1-1,0 0,1 0,-1 0,0 1,0-1,0 0,0 0,0 1,0-1,0 0,0 0,0 0,-1 1,1-1,-1 0,1 0,0 0,-1 0,0 0,1 1,-1-1,0 0,1-1,-1 1,0 0,0 0,0 0,0 0,0-1,-1 2,-2 1,-1 0,0 0,-1-1,1 1,0-1,-1 0,0 0,1-1,-1 0,0 0,1 0,-1-1,0 1,0-1,0-1,0 1,1-1,-1 0,0 0,1-1,-1 0,1 0,-1 0,0-1,4 1,1 1,0-1,-1 0,1 0,0 0,0 0,0 0,0 0,1 0,-1 0,0 0,1 0,0 0,-1 0,1 0,0 0,0-1,0 1,0 0,1 0,-1 0,0 0,1-1,0 1,-1 0,1 0,0 0,0 0,0 1,0-1,1-1,43-54,9 1,-30 36,-2-1,0-1,-2-1,-1-1,0-1,-2 0,-1-1,-1-1,-1-1,-1 0,-2 0,4-16,-11 23,-1 0,0 1,-2-1,0 0,-2 0,0 0,-1 0,-5-20,-3 14,10 26,0 1,0-1,0 1,0 0,0-1,0 1,0 0,0-1,0 1,0 0,-1-1,1 1,0 0,0-1,0 1,-1 0,1-1,0 1,0 0,-1-1,1 1,0 0,-1 0,1 0,0-1,-1 1,1 0,0 0,-1 0,1 0,0 0,-1-1,1 1,0 0,-1 0,1 0,-1 0,1 0,0 0,-1 0,1 0,0 1,-1-1,1 0,-1 0,1 0,0 0,-1 0,1 1,0-1,-1 0,1 0,0 0,0 1,-1-1,1 0,0 1,0-1,-1 0,1 0,0 1,0-1,0 0,-1 1,1-1,0 1,-4 10,0 1,0 0,1-1,1 2,0-1,1 0,0 12,-1 0,-6 66,5 1,3 0,8 34,-6-100,2 0,1 1,1-1,1-1,2 2,-6-18,0 0,0-1,1 1,0-1,0 0,1-1,0 1,0-1,0 0,1 0,0 0,0-1,0 0,1 0,0-1,0 1,5 1,-7-4,-1-1,1 1,0-1,0 0,-1-1,1 1,0-1,0 0,0 0,-1 0,1-1,0 0,0 0,-1 0,1 0,0-1,-1 0,0 0,1 0,-1 0,0-1,0 1,0-1,0 0,-1-1,1 1,-1 0,0-1,0 0,0 0,0 0,5-7,-1-1,0 0,-1 0,0-1,0 0,-2 0,1 0,-2 0,0-1,0-5,-1 11,-1 0,-1 0,0 0,0 0,0 0,-1 0,0 0,-1 0,0 0,0 0,-2-2,4 10,0-1,0 0,0 1,0-1,0 1,0-1,0 1,0-1,0 0,0 1,0-1,-1 1,1-1,0 1,0-1,-1 1,1-1,0 1,-1 0,1-1,-1 1,1-1,0 1,-1 0,1-1,-1 1,1 0,-1 0,1-1,-1 1,1 0,-1 0,1 0,-1-1,0 1,1 0,-1 0,1 0,-1 0,1 0,-1 0,0 0,1 0,-1 1,1-1,-1 0,1 0,-1 0,1 1,-1-1,1 0,-1 0,1 1,-1-1,1 1,-14 31,12-24,1 0,-1 0,2 0,-1 1,1-1,0 0,1 1,0-1,0 0,0 0,1 0,1 0,-1 0,1 0,1 0,0-1,0 0,0 0,0 0,1 0,1 0,-1-1,1 0,0 0,0-1,1 0,-1 0,2 0,6 2,0 0,0-2,0 0,1 0,0-1,0-1,0-1,0 0,0 0,1-2,7 0,17-2</inkml:trace>
  <inkml:trace contextRef="#ctx0" brushRef="#br0" timeOffset="1244.069">1337 219,'28'-2,"26"-2,28 1,22 1,18 0,-11 1</inkml:trace>
  <inkml:trace contextRef="#ctx0" brushRef="#br0" timeOffset="1790.18">2060 406,'11'-1,"1"1,-1 0,0 0,1 1,-1 0,0 1,0 1,0 0,0 0,0 1,-1 0,0 1,0 0,0 1,0 0,-1 1,0-1,0 2,-1-1,0 1,0 1,-1-1,0 1,0 1,-1-1,-1 1,1 0,-1 0,-1 1,0-1,-1 1,0 0,0 0,-1 2,1 15,-1 1,-2 0,-1 0,-1-1,-1 1,-1-1,-2 0,-7 20,-15 99,27-139,0 0,1 0,-1-1,1 1,1 0,0 0,0 0,0 0,1-1,0 1,0 0,1-1,0 0,1 0,-1 0,2 0,-1 0,0-1,1 0,0 0,1 0,0 0,-1-1,2 0,-1 0,6 3,2-1,0 0,0-2,1 1,-1-2,1 0,1 0,-1-2,0 0,1 0,-1-2,0 0,1-1,5-1,-18 2,-1 0,1 0,-1-1,1 1,-1-1,0 0,1 0,-1 0,0 0,1 0,-1 0,0-1,0 1,0-1,0 1,-1-1,1 0,0 0,-1 0,1 0,-1 0,1 0,-1 0,0 0,0 0,0-1,0 1,0 0,-1-1,1 1,-1-1,0 1,1-1,-1 1,0-1,0 1,-1-1,1 1,-1-1,1 1,-1-1,-7-13,0 1,-1 0,0 1,-1 0,-1 0,0 1,-1 0,0 1,-1 1,0 0,-1 1,-2-1,16 11,-47-34,-2 1,-1 3,-1 2,-2 2,0 3,-35-10,28 10,60 23,0 0,0 0,1 0,-1 0,0 0,0 0,1 0,-1 0,0 0,0-1,0 1,0 0,1 0,-1 0,0 0,0-1,0 1,0 0,1 0,-1 0,0-1,0 1,0 0,0 0,0 0,0-1,0 1,0 0,0 0,0-1,0 1,0 0,0 0,0-1,0 1,0 0,0 0,0 0,0-1,0 1,0 0,0 0,0-1,0 1,-1 0,1 0,0 0,0-1,0 1,0 0,-1 0,1 0,0 0,0 0,0-1,0 1,-1 0,1 0,0 0,0 0,24-3,-23 3,326-17,-154-10,-134 15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6:34.2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1 254,'18'7,"13"5,12-1,11-1,5-3,1-2,-2 0,-9 0,-11-2,-9-1,-7-1,-6-2,-2-5,-5 0</inkml:trace>
  <inkml:trace contextRef="#ctx0" brushRef="#br0" timeOffset="343.895">308 1,'13'21,"1"-1,2 0,0-1,0-1,2 0,0-2,1 0,1 0,0-2,16 8,53 42,-86-62,0-1,0 1,-1 0,1-1,-1 1,1 1,-1-1,0 0,1 1,-1-1,0 1,-1-1,1 1,0 0,-1 0,0 0,0 0,0 0,0 0,0 0,0 0,-1 0,1 0,-1 1,0-1,0 0,0 0,-1 0,1 1,-1-1,1 0,-1 0,0 0,0 0,-1 0,0 1,-9 9,-1-1,-1 0,0-1,0 0,-1-1,-1 0,0-1,0-1,0-1,-10 4,5-2,0 1,10-5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6:38.2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94 585,'0'20,"0"15,0 4,3 1,0-4,2-6,0-8</inkml:trace>
  <inkml:trace contextRef="#ctx0" brushRef="#br0" timeOffset="685.343">0 291,'25'3,"38"5,0 2,-1 3,0 2,48 20,-101-32,1 1,0 0,-1 1,0 0,0 0,-1 1,1 0,-1 0,0 1,-1 0,0 0,0 1,0 0,-1 0,0 1,-1 0,0 0,0 0,-1 0,1 5,-2 1,-1-1,0 0,-1 0,-1 1,0-1,-1 1,-1-1,-1 3,-2 40,4-56,1 1,0-1,0 0,0 0,0 1,0-1,0 0,1 0,-1 0,0 1,0-1,1 0,-1 0,1 0,-1 0,1 0,0 0,-1 0,1 0,0 0,-1 0,1 0,0 0,0 0,0-1,0 1,0 0,0-1,0 1,0-1,0 1,1-1,-1 1,0-1,0 0,0 1,0-1,1 0,-1 0,0 0,0 0,0 0,1 0,-1 0,0-1,0 1,0 0,1-1,-1 1,61-24,-61 23,39-22,-1-1,-1-2,29-28,-47 39,-19 14,-1 0,1-1,0 1,-1 0,1 0,0 0,0 1,0-1,0 0,-1 0,1 0,0 1,0-1,1 0,-1 1,0-1,0 1,0-1,0 1,0-1,1 1,-1 0,0 0,0 0,0 0,1 0,-1 0,0 0,0 0,1 0,-1 0,0 1,0-1,0 0,0 1,1-1,-1 1,0-1,0 1,0 0,0 0,0-1,0 1,0 1,8 26,-8-23,0-1,0 0,0 0,1 0,-1 0,1 0,0-1,0 1,0 0,1-1,-1 0,1 1,0-1,0 0,0 0,0-1,1 1,1 1,0-2,1 0,-1 0,1-1,0 0,0 1,0-2,-1 1,1-1,0 0,0 0,0-1,0 1,0-1,-1-1,1 1,0-1,-1 0,1 0,-1-1,0 1,0-1,0 0,0-1,0 1,-1-1,1 0,-1 0,0-1,0 1,-1-1,1 0,-1 0,0 0,0 0,0-2,3-12,-1-1,0 0,-2 0,0 0,-1 0,-1 0,-1 0,-2-13,2 26,-7-113,-5 1,-9-21,17 125,0 19,0 28,-15 179,9 36,8-237,1 0,1 1,-1-1,2 0,-1 0,2 0,-1 0,1 0,1 0,0 0,0 0,1-1,0 0,0 1,1-2,1 1,-1 0,1-1,1 0,0-1,0 1,0-1,1-1,0 1,0-1,1 0,0-3,-1 0,1 0,-1-1,1 0,0-1,0 0,0 0,0-1,1 0,31-3</inkml:trace>
  <inkml:trace contextRef="#ctx0" brushRef="#br0" timeOffset="940.727">870 197,'18'7,"22"2,25 0,19 0,14 1,6 2,-15-2</inkml:trace>
  <inkml:trace contextRef="#ctx0" brushRef="#br0" timeOffset="2105.11">1525 759,'24'-315,"-21"263,40 88,78 42,-117-73,1 1,-1-1,0 1,0 0,-1 0,0 0,0 1,0-1,-1 1,0-1,0 1,0 0,-1 0,0 0,-1 0,0 0,0 0,0 0,-1 0,0 0,0 0,0-1,-1 1,-2 4,-3 53,7-61,0-1,1 1,-1 0,1-1,-1 1,1-1,0 1,-1 0,1-1,1 0,-1 1,0-1,1 0,-1 1,1-1,-1 0,1 0,0 0,0-1,0 1,0 0,0-1,1 1,-1-1,0 0,1 0,-1 0,1 0,-1 0,1 0,-1-1,1 1,-1-1,1 0,0 1,0-1,23 1,0 0,0-2,0-1,0-1,-1-1,1-1,-1-2,0 0,0-2,18-9,-30 13,0-1,-1 0,0-1,-1 0,1 0,-1-2,1-1,-9 8,-1-1,1 1,-1 0,0-1,1 1,-2-1,1 0,0 1,0-1,-1 0,1 0,-1 0,0 0,0-1,0 1,-1 0,1 0,-1-1,1 1,-1 0,0 0,-1-1,1 1,0 0,-1-1,0 1,0 0,0 0,0 0,0 0,-2-3,0 1,0 1,-1-1,0 1,1 0,-1 0,-1 0,1 1,0-1,-1 1,0 0,0 0,0 1,0-1,0 1,0 0,-1 1,-1-1,5 1,-1 1,0-1,0 1,0-1,0 1,1 0,-1 0,0 0,0 1,0-1,0 1,1-1,-1 1,0 0,0 0,1 0,-1 0,1 1,-1-1,1 1,-1-1,1 1,0 0,0 0,0 0,0 0,0 1,1-1,-1 0,0 1,1-1,0 1,-1 2,-1 3,0 0,1 1,1-1,-1 1,1 0,1 0,-1-1,2 1,-1 0,1-1,0 1,1 0,0-1,0 1,4 6,-4-10,0 0,0 0,0-1,1 1,0-1,0 1,0-1,0 0,1 0,0-1,-1 1,1-1,1 0,-1 0,0 0,1 0,-1-1,1 0,0 0,0 0,0 0,0-1,0 0,0 0,0 0,0-1,2 0,-2 0,0-1,-1 0,1 0,0-1,-1 1,1-1,-1 0,1 0,-1 0,0-1,0 0,0 0,0 0,0 0,-1 0,1-1,-1 1,0-1,0 0,0 0,-1-1,0 1,1 0,-1-1,-1 1,1-1,-1 0,0 1,1-2,7-17,-9 23,0 1,0-1,0 0,1 1,-1-1,0 0,0 1,0-1,0 0,0 1,0-1,1 0,-1 0,0 1,0-1,0 0,1 0,-1 1,0-1,0 0,1 0,-1 1,0-1,1 0,-1 0,0 0,0 0,1 0,-1 0,0 1,1-1,-1 0,0 0,1 0,-1 0,0 0,1 0,-1 0,0 0,1 0,-1-1,0 1,1 0,-1 0,0 0,1 0,-1 0,0-1,1 1,-1 0,0 0,0 0,1-1,-1 1,0 0,0 0,0-1,1 1,-1 0,0 0,0-1,0 1,0-1,9 37,-8-31,-1-1,1 2,-1-1,1 1,0 0,1-1,-1 0,1 1,0-1,0 0,1 0,-1 0,1 0,0-1,1 1,-1-1,1 0,0 0,0 0,0 0,-2-4,1 0,-1 0,0 0,0 0,1 0,-1-1,0 1,0-1,0 0,0 1,0-1,0 0,0 0,0 0,0-1,0 1,0 0,-1-1,1 1,0-1,-1 0,0 1,1-1,-1 0,0 0,0 0,0 0,0 0,0 0,0 0,-1 0,1-1,1 0,10-23,-1-2,-1 0,-2 0,0 0,-2-1,-1 0,-2 0,1-29,-5 56,1 1,0-1,0 0,0 1,0-1,0 0,0 1,0-1,0 0,1 1,-1-1,1 0,-1 1,1-1,0 1,0-1,-1 1,1 0,0-1,0 1,0 0,1-1,-1 1,0 0,0 0,1 0,-1 0,1 0,-1 0,1 1,-1-1,1 0,-1 1,1-1,-1 1,1 0,0-1,-1 1,1 0,0 0,-1 0,1 0,0 0,0 1,15 2,0 1,0 0,-1 2,1 0,-1 0,0 2,-1 0,0 1,0 0,10 10,-20-15,0 1,-1 0,0 0,0 0,0 0,0 1,-1 0,0-1,0 1,0 0,-1 0,0 1,0-1,-1 0,0 1,0-1,0 1,-1-1,0 1,0-1,-1 1,1-1,-2 1,1-1,-1 3,0-4,1 0,0 0,0-1,0 1,1 0,-1 0,1 0,1 0,-1 0,1 0,-1 0,1 0,1 0,-1-1,1 1,0 0,0-1,0 1,0-1,1 0,0 0,0 0,0 0,0 0,4 2,3-1,0-1,0 0,1-1,0 0,-1 0,1-1,0-1,0 0,0 0,0-1,0-1,0 1,0-2,0 0,0 0,0-1,-1 0,1-1,-1 0,8-5,-11 6,0 0,0 0,-1-1,1 0,-1 0,0-1,0 1,-1-1,0-1,1 1,-2-1,1 0,-1 0,1 0,-2-1,1 1,-1-1,0 0,0 0,-1 0,0-1,0 1,-1 0,0-1,0 1,-1-1,0 1,0-1,-1 1,0-1,0 1,0-1,-2-1,3 8,0 0,0 0,-1 0,1 0,0 0,-1 0,1 0,-1 0,1 0,-1 0,0 0,1 0,-1 0,0 0,1 0,-1 1,0-1,0 0,0 0,0 1,0-1,0 1,0-1,0 1,0-1,0 1,0 0,0-1,0 1,-1 0,1 0,0 0,0 0,0 0,0 0,0 0,-1 0,1 1,0-1,0 0,0 0,0 1,0-1,0 1,0-1,0 1,0 0,0-1,0 1,0 0,1 0,-1-1,0 1,0 0,1 0,-1 0,1 0,-1 0,0 0,1 0,0 0,-1 0,1 0,0 1,-3 4,0 0,1 0,0 1,0-1,0 1,1 0,0-1,1 1,-1 0,1 0,1 0,-1-1,1 1,0 0,1-1,-1 1,1-1,1 1,-1-1,1 0,0 0,1 0,-1 0,1 0,0-1,0 0,1 0,0 0,0 0,0-1,0 0,1 0,0 0,-1-1,1 0,1 0,-1 0,13 4,0-1,0-1,1 0,-1-2,1 0,0-1,0-1,0-1,2-1,23-1</inkml:trace>
  <inkml:trace contextRef="#ctx0" brushRef="#br0" timeOffset="2490.948">3504 705,'-2'-23,"2"19,0-1,0 1,0-1,0 1,0 0,-1-1,0 1,0 0,0 0,-1-1,1 1,-1 0,0 0,0 1,-1-1,1 0,-1 1,1-1,-1 1,0 0,-4-3,2 6,0 0,0 0,0 1,0-1,0 1,0 1,0-1,1 0,-1 1,0 0,1 0,-1 1,1-1,0 1,0 0,0 0,0 1,0-1,1 1,-1-1,1 1,-1 1,-1 0,1-1,-1 1,0 0,1 0,0 0,0 0,1 1,0-1,0 1,0 0,0 0,1 0,0 1,0-1,1 0,0 1,0-1,0 1,1 0,0-1,0 1,1-1,0 3,3-5,-1-1,1 0,0 0,0 0,0-1,1 0,-1 1,0-1,1-1,-1 1,1-1,0 0,-1 0,1 0,0 0,0-1,0 0,0 0,-1 0,1-1,0 0,0 1,2-2,0 1,0 0,0 0,-1-1,1 0,0 0,-1-1,1 1,-1-2,0 1,0 0,0-1,-1 0,1-1,-1 1,0-1,0 0,-1 0,1-1,-1 1,0-1,-1 0,1 0,-1 0,1-4,-6-9,3 23,0-1,0 0,0 0,0 0,1 0,-1 0,1 0,0 0,0-1,0 1,0-1,0 1,0-1,1 0,-1 1,2-1,-3 0,19 14,1 0,0-1,1-1,0-2,1 0,0-1,1-1,1-1,-1-1,1-2,0 0,1-2,0 0,15-1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6:42.2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212 369,'-20'0,"-94"10,110-9,0 0,0 1,0-1,0 1,0 0,0 0,0 0,1 1,-1-1,1 1,-1 0,1 0,0 0,0 0,1 1,-1-1,1 1,-1 0,1 0,0-1,1 1,-1 1,1-1,-1 2,1-2,1 0,-1 0,1 1,0-1,0 1,0-1,0 0,1 1,0-1,0 0,0 0,0 1,1-1,-1 0,1 0,0-1,1 1,-1 0,0-1,1 1,0-1,0 0,0 0,0 0,1 0,-1 0,1-1,0 1,-1-1,1 0,0-1,0 1,0 0,1-1,-1 0,0 0,0 0,1-1,-1 0,0 1,1-2,-1 1,1 0,-1-1,0 0,0 0,1 0,-1 0,2-1,6-5,-1-1,1 0,-2 0,1-1,-1-1,0 1,-1-2,0 1,-1-1,0 0,-1-1,0 0,-1 0,0-1,-1 1,0-1,-1-1,-1 1,0 0,0-7,1-5,-1 0,-1 0,-1 0,-1 0,-2 0,-1 0,0 0,-2 0,-1 1,-1 0,-5-13,0 16,11 20,1 1,-1 0,1 0,-1 0,0 0,1 0,-1 0,0 1,1-1,-1 0,1 0,-1 0,1 0,-1 1,0-1,1 0,-1 1,1-1,-1 0,1 1,0-1,-1 1,1-1,-1 1,1-1,0 1,-1-1,1 1,0-1,-1 1,1-1,0 1,0-1,0 1,0 0,-1-1,1 1,0-1,0 1,0 0,0-1,0 1,0 0,1-1,-1 1,0-1,0 1,0 0,-7 179,8-128,-1-13,-2-4,2-1,2 0,1 0,1 0,2 0,1-1,9 26,-14-55,-1 0,1 0,0 0,0 0,0 0,0 0,0-1,1 1,0-1,0 1,0-1,0 0,0 0,1-1,-1 1,1-1,0 0,0 1,0-2,0 1,0 0,0-1,0 0,0 0,1 0,-1 0,0-1,1 0,-1 0,0 0,1 0,-1-1,0 1,2-1,9-5,0 0,-1-1,0 0,0-1,-1 0,0-1,0-1,-1 0,0-1,-1 0,0-1,-1 0,0-1,-1 0,0 0,-1-1,5-12,5-36,-17 60,-1 0,0 0,0-1,1 1,-1 0,-1 0,1 0,0 0,0-1,-1 1,1 0,-1 0,0 0,0 0,1 0,-1 0,-1 0,1 0,0 1,0-1,-1 0,1 1,-1-1,1 1,-1-1,0 1,-1-1,1 2,0 0,1 0,-1 1,0-1,0 0,1 1,-1 0,0-1,1 1,-1 0,0 0,1 0,-1 0,1 0,0 0,-1 1,1-1,0 0,0 1,-1-1,1 1,0-1,1 1,-1-1,0 1,0 0,1-1,-1 1,1 0,-1 0,1 0,0-1,0 1,0 0,0 0,0 0,0 0,0-1,0 1,1 0,-1 0,1 4,-1 1,1-1,0 1,0-1,1 1,0-1,0 0,0 0,1 0,0 0,0 0,0-1,1 0,0 1,0-1,0 0,1-1,0 1,0-1,0 0,0 0,1-1,-1 1,1-1,0 0,1 0,14 6,1-1,0-1,0 0,1-2,0-1,14 1,50 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6:43.1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256 64,'-15'-2,"0"0,1 2,-1-1,0 2,0 0,0 1,1 1,-1 0,-9 3,18-4,1 0,-1 1,1-1,-1 1,1 0,0 1,0-1,0 1,0 0,1 0,0 0,0 1,0 0,0 0,0 0,1 0,0 0,0 1,1-1,0 1,0 0,0-1,0 1,0 4,2-3,-1 0,1 0,0 0,1 0,0 0,0-1,0 1,1 0,0 0,0-1,1 1,0-1,0 0,0 0,1 0,0 0,0-1,0 1,1-1,0 0,3 2,121 88,-121-91,19 12,-13-8,1 0,-1 1,0 1,-1 0,0 1,-1 1,8 8,-19-18,1 0,-1 0,1 0,-1 0,0 1,0-1,0 0,0 1,-1-1,1 0,0 1,-1-1,0 1,0-1,1 1,-1-1,-1 1,1-1,0 1,-1-1,1 0,-1 1,0-1,0 0,0 1,0-1,0 0,0 0,0 0,-1 0,1 0,-1 0,0 0,-1 1,-3 3,0-1,-1 0,1 0,-1 0,-1-1,1 0,0-1,-1 1,-7 1,-34 5,48-10,-1 0,1 0,0 0,0 0,-1 0,1 0,0 0,-1 0,1-1,0 1,0-1,-1 1,1-1,0 1,0-1,0 1,0-1,0 0,0 0,0 0,0 1,0-1,0 0,0 0,0 0,1 0,-1-1,0 1,1 0,-1 0,1 0,-1 0,1-1,0 1,0 0,-1-1,2-5,0 1,0-1,1 0,0 1,0 0,1-1,-1 1,1 0,1 0,-1 0,1 0,0 1,0 0,1 0,3-4,-2 2,107-122,-80 96,-1-1,-2-2,-2-1,-1-1,-2-1,-2-2,8-20,-30 58,1-1,0 0,0 0,-1 0,1 0,-1 0,0 0,0-1,0 1,-1 0,1-1,-1 1,0-1,-1 1,1 0,-1-1,0-2,0 7,1-1,0 1,0 0,0-1,-1 1,1-1,0 1,-1 0,1-1,0 1,-1 0,1-1,0 1,-1 0,1 0,-1 0,1-1,0 1,-1 0,1 0,-1 0,1 0,-1 0,1-1,-1 1,1 0,0 0,-1 0,1 0,-1 0,1 1,-1-1,1 0,-1 0,1 0,-1 0,1 0,0 1,-1-1,1 0,-1 0,1 1,0-1,-1 0,1 1,0-1,-1 0,1 1,0-1,0 0,-1 1,1-1,0 1,0-1,0 0,-1 1,1-1,0 1,0-1,0 1,0-1,0 1,-12 28,9-16,1 1,0-1,0 1,2-1,0 1,0 0,1-1,1 1,0-1,2 5,4 96,-9-68,1-42,0 43,2-1,2-1,2 1,2 0,2 0,-9-43,-1 0,1 0,-1 0,1 0,0-1,0 1,0 0,0 0,1-1,-1 1,1-1,-1 1,1-1,0 1,0-1,0 0,0 0,0 0,1 0,-1-1,1 1,-1-1,1 1,0-1,-1 0,1 0,0 0,0 0,0 0,0-1,0 1,0-1,0 0,0 0,0 0,-1 0,4-1,10-7,-2-2</inkml:trace>
  <inkml:trace contextRef="#ctx0" brushRef="#br0" timeOffset="221.83">336 278,'20'-2,"26"-6,24-5,22-6,13-1,2 0,-6 3,-19 5</inkml:trace>
  <inkml:trace contextRef="#ctx0" brushRef="#br0" timeOffset="1163.422">1299 452,'-6'-9,"-1"0,0 0,-1 1,1 0,-1 0,-1 1,1 0,-1 1,-1 0,1 0,-1 1,-9-3,13 5,1 1,-1 1,0-1,0 1,0 0,1 1,-1-1,0 1,0 0,0 1,0-1,0 1,0 1,0-1,0 1,1 0,-1 0,1 0,-1 1,1 0,0 0,0 0,0 1,-1 0,-1 4,0-1,0 1,0 0,1 1,0 0,1 0,0 0,0 0,1 1,0 0,1-1,0 2,1-1,0 0,0 0,1 1,0-1,1 1,0-1,2 7,-1-11,1-1,1 1,-1-1,1 0,-1 1,2-1,-1-1,0 1,1 0,0-1,0 0,0 0,1 0,-1 0,1-1,0 1,0-1,0-1,1 1,-1-1,0 0,1 0,0 0,-1-1,1 0,0 0,0 0,0-1,0 0,-1 0,1 0,0-1,0 0,0 0,-1-1,1 1,0-1,-1 0,0-1,1 0,-1 1,0-1,4-4,-3 3,1 0,-1 0,0-1,0 0,-1-1,1 1,-1-1,0 0,-1 0,1-1,-1 1,0-1,-1 0,0 0,0 0,-1-1,1 1,-1-1,-1 1,0-1,0 0,0-2,28 55,-25-38,0-1,0 0,1 0,0 0,0-1,0 1,0-1,1-1,0 1,0-1,0 0,1 0,-1 0,1-1,0 0,0-1,0 1,0-2,1 1,-1-1,0 0,1 0,-1-1,1 0,3 0,-8-1,0 0,0 0,0 0,0 0,0-1,0 0,0 1,-1-1,1 0,0 0,-1 0,0-1,1 1,-1-1,0 1,0-1,0 0,-1 1,1-1,-1 0,1 0,-1 0,0-1,0 1,0-1,11-85,-12 76,0 9,0-1,0 1,0-1,0 1,1-1,0 1,0-1,0 1,0-1,1 1,0 0,-1 0,2 0,-1 0,0 0,1 0,0 1,0-1,0 1,0-1,0 1,1 0,-1 1,1-1,0 1,1-1,4 0,1 1,-1 0,1 0,-1 1,1 0,0 1,-1 0,1 1,0 0,-1 0,1 1,-1 1,0-1,1 1,-1 1,5 2,-10-3,0 0,0 0,0 1,0-1,0 1,-1 0,1 0,-1 0,0 0,0 0,-1 1,0-1,1 1,-1 0,-1 0,1 0,-1 0,0 0,0 0,0 1,-1 112,-4-54,4-59,-1 0,1 0,0-1,1 1,-1 0,1 0,0-1,0 1,0 0,1-1,0 1,0-1,0 0,0 1,0-1,1 0,0 0,0-1,0 1,0 0,1-1,-1 0,1 0,0 0,0 0,0-1,0 0,1 1,-1-1,1-1,-1 1,5 0,-1-1,0 0,0-1,0 0,0-1,0 0,0 0,0 0,0-1,0 0,-1-1,1 0,-1 0,1-1,-1 1,0-2,0 1,-1-1,0 0,3-3,4-3,-1-1,-1 0,0-1,0 0,-2-1,1 0,-2-1,0 0,-1 0,6-23,-3-1,-1 0,-2-1,-1 1,-2-1,-2-1,-2 1,-2 0,-5-32,-11-73,17 145,1 0,0 0,0 0,-1 0,1 0,0 0,-1 0,1 0,0 0,0 0,-1 0,1 0,0 0,0 0,-1 0,1 0,0 0,0 0,-1 0,1 0,0 0,0-1,-1 1,1 0,0 0,0 0,0 0,-1 0,1-1,-2 216,2-170,3 0,1-1,2 0,2 0,12 34,-16-64,1 0,0-1,1 1,1-1,0-1,1 1,0-1,1 0,0-1,1 0,0 0,0-1,2-1,-1 0,1 0,0-1,1 0,0-1,7 2,-15-6,1 0,-1-1,1 0,0 0,0-1,0 1,-1-1,1 0,0-1,0 1,0-1,0-1,0 1,0-1,0 0,0 0,0-1,0 1,0-1,-1-1,1 1,-1-1,2-1,12-14</inkml:trace>
  <inkml:trace contextRef="#ctx0" brushRef="#br0" timeOffset="1429.639">2048 359,'22'0,"24"0,27-7,28-9,24-11,18-8,5-4,-11-1,-28 7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6:30.0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856 144,'0'18,"-2"18,-1 11,0 5,3 1,3-3,7-5,3-7,2-11,0-10,-2-7</inkml:trace>
  <inkml:trace contextRef="#ctx0" brushRef="#br0" timeOffset="448.366">669 11,'35'-5,"0"1,0 3,0 0,0 3,0 0,34 8,-54-7,0 0,0 1,-1 0,1 1,-1 1,0 0,-1 1,1 1,-1 0,-1 1,0 0,0 1,0 0,-2 0,1 2,-1-1,-1 1,0 1,-1-1,0 2,-1-1,0 1,3 12,25 150,-35-173,0-1,0 0,0 1,0-1,0 0,1 1,-1-1,1 0,0 0,-1 1,1-1,0 0,0 0,1 0,-1 0,0 0,1 0,-1-1,1 1,-1 0,1-1,0 1,0-1,0 0,0 1,0-1,0 0,0 0,0 0,0 0,0-1,1 1,-1-1,0 1,1-1,-1 0,0 0,0 0,1 0,-1 0,0 0,1-1,-1 1,0-1,2 0,5-5,0 0,0-1,0 0,-1 0,0-1,0 0,-1 0,0-1,-1 0,0 0,0-1,-1 1,0-1,-1-1,0 1,-1 0,0-1,0 0,-1 0,0 1,-1-2,-5-28,4 40,-1 0,1 0,-1-1,0 1,1 0,-1 0,0 0,1 0,-1 1,1-1,-1 0,0 0,1 0,-1 0,1 0,-1 1,1-1,-1 0,1 1,-1-1,1 0,-1 1,1-1,-1 1,1-1,-1 0,1 1,0-1,-1 1,1-1,0 1,-1 0,1-1,0 1,0-1,0 1,-1-1,1 1,0 0,0-1,0 1,0-1,0 1,0 0,0-1,0 1,0-1,1 1,-1 0,0-1,0 1,0-1,1 1,-2 5,0 0,1 0,0 0,0 0,1 0,0-1,0 1,0 0,0 0,1 0,0-1,0 1,1-1,0 0,0 0,0 0,0 0,1 0,0 0,0-1,0 0,0 0,1 0,3 2,3 2,1-1,0 0,0-1,1-1,0 0,0 0,0-1,0-1,1 0,4 0,54 3,-4-5</inkml:trace>
  <inkml:trace contextRef="#ctx0" brushRef="#br0" timeOffset="15374.524">1 372,'18'4,"18"2,15 0,14-6,9-5,1-6,-8-1,-15 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7:02.2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332 112,'-13'-2,"1"0,-1 1,0 0,1 1,-1 0,0 1,1 1,-1 0,1 0,-1 1,1 1,0 0,1 1,-1 0,1 1,0 0,0 1,0 0,1 1,0 0,1 0,0 1,-4 5,8-9,0 0,0 0,1 1,0 0,0-1,1 1,0 1,0-1,0 0,0 1,1 0,0-1,1 1,0 0,0 0,0 0,1 0,0 0,0 0,0 0,1 0,0 0,1-1,0 1,0 0,0-1,1 1,0-1,0 0,0 1,1-2,0 1,0 0,1-1,-1 0,2 1,12 7,1-1,0 0,1-2,1 0,0-1,0-1,0-2,1 0,9 1,-15-2,32 7,-23-7,1 2,-1 1,0 1,-1 1,18 10,-40-20,0 1,0 0,1 1,-1-1,0 0,0 0,0 1,-1 0,1-1,0 1,-1 0,1 0,-1-1,1 1,-1 0,0 1,0-1,0 0,0 0,0 0,0 1,-1-1,1 0,-1 1,0-1,1 1,-1-1,0 0,0 1,-1-1,1 1,-1-1,0 2,-6 6,0-1,-1 0,0-1,-1 1,0-2,0 1,0-1,-1-1,0 0,-1 0,1-1,-1 0,0-1,-1 0,-8 1,-8 4,0-1,-1-1,0-1,0-2,0-1,0-1,-4-2,-6-5,38 5,1 0,-1 0,0-1,0 1,1 0,-1 0,0 0,1-1,-1 1,1 0,-1-1,0 1,1-1,-1 1,1 0,-1-1,1 1,-1-1,1 0,-1 1,1-1,0 1,-1-1,1 0,0 1,-1-1,1 0,0 1,0-1,0 0,0 1,-1-1,1 0,0 0,0 1,0-1,1 0,-1 1,0-1,0 0,0 1,0-1,1 0,-1 1,0-1,1 0,-1 1,0-1,1 0,18-19,8-1</inkml:trace>
  <inkml:trace contextRef="#ctx0" brushRef="#br0" timeOffset="298.974">1188 260,'-35'-4,"1"3,-1 1,1 1,-1 2,1 1,-27 8,48-9,0 1,0 0,0 1,0 1,1 0,0 0,0 1,1 1,0 0,0 0,0 1,2 1,-1 0,1 0,0 1,1 0,0 0,-1 5,5-8,0-1,0 1,1 0,0 0,0 0,1 0,0 0,1 0,0 1,0-1,1 1,0-1,0 1,1-1,0 0,1 1,0-1,0 0,0 0,1 0,1 0,-1 0,1-1,0 0,1 1,0-1,0-1,3 4,10 3,0 1,0-2,1-1,1 0,0-1,0-2,1 0,0-1,1-1,-1 0,1-2,0-1,0-1,1 0,1-2,22 2,0-3,-1-1,1-2,-1-2,31-9,3-6</inkml:trace>
  <inkml:trace contextRef="#ctx0" brushRef="#br0" timeOffset="1142.961">1963 152,'-2'26,"-4"20,1 18,-1 8,7 6,5-1,3-5,3-5,0-7,-3-10,-8-13,-7-17,-4-13</inkml:trace>
  <inkml:trace contextRef="#ctx0" brushRef="#br0" timeOffset="1301.828">1602 112,'23'16,"32"7,41 1,52-12,58-21,55-27,33-32,-34-5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6:56.5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616 1,'4'15,"0"-1,1 0,1 1,0-2,0 1,2-1,-1 0,2 0,6 7,-8-10,212 264,-116-152,4 11,-7 4,-5 4,-7 5,-6 3,-7 4,3 27,18 93,37 188,-92-318,-29-105</inkml:trace>
  <inkml:trace contextRef="#ctx0" brushRef="#br0" timeOffset="947.449">564 175,'3'42,"2"1,1-1,3 1,1-2,2 0,5 8,3 1,-20-50,0-1,0 1,0 0,0 0,0 0,0-1,0 1,0 0,0 0,1 0,-1-1,0 1,0 0,0 0,0 0,0 0,1-1,-1 1,0 0,0 0,0 0,1 0,-1 0,0 0,0 0,0 0,1-1,-1 1,0 0,0 0,1 0,-1 0,0 0,0 0,0 0,1 0,-1 0,0 0,0 0,1 1,-1-1,0 0,0 0,0 0,1 0,-1 0,0 0,0 0,0 1,0-1,1 0,-1 0,0 0,0 0,0 1,0-1,0 0,1 0,-1 0,2-22,-5-38,-2 1,-3 0,-2 0,-17-54,-11 4,38 110,1-1,-1 0,1 0,-1 1,1-1,-1 0,1 0,-1 0,1 0,0 0,-1 0,1 0,-1 0,1 0,-1 0,1 0,-1 0,1 0,-1 0,1 0,-1 0,1-1,-1 1,1 0,-1 0,1-1,-1 1,1 0,-1-1,0 1,1 0,-1-1,1 1,-1-1,0 1,0-1,1 1,-1-1,0 1,0-1,1 1,-1-1,0 1,0-1,0 1,0-1,0 1,0-1,0 1,0-1,0 1,0-1,0 0,0 1,0-1,0 1,-1-1,1 1,0-1,0 1,427 91,-413-88,-3-1,0 1,0-1,-1 2,1-1,-1 1,0 1,0 0,0 1,-1-1,1 2,-9-6,0 0,0 0,0 0,0 0,0 0,0 1,0-1,-1 0,1 1,0-1,-1 0,1 1,-1-1,1 1,-1-1,1 1,-1-1,0 1,0-1,0 1,0-1,0 1,0-1,-1 1,1-1,0 1,-1-1,1 1,-1-1,1 0,-1 1,0-1,0 0,1 1,-1-1,0 0,-1 1,-45 41,46-42,-323 207,295-182,10-6</inkml:trace>
  <inkml:trace contextRef="#ctx0" brushRef="#br0" timeOffset="3511.21">363 3075,'5'35,"1"-63,-7 19,0 0,-1 0,0 0,-1 1,1-1,-2 1,1-1,-1 1,0 0,-1 0,0 1,0 0,-1-1,0 2,0-1,0 1,-1 0,0 0,0 1,-1 0,1 0,-1 0,0 1,-1 1,1-1,-1 1,1 1,-1 0,0 0,0 0,-2 1,5 1,0 1,0 0,-1 0,1 0,0 0,0 1,1 0,-1 1,0-1,1 1,-1 0,1 1,0-1,0 1,0 0,1 0,-1 0,1 1,0 0,0 0,1 0,-1 0,-1 5,-4 6,1 1,0 0,2 0,0 0,1 1,0 0,0 9,2-2,0 0,1 0,2 0,0-1,2 1,0 0,2 0,3 9,-5-23,1 0,1-1,0 1,0-1,1 0,0 0,1 0,0-1,1 0,-1 0,2-1,-1 0,1 0,1 0,-1-1,1-1,0 1,1-1,9 4,-3-5,0-1,0 0,1-1,0-1,0-1,0 0,0-1,-1-1,1 0,0-1,0-1,-1-1,0 0,1-1,-2-1,1-1,-1 0,0-1,0 0,-1-1,0-1,0 0,-1-1,-1 0,8-10,-14 15,0-1,0-1,0 1,-1-1,0 0,0 0,-1 0,0-1,-1 0,3-6,-7 15,1 0,0 0,-1 0,1 0,0 0,-1 0,1 0,0-1,0 1,-1 0,1 0,0 0,-1 0,1 0,0-1,0 1,-1 0,1 0,-2 6,1 1,0 0,0-1,1 1,0 0,0 0,0-1,1 1,0 0,0 0,1-1,0 1,0-1,0 0,1 1,0-1,0 0,1 0,0-1,0 1,0-1,0 0,1 0,0 0,0-1,0 0,1 0,-1 0,1 0,0-1,0 0,1 0,-1-1,-4-1,0 0,0-1,0 1,0-1,0 1,0-1,0 0,0 0,0 0,0 0,0 0,0 0,0-1,0 1,0 0,0-1,0 0,0 0,0 1,-1-1,1 0,0 0,0-1,-1 1,1 0,-1-1,1 1,-1 0,0-1,1 0,-1 1,0-1,0 0,0 0,0 1,0-1,-1 0,1 0,-1 0,1 0,-1 0,0 0,1 0,-1 0,0 0,0 0,-1-1,1-6,-1 0,0 0,-1 1,0-1,0 1,0-1,-2 1,1 0,-1 0,0 0,0 1,-1-1,0 1,0 0,-1 0,0 1,0 0,-1 0,-3-3,11 9,-1 0,1 0,-1 0,1 0,-1 0,1 0,-1-1,0 1,1 0,-1 0,1-1,-1 1,1 0,-1-1,0 1,1 0,-1-1,0 1,1-1,-1 1,0 0,0-1,1 1,-1-1,0 1,0-1,0 1,0-1,1 1,-1-1,0 1,0-1,0 1,0-1,0 1,0-1,-1 1,1-1,0 1,0-1,0 1,0-1,0 1,-1-1,1 1,0-1,-1 1,1 0,0-1,0 1,-1-1,1 1,-1 0,1-1,0 1,-1 0,1 0,-1-1,1 1,42-2,0 2,0 2,0 1,0 3,-38-6,1 0,0 0,0 1,-1 0,1 0,0 0,-1 0,1 1,-1 0,1 0,-1 0,0 0,0 1,0 0,0 0,-1 0,1 0,-1 0,1 1,-1 0,0-1,-1 1,1 0,-1 1,1-1,-1 0,-1 1,1-1,-1 1,1-1,-1 2,1 109,-3-113,1-1,0 0,0 1,1-1,-1 0,0 1,0-1,1 0,-1 0,1 1,-1-1,1 0,-1 0,1 0,0 1,0-1,-1 0,1 0,0 0,0 0,0-1,0 1,0 0,0 0,0 0,1-1,-1 1,0-1,0 1,1-1,-1 1,0-1,0 0,1 0,-1 1,0-1,1 0,-1 0,0 0,1 0,-1-1,0 1,1 0,-1-1,1 1,55-32,-44 22,-1-1,0-1,0 1,-1-2,-1 0,0 0,-1-1,0 0,-1 0,-1-1,0 0,-1-1,1-4,-9 31,0 0,0 1,2-1,-1 0,1 0,1 1,0-1,0 0,1 0,1 0,0 0,0 0,1 0,1-1,0 0,0 0,1 0,4 6,-8-14,0 0,-1-1,1 1,0 0,0-1,0 0,0 1,0-1,0 0,0 0,0 0,1 0,-1-1,0 1,1-1,-1 1,0-1,1 0,-1 0,1 0,-1 0,0 0,1 0,-1-1,0 1,1-1,-1 0,0 1,0-1,1 0,-1-1,0 1,0 0,0 0,0-1,0 1,-1-1,1 0,0 0,0-1,9-12,-1-1,-1 0,-1-1,0 0,-1-1,-1 1,0-1,-2-1,0 1,-1 0,0-1,-1-13,5-71,-3-1,-10-78,6 174,0-10,-2 0,0 0,0 0,-2 1,0 0,-1-1,-1 0,6 18,0-1,0 0,0 0,-1 1,1-1,0 0,0 0,0 1,-1-1,1 0,0 0,0 1,-1-1,1 0,-1 1,1-1,-1 1,1-1,-1 0,1 1,-1-1,1 1,-1 0,0-1,1 1,-1-1,0 1,1 0,-1-1,0 1,0 0,1 0,-1 0,0 0,0 0,1-1,-1 1,0 1,0-1,0 0,1 0,-1 0,0 0,1 0,-1 1,0-1,0 0,1 1,-1-1,0 0,1 1,-1-1,1 1,-1-1,0 1,1-1,-1 1,1 0,-1-1,1 1,0-1,-1 1,1 0,0 0,-23 49,12-3,2-1,2 1,2 0,2 1,2-1,2 1,2-1,5 17,-5-36,1 0,1 0,1 0,2-1,0 0,2-1,1 0,2 0,0-2,1 1,1-2,6 6,-19-26,1 1,-1-1,1 0,0 0,0 0,0 0,0-1,0 1,1-1,-1 1,1-1,-1-1,1 1,0 0,0-1,0 0,0 0,0 0,0 0,0-1,0 1,0-1,0 0,1 0,-1-1,0 1,0-1,0 0,0 0,0 0,0-1,0 1,-1-1,1 0,10-10,-1-1,0-1,-1 1,0-2,-2 0,1 0,1-5,29-41,-39 59,-2 1,0 0,0 1,0-1,0 0,0 0,1 1,-1-1,0 0,1 1,-1-1,0 0,1 1,-1-1,1 0,-1 1,1-1,-1 1,1-1,-1 1,1-1,0 1,-1-1,1 1,-1 0,1-1,0 1,0 0,-1 0,1-1,0 1,0 0,-1 0,1 0,0 0,0 0,-1 0,1 0,0 0,0 0,-1 0,1 1,0-1,-1 0,1 0,0 1,0-1,-1 1,1-1,-1 0,1 1,0-1,-1 1,5 72,0 10,-4-80,0 0,0 0,0 0,0-1,1 1,-1 0,1-1,0 1,0-1,0 1,0-1,0 0,0 0,1 0,-1 0,1 0,-1-1,1 1,0-1,0 1,0-1,-1 0,1 0,3 0,2 0,0 0,0 0,-1-1,1 0,0-1,0 0,0 0,0 0,6-3,30-9</inkml:trace>
  <inkml:trace contextRef="#ctx0" brushRef="#br0" timeOffset="3777.326">1927 3195,'-20'-2,"-17"-3,-10-1,-4-1,-1-3,5-1,3-3,4-2,10 2</inkml:trace>
  <inkml:trace contextRef="#ctx0" brushRef="#br0" timeOffset="4725.471">1446 3008,'46'0,"135"0,159 22,-318-21,1 1,-1 1,1 1,-1 1,0 1,-1 1,0 1,0 1,0 0,-1 2,-1 0,11 9,-24-15,-2 0,1 1,0-1,-1 1,0 0,-1 0,1 1,-1-1,0 0,-1 1,0 0,0 0,0 0,-1 0,0 0,0 0,0 6,-22 120,2-25,18-106,1 1,0-1,0 1,0 0,0-1,0 1,0-1,1 1,-1-1,1 1,0-1,-1 1,1-1,0 0,1 1,-1-1,0 0,1 0,-1 0,1 0,0 0,-1 0,1 0,0-1,0 1,0-1,0 1,1-1,-1 0,0 0,1 0,-1 0,0 0,1 0,-1-1,1 1,-1-1,1 0,-1 1,3-1,8-2,1-1,0 0,-1-1,0 0,1-1,-2-1,1 0,-1 0,0-2,0 1,-1-1,0-1,0 0,-1-1,0 0,-1 0,0-1,7-11,-8 9,0 1,-1-1,-1-1,0 1,-1-1,0 0,-1 0,0-4,-26 92,20-69,0 0,1 0,0 0,0 0,0 0,0 0,1 0,0 0,0 0,1 0,-1 0,1 0,0 0,0 0,1-1,-1 1,1 0,0-1,1 1,-1-1,1 1,-1-1,1 0,1 0,-1-1,1 1,-1 0,1-1,0 0,0 0,0 0,4 1,-2-2,-1-1,1 0,-1 0,1-1,0 0,-1 0,1 0,-1 0,1-1,-1 0,1 0,-1-1,1 1,-1-1,0 0,0-1,0 1,0-1,0 0,-1 0,1-1,-1 1,0-1,0 0,0 0,1-2,5-6,-1 0,0 0,-1-1,0 0,-1 0,-1-1,0 0,-1 0,1-5,12-54,-16 127,-3-11,-1-20,2 1,0-1,2 0,1 0,2 9,-5-29,1-1,-1 1,1-1,0 1,0-1,0 0,0 1,0-1,1 0,-1 0,1 1,-1-1,1-1,0 1,0 0,0 0,0-1,0 1,0-1,0 1,0-1,1 0,-1 0,1 0,-1 0,1 0,-1-1,1 1,-1-1,1 0,-1 1,1-1,0 0,-1-1,1 1,-1 0,1-1,-1 1,1-1,11-5,-2-1,1 0,-1 0,0-1,-1-1,0 0,0 0,-1-1,0-1,-1 0,0 0,0-1,-2 0,1 0,-2-1,1 1,2-11,21-65,-41 115,8-14,0 1,1-1,1 1,0-1,1 1,0 0,1-1,0 1,2 4,-2-12,1-1,-1 1,1-1,0 1,1-1,-1 0,1 0,0 0,0 0,1-1,-1 1,1-1,0 0,0 0,0 0,1 0,0-1,-1 0,1 0,0 0,1 0,-1-1,2 1,-3-2,0 0,1 0,-1 0,0 0,0-1,0 1,1-1,-1 0,0-1,0 1,1-1,-1 1,0-1,0-1,0 1,0 0,0-1,0 0,-1 0,1 0,0-1,-1 1,0-1,1 0,-1 1,0-1,1-2,4-5,-1 1,0-1,-1-1,0 1,-1-1,0 0,-1 0,0 0,1-5,9-50,-3 0,-3-1,0-55,-6 90,16-493,-18 475,-7 35,-4 35,-5 31,1 0,3 1,2 1,3 0,0 20,2-16,3 0,3 0,2 0,2 0,8 28,-7-55,1-1,1 1,2-2,1 1,1-1,1-1,2 0,0-1,2-1,1 0,4 2,3-4,-11-20,-7-12</inkml:trace>
  <inkml:trace contextRef="#ctx0" brushRef="#br0" timeOffset="4984.871">3411 3169,'-12'-16,"-5"-10,-3-2,7 3,13 6,19 6,25 3,28 1,29 0,24 1,19 0,-2 1,-25 2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7:23.8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386 205,'-9'-5,"1"0,-1 1,1 0,-1 1,0 0,0 0,-1 1,1 0,0 1,-1-1,1 2,-1 0,0 0,1 0,-1 1,1 1,0 0,-1 0,1 1,0 0,0 0,0 1,0 1,-6 7,2 2,0-1,0 2,1 0,1 0,0 1,1 0,1 1,1 0,0 0,1 1,1 0,1 0,1 1,0 0,0 13,-1-9,2 1,0-1,2 0,0 1,2-1,1 1,1 5,-2-22,0 1,1 0,0-1,0 0,1 1,0-1,0 0,1 0,0-1,0 1,0-1,1 0,0 0,0 0,1 0,-1-1,1 0,0-1,1 1,-1-1,1 0,0-1,4 3,-2-4,0 1,0-1,0 0,0-1,0 0,0 0,0-1,0-1,1 1,-1-1,0-1,0 0,-1 0,1 0,0-1,-1-1,1 0,-1 0,0 0,0-1,-1 0,1-1,-1 1,3-5,6-5,-1 0,-1 0,-1-2,0 1,-1-2,-1 0,-1 0,0-1,-1 0,1-6,-1-3,0 0,-2 0,-1-1,-1 1,-1-1,-2 0,-1-1,-1 1,-2 0,-1 0,-1 0,-1 0,-1 1,-5-9,6 25,0 0,0 0,-2 1,1 0,-1 0,-1 1,-8-10,12 16,1 0,-1 1,0-1,0 1,0 0,-1 0,1 0,-1 0,1 1,-1 0,0 0,0 0,0 1,0 0,0-1,0 2,0-1,-1 1,1-1,-4 2,4 0,0 0,0 1,1-1,-1 1,1 0,0 1,-1-1,1 1,0 0,0 0,1 0,-1 0,0 1,1-1,0 1,0 0,0 0,1 0,-1 1,1-1,-1 4,-32 98,30-84,0 1,2-1,1 0,1 1,0-1,2 1,1 0,0-1,2 0,1 0,0 0,2 0,0-1,2 0,0 0,1-1,12 17,12 5,2-1,1-2,3-1,0-3,25 16,109 101,-165-143,1 0,-1 0,-1 1,0 0,0 1,-1 0,0 0,-1 1,0 0,-1 0,-1 0,1 1,-2-1,0 1,0 5,-3-18,0 0,-1 0,1-1,0 1,-1 0,1 0,0-1,-1 1,1 0,0 0,-1 0,1 0,-1 0,1 0,0 0,-1 0,1 0,-1 0,1 0,0 0,-1 0,1 0,-1 0,1 0,0 0,-1 0,1 1,0-1,-1 0,1 0,0 0,-1 1,1-1,0 0,-1 1,1-1,0 0,0 0,-1 1,-2-17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7:22.1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4 175,'14'20,"-3"25,-1 1,-3 0,-1 1,-3 0,-1 31,-2-59,1 212,-53-697,49 359,3 107,-1 0,1-1,0 1,0 0,0-1,0 1,-1 0,1-1,0 1,0 0,0-1,0 1,0-1,0 1,0 0,0-1,0 1,0 0,0-1,0 1,0-1,0 1,0 0,1-1,-1 1,0 0,0-1,0 1,0 0,1-1,-1 1,0 0,0-1,1 1,-1 0,0 0,1-1,-1 1,0 0,1 0,-1 0,0-1,1 1,-1 0,0 0,1 0,-1 0,1 0,-1 0,0 0,1 0,-1 0,1 0,-1 0,0 0,1 0,-1 0,0 0,1 0,-1 0,1 1,-1-1,0 0,1 0,-1 0,0 1,0-1,1 0,18 24,-16-21,11 19,-9-13,0 0,1 0,0 0,1-1,-1 0,2 0,-1 0,1-1,0 0,0-1,1 0,0 0,0-1,1 0,6 2,-13-7,0 1,0-1,0 0,0-1,0 1,0 0,0-1,0 0,0 0,0 0,0 0,0 0,0 0,0-1,-1 1,1-1,-1 0,1 0,-1 0,0 0,0 0,1-1,-2 1,2-2,39-67,-40 68,79-185,-81 187,0 1,0-1,0 1,0-1,0 0,0 1,0-1,0 1,0-1,0 1,0-1,0 1,0-1,0 1,0-1,1 1,-1-1,0 1,0-1,1 1,-1-1,0 1,1-1,-1 1,1 0,-1-1,0 1,1-1,-1 1,1 0,-1 0,1-1,-1 1,1 0,-1 0,1 0,-1-1,1 1,-1 0,1 0,0 0,-1 0,1 0,-1 0,1 0,-1 0,1 0,-1 0,1 1,-1-1,1 0,-1 0,1 0,-1 1,1-1,-1 0,1 1,-1-1,1 0,-1 1,0-1,1 0,-1 1,1-1,-1 1,0 0,14 38,25 202,-19-125,6-2,14 32,-40-146,1 0,-1 0,0-1,0 1,0 0,1 0,-1 0,0 0,0 0,0 0,1 0,-1 0,0 0,0 0,1 0,-1 0,0 0,0 0,1 0,-1 0,0 0,0 0,0 0,1 0,-1 0,0 0,0 0,0 0,1 1,-1-1,0 0,0 0,0 0,1 0,-1-4,3-8</inkml:trace>
  <inkml:trace contextRef="#ctx0" brushRef="#br0" timeOffset="625.348">860 107,'-24'464,"23"-458,0 1,0-1,1 1,-1-1,2 1,-1-1,1 1,-1-1,2 1,-1-1,1 0,0 0,0 0,1 0,0 0,0 0,0 0,1-1,0 0,0 1,0-2,0 1,1 0,0-1,0 0,0 0,1 0,14 2,-1-1,1-1,0-1,0 0,0-2,1-1,-1 0,0-1,0-1,0-1,0-1,0-1,12-4,-9 4,0-1,0-1,0-1,-1-1,-1-1,0-1,2-2,-7-2,-8 2</inkml:trace>
  <inkml:trace contextRef="#ctx0" brushRef="#br0" timeOffset="859.724">820 416,'22'0,"20"0,13-5,9-3,5-3,2-5,-1-1,-7 0,-9 1,-12 0,-12 3</inkml:trace>
  <inkml:trace contextRef="#ctx0" brushRef="#br0" timeOffset="1122.057">846 81,'18'7,"24"0,28-8,25-11,21-10,11-8,-15 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7:24.5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0 161,'7'4,"9"4,14 3,14 0,12-2,10-3,5-3,1 0,-1-3,-7 0,-8 0,-7 0,-12-1,-8-2,-10 0</inkml:trace>
  <inkml:trace contextRef="#ctx0" brushRef="#br0" timeOffset="331.489">482 0,'87'31,"-62"-24,-1 1,-1 1,1 2,-2 0,0 1,0 1,-1 1,0 1,-2 1,1 0,-2 2,16 19,-30-30,0 0,-1 0,0 0,0 0,0 1,-1-1,0 1,-1 0,1 0,-2 0,1-1,-1 1,0 0,-1 0,0 0,0 0,0 0,-1-1,0 1,-1-1,0 1,0-1,-1 0,1 0,-2 0,1-1,-1 1,-3 3,-9 11,0-1,-1-1,-1-1,0 0,-2-2,0 0,-18 10,5-7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7:25.8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143 214,'-8'49,"3"59,4 1,13 89,-10-172,2 0,0-1,2 1,1-1,10 24,-14-42,0 0,0 0,1 0,-1-1,2 1,-1-1,1 0,0 0,0-1,0 0,1 1,0-2,0 1,0-1,1 0,-1 0,1-1,0 0,0 0,0 0,0-1,5 1,-6-3,0 1,0-1,0 0,1 0,-1 0,0-1,0 0,0-1,0 1,0-1,0 0,0 0,0-1,-1 0,1 0,-1 0,0-1,0 0,0 0,-1 0,1 0,-1-1,0 1,1-3,2-2,0-1,-1-1,0 1,0-1,-1 0,-1 0,0 0,0-1,-1 0,-1 1,0-1,0-3,-7-32,5 46,0 0,-1 0,1 0,0 0,0 0,-1 0,1 0,-1 0,1 0,-1 0,1 0,-1 0,0 1,1-1,-1 0,0 0,1 0,-1 1,0-1,0 1,0-1,0 0,0 1,0-1,0 1,0 0,0-1,0 1,0 0,0 0,0 0,0-1,0 1,0 0,0 1,0-1,0 0,0 0,-1 0,1 0,0 1,-3 2,1 0,0 0,-1 1,1-1,1 1,-1-1,0 1,1 0,0 0,0 1,0-1,1 0,-1 0,1 1,0-1,0 1,0-1,1 1,0 0,0-1,0 2,0 1,0 0,0 0,1 1,0-1,0 0,1 0,0 0,0 0,1 0,0-1,0 1,0-1,1 0,0 0,0 0,1 0,0-1,0 1,0-1,0-1,1 1,0-1,0 0,0 0,0 0,1-1,-1 0,1 0,0-1,0 0,0 0,1-1,78 8,-50-10</inkml:trace>
  <inkml:trace contextRef="#ctx0" brushRef="#br0" timeOffset="250.362">76 521,'16'5,"24"-1,25-8,22-8,17-6,8-5,2 2,-19 4</inkml:trace>
  <inkml:trace contextRef="#ctx0" brushRef="#br0" timeOffset="1080.178">1106 615,'-20'0,"14"-1,0 0,-1 0,1 1,-1 0,1 0,0 0,-1 1,1 0,0 0,-1 1,1 0,0 0,0 0,0 1,1-1,-1 2,1-1,-1 1,1-1,0 1,-4 4,8-5,0-1,0 0,0 1,0-1,1 1,-1 0,1-1,-1 1,1-1,0 1,0 0,0-1,0 1,1-1,-1 1,1 0,-1-1,1 1,0-1,0 1,0-1,0 0,1 1,-1-1,1 0,-1 0,1 0,0 0,0 0,0 0,66 47,78 10,-145-59,1 0,-1 0,1 1,-1-1,1 0,-1 1,1 0,-1-1,0 1,1 0,-1 0,0-1,0 1,0 0,1 0,-1 0,0 1,0-1,0 0,-1 0,1 1,0-1,0 0,-1 1,1-1,-1 0,1 1,-1-1,1 1,-1-1,0 1,0-1,0 1,0-1,0 1,0-1,0 1,-1-1,1 1,0-1,-1 1,1-1,-1 1,0 0,-7 4,0 0,0 0,-1-1,0 0,0-1,0 0,0-1,0 0,-1 0,0-1,1 0,-1 0,0-1,0-1,0 0,0 0,-4-1,13 1,0 1,0-1,0 1,0-1,-1 1,1-1,0 0,0 0,0 0,-1 1,1-1,0 0,0-1,-1 1,1 0,0 0,0 0,0-1,-1 1,1-1,0 1,0-1,0 1,0-1,0 0,0 1,0-1,0 0,0 0,0 0,1 0,-1 0,0 0,0 0,1 0,-1 0,1 0,-1 0,1 0,-1 0,1 0,0-1,-1 1,1 0,0 0,0-1,0 1,0 0,0 0,0 0,1-2,62-49,-41 37,4-2,0-1,-1-1,-1-1,-1-2,-1 0,-1-1,-1-2,-1 0,-1-1,-2 0,0-2,-2 1,-1-2,-1 0,-1-1,4-24,-8 24,-2 0,-2 0,0 0,-2 0,-1 0,-2 0,-1 0,-1 0,-2 0,-4-11,-19-14,28 54,1 1,-1-1,1 1,-1 0,1-1,-1 1,0 0,1 0,-1-1,1 1,-1 0,0 0,1 0,-1 0,0 0,1 0,-1 0,0 0,1 0,-1 0,0 0,1 0,-1 0,1 1,-1-1,0 0,1 0,-1 1,1-1,-1 1,1-1,-1 0,1 1,-1-1,1 1,-1-1,1 1,-1-1,1 1,0-1,-1 1,1 0,0-1,0 1,-1-1,1 1,0 0,0-1,0 1,0 0,0 0,-5 13,1 1,1-1,0 1,1 0,0 1,1-1,2 10,-2 3,-2 49,4 1,3-1,3 0,4 0,8 21,22 18,-39-112,1 1,-1 0,1-1,0 0,0 0,1 1,-1-2,1 1,0 0,0-1,0 0,0 0,1 0,-1 0,1-1,0 0,0 1,0-2,0 1,0-1,5 1,-3-3,0-1,0 0,0 0,0-1,0 0,0 0,0 0,-1-1,0 0,0 0,0-1,0 0,-1 0,0 0,0-1,0 0,0 0,-1 0,0 0,-1-1,1 1,-1-1,0 0,1-5,22-87,-26 81,-11 30,7 1,0 0,1 1,0 0,1-1,0 1,1 0,1 0,1 0,0 6,-1-16,1 0,0 0,-1 0,1 0,1 1,-1-1,1 0,-1-1,1 1,0 0,1-1,-1 1,1-1,-1 1,1-1,0 0,0 0,0 0,1-1,-1 1,1-1,-1 0,1 0,0 0,0 0,0-1,0 1,0-1,0 0,0 0,0-1,4 1,80-14,-47-1</inkml:trace>
  <inkml:trace contextRef="#ctx0" brushRef="#br0" timeOffset="1329.11">1373 347,'25'-6,"27"-5,24-5,23-3,12 1,-13 3</inkml:trace>
  <inkml:trace contextRef="#ctx0" brushRef="#br0" timeOffset="2413.138">2216 589,'-13'-9,"3"0,-1 0,-1 1,1 1,-1 0,-1 0,1 1,-1 1,0 0,0 1,-1 0,-8-1,19 5,-1 0,1 1,0-1,0 1,-1 0,1 0,0 0,0 0,0 0,0 1,0 0,1-1,-1 1,0 0,1 0,-1 0,1 1,0-1,-1 1,1-1,0 1,1 0,-1-1,0 1,1 0,-1 1,-23 83,24-81,-1 0,1 0,0 0,1 0,-1 0,1 0,0 1,1-1,-1 0,1 0,1 0,-1 0,1 0,0 0,0 0,1-1,0 1,0-1,0 0,0 1,1-1,0-1,0 1,1-1,-1 1,1-1,0 0,0-1,0 1,0-1,1 0,1-2,0 1,0-1,0 0,0-1,0 0,0 0,0 0,0-1,0 0,0 0,0-1,0 0,-1 0,1-1,-1 0,1 0,-1 0,0-1,0 0,0 0,-1 0,1-1,-1 0,0-1,3-1,-1-1,0 0,-1 0,1-1,-2 0,1 0,-1-1,-1 1,1-1,-2 0,1 0,-2 0,1-1,-1 1,0-10,-2 20,1-1,-1 0,0 1,1-1,-1 0,0 1,0-1,0 0,1 1,-1-1,0 0,0 1,0-1,0 0,0 1,-1-1,1 0,0 1,0-1,0 0,0 1,-1-1,1 0,0 1,-1-1,1 1,0-1,-1 1,1-1,-1 1,1-1,-1 1,1-1,-1 1,1-1,-1 1,0 0,1-1,-1 1,0 0,1 0,-1-1,1 1,-1 0,0 0,0 0,1 0,-1 0,0 0,0 0,-2 8,0 0,1 0,0 1,0-1,1 1,0-1,0 1,1-1,0 1,1 0,0-1,0 1,1 1,0 0,0-1,1 0,0 0,0 0,1-1,0 1,0-1,1 0,0 0,1-1,6 8,-10-12,1 0,0 1,1-2,-1 1,0 0,1-1,0 1,-1-1,1 0,0 0,0-1,0 1,0-1,1 0,-1 0,0 0,1-1,-1 1,0-1,1 0,-1 0,0-1,0 1,1-1,-1 0,4-1,0-3,-1-1,0 1,0-1,-1-1,0 1,0-1,0 0,-1 0,0-1,0 1,-1-1,0 0,0-1,-1 1,0-1,0 1,-1-1,0 0,-1 0,0 0,0-2,8-27,-8 28,1 1,1 0,-1 0,2 0,-1 0,1 0,0 0,1 1,0 0,1 0,-1 0,1 1,1 0,-1 0,5-2,-10 8,1 0,0 0,0 0,0 1,0-1,0 1,0-1,0 1,0 0,0 0,0 0,0 0,0 0,1 0,-1 0,0 1,0-1,0 1,0 0,0-1,-1 1,1 0,0 0,0 0,0 0,-1 1,1-1,-1 0,1 1,0 0,35 55,-26-25,-2 1,-2 1,-1-1,-2 1,-1 0,-1 0,-3 15,3 6,-2-55,3 88,4-1,8 27,-10-89,0 0,2 0,0-1,2 0,1 0,0-1,2 0,1-1,0 0,6 4,-12-17,0 0,1 0,0-1,0 0,1-1,0 0,1 0,0-1,0 0,0-1,0 0,1 0,0-1,0-1,0 0,7 1,-16-3,1-1,0 0,-1 0,1 0,0 0,-1 0,1-1,0 1,-1-1,1 1,-1-1,1 0,-1 0,0 0,1-1,-1 1,0 0,0-1,1 0,-1 1,-1-1,1 0,0 0,0 0,-1 0,1 0,-1-1,1 1,-1 0,0-1,0 1,0-1,-1 1,1-1,1-7,0 1,0-1,-2 0,1 1,-1-1,0 0,-1 0,-2-8,-6-19,-2 1,-2 1,-1 0,-2 1,-1 0,-2 2,-1 0,-1 1,-2 1,-1 1,-1 1,-1 1,-2 1,0 2,-16-9,-105-64,140 84,30 10,-14 3,370-49,-374 48,-1 1,1 0,0-1,-1 1,1 1,0-1,0 0,-1 0,1 1,0 0,-1-1,1 1,-1 0,1 0,-1 1,1-1,-1 0,0 1,0-1,0 1,0 0,0 0,0 0,0 0,0 0,-1 0,1 0,-1 1,1-1,-1 0,0 1,0-1,0 1,0 0,-1 0,3 32,-4-32,0 1,1-1,0 0,-1 0,1 1,1-1,-1 0,0 0,1 1,-1-1,1 0,0 0,0 0,1 0,-1 0,0 0,1 0,0 0,0-1,0 1,0-1,0 1,0-1,0 0,1 0,0 0,-1 0,2 1,1-3,-1 0,1-1,-1 1,1-1,-1 0,1 0,-1-1,0 1,1-1,-1 0,0 0,0 0,-1-1,1 1,0-1,-1 0,1 0,-1 0,0-1,0 1,1-2,0 1,0 0,0 0,0 0,0 0,-1-1,1 0,-1 1,0-1,-1 0,1-1,-1 1,0 0,0-1,-1 1,0-1,0 0,0 1,0-1,-1 0,0 1,0-1,-1 0,0 1,0-1,0 0,0 1,-1-1,0 1,0 0,0-1,-1 1,0 0,0 1,0-1,-1 0,1 1,-1 0,0-1,1 3,0-1,0 0,0 0,-1 1,1 0,0 0,-1 0,0 0,1 0,-1 1,0-1,0 1,0 0,0 0,0 1,0-1,0 1,0 0,0 0,0 0,0 1,0-1,0 1,0 0,0 0,0 0,0 1,1-1,-1 1,1 0,-1 0,1 0,-1 1,1-1,0 1,0 0,0 0,1 0,-1 0,1 0,-2 3,0 0,0 0,1 0,0 0,1 0,-1 1,1-1,0 1,0 0,1-1,0 1,0 0,1 0,0 0,0 0,1 0,-1 0,2-1,-1 1,1 0,0-1,0 1,1-1,35 18,-15-21</inkml:trace>
  <inkml:trace contextRef="#ctx0" brushRef="#br0" timeOffset="2662.752">3178 134,'-14'-2,"-11"1,-8 8,-3 9,2 10,7 6,9 2,10 3,13 0,5-8</inkml:trace>
  <inkml:trace contextRef="#ctx0" brushRef="#br0" timeOffset="2912.509">3366 763,'11'18,"9"10,5 4,5-5,9-6,9-10,12-15,13-16,-7-5</inkml:trace>
  <inkml:trace contextRef="#ctx0" brushRef="#br0" timeOffset="11181.831">23 2326,'-3'-5,"0"0,0 0,1 0,-1-1,1 1,1-1,-1 1,1-1,0 0,0 0,1 1,0-1,0 0,0 0,1-4,1-14,0 0,2 0,1 0,1 1,1-1,1 1,4-5,-12 24,1 0,0 1,0-1,1 1,-1 0,1-1,0 1,0 0,0 0,0 0,0 0,1 0,-1 1,1-1,0 1,0-1,0 1,0 0,0 0,0 0,0 1,1-1,-1 1,1 0,-1 0,1 0,-1 0,1 1,0-1,0 1,-1 0,1 0,0 0,2 1,10 8,-2 1,1 0,-1 1,-1 1,0 0,0 1,-2 0,1 1,6 12,-17-25,7 8,0 1,-1 0,0 1,-1 0,0 0,0 0,-1 1,2 7,-7-18,0 0,0 0,0 1,0-1,0 0,0 0,-1 0,1 0,0 0,-1 1,1-1,0 0,-1 0,0 0,1 0,-1 0,1 0,-1 0,0 0,0-1,0 1,1 0,-1 0,0 0,0-1,0 1,0-1,0 1,0-1,-1 1,1-1,0 1,0-1,0 0,0 0,0 0,-1 1,1-1,0 0,0 0,0-1,0 1,-1 0,1 0,0-1,0 1,0 0,0-1,0 1,0-1,0 1,0-1,0 0,0 1,0-1,0 0,0 0,1 0,-1 0,0 0,0 0,1 0,-4-1,0 0,1-1,-1 1,1-1,0 0,-1 0,2 0,-1 0,0-1,1 1,-1-1,1 0,0 1,0-1,0 0,1 0,0 0,-1-1,1 1,1 0,-1 0,1-1,-1 1,1 0,0 0,1-1,-1 1,1 0,0-1,0 1,0 0,0 0,1 0,1-2,6-3,0 0,1 1,0 0,0 1,1 0,0 0,0 1,1 0,0 1,0 1,0 0,0 1,1 0,-1 0,8 1,-3-2,1 2,0 0,1 1,-1 0,0 2,9 1,-22-1,0 0,0 0,-1 0,1 0,0 1,0 0,-1 0,1 0,-1 0,0 1,1 0,-1-1,-1 2,1-1,0 0,-1 1,1 0,-1 0,0 0,-1 0,1 0,-1 0,1 1,-1 0,0 2,7 30,13 35,-21-70,0 0,1 0,-1-1,0 1,1 0,-1-1,1 1,0-1,-1 1,1-1,0 0,0 0,0 0,0 0,0 0,0 0,0 0,0-1,0 1,0-1,0 1,0-1,1 0,-1 0,0 0,0 0,0 0,0 0,1-1,1 0,9-4,0-1,-1-1,1 0,-1-1,-1 0,1 0,-1-1,-1-1,0 0,0 0,-1-1,7-10,63-89,-79 110,1 0,-1-1,0 1,0 0,1 0,-1-1,0 1,1 0,-1 0,0 0,1-1,-1 1,0 0,1 0,-1 0,1 0,-1 0,0 0,1 0,-1 0,0 0,1 0,-1 0,1 0,-1 0,0 0,1 0,-1 0,0 0,1 0,-1 1,0-1,1 0,-1 0,0 0,1 1,-1-1,0 0,0 0,1 1,-1-1,0 0,0 1,1-1,-1 0,0 1,0-1,0 0,0 1,1-1,-1 0,0 1,0-1,0 1,0-1,0 0,0 1,0-1,0 0,0 1,0-1,0 1,6 32,-5-26,-1 1,1 0,0 0,0 0,1 0,0 0,0 0,1-1,0 1,1-1,-1 0,2 1,-1-2,0 1,1 0,1-1,-1 0,1 0,0-1,0 0,1 0,-1 0,1 0,3 0,-5-2,0-1,1 0,-1 0,1 0,-1 0,1-1,0 0,0-1,0 1,0-1,-1 0,1 0,0-1,0 0,0 0,-1 0,1 0,0-1,-1 0,1-1,-1 1,0-1,0 0,0 0,0 0,0-1,-1 0,0 0,0 0,0 0,0-1,0 0,-1 1,0-1,0-1,0 0,0-8,0 0,-1-1,0 1,-1-1,-1 0,0 0,-2-7,3-65,-1 85,0 0,1 0,0-1,-1 1,1 0,0 0,0 0,0 1,0-1,0 0,1 0,-1 0,0 1,1-1,-1 1,1-1,0 1,0 0,-1-1,1 1,0 0,0 0,0 0,0 1,0-1,0 0,0 1,1-1,-1 1,0 0,71 0,-59 1,-7-2,1 1,-1 0,0 0,0 0,1 1,-1 1,0-1,0 1,0 0,0 0,0 1,-1 0,1 1,-1-1,0 1,0 0,0 1,0-1,-1 1,0 0,0 0,0 1,0 0,-1 0,0 0,-1 0,3 5,-3 5,-1-1,-1 0,-1 0,0 1,-1-1,0 0,-4 12,0 15,5-38,-1-1,1 1,0 0,-1-1,2 1,-1 0,0-1,1 1,0-1,0 1,0-1,0 1,0-1,1 1,-1-1,1 0,0 0,0 0,0 0,1 0,-1 0,1-1,-1 1,1-1,0 1,0-1,0 0,0 0,0-1,1 1,-1-1,0 1,1-1,-1 0,4 0,75-1,-40-8</inkml:trace>
  <inkml:trace contextRef="#ctx0" brushRef="#br0" timeOffset="11933.844">2282 1899,'-12'-3,"-1"0,-1 1,1 0,0 2,0-1,0 2,0-1,-1 2,1 0,0 0,1 2,-1-1,0 1,1 1,0 1,0-1,0 2,1 0,0 0,0 1,1 0,0 1,1 0,-1 1,8-9,0 1,0 0,1-1,-1 1,0 0,1 0,-1 0,1 0,0 0,0 0,0 0,0 0,0 1,0-1,0 0,1 1,-1-1,1 0,0 1,0-1,0 1,0-1,0 1,0-1,1 0,-1 1,1-1,-1 0,1 1,0-1,0 0,0 0,0 1,1-1,-1 0,1 0,0 0,8 4,1-1,-1-1,1 0,0 0,0-1,0-1,1 0,-1 0,0-1,1-1,-1 0,8-1,0 2,17-1,-15 0,0 0,0 1,0 2,0 0,-1 1,18 6,-36-10,1 1,-1-1,0 1,0 0,1 0,-1 0,0 0,0 0,0 0,0 0,0 1,0-1,-1 1,1 0,0-1,-1 1,1 0,-1 0,0 0,1 0,-1 0,0 0,0 0,0 0,-1 1,1-1,0 0,-1 1,0-1,1 0,-1 1,0-1,0 0,-1 1,1-1,0 0,-1 1,1-1,-1 0,0 0,0 2,-7 5,0 0,0 0,-1-1,0 0,0 0,-1-1,0 0,0-1,0 0,-1-1,0 0,0-1,-1 0,1-1,-1 0,7-1,0 0,0 0,-1 0,1 0,0-1,-1 0,1 0,-1 0,1-1,-1 1,1-1,-1-1,1 1,-1-1,1 0,-1 0,1-1,0 1,-1-1,-4-3,9 4,1 0,-1-1,0 1,0 0,1-1,-1 1,0-1,1 1,0-1,-1 1,1-1,0 1,0-1,0 0,0 1,0-1,0 1,0-1,0 1,1-1,-1 1,1-1,-1 1,1-1,-1 1,1-1,0 1,0 0,0-1,0 1,0 0,0 0,0 0,1-1,42-38,-27 29,0 0,0 2,1 0,0 0,0 2,1 0,0 1,0 1,0 1,1 1,0 0,0 2,0 0,-14 2,1 0,-1 0,1 1,-1 0,0 0,0 0,0 1,0 0,0 0,-1 0,1 1,-1 0,0 0,0 0,0 1,-1 0,1 0,-1 0,2 4,-2-5,-1-1,1 0,-1 1,1-1,0-1,0 1,0-1,1 1,-1-1,0 0,1-1,0 1,-1-1,1 0,0 0,-1 0,1-1,0 0,0 0,0 0,0 0,-1-1,1 0,0 0,-1 0,1-1,0 1,-1-1,0 0,1 0,-1-1,1 0,2 0,1 0,-1-1,-1 1,1-2,0 1,-1-1,0 0,0 0,0 0,-1-1,0 0,0 0,0-1,-1 1,0-1,0 0,-1 0,0 0,0 0,-1-1,1 1,-2-1,1 0,-1 0,0 1,-1-2,-2 4,0 1,0-1,-1 1,0 0,0 0,0 0,-1 0,1 0,-1 1,0-1,0 1,0 0,0 0,0 0,-1 1,1 0,-1 0,0 0,0 0,0 1,0 0,0 0,0 0,0 0,0 1,0 0,0 0,0 0,0 1,0 0,0 0,0 0,0 0,0 1,0 0,-1 1,1 1,0 0,-1 0,2 0,-1 1,0 0,1 0,0 0,0 0,0 1,1-1,0 1,0 0,0 0,1 0,0 1,0-1,1 0,-1 1,1 0,1-1,0-2,0-1,1 0,0 0,0 1,0-1,0 0,0 0,0 0,1 0,0 0,-1-1,1 1,0 0,0-1,1 1,-1-1,0 0,1 0,0 0,-1 0,1 0,0-1,0 1,0-1,0 0,0 1,0-1,0-1,0 1,1 0,-1-1,0 0,1 0,-1 0,0 0,0 0,1 0,-1-1,0 0,3-1,27-3</inkml:trace>
  <inkml:trace contextRef="#ctx0" brushRef="#br0" timeOffset="12199.479">2844 1684,'-16'-4,"-9"-2,-9 0,-1 6,-1 8,5 6,6 6,9 4,8 2,7-3</inkml:trace>
  <inkml:trace contextRef="#ctx0" brushRef="#br0" timeOffset="12460.78">2924 2126,'16'11,"14"0,14-9,13-15,-4-4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7:50.5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92,'733'-40,"-353"11,43 8,58 20,-320 12,-127-4,-31 0,-77 3,-437-6,393-4</inkml:trace>
  <inkml:trace contextRef="#ctx0" brushRef="#br0" timeOffset="278.59">549 146,'-256'46,"171"-25,76-13,27-5,238 1,1501-33,-1645 34,-103-2,-24-1,-77-9,34-1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7:32.2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5268 644,'2'22,"1"18,2 10,1 3,0 1,3-6,1-8,0-8,0-11,-2-12,-2-8</inkml:trace>
  <inkml:trace contextRef="#ctx0" brushRef="#br0" timeOffset="653.943">5054 443,'66'10,"-1"4,0 3,0 2,36 18,-84-31,0 1,0 0,-1 2,1 0,-2 1,0 0,0 2,-1-1,0 2,-1 0,0 1,-1 0,-1 0,0 1,-1 1,-1 0,0 0,3 11,28 115,-39-140,0 0,-1 0,1 0,0-1,0 1,0 0,0-1,0 1,0-1,1 0,-1 1,0-1,1 0,-1 1,1-1,0 0,-1 0,1-1,0 1,-1 0,1 0,0-1,0 1,0-1,0 1,0-1,-1 0,1 0,0 0,0 0,0 0,0 0,0-1,0 1,-1-1,1 1,0-1,0 0,0 1,1-2,62-47,54-109,-119 158,0 1,0-1,0 0,0 1,0-1,0 1,0-1,0 0,0 1,1-1,-1 0,0 1,0-1,0 0,0 1,1-1,-1 0,0 1,0-1,1 0,-1 0,0 1,0-1,1 0,-1 0,0 0,1 1,-1-1,0 0,1 0,-1 0,0 0,1 0,-1 0,1 1,-1-1,0 0,1 0,-1 0,0 0,1 0,-1-1,1 1,-1 0,0 0,1 0,-1 0,0 0,1 0,-1-1,0 1,1 0,-1 0,0 0,0-1,1 1,-1 0,0 0,0-1,1 1,-1 0,0-1,0 1,0 0,1-1,-1 1,0 0,0-1,0 1,0-1,2 37,-2-29,-1 0,1 0,0 0,0 1,0-1,0 0,1 0,1 1,-1-1,1 0,0 0,1 0,0-1,0 1,0 0,1-1,0 0,0 0,0 0,1-1,0 1,0-1,0 0,1 0,0-1,0 0,3 2,1-4,0 0,0-1,1 0,-1-1,0 0,0 0,1-1,-1-1,0 1,0-2,0 1,-1-1,1-1,-1 0,1 0,-1-1,0 0,-1-1,1 0,-1 0,0-1,-1 0,0 0,0-1,0 1,-1-2,0 1,-1-1,0 0,4-9,5-17,-2-2,-2 0,-1 0,-1-1,-3 0,-1 0,-1 0,-3-1,-2-15,3 33,-10-316,3 300,-1 28,3 25,-2 58,3 1,5 37,-2-101,1 46,2-1,2 1,3-1,3 0,1-1,17 42,-22-80,1-1,0 0,1 0,0 0,2-1,-1-1,2 0,0 0,9 6,-16-15,0 0,1-1,0 1,0-1,0 0,0-1,1 0,-1 0,1 0,0-1,0 0,0 0,0 0,0-1,0 0,1-1,-1 0,0 0,0 0,1-1,-1 0,0-1,0 1,6-3,19-11</inkml:trace>
  <inkml:trace contextRef="#ctx0" brushRef="#br0" timeOffset="940.39">6163 416,'16'3,"19"0,22-1,16 1,15-2,8 0,1 2,-15 0</inkml:trace>
  <inkml:trace contextRef="#ctx0" brushRef="#br0" timeOffset="1419.8">6805 884,'-4'7,"5"-23,16-223,-17 234,0 3,-1 0,1 1,0-1,0 0,0 1,0-1,0 0,0 1,0-1,0 0,1 1,-1-1,1 0,-1 1,1-1,-1 1,1-1,0 1,0-1,0 1,0 0,0-1,0 1,0 0,1 0,-1 0,0 0,1 0,-1 0,1-1,73 34,115 39,-184-66,-1 1,1 0,-1 0,0 0,0 1,-1 0,0-1,0 1,-1 1,0-1,0 1,-1-1,1 1,-2 0,1 0,-1-1,0 1,-1 0,0 0,0 0,-1 0,0 0,0 0,-1 0,0 0,0 46,2-51,0 0,0 0,0 0,0 0,0 0,1 0,0-1,-1 1,1 0,0 0,0 0,1-1,-1 1,0-1,1 1,0-1,-1 1,1-1,0 0,0 0,1 0,-1 0,0 0,1 0,-1-1,1 1,-1-1,1 0,0 0,-1 0,1 0,0 0,0 0,0-1,10 1,1 0,-1-1,1-1,-1 0,0-1,0-1,0 0,0 0,0-1,0-1,-1 0,0-1,0 0,-1-1,1-1,-1 1,-1-2,0 1,0-1,0-1,-1 0,-1 0,3-5,-5 6,0-1,-1 0,0 0,0-1,-1 0,0 0,-1 0,-1 0,2-9,-3 15,-1 0,1 0,-1 0,0 0,0 0,0 0,-1-1,0 1,0 0,0 0,-1 1,0-1,0 0,0 0,0 1,-1-1,1 1,-1 0,0 0,-1 0,1 0,-3-2,4 5,0-1,1 1,-1 0,0 0,0 0,1 0,-1 0,0 0,0 0,0 1,0-1,0 1,0 0,0-1,0 1,-1 0,1 0,0 0,0 0,0 1,0-1,0 0,0 1,0 0,0-1,0 1,0 0,0 0,1 0,-1 0,0 0,1 1,-1-1,0 1,1-1,-1 2,-38 67,37-62,0 0,1-1,1 1,-1 0,1 0,1 0,-1 1,1-1,1 0,-1 0,1 0,1 0,0 0,0-1,0 1,1 0,0-1,1 1,-1-1,1 0,1 0,-1-1,1 1,1-1,-1 0,1 0,0-1,0 0,1 0,8 3,1-2,0 0,0 0,0-2,1 0,0-1,-1 0,1-2,0 0,0 0,0-2,0 0,0-1,0-1,0 0,-1-2,1 0,13-6,29-11</inkml:trace>
  <inkml:trace contextRef="#ctx0" brushRef="#br0" timeOffset="-1858.808">40 1005,'12'0,"-1"-1,0 0,0 0,0-1,0-1,-1 1,1-2,-1 0,1 0,-1 0,0-2,-1 1,1-1,-1 0,-1-1,1 0,4-5,-6 6,1-1,-1 0,0 0,0 0,-1-1,0 0,0-1,-1 1,0-1,-1 0,0 0,0-1,1-6,-4 14,-1 1,0 0,1-1,-1 1,0 0,0-1,0 1,0 0,0 0,0-1,0 1,-1 0,1-1,0 1,-1 0,1 0,-1-1,1 1,-1 0,0 0,1 0,-1 0,0 0,0 0,0 0,0 0,0 0,0 0,0 0,0 1,0-1,0 0,-1 1,1-1,0 1,0-1,-1 1,1 0,0-1,0 1,-1 0,1 0,0 0,-1 0,1 0,0 0,-1 0,1 1,0-1,-1 0,1 1,0-1,0 1,0-1,-1 1,1 0,0 0,-1 0,-6 5,0-1,0 2,0-1,1 1,0 0,1 1,-1-1,1 1,1 1,-1-1,2 1,-1 0,1 0,0 0,1 0,0 1,1 0,0 0,1-7,0 1,1 0,-1 0,1 0,0 0,0 0,0 0,1 0,-1 0,1 0,0 0,0 0,1-1,-1 1,1 0,0-1,0 1,0-1,0 0,0 0,1 1,-1-2,1 1,0 0,0 0,0-1,1 0,-1 1,0-1,1 0,-1-1,1 1,0-1,-1 0,1 1,2-1,14 2,-1-1,1-1,-1-1,1 0,0-2,-1 0,1-1,-1-1,0-1,0 0,0-2,2-1,3 0,0 0,0-2,-1 0,0-2,-1-1,-1 0,1-2,-2 0,0-2,6-7,-25 23,1 0,-1 0,0 0,1 0,-1 0,0 0,0-1,0 1,0-1,0 1,0 0,0-1,0 0,-1 1,1-1,0 1,-1-1,0 0,1 1,-1-1,0 0,0 0,0 1,0-1,0 0,0 1,0-1,-1 0,1 1,-1-1,1 0,-1 1,0-1,1 1,-1-1,0 1,0-1,0 1,0-1,0 1,0 0,-1 0,1 0,0-1,-1 1,1 1,-1-1,1 0,-1 0,-5 0,-1 1,1 0,-1 1,1-1,0 1,-1 1,1 0,0 0,0 0,0 0,0 1,0 1,1-1,0 1,-1 0,1 0,0 1,1 0,-1 0,1 0,-2 4,0-4,1 1,0 0,0 1,0-1,1 1,0 0,1 0,0 1,0 0,0-1,1 1,0 0,0 1,1-1,2-7,0 1,0-1,0 0,0 0,1 0,-1 0,0 0,0 0,1 0,-1 0,1 0,-1 0,1 0,-1 0,1 0,0 0,-1-1,1 1,0 0,0 0,-1-1,1 1,0 0,0-1,0 1,0-1,0 1,0-1,0 1,0-1,0 0,0 1,0-1,0 0,0 0,0 0,1 0,-1 0,0 0,45-6,-29 0,-1-1,0 0,0-1,-1-1,0-1,-1 0,6-5,41-27,-60 41,0 1,0-1,1 1,-1 0,0-1,1 1,-1 0,0 0,1-1,-1 1,0 1,1-1,-1 0,0 0,1 0,-1 1,0-1,1 0,-1 1,0-1,0 1,0 0,1-1,-1 1,0 0,0 0,0 0,0 0,0 0,0 0,0 0,-1 0,1 0,0 0,-1 0,1 0,0 1,-1-1,0 0,1 0,-1 1,0-1,1 0,-1 1,0-1,0 1,0-1,0 0,0 1,-1-1,1 0,0 1,2 4,86 329,-82-315,11 34,-2 0,-3 1,-2 0,-2 1,-3 0,-2 8,-4-54,0-1,0 0,0 1,-2-1,1 0,-1 0,0 0,-1 0,0-1,-3 6,5-12,1 1,-1-1,0 1,0-1,0 1,-1-1,1 0,0 0,-1 0,0 0,1-1,-1 1,0-1,0 0,0 1,0-1,0 0,0-1,0 1,0-1,0 1,0-1,0 0,0 0,-1 0,1 0,0-1,0 1,0-1,0 0,0 0,-2-1,-6-4,1 0,1-1,-1 0,1-1,0 0,1 0,0-1,0 0,1-1,0 1,1-1,0-1,0 1,1-1,1 0,0 0,0 0,0-4,-3-4,1 0,0-1,1 0,1 0,1 0,1 0,1-1,1 1,0 0,2-1,0 1,1 0,1 0,1 0,1 1,0 0,2 0,0 0,1 1,3-3,10-5,1 2,2 1,0 0,1 2,1 1,1 1,1 2,0 1,2 1,-1 1,29-8,44-24,-83 35,-64 29,30-11,-11 5,1 0,0 2,1 1,-17 14,39-28,-1 0,1-1,0 1,0 0,0 0,0-1,0 1,0 0,0 0,0 0,0 0,0 0,0 1,1-1,-1 0,0 0,1 0,-1 1,1-1,-1 0,1 1,0-1,0 0,-1 1,1-1,0 1,0-1,0 0,0 1,1-1,-1 0,0 1,1-1,-1 0,1 1,-1-1,1 0,-1 0,1 1,0-1,0 0,0 0,-1 0,1 0,0 0,0 0,0 0,1-1,-1 1,0 0,0 0,0-1,2 1,6 3,0 0,0-1,1-1,0 1,-1-2,1 1,0-1,0-1,0 0,0 0,0-1,0 0,-1 0,1-2,0 1,-1-1,0 0,1-1,-1 0,0 0,-1-1,8-6,-13 9,0-1,0 0,0 0,0 0,-1 0,1 0,-1-1,0 1,0-1,0 0,-1 1,1-1,-1 0,0 0,0 0,0 0,-1 0,1 0,-1 0,0 0,0 0,0 0,-1 0,0 0,1 0,-2-2,2 7,0-1,0 0,0 0,0 1,0-1,0 0,0 0,0 1,0-1,0 0,-1 0,1 0,0 1,0-1,0 0,0 0,0 0,-1 0,1 1,0-1,0 0,0 0,-1 0,1 0,0 0,0 0,0 1,-1-1,1 0,0 0,0 0,-1 0,1 0,0 0,0 0,-1 0,1 0,0 0,0 0,-1 0,1 0,0 0,0-1,-1 1,1 0,0 0,0 0,0 0,-1 0,1 0,3 5,-1 1,1-1,0 0,0 1,1-1,-1 0,1-1,0 1,0-1,1 0,0 0,-1 0,1-1,0 1,1-1,-1 0,1-1,-1 1,6 1,-1-2,0 0,0 0,0-1,0 0,0-1,0 0,0-1,0 0,0 0,0-1,0 0,0-1,-1 0,1-1,-1 0,0 0,0-1,0 0,-1 0,0-1,0-1,0 1,-1-1,0 0,0-1,0 0,-1 0,-1 0,1-1,-1 1,-1-1,0-1,0 1,0-1,6-25,0 0,-2 0,-2-1,-1 0,-2 0,-2 0,-1-1,-3-17,3 15,-2 1,-2-1,-1 1,-3-2,-8 3,16 36,-1 1,0-1,1 1,-1-1,1 1,-1-1,0 1,1 0,-1-1,0 1,0 0,1 0,-1-1,0 1,1 0,-1 0,0 0,0 0,1 0,-1 0,0 0,0 0,1 0,-1 0,0 1,0-1,1 0,-1 1,0-1,1 0,-1 1,0-1,1 0,-1 1,1-1,-1 1,0-1,1 1,-1 0,1-1,0 1,-1 0,1-1,0 1,-1 0,1-1,0 1,-1 0,1 0,-9 15,0 1,1 1,1 0,0 0,2 0,0 1,1 0,0 7,3-21,-8 34,2 0,2 1,1 0,2 0,2 0,2 0,1-1,3 1,2 6,-7-37,1 1,1-1,0 0,0-1,0 1,1 0,1-1,-1 0,1 0,1 0,-1-1,1 0,1 0,-1 0,1-1,0 0,1 0,0-1,0 0,0 0,0-1,0 0,1 0,0-1,0 0,0-1,0 0,0 0,1-1,-1 0,0 0,1-1,-1-1,0 0,3 0,-2-3,0 0,0-1,-1 0,0 0,0-1,0 0,-1 0,0-1,0-1,-1 1,0-1,0 0,0-1,-1 0,-1 0,1 0,-2 0,1-1,-1 0,-1 0,0 0,0 0,-1-1,1-6,6-24,-5 73,-4-22,-1 1,0-1,1 1,1 0,-1 0,2 0,-1-1,2 1,-1-1,1 1,1-1,0 0,0 0,1 0,0-1,6 7,25-1,-19-17</inkml:trace>
  <inkml:trace contextRef="#ctx0" brushRef="#br0" timeOffset="-1614.498">2099 403,'-18'2,"-8"6,-3 5,5 4,8 0,13-2,8-4</inkml:trace>
  <inkml:trace contextRef="#ctx0" brushRef="#br0" timeOffset="-500.007">2433 270,'-1'2,"0"0,0 0,0 0,0 0,0 0,0 0,0 0,1 1,-1-1,1 0,-1 1,1-1,0 0,0 1,0-1,0 0,1 0,-1 1,1-1,-1 7,9 601,-9-585,-1 2,2 0,0 0,2 0,0-1,2 1,2 0,6 18,-13-43,1-1,-1 1,0 0,1 0,0-1,-1 1,1 0,0-1,0 1,0-1,0 1,0-1,0 1,0-1,1 0,-1 1,0-1,1 0,-1 0,1 0,-1 0,1 0,0-1,-1 1,1 0,0-1,0 1,-1-1,1 0,0 1,0-1,0 0,-1 0,1 0,0 0,0-1,0 1,1-1,1-3,0-1,0 0,0 0,-1 0,0 0,0 0,-1-1,1 1,-1-1,0 0,0 0,-1 1,0-1,0 0,0 0,-1-5,1-6,0 0,-1 0,0 0,-2 0,0 0,-1 0,-1 0,0 0,-1 1,-1 0,0 0,-2 0,0 1,0 0,-1 1,-1 0,0 0,-1 1,-1 0,0 1,-9-7,61 28,32 3,2-4,-1-3,1-3,30-4,34-7,-130 7,-27 3,11-1,0 1,0 0,1 0,-1 1,1 0,-1 0,1 1,0 0,0 0,0 1,0 0,1 0,0 0,-1 1,2 0,-1 0,0 0,1 1,0 0,0 0,1 0,0 1,0 0,0-1,1 1,0 1,3-6,-1 0,1 1,0-1,0 0,0 0,0 0,0 1,1-1,-1 0,1 0,-1 0,1 0,0 0,0 0,0 0,0 0,0 0,0 0,1 0,-1-1,0 1,1 0,0-1,-1 1,1-1,0 0,0 0,0 1,0-1,0 0,0-1,0 1,0 0,4 1,-1 0,1-1,-1 0,1 0,-1 0,1-1,0 0,0 0,-1 0,1-1,0 0,2-1,4-2,-1 0,0-1,0-1,0 0,-1-1,0 0,0 0,0-1,-1 0,0-1,-1 0,0 0,-1-1,1 0,3-8,-9 14,-2 4,1 0,-1 1,0-1,0 0,1 1,-1-1,0 0,0 0,1 0,-1 1,0-1,1 0,-1 0,0 0,1 1,-1-1,0 0,1 0,-1 0,1 0,-1 0,0 0,1 0,-1 0,0 0,1 0,-1 0,0 0,1 0,-1 0,1 0,-1 0,0-1,1 1,-1 0,0 0,1 0,-1-1,0 1,0 0,1 0,-1-1,0 1,1 0,-1 0,0-1,0 1,0 0,1-1,-1 1,0 0,0-1,0 1,0 0,0-1,0 1,0-1,0 1,0 0,0-1,0 1,0 0,0-1,0 1,0-1,0 1,7 51,19 76,-25-122,1 1,1-1,-1 0,1-1,0 1,0 0,0-1,1 0,0 0,-1 0,2 0,-1 0,0-1,1 0,-1 0,1 0,0-1,0 1,0-1,0 0,4 1,-3-2,-1-1,1 1,-1-1,1 0,-1 0,1-1,-1 0,0 0,1 0,-1 0,0-1,0 0,0 0,0 0,0-1,0 0,0 1,3-5,72-69,-52 36,-2-1,-1-2,-3 0,-1-2,-2 0,-2-1,-2 0,-3-2,3-20,4-20,-3 0,4-86,-20 133,-9 28,-3 30,-4 24,3 1,0 1,3 0,2 0,-3 40,4-49,2 1,1 1,1-1,2 1,2-1,1 1,2-1,1 0,2 0,1-1,2 0,6 13,-12-39,1 0,0 0,0-1,0 0,1 0,0 0,0-1,1 0,-1 0,8 4,-11-8,-1-1,1 1,0 0,0-1,0 0,1 0,-1 0,0 0,0 0,1-1,-1 0,0 1,1-1,-1 0,0-1,1 1,-1 0,0-1,0 0,1 0,-1 0,0 0,0 0,0-1,0 0,0 1,-1-1,1 0,0 0,0-1,8-11,1 0,-2-1,0-1,-1 0,0 0,-1-1,-1 0,-1 0,0-1,-1 0,-1 0,-1 0,1-16,-1 8,-5 36,2-8,-4 18,1 1,0 0,2-1,0 1,2 0,0 0,1 0,1 0,1-1,1 1,1-1,4 9,-6-23,1 1,0-1,0 0,1 0,-1 0,1 0,1-1,-1 0,1-1,-1 1,1-1,1-1,-1 1,0-1,1 0,0-1,0 0,-1 0,1-1,0 0,0 0,1-1,-1 0,0 0,0-1,0 0,0 0,0-1,-1 0,2-1,-5 1,-1 1,1-1,-1-1,0 1,0 0,1-1,-1 1,-1-1,1 0,0 0,-1 0,0-1,1 1,-1 0,0-2,10-24</inkml:trace>
  <inkml:trace contextRef="#ctx0" brushRef="#br0" timeOffset="-244.459">3316 631,'13'0,"24"-5,27-3,28-6,22-4,11-4,-16 2</inkml:trace>
  <inkml:trace contextRef="#ctx0" brushRef="#br0" timeOffset="8096.228">0 2368,'50'-265,"-35"205,-15 60,0-1,0 1,0-1,0 1,1-1,-1 1,0-1,0 1,0-1,1 1,-1-1,0 1,1-1,-1 1,0 0,1-1,-1 1,0-1,1 1,-1 0,1 0,-1-1,1 1,-1 0,1 0,-1-1,1 1,-1 0,1 0,-1 0,1 0,-1 0,1 0,-1 0,1 0,-1 0,1 0,-1 0,1 0,-1 0,1 0,0 0,-1 1,0-1,1 0,-1 0,1 1,-1-1,1 0,-1 0,1 1,-1-1,0 1,1-1,19 29,-17-23,13 21,2-1,0-1,2 0,0-1,2-1,13 10,17 16,-52-48,-1 1,1-1,-1 0,0 0,0 0,0 0,0 0,0 0,0 0,0 0,0 0,0 0,0 0,0-1,-1 1,1 0,0-1,0 1,-1-1,1 0,0 1,-1-1,1 0,0 0,-1 0,1 0,-1 0,1 0,0 0,-1 0,1-1,0 1,-1 0,1-1,0 1,-1-1,0 1,-5 0,-1-1,0 0,1 0,-1 0,0-1,1 0,0-1,0 0,-1 0,2 0,-1-1,0 0,1 0,0-1,-2 0,7 4,1 0,-1 0,0 0,0-1,0 1,1 0,-1 0,0 0,1-1,-1 1,1 0,0-1,-1 1,1 0,0-1,0 1,0-1,0 1,0 0,0-1,0 1,1-1,-1 1,0 0,1-1,-1 1,1 0,-1 0,1-1,0 1,-1 0,1 0,0 0,0 0,0 0,0 0,0 0,0 0,0 0,0 0,0 1,1-1,-1 0,1 1,60-31,-59 30,119-46,-119 47,-1-1,0 1,0 0,1 0,-1 0,0 0,1 0,-1 1,0-1,0 1,0-1,1 1,-1 0,0 0,0 0,0 0,0 0,0 0,0 0,-1 1,1-1,0 1,-1-1,1 1,-1 0,1 0,-1 0,0 0,0 0,0 0,0 0,1 1,24 75,-25-75,3 15,-3-15</inkml:trace>
  <inkml:trace contextRef="#ctx0" brushRef="#br0" timeOffset="11732.818">415 1940,'3'9,"2"3,3 0,0-5,-1-5,-2-7,-2-3,-1-3,-4 0,-3 2,-3 3,-1 4,0 5,0 5,3 2,4 3,3-2</inkml:trace>
  <inkml:trace contextRef="#ctx0" brushRef="#br0" timeOffset="13555.614">11511 109,'-24'169,"21"-129,-21 344,23-380,0-1,0 1,0-1,1 1,0-1,0 1,0-1,0 1,0-1,1 1,-1-1,1 1,0-1,0 1,0-1,1 0,-1 1,1-1,0 0,-1 0,1 0,1 0,-1-1,0 1,1-1,0 1,-1-1,1 0,0 0,0 0,0 0,0 0,1-1,-1 0,0 1,1-1,-1 0,1-1,8-1,1-1,-1-1,0 0,0-1,0 0,0-1,-1 0,0-1,0 0,1-2,70-30,-56 32,1 2,-1 0,1 2,0 1,0 2,-1 0,13 3,24 0,719-11,-222-6,-554 13,0 0,0 0,1 1,-1-1,0 1,0 1,0-1,-1 1,1 0,0 0,4 3,-7-12,-4-2</inkml:trace>
  <inkml:trace contextRef="#ctx0" brushRef="#br0" timeOffset="13865.293">13462 122,'-21'25,"16"-1,0 0,2 0,1 1,1-1,0 1,2-1,1 0,1 1,-1-6,16 278,-17-276,-1-21,1 0,-1 0,1 0,-1 0,1 0,0 0,-1 0,1 0,-1 0,1 0,0 0,-1 0,1 0,-1 0,1 0,-1-1,1 1,-1 0,1 0,-1-1,1 1,-1 0,1-1,-1 1,1-1,-1 1,0-1,1 1,-1-1,0 1,1-1,-1 1,0-1,0 1,1-1,-1 1,0-1,0 1,0-1,0 1,0-1,0 0,0 1,0-1,0 1,0-1,0 0,0 1,0-1,0 1,-1-1,1 1,0-1,1-2,12-26,0-1</inkml:trace>
  <inkml:trace contextRef="#ctx0" brushRef="#br0" timeOffset="14781.474">13516 163,'0'-3,"0"1,0-1,0 1,0-1,0 0,-1 1,1-1,-1 1,0 0,1-1,-1 1,0-1,-1 1,1 0,0 0,-1 0,1 0,-1 0,0 0,1 0,-1 0,0 0,0 1,0-1,0 1,-1 0,1 0,0-1,0 1,-1 1,1-1,-1 0,1 0,-1 1,1 0,-2-1,-162-3,103 6,-124-8,1-8,-68-19,167 20,2 0,0 4,-34 2,-361 9,294 11,163-20,11 1</inkml:trace>
  <inkml:trace contextRef="#ctx0" brushRef="#br0" timeOffset="23882.187">1137 2127,'4'36,"-1"7,3-1,1 1,2-2,6 13,-15-51,1-1,-1 0,0 0,1 1,0-1,-1 0,1 0,0 0,0 0,0 0,1 0,-1 0,0 0,1 0,-1 0,1-1,0 1,-1-1,1 1,0-1,0 0,0 1,0-1,0 0,0 0,0-1,1 1,-1 0,0-1,0 1,1-1,-1 0,0 0,1 0,-1 0,0 0,1 0,-1-1,0 1,0-1,1 1,-1-1,0 0,0 0,1 0,9-9,0 1,0-2,-1 0,0 0,-1-1,-1 0,1-1,-2 0,0 0,-1-1,0 0,-1 0,0-1,-1 1,-1-2,6-28,-9 97,-2-35,1-1,1 0,1 0,0 0,1 0,1 0,5 13,-8-25,1 1,0-1,1 1,-1-1,1 0,0 0,0 0,1 0,-1-1,1 1,0-1,1 0,-1 0,1 0,-1-1,1 0,0 0,0 0,1 0,-1-1,0 0,1 0,4 1,20-2</inkml:trace>
  <inkml:trace contextRef="#ctx0" brushRef="#br0" timeOffset="24274.232">1712 2127,'-1'10,"1"0,0-1,1 1,0 0,0-1,1 1,0 0,1-1,0 0,0 0,1 0,0 0,1 0,0-1,0 0,1 0,0 0,0-1,1 0,0 0,0-1,1 1,3 1,-8-6,0 0,0-1,-1 1,1-1,0 0,0 0,0 0,0 0,0-1,0 1,1-1,-1 0,0 1,0-1,0-1,0 1,1 0,-1-1,0 0,0 0,0 0,0 0,0 0,-1 0,1-1,0 1,0-1,-1 0,1 0,-1 0,0 0,1 0,-1-1,0 1,0-1,-1 1,2-3,56-125,-55 120,0 35,-5-17,0-1,1 1,0 0,0-1,0 1,1-1,0 1,1-1,0 0,0 1,0-1,1 0,0 0,1-1,-1 1,1 0,0-1,1 0,0 0,0-1,4 5,4-5,0 0,0-1,1 0,0-1,-1-1,1 0,0-1,0 0,0-1,0-1,0 0,0-1,0 0,0-2,-1 1,4-2,53-12</inkml:trace>
  <inkml:trace contextRef="#ctx0" brushRef="#br0" timeOffset="25609.109">3209 2288,'1'-29,"-1"-1,-1 1,-2 0,0 0,-2 0,-2 1,0-1,-7-12,-9 3,23 38,0 0,0 1,0-1,-1 0,1 0,0 0,0 0,0 0,0 0,0 1,0-1,0 0,-1 0,1 0,0 0,0 0,0 0,0 0,0 0,0 0,-1 0,1 0,0 0,0 0,0 0,0 0,-1 0,10 7,0 0,0-1,0 0,0-1,1 0,0-1,0 0,0 0,1-1,-1 0,3-1,216 43,-225-44,0 1,-1 0,1-1,-1 1,1 1,-1-1,0 1,0-1,0 1,0 0,0 0,-1 0,1 0,-1 0,0 1,0-1,0 1,0 0,-1-1,1 1,-1 0,0 0,0 0,-1 0,1 0,-1 0,0 0,0 0,0 0,0 0,-1 2,1-5,-2 5,2-1,-1 0,0 0,1 0,0 0,0 0,0 1,1-1,0 0,0 0,0 0,0 0,1 0,0 0,0-1,1 1,-1 0,1-1,0 0,0 0,0 1,0-2,1 1,0 0,0-1,0 0,0 0,0 0,4 2,0-4,0 1,0-1,0-1,0 1,0-1,0-1,0 1,0-1,-1-1,1 1,0-2,0 1,-1-1,1 0,-1 0,0-1,0 0,0 0,-1-1,1 0,-1 0,0 0,-1-1,1 0,-1 0,0 0,0-1,-1 0,0 0,0 0,-1 0,0-1,0 1,-1-1,0 0,0 1,-1-1,0 0,0 0,-1-4,1 10,-1 0,0 0,0 0,-1 0,1 0,0 0,-1 0,1 0,-1 0,0 0,1 0,-1 0,0 0,0 0,-1 1,1-1,0 0,0 1,-1-1,1 1,-1-1,1 1,-1 0,0-1,0 1,1 0,-1 0,0 0,0 1,0-1,0 0,0 1,0-1,0 1,0 0,0 0,-2 0,1 3,1 0,0 0,0 1,0-1,0 1,0 0,1 0,-1 0,1-1,0 1,0 0,1 1,-1-1,1 0,0 0,0 0,0 0,1 0,0 2,-1-2,1 1,0 0,0 0,0-1,1 1,-1 0,1-1,1 1,-1-1,0 0,1 0,0 0,0 0,0 0,0-1,1 1,-1-1,1 0,0 0,0 0,0-1,1 0,-1 1,0-1,3 0,9 4,0-1,0-1,1 0,-1-1,1-1,14 0,-2-1,1-1,-1-1,1-2,-1-1,0-1,0-1,0-2,-1 0,0-2,-1-2,19-10,-42 21,-1 0,0 0,1-1,-1 1,0-1,0 0,0 0,0 0,0 0,0 0,-1-1,1 1,-1-1,1 0,-1 0,0 0,0 0,-1 0,1 0,0 0,-1-1,0 1,0-1,0 1,0-1,-1 1,1-1,-1 1,0-1,0 1,0-1,0 0,-1 1,0-1,1 1,-1-1,-1-1,-2 1,-1 0,0 0,1 1,-2-1,1 1,0 0,-1 0,1 1,-1-1,0 1,1 1,-1-1,0 1,0 0,0 0,0 1,-1-1,1 2,0-1,0 0,0 1,0 1,0-1,0 1,0-1,1 2,-1-1,1 1,-1 0,0 0,-1 2,0-1,0 2,0-1,1 1,0 0,0 0,0 0,1 1,0 0,0 0,1 0,0 1,0 0,1-1,0 1,0 1,1-1,0 0,-1 6,3-12,0 0,1 0,-1 0,0 0,1 1,-1-2,1 1,-1 0,1 0,0 0,0 0,0 0,0-1,0 1,1 0,-1-1,0 1,1-1,-1 1,1-1,-1 0,1 1,0-1,0 0,-1 0,1 0,0-1,0 1,0 0,0-1,0 1,0-1,0 0,1 0,70-1,-60-1,0-1,0-1,-1 0,0 0,0-1,0-1,0 0,-1-1,0 0,0-1,-1 0,0 0,-1-1,1-1,-2 1,1-2,-1 1,4-9,-6 3,-3 8,-3 23,2 61,4 0,3 0,4-1,3 0,3-1,18 43,-14-41,36 148,-57-154,-2-68,-1 0,1 0,0 0,-1 0,1 0,-1 0,0 0,0-1,1 1,-1 0,0 0,-1 0,1-1,0 1,0-1,-1 1,1-1,-1 1,1-1,-1 0,0 0,1 0,-1 0,0 0,0 0,0 0,1-1,-1 1,0-1,0 1,-2-1,-2-1,1 0,-1 0,0-1,1 0,-1 0,1 0,0-1,0 0,0 0,0 0,0 0,0-1,1 0,0 0,0 0,0-1,0 1,1-1,-1-1,-18-22,2-1,2-1,0-1,2 0,2-1,1-1,1 0,2 0,1-1,1-1,0-20,6 44,1-1,1 0,0 0,1 0,0 0,0 0,1 0,1 1,2-7,-3 14,-1-1,1 1,0 0,1 0,-1 0,1 0,-1 0,1 0,0 1,1 0,-1-1,1 1,-1 0,1 1,0-1,0 1,0-1,0 1,0 0,1 1,-1-1,1 1,-1 0,1 0,1 0,3 0,1 1,-1 1,1-1,-1 2,1-1,-1 1,0 1,1-1,-1 2,-1-1,1 1,0 0,-1 1,0 0,1 1,-8-5,0-1,0 1,-1-1,1 1,0-1,0 1,-1-1,1 1,-1 0,1-1,0 1,-1 0,1-1,-1 1,1 0,-1 0,0 0,1 0,-1-1,0 1,0 0,1 0,-1 0,0 0,0 0,0 0,0 0,0 0,0-1,0 1,-1 0,1 0,0 0,0 0,-9 9</inkml:trace>
  <inkml:trace contextRef="#ctx0" brushRef="#br0" timeOffset="26676.116">5601 2208,'-7'-3,"-1"1,1 0,-1 0,0 0,0 1,0 0,0 1,0 0,0 0,0 1,0-1,0 2,0-1,0 1,1 1,-1-1,0 1,1 1,0-1,0 1,0 0,-5 5,5-2,0 0,1 1,-1 0,1 0,1 0,0 1,0 0,0 0,1 0,1 1,0-1,0 1,1 0,0 0,0 0,1 0,1 0,0 7,0-15,0 0,0 0,0 0,1 0,-1 0,1 0,0 0,0 0,-1 0,1 0,0 0,1 0,-1-1,0 1,0 0,1-1,-1 1,1-1,-1 0,1 1,0-1,0 0,-1 0,1 0,0 0,0 0,0-1,0 1,0 0,0-1,0 0,0 1,2-1,2 0,0 0,0-1,0 1,-1-1,1-1,0 1,-1-1,1 0,-1 0,0 0,5-4,9-7,-1-2,0 0,-2-1,1-1,-2 0,0-1,-1-1,-1 0,-1-1,0 0,-2-1,0-1,-2 1,0-1,-2-1,0 1,-1-1,-1 0,0-19,-2 27,-1 1,-1-1,0 0,-1 0,0 1,-1-1,-1 0,0 1,-1 0,0 0,-2-3,6 17,0-1,0 0,0 0,0 1,0-1,-1 0,1 0,0 1,0-1,0 0,-1 0,1 1,0-1,-1 0,1 1,0-1,-1 0,1 1,-1-1,1 1,-1-1,1 1,-1-1,0 1,1-1,-1 1,1 0,-1-1,0 1,0 0,1-1,-1 1,0 0,1 0,-1 0,0 0,0 0,1 0,-1 0,0 0,0 0,1 0,-1 0,0 0,0 0,1 1,-1-1,0 0,1 0,-1 1,0-1,1 1,-1-1,0 1,1-1,-1 1,1-1,-1 1,1-1,-1 1,1-1,-1 1,1 0,0-1,-1 1,1 0,0 0,0-1,0 1,-1 0,-11 113,12-90,-2 13,3 0,0 0,3-1,1 1,1-1,2 0,2-1,3 6,-11-36,-1 1,1-1,0 1,1-1,-1 1,1-1,0 0,0 0,1-1,-1 1,1-1,0 1,1-1,-1-1,1 1,-1 0,1-1,0 0,0 0,1-1,-1 1,0-1,1 0,0-1,-1 1,1-1,0 0,0-1,0 1,-1-1,1 0,0-1,0 1,0-1,0 0,-1-1,1 1,4-3,1-4,0-1,0 0,-1-1,0 0,-1-1,0 0,-1 0,0-1,-1 0,0 0,-1-1,0 1,-1-1,0-1,-1 1,-1-1,0 0,-1 0,-1 0,1-10,-8-20,6 43,0 1,-1-1,1 0,0 1,0-1,-1 0,1 1,-1-1,1 1,0-1,-1 0,1 1,-1-1,1 1,-1-1,0 1,1 0,-1-1,1 1,-1 0,0-1,1 1,-1 0,0 0,1-1,-1 1,0 0,0 0,1 0,-1 0,0 0,0 0,1 0,-1 0,0 0,1 0,-1 1,0-1,1 0,-1 0,0 1,1-1,-1 1,0-1,1 0,-1 1,1-1,-1 1,1-1,-1 1,1-1,-1 1,1 0,0-1,-1 1,1 0,-6 7,0 0,0 0,1 1,1 0,-1 0,1 0,1 1,0 0,0-1,1 1,0 0,1 0,0 0,0 0,2 6,-1-10,1 1,0 0,0-1,1 1,0-1,0 0,0 1,1-1,0 0,0 0,1-1,-1 1,1-1,0 1,1-1,0 0,-1-1,1 1,1-1,-1 0,1 0,-1-1,1 0,0 0,0 0,1-1,-1 0,1 0,-1 0,1-1,5 1,66 7,0-7</inkml:trace>
  <inkml:trace contextRef="#ctx0" brushRef="#br0" timeOffset="29006.59">7541 2021,'-14'4,"1"0,1 1,-1 0,1 1,-1 0,2 1,-1 1,1 0,0 0,1 1,0 0,0 1,1 0,0 1,-4 8,11-17,0 1,0-1,0 1,1 0,-1 0,1 0,0 0,0 0,0 0,0 0,1 0,-1 0,1 0,0 1,0-1,0 0,0 0,0 0,1 1,-1-1,1 0,0 0,0 0,0 0,1 0,-1 0,1 0,-1-1,1 1,0-1,0 1,0-1,0 1,1-1,-1 0,1 0,-1 0,1 0,0-1,0 1,-1-1,2 1,14 4,1-1,0 0,0-1,0-1,0-1,1-1,-1 0,1-2,-1 0,0-1,0-1,1-1,-2 0,8-4,-9 3,0 0,1-1,-2-1,1-1,-1-1,-1 0,1-1,-2 0,1-1,10-11,-24 21,1 0,0 0,-1-1,1 1,-1-1,1 0,-1 1,0-1,1 0,-1 0,0 1,0-1,-1 0,1 0,0 0,0 0,-1 0,0-1,1 1,-1 0,0 0,0 0,0 0,0 0,0 0,-1-1,1 1,-1 0,1 0,-1 0,0 0,1 0,-1 0,0 0,-1 1,1-1,0 0,0 0,-1 1,1-1,-1 1,1-1,-1 1,0 0,0 0,1-1,-1 1,0 1,0-1,-1 0,0 1,1 0,-1 0,0 1,1 0,-1-1,1 1,-1 0,1 0,-1 0,1 1,0-1,0 1,0-1,-1 1,1 0,1-1,-1 1,0 0,0 0,1 1,-1-1,1 0,0 0,0 1,-1-1,1 1,1-1,-1 1,0-1,1 1,-1 0,1-1,0 1,0 0,0-1,0 1,0-1,1 1,-1 0,1-1,0 1,0-1,0 1,0 0,2 2,0 0,0-1,0 1,1-1,-1 0,1 0,0 0,0-1,0 1,1-1,-1 0,1 0,0-1,0 1,0-1,0 0,0-1,0 1,1-1,-1 0,1 0,-1-1,0 1,1-1,-1 0,1-1,-1 1,1-1,-1 0,0-1,1 1,-1-1,5-2,-8 2,0 1,0-1,0 0,0 0,-1 0,1 0,0 0,-1 0,0 0,1 0,-1-1,0 1,0-1,0 1,0 0,-1-1,1 0,-1 1,1-1,-1 1,0-1,0 0,0 1,0-1,-1 1,1-1,-1 0,1 1,-1-1,0 1,0 0,0-1,-1 1,1 0,0-1,-1 1,0 0,-2-5,-1 0,0 0,-1 1,0 0,0 0,0 0,-1 1,0 0,0 0,0 0,-1 1,4 2,0 0,0 0,0 0,-1 1,1-1,-1 1,0 0,1 1,-1-1,1 1,-1 0,0 0,0 0,-2 1,8-1,-1 0,0 0,0 0,0 0,1 0,-1 0,0 0,0 1,0-1,0 0,1 0,-1 0,0 0,0 0,0 1,0-1,0 0,1 0,-1 0,0 0,0 1,0-1,0 0,0 0,0 0,0 0,0 1,0-1,0 0,0 0,0 1,0-1,0 0,0 0,0 0,0 1,0-1,0 0,0 0,0 0,0 1,0-1,0 0,0 0,0 0,0 0,-1 1,1-1,0 0,0 0,0 0,0 0,-1 1,24 4,149-4,-85-5,-83 3,0 1,0-1,0 1,-1 0,1 0,0 0,0 1,0 0,0-1,0 1,0 0,-1 1,1-1,0 1,-1-1,1 1,-1 0,0 1,0-1,1 0,-2 1,1 0,0 0,0 0,-1 0,0 0,1 0,-1 1,0-1,-1 1,1-1,2 17,16 41,-19-59,-1-1,1 0,1 1,-1-1,0 0,0 0,0 1,1-1,-1 0,1 0,-1 0,1 0,-1-1,1 1,-1 0,1-1,0 1,-1-1,1 0,0 1,-1-1,1 0,0 0,-1 0,1 0,0 0,0 0,-1-1,1 1,0-1,-1 1,1-1,0 1,0-2,6-3,-1 0,1-1,-2 0,1 0,-1 0,0-1,0 0,0 0,-1-1,0 0,-1 1,0-2,0 1,-1 0,0-1,0 1,-1-1,0 0,0 0,-1 0,0-8,-2 28,3 77,-1-85,0 0,-1 0,2 0,-1 0,0-1,0 1,1 0,-1-1,1 1,0-1,0 0,0 0,0 0,0 0,0 0,1 0,-1 0,1 0,-1-1,1 0,0 1,-1-1,1 0,0 0,0 0,0-1,0 1,1-1,2 1,-1-1,1 0,0 0,-1-1,1 0,0 0,-1 0,1-1,-1 1,1-1,-1 0,0-1,0 0,0 0,0 0,0 0,-1 0,1-1,-1 0,0 0,0 0,0-1,-1 1,1-2,2-2,-1 1,-1-1,1 0,-1 0,-1 0,0-1,0 1,0-1,-1 0,0 1,-1-1,0 0,0 0,-1 0,0-1,-4 88,5-70,0-1,1 0,0 0,0 0,1 0,0 0,0-1,1 1,-1-1,1 0,1 0,-1 0,1 0,0-1,0 0,1 0,-1 0,1-1,0 0,1 0,-1 0,1-1,-1 0,1 0,0-1,0 0,0 0,0 0,1-1,-1 0,0-1,1 1,-1-2,0 1,1-1,-1 0,0 0,6-2,-5 0,-1 1,1-1,-1-1,0 1,1-1,-2 0,1-1,0 0,-1 0,0 0,0-1,-1 0,0 0,0 0,0-1,0 0,-1 0,0 0,-1 0,1-3,2-4,-1 0,-1 0,0 0,-1 0,-1 0,0-1,0 1,-2-1,0 0,-2-11,-2 43,-5 80,4 2,5 45,0-124,2 45,3-1,2 0,3-1,10 29,-13-80,-9-45,1 25,-10-108,-1-9,4-113,8 233,-1-3,1 1,-1-1,1 0,1 1,-1-1,1 1,1-1,-1 1,1-1,1 1,-1 0,1 0,0 0,1 0,0 0,0 1,0 0,1 0,0 0,0 0,1 0,0 5,-1 0,1 1,0-1,-1 1,1 1,0-1,-1 1,1 0,-1 0,1 1,-1-1,0 1,1 0,-1 1,0-1,0 1,-1 0,1 0,0 1,-1 0,0-1,3 5,55 67,-60-73,0 1,-1 0,0 0,0 0,0 0,0 0,0 0,0 1,-1-1,1 0,-1 0,0 1,0-1,0 0,-1 0,1 0,-1 1,0-1,0 0,0 0,0 0,0 0,-1 0,1 0,-1-1,0 1,0 0,-1 0,-3 3,-1-1,0 0,0-1,0 1,-1-1,0-1,1 1,-1-1,0-1,-1 0,1 0,0 0,-1-1,1 0,-1-1,1 0,-1 0,1-1,6 1,1 0,0 1,0-1,0 0,-1-1,1 1,0 0,0 0,0 0,-1-1,1 1,0-1,0 1,0-1,0 1,0-1,0 1,0-1,0 0,0 0,0 0,0 1,1-1,-1 0,0 0,0 0,1 0,-1 0,1 0,-1-1,1 1,-1 0,1 0,0 0,-1 0,1-1,0 1,0 0,0 0,0 0,0-1,0 1,0 0,1 0,-1 0,0-1,1 1,-1 0,1 0,-1 0,1 0,-1 0,1 0,0 0,0 0,-1 0,1 0,0 0,0 1,0-1,11-8,1 0,-1 2,2-1,-1 2,1 0,0 0,0 1,0 1,1 1,0 0,1 0,0-1,13-2,-12 3,0 0,0-2,-1 0,1-1,-1-1,11-6,-26 13,0 0,0-1,-1 1,1 0,0-1,0 1,-1-1,1 1,0-1,-1 1,1-1,-1 0,1 1,0-1,-1 0,0 1,1-1,-1 0,1 0,-1 1,0-1,1 0,-1 0,0 0,0 1,0-1,0 0,0 0,0 0,0 0,0 0,0 1,0-1,0 0,0 0,0 0,-1 0,1 1,0-1,-1 0,1 0,-1 1,1-1,-1 0,1 1,-1-1,1 0,-1 1,0-1,1 1,-1-1,0 1,1-1,-2 1,1-1,-1 0,1 0,-1 0,1 1,-1-1,0 0,1 1,-1-1,0 1,1 0,-1 0,0 0,0 0,1 0,-1 0,0 0,0 0,1 1,-1-1,0 1,1-1,-1 1,0-1,1 1,-1 0,1 0,-2 1,0 2,0 1,0 0,1 0,0 0,0 0,0 0,0 1,1-1,-1 0,2 1,-1-1,0 1,1 0,0-1,1 1,-1-1,1 1,0-1,0 1,1-1,-1 0,3 4,-2-5,1 0,0 0,0-1,0 1,1-1,-1 0,1 1,0-2,0 1,0 0,0-1,1 0,-1 0,0 0,1 0,0-1,-1 1,1-1,0-1,0 1,-1-1,1 1,0-1,0-1,0 1,-1-1,1 0,0 0,0 0,-1 0,1-1,-1 0,1 0,-1 0,0-1,0 1,0-1,0 0,0 0,-1 0,1-1,-1 1,0-1,0 0,0 0,1-4,18-29,-12 66,-10-27,0-1,0 0,0 1,0-1,0 1,0-1,1 1,-1-1,1 0,-1 1,1-1,-1 0,1 0,0 1,0-1,0 0,-1 0,1 0,0 0,0 0,1 0,-1 0,0 0,0 0,0-1,1 1,-1 0,0-1,0 1,1-1,-1 1,1-1,-1 0,0 0,1 1,-1-1,1 0,-1 0,1-1,-1 1,0 0,1 0,-1-1,1 1,-1 0,0-1,1 0,-1 1,0-1,0 0,1 0,-1 0,6-5,-1 0,0 0,0-1,0 0,-1 0,0 0,-1-1,1 0,-2 0,1 0,-1 0,0 0,-1-1,1 0,-2 1,1-1,-2 0,1-2,8-32,-9 41,0 1,0-1,0 0,0 1,0-1,1 1,-1-1,1 1,-1 0,1-1,0 1,-1-1,1 1,0 0,0 0,0-1,0 1,0 0,0 0,0 0,0 0,1 0,-1 0,0 0,1 1,-1-1,0 0,1 1,-1-1,1 1,-1-1,1 1,-1 0,1 0,-1 0,1 0,-1 0,1 0,-1 0,1 0,0 0,-1 1,1-1,-1 1,0-1,1 1,-1-1,1 1,-1 0,0 0,0 0,1 0,-1 0,0 0,0 0,7 6,-1 0,0 1,0 0,-1 0,0 0,-1 1,0 0,0 0,0 0,-1 1,-1-1,0 1,0 0,-1 0,0 0,-1 0,0 1,0-1,-1 0,-1 0,0 1,0-1,-1 1,0 5,1-13,0 0,0-1,0 1,0 0,1 0,-1 0,1 0,0 0,0 0,0 0,0 0,1 0,-1 0,1 0,0 0,0 0,0 0,0-1,0 1,1 0,-1-1,1 1,-1-1,1 1,2 1,3-2,-1 1,1-2,0 1,0-1,0 0,0 0,0-1,0 0,0 0,0-1,0 1,25-3</inkml:trace>
  <inkml:trace contextRef="#ctx0" brushRef="#br0" timeOffset="29815.67">10215 2114,'-4'-3,"1"0,0 0,-1 0,0 0,0 1,0-1,0 1,0 0,0 1,0-1,-1 0,1 1,-1 0,1 0,-1 1,1-1,-1 1,1 0,-1 0,1 1,-1-1,1 1,-1 0,1 0,-1 0,1 1,0 0,-1-1,1 2,0-1,1 0,-1 1,0 0,1-1,-1 2,1-1,0 0,0 1,0-1,0 1,-1 3,3-5,0-1,1 0,-1 0,0 1,1-1,-1 1,1-1,0 1,-1-1,1 0,0 1,0-1,0 1,0-1,0 1,0-1,1 1,-1-1,0 1,1-1,-1 0,1 1,-1-1,1 0,0 1,0-1,0 0,-1 0,1 1,0-1,0 0,0 0,1 0,-1 0,0-1,0 1,1 0,-1 0,0-1,1 1,-1-1,0 1,1-1,-1 0,1 1,69 3,-60-7,-10 3,0-1,0 1,-1-1,1 0,0 1,0 0,0-1,0 1,0 0,0-1,0 1,0 0,0 0,0 0,0 0,-1 0,1 0,0 0,0 0,0 0,0 0,0 0,0 1,0-1,0 0,0 1,0-1,0 1,0-1,-1 1,1-1,0 1,0 0,-1-1,1 1,0 0,-1 0,1-1,-1 1,1 0,-1 0,1 0,-1 0,0 0,1 0,-1-1,0 1,0 0,1 0,-1 1,0 25,4 32,-3-58,-1 0,0 1,1-1,0 0,-1 1,1-1,0 0,-1 0,1 0,0 0,0 0,0 1,0-1,0-1,0 1,0 0,1 0,-1 0,0-1,0 1,1 0,-1-1,0 1,1-1,-1 0,0 1,1-1,-1 0,1 0,-1 0,0 0,1 0,-1 0,1 0,0-1,6-2,0 0,0 0,0-1,-1 0,0-1,1 0,-2 0,1 0,-1-1,1 0,-1 0,-1 0,0-1,1 0,-2 0,1 0,-1-1,1-2,8-23,0-1,-2 0,-2-1,-1 0,-2 0,-1 0,-2-1,-1-20,4-50,-4-1,-6 1,-5-11,8 107,-16-51,5 64,-9 77,11 1,3 1,4 0,3 0,4 0,4 0,17 77,-21-135,1 0,1 0,1-1,1 0,1-1,0 1,13 17,-21-38,0 0,1 0,-1-1,1 1,0-1,-1 1,1-1,0 1,0-1,0 0,0 0,0 0,0 0,0 0,0 0,0-1,1 1,-1-1,0 1,0-1,1 0,-1 0,0 0,0 0,1 0,-1-1,0 1,0-1,1 1,-1-1,0 0,0 0,0 0,0 0,0 0,0 0,0-1,-1 1,1-1,0 1,-1-1,1 0,-1 1,0-1,1-1,85-107,-87 110,0 1,-1-1,1 0,0 1,0-1,0 0,0 0,0 1,0-1,0 0,0 1,0-1,0 0,0 1,0-1,0 0,0 1,0-1,0 0,1 1,-1-1,0 0,0 0,0 1,0-1,1 0,-1 0,0 1,0-1,0 0,1 0,-1 1,0-1,1 0,-1 0,0 0,0 0,1 0,-1 1,0-1,1 0,-1 0,0 0,1 0,-1 0,0 0,1 0,-1 0,0 0,0 0,1 0,-1 0,0 0,1-1,-1 1,0 0,1 0,-1 0,0 0,0 0,1-1,-1 1,0 0,0 0,1 0,-1-1,0 1,-2 31,2-29,-1 7,0 94,2-100,-1 0,1 0,-1-1,1 1,0 0,0-1,0 1,0-1,0 1,1-1,-1 1,1-1,0 0,-1 0,1 0,0 0,0 0,0 0,1-1,-1 1,0-1,1 1,-1-1,1 0,-1 0,1 0,-1 0,1 0,0-1,0 1,-1-1,1 0,0 0,1 0,18-2</inkml:trace>
  <inkml:trace contextRef="#ctx0" brushRef="#br0" timeOffset="30079.299">10696 1700,'-14'0,"-7"0,-1 0,0 0,4-2,7-4,6 1</inkml:trace>
  <inkml:trace contextRef="#ctx0" brushRef="#br0" timeOffset="30332.102">10428 1700,'16'2,"14"1,12 0,9-1,-4 0</inkml:trace>
  <inkml:trace contextRef="#ctx0" brushRef="#br0" timeOffset="30594.398">10816 2288,'23'-17,"-9"7,0 0,0-1,-1-1,0 0,-1 0,0-2,6-9,-16 21,-1 1,0-1,0 1,0-1,0 0,0 0,0 1,0-1,-1 0,1 0,-1 0,1 1,-1-1,0 0,0 0,1 0,-1 0,-1 0,1 0,0 0,0 0,-1 0,1 0,-1 1,1-1,-1 0,0 0,0 1,0-1,0 0,0 1,0-1,0 1,-1-1,1 1,-1 0,1-1,-1 1,1 0,-1 0,1 0,-1 0,0 0,0 1,0-1,1 0,-1 1,0-1,0 1,0 0,-5 0,0 1,0-1,0 2,0-1,1 1,-1 0,0 0,1 1,0 0,0 0,0 0,0 1,0 0,1 0,-1 0,1 1,0 0,0 0,1 0,0 1,0-1,0 1,0 0,1 0,0 0,1 1,-1-1,1 1,0-1,1 1,-1 0,1 1,1-2,0 0,1 0,0 0,0 0,0 0,0 0,1 0,0 0,1 0,-1-1,1 1,0-1,0 0,1 0,-1 0,1 0,0-1,0 1,1-1,0 0,-1-1,1 1,0-1,1 0,4 2,9 5,1-1,0-1,0 0,1-2,0 0,14 1,17 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8:15.3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461 0,'-13'1,"0"0,0 1,1 0,-1 1,0 0,1 1,0 0,0 1,0 1,1 0,0 0,0 1,0 0,1 1,0 0,1 1,-3 3,-14 17,1 1,1 1,1 1,3 1,-1 3,4-5,1 0,2 0,2 1,0 1,2 0,2 1,1 0,2 0,1 1,0 23,1 4,3 1,3-1,2 0,3-1,11 39,-12-77,1-1,1-1,1 0,1 0,0-1,2 0,0-1,1-1,1 0,1-1,1 0,0-1,1-1,18 11,-26-20,0-1,1-1,0 1,0-2,0 0,0 0,0-1,1 0,-1-1,1 0,-1-1,1 0,-1-1,1 0,5-2,-16 3,0 1,0-1,0 0,0 0,0 0,0 0,0 0,0 0,1 0,-1 0,0-1,0 1,0 0,0-1,0 1,0 0,0-1,0 1,0-1,0 0,0 1,-1-1,1 0,0 0,0 1,-1-1,1 0,0 0,-1 0,1 0,-1 0,1 0,-1 0,1 0,-1 0,0 0,1 0,-1 0,0 0,0 0,0 0,0 0,0-1,0 1,0 0,-1-1,1-1,-1-1,1 1,0 0,0-1,0 1,1-1,-1 1,1-1,-1 1,1 0,0-1,1 1,-1 0,0 0,1 0,0 0,0 0,0 0,0 0,0 1,0-1,1 1,0 0,-1-1,1 1,0 0,2-1,0-2,14-11,2 2,-1 0,2 1,0 0,0 2,1 1,0 1,1 1,0 1,20-3,79-28,-87 23,0 3,1 1,1 1,0 3,0 1,22-1,18 2,0-3,0-4,-1-4,20-8,-64 16,0 1,1 2,-1 1,1 1,25 2,346-39,-184 24,-6 6,-30-3,-143 13,29-1,1 4,-1 2,12 6,-47-6,0-1,0-2,1-1,-1-2,18-3,-45 3,-1 0,0 0,0-1,0 0,-1 0,1-1,0 0,-1-1,0 1,1-1,-1-1,-1 1,1-1,-1-1,0 1,0-1,0 0,-1 0,0-1,0 1,-1-1,0 0,0 0,-1-1,1 1,-2-1,1 0,-1 0,1-8,-1-10,-1 0,-1 0,-1 0,-2 0,0 0,-2 0,-1 0,-1 1,-1 0,-1 1,-2-1,0 2,-1 0,-1 0,-2 1,0 1,-1 0,-1 1,-4-2,7 9,-1 1,-1 1,0 0,0 1,-1 1,0 1,-1 0,0 1,0 1,-1 1,-3-1,-211-27,1 22,-70 12,119 1,-402-2,478 7,1 5,1 5,0 4,-82 29,11-7,-124 38,280-73,15-6,0 0,0 1,0-1,0-1,-1 1,1-1,-1 0,1-1,0 1,-1-1,0 0,1 0,-1-1,1 1,0-1,-2-1,-11-2,1 1,-1 1,0 0,0 1,0 1,-14 2,-11-1,10 1,0 2,1 1,0 2,0 1,-12 5,41-12,1-1,0 1,-1-1,1 1,0 0,-1 0,1 0,0 0,0 0,0 0,0 1,0-1,0 1,0 0,1-1,-1 1,0 0,1 0,-1 0,1 0,0 0,-1 1,-1 9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8:17.8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593 121,'0'-2,"0"1,0-1,0 1,0-1,0 1,0-1,0 0,-1 1,1-1,0 1,-1-1,1 1,-1 0,0-1,0 1,1-1,-1 1,0 0,0 0,0-1,0 1,0 0,-1 0,1 0,0 0,0 0,-1 1,1-1,-1 0,1 1,0-1,-1 1,0-1,-17-3,1 1,-1 1,0 1,0 0,0 2,0 0,1 1,-1 1,0 0,1 2,0 0,-8 4,-4-1,0 2,0 0,0 3,2 0,0 2,0 0,1 2,-7 8,30-23,1 1,-1 0,0-1,1 1,0 1,0-1,0 0,0 1,0 0,1 0,0-1,0 1,0 1,0-1,0 0,1 0,0 1,0-1,0 1,0-1,1 1,0-1,-1 1,2-1,-1 1,1-1,0 4,2-4,0-1,0 0,0-1,0 1,1-1,-1 1,1-1,0 0,0 0,-1-1,1 1,0-1,0 0,1 0,-1 0,0 0,0-1,0 0,0 0,2 0,42 1,0-2,0-2,29-6,6 0,-77 8,17-3,0 1,0 2,0 0,0 1,0 1,0 2,0 0,-1 1,1 1,-1 1,14 7,-32-11,-1 0,1 1,0-1,-1 1,0 0,0 0,0 0,0 1,0-1,0 1,-1-1,0 1,0 0,0 0,0 0,0 0,-1 0,0 1,0-1,0 0,0 1,-1-1,0 0,0 1,0-1,0 1,-1-1,1 0,-1 1,0-1,-1 0,1 0,-1 0,0 0,1 0,-2 0,1 0,0 0,-1-1,0 0,0 1,0-1,0 0,0 0,-4 2,-11 6,-1 0,0-1,-1-1,0 0,0-2,-1-1,0 0,0-1,0-2,-1 0,1-1,-1-1,-3-1,-13 3,-123 10,147-8,30-2,48-5,-29-4</inkml:trace>
  <inkml:trace contextRef="#ctx0" brushRef="#br0" timeOffset="441.409">1342 201,'-36'-13,"0"2,-1 1,0 2,-1 2,-4 1,37 5,0 0,0 1,0-1,0 1,0 0,0 1,1-1,-1 1,0 0,1 0,-1 0,1 1,0-1,0 1,0 0,0 0,0 1,1-1,-1 1,1 0,0 0,0 0,1 0,-1 0,1 1,0-1,0 1,0-1,1 1,-1 0,1 0,0 0,1 0,-1 3,-3 11,2 0,0 1,0-1,2 0,0 1,2-1,0 0,2 5,-3-17,1 0,0 0,0 0,0-1,1 1,0-1,1 0,-1 1,1-2,0 1,1 0,-1-1,1 0,0 0,0 0,1-1,-1 1,1-1,0-1,0 1,1-1,-1 0,7 2,10-1,0-2,-1 0,1-1,0-2,0 0,0-1,0-2,-1 0,0-1,0-2,0 0,-1-1,0-1,3-3,90-41,-69 29</inkml:trace>
  <inkml:trace contextRef="#ctx0" brushRef="#br0" timeOffset="687.76">1957 147,'-2'2,"-4"6,0 8,1 8,1 7,3 7,3 4,2 2,1 0,0-1,-1-5,-2-7,0-6,-1-10,-1-14,0-8</inkml:trace>
  <inkml:trace contextRef="#ctx0" brushRef="#br0" timeOffset="937.093">1595 1,'25'6,"24"3,22 0,20-2,12-3,4-3,1-2,-7-4,-15 0,-14 1,-17 0,-21 1,-24 2,-15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8:23.5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435 102,'-17'-9,"0"1,-1 0,0 2,0 0,-1 0,1 2,-1 0,0 2,0 0,0 1,-1 0,1 2,0 0,0 2,0 0,0 1,1 0,-4 3,18-6,0 1,-1-1,1 1,0 0,0 0,0 0,0 1,1-1,-1 1,1 0,-1 0,1 0,0 1,0-1,0 1,1-1,-1 1,1 0,0 0,0 0,0 1,1-1,-1 0,1 1,0-1,1 0,-1 1,1 0,-1-1,1 1,1-1,-1 1,1-1,-1 1,1-1,1 0,-1 1,2 3,8 5,1 1,1-2,0 0,0 0,1-1,0-1,1 0,0-1,1-1,0 0,0-1,14 4,-10-3,1 2,-5-4,0 0,-1 1,1 1,-2 1,1 0,-1 1,-1 1,9 8,-21-18,1 0,-1 1,0-1,0 1,0-1,0 1,0-1,0 1,0 0,0 0,-1-1,1 1,0 0,-1 0,0 0,1-1,-1 1,0 0,0 0,0 0,0 0,0 0,-1-1,1 1,-1 0,1 0,-1 0,1-1,-1 1,0 0,0-1,0 1,0 0,0-1,0 1,-1-1,1 0,0 1,-1-1,0 0,-68 37,20-23,-1-2,0-3,0-1,-10-2,28-4</inkml:trace>
  <inkml:trace contextRef="#ctx0" brushRef="#br0" timeOffset="713.261">1117 129,'-30'30,"12"-59,13 22,0 0,-1 1,0-1,0 1,-1 0,0 1,0 0,0 0,0 1,-1-1,0 1,0 1,0 0,0 0,0 1,-1-1,1 2,-1-1,1 1,-1 1,0 0,0 0,1 0,-1 1,1 1,-1-1,1 1,-1 1,1 0,-2 1,0 0,0 1,1 0,0 1,0 0,0 0,1 1,0 0,0 1,1-1,0 2,1-1,-1 1,1 0,1 0,0 0,0 1,1 0,0 0,1 0,0 0,0 1,1-1,1 1,0-1,0 1,1 0,0-1,1 1,1 0,-1-1,1 1,1-1,0 0,1 1,0-2,0 1,1 0,0-1,1 0,0 0,0 0,1-1,0 0,1 0,0-1,10 4,1 0,0-2,1 0,0-1,0-1,1-1,0-1,0-1,0 0,0-2,1-1,-1 0,1-1,-1-2,1 0,-1-1,0-2,0 0,0-1,1-1,0-1,0-1,0-1,-1-1,-1 0,0-2,0 0,-2-2,1 0,-2-1,0 0,-1-1,-1-1,0-1,-2 0,0-1,1-4,34-67,-48 92,0-1,0 0,0 0,1 1,-1-1,0 0,0 0,1 1,-1-1,0 0,0 0,1 0,-1 0,0 1,0-1,1 0,-1 0,0 0,1 0,-1 0,0 0,0 0,1 0,-1 0,0 0,1 0,-1 0,0 0,1 0,-1 0,0 0,1 0,-1 0,0 0,0 0,1-1,-1 1,0 0,0 0,1 0,-1-1,0 1,0 0,1 0,-1 0,0-1,0 1,0 0,1-1,-3 33,-3 11,-7 49,5 1,3 11,5-151,-1 17</inkml:trace>
  <inkml:trace contextRef="#ctx0" brushRef="#br0" timeOffset="961.525">1411 102,'-12'-17,"-17"-38,29 54,1 0,-1 1,1-1,-1 0,1 1,0-1,-1 0,1 1,0-1,-1 1,1-1,0 1,0-1,-1 1,1 0,0-1,0 1,0 0,-1 0,1 0,0 0,0-1,0 1,0 0,0 0,0 1,-1-1,1 0,0 0,0 0,0 1,0-1,-1 0,2 1,2-1,108 11,0-6,21-4,237-37,-355 34,-29 2,14 0,-29 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8:21.3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290 12,'-11'-3,"1"0,0 1,-1 0,1 1,-1 1,1-1,-1 1,1 1,-1 0,1 1,-1 0,1 0,0 1,0 1,0-1,0 2,1-1,0 1,0 1,0 0,0 0,1 0,0 1,0 1,1-1,0 1,0 0,1 1,0 0,4-6,1-1,-1 1,1 0,0 0,0 0,0 0,1 0,-1 0,0 0,1 0,0 0,0 1,0-1,0 0,0 0,1 0,0 0,-1 0,1 0,0 0,0 0,1 0,-1 0,1-1,-1 1,1 0,0-1,0 1,0-1,0 0,0 0,1 0,-1 0,3 2,15 9,0 0,1-1,1-2,0 0,1-1,11 3,-5-2,9 4,-17-8,0 1,0 1,-1 1,0 1,0 1,-1 1,-1 0,13 12,-29-23,-1 1,1-1,0 1,0 0,-1 0,1 0,-1 0,0 0,1 0,-1 0,0 0,0 1,0-1,-1 0,1 1,-1-1,1 0,-1 1,0-1,0 1,0-1,0 0,0 1,0-1,-1 1,1-1,-1 0,0 1,1-1,-1 0,0 1,0-1,-1 0,1 0,0 0,-1 0,1 0,-1 0,0-1,0 1,1-1,-2 1,-12 7,0 0,-1-2,0 0,-1 0,1-2,-1 0,-1-1,1 0,0-2,-1 0,0-1,1 0,-1-2,-1 0,-23-7,69-13,53-10,-36 16</inkml:trace>
  <inkml:trace contextRef="#ctx0" brushRef="#br0" timeOffset="980.181">624 346,'-1'8,"0"-1,1 1,0 0,0 0,1-1,-1 1,2 0,-1-1,1 1,0-1,1 0,0 0,0 0,0 0,1 0,0-1,1 1,-1-1,1 0,0 0,1-1,-1 1,1-1,0-1,0 1,1-1,-1 0,1 0,2 0,-6-2,0-1,-1 1,1-1,0 0,0 1,0-1,0-1,0 1,0 0,0-1,0 1,0-1,0 0,1 0,-1-1,0 1,0 0,0-1,0 0,0 0,0 0,0 0,0 0,-1 0,1-1,0 1,-1-1,1 0,-1 0,1 0,-1 0,0 0,0-1,0 1,0-1,0 1,-1-1,1 0,-1 0,1-1,-2-3,-1 0,0 0,0 0,0 1,-1-1,0 0,0 0,-1 1,0 0,0-1,0 1,-1 0,0 1,0-1,0 0,-1 1,0 0,0 0,0 1,-1 0,1-1,-1 2,0-1,0 1,-1 0,1 0,-1 0,1 1,-1 0,0 1,0-1,-1 1,-53 2,63 2,11 0,0-1,0 0,0-1,1-1,-1 0,0-1,0 0,3-1,3 0,240-24,-255 25,0 1,0 0,0 0,0 0,0 0,0 0,0 1,0 0,-1 0,1 0,0 0,0 1,-1-1,1 1,0 0,-1 0,0 1,1-1,-1 0,0 1,0 0,-1 0,1 0,-1 0,1 0,-1 1,0-1,0 1,6 78,-8-31,0-50,0 0,0 0,0 0,0 0,0-1,1 1,-1 0,0 0,0 0,1 0,-1 0,0 0,1 0,-1 0,1 0,-1-1,1 1,-1 0,1 0,0-1,-1 1,1 0,0-1,0 1,-1-1,1 1,0-1,0 1,0-1,0 1,0-1,-1 0,1 0,0 1,0-1,0 0,0 0,0 0,0 0,0 0,0 0,0 0,0-1,0 1,40-20,-16 1,-2 0,0-2,-1-1,-1 0,-2-2,5-7,-10 13,-14 18,0-1,0 1,0-1,0 1,0-1,0 1,1-1,-1 1,0-1,0 1,0-1,1 1,-1-1,0 1,0-1,1 1,-1 0,0-1,1 1,-1-1,1 1,-1 0,0-1,1 1,-1 0,1 0,-1-1,1 1,-1 0,1 0,-1 0,1 0,-1-1,1 1,-1 0,1 0,-1 0,1 0,0 0,-1 0,1 0,-1 1,1-1,-1 0,1 0,-1 0,1 0,-1 1,1-1,-1 0,0 1,1-1,-1 0,1 1,-1-1,0 0,1 1,-1-1,0 1,1-1,-1 0,0 1,1-1,-1 1,0-1,0 1,0-1,0 1,2 42,-2-32,-1-5,1 1,0-1,0 0,0 0,1 1,0-1,0 0,0 0,1 0,0 0,0 0,0 0,1-1,0 1,0-1,1 0,-1 1,1-2,0 1,0 0,1-1,-1 0,1 0,0 0,0 0,1-1,-1 0,1 0,-1 0,1-1,0 0,0 0,0-1,0 1,6-1,-8-1,1 0,-1-1,0 0,0 0,1 0,-1 0,0-1,0 0,0 1,-1-1,1-1,0 1,-1-1,1 1,-1-1,0 0,0 0,0 0,0-1,-1 1,1-1,-1 0,0 1,0-1,0 0,-1 0,1 0,-1-1,4-10,-1 0,0-1,-1 1,-1-1,-1 0,0-16,-1 32,0-2,-1 0,1 0,0 0,-1 0,1 0,0-1,0 1,1 0,-1 0,0 0,1 0,-1 0,1 0,0 0,0 0,-1 0,1 0,1 0,-1 0,0 0,0 0,1 1,-1-1,1 1,-1-1,1 1,0 0,-1-1,1 1,0 0,0 0,0 0,0 0,1 0,29-4,0 0,0 2,1 2,-1 1,2 1,-34 0,4-2,1 0,-1 1,0-1,0 1,0 0,1 0,-1 1,0 0,0-1,0 1,0 0,0 1,0-1,0 1,0 0,0 0,-1 0,1 0,-1 1,1 0,-1-1,0 1,0 0,0 0,-1 1,1-1,-1 1,0-1,0 1,0 0,0 0,0 0,-1 0,0 0,1 3,-2 4,-1 0,0-1,-1 1,0 0,-1-1,0 1,0-1,-4 7,-16 71,23-86,0 0,0 0,0 0,1 0,-1 0,0 0,1 0,-1 0,1 0,0 0,0 0,0 0,0 0,0-1,0 1,0 0,1-1,-1 1,1-1,-1 1,1-1,-1 0,1 0,0 1,-1-1,1 0,0-1,0 1,0 0,0 0,0-1,0 1,2-1,70 1,27-26,-55 8</inkml:trace>
  <inkml:trace contextRef="#ctx0" brushRef="#br0" timeOffset="1377.211">2616 252,'-8'-3,"1"1,-1 0,0 0,0 0,0 1,0 0,0 1,0-1,0 2,0-1,0 1,0 0,0 1,0 0,1 0,-1 1,1 0,-1 0,1 1,0-1,0 2,0-1,1 1,0 0,0 0,0 1,0 0,1 0,0 0,0 1,1-1,0 1,0 0,0 1,1-1,0 0,0 1,-1 7,4-10,-1-1,1 1,0 0,0-1,1 1,-1 0,1-1,0 1,0-1,0 1,1-1,0 0,-1 1,2-1,-1 0,0 0,1 0,0-1,0 1,0 0,0-1,1 0,-1 0,1 0,-1 0,1-1,0 1,1-1,-1 0,0 0,2 0,10 4,1 0,0-1,0 0,0-2,1 0,-1-1,14 0,-12-1,-1-1,1-1,-1-1,0 0,1-2,-1 0,0-1,-1 0,1-2,-1 0,-1-1,1 0,-1-2,-1 0,1 0,-2-2,9-7,17-47,-39 64,0 0,-1 0,1 0,0 0,-1 0,1-1,-1 1,0 0,0 0,0 0,0-1,0 1,0 0,-1 0,1 0,-1-1,1 1,-1 0,0 0,0 0,0 0,0 0,0 0,-1 0,1 1,0-1,-1 0,0 1,1-1,-1 1,0-1,-1 0,1 1,-1 0,1 0,-1 0,0 0,1 0,-1 1,0-1,0 1,0 0,1 0,-1 0,0 0,0 0,1 1,-1-1,0 1,0 0,1 0,-1 0,1 0,-1 0,1 0,-1 1,1-1,0 1,-1 0,1 0,0-1,0 2,-1 0,-1 2,-1 0,1 0,0 0,0 1,1-1,-1 1,1 0,1 0,-1 0,1 1,0-1,0 4,1-5,1 0,-1 0,1-1,1 1,-1 0,1 0,-1-1,1 1,1-1,-1 1,1 0,0-1,0 0,0 0,0 1,1-1,-1 0,1-1,0 1,1 0,-1-1,0 0,1 0,0 0,0 0,0-1,0 1,0-1,1 0,0 0,13 6,0-1,1-1,0-1,0-1,0 0,18 0,138-1,-94-8</inkml:trace>
  <inkml:trace contextRef="#ctx0" brushRef="#br0" timeOffset="1643.072">3752 266,'16'3,"19"0,14-3,14-3,4-1,-4-3,-11 1,-15 0</inkml:trace>
  <inkml:trace contextRef="#ctx0" brushRef="#br0" timeOffset="1829.576">3859 480,'18'6,"15"4,14-4,10-4,8-6,10-3,-8-1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8:31.5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3815 52,'-5'-4,"1"0,-1 1,0 0,0 0,0 0,0 0,-1 1,1 0,-1 0,1 0,-1 1,0 0,1 0,-1 0,0 1,0-1,0 2,0-1,0 1,1-1,-1 2,0-1,1 1,-1-1,-5 4,-239 62,140-55,-1-4,-1-5,-84-10,-483 8,496-2,-174-25,225 14,-86 1,-58 12,104 0,-104-1,245 5,0 1,0 1,0 2,1 1,1 1,0 2,0 1,1 1,1 1,1 1,0 2,-6 6,9-9,9-6,0 0,0 0,1 1,0 1,1 0,0 1,1 1,0-1,1 2,1-1,1 1,0 1,0 0,2 0,0 0,1 0,0 3,2-10,0 0,1 0,0 0,1 1,0-1,1 0,-1 1,2-1,-1 1,1-1,1 0,0 1,0-1,1 0,0 0,0-1,1 1,0 0,1-1,0 0,0 0,1-1,0 0,0 1,1-2,-1 1,7 4,4-5,0-1,1-1,-1 0,1-1,0-1,0 0,0-2,0 0,0-1,0 0,-1-2,1 0,0-1,-1-1,11-5,-15 7,130-32,2 6,1 6,81 0,-28 23,51 13,67 1,29 0,-55-1,-46-11,-136 29,10 1,-85-32,-1-2,0 0,0-3,14-3,117-10,-89 21,-37-1,-1-1,1-1,-1-3,0-1,2-1,266-91,-285 90,0-1,-1 0,0-2,0 0,0-1,-1-1,-1 0,1-3,7-5,-2-2,0 0,-2-2,0-1,12-19,-30 39,0 0,0-1,-1 0,0 1,1-1,-2 0,1 0,0 0,-1-1,0 1,0 0,-1 0,0-1,0 1,0 0,0-1,-1 1,0 0,0 0,0-1,-1 1,1 0,-1 0,0 1,-1-1,1 0,-1 1,0-1,0 1,-4-3,-13-13,-2 0,0 2,-1 0,-1 2,-1 1,0 1,0 1,-2 1,0 1,0 1,0 2,-13-2,17 2,0 2,0 0,-1 1,1 2,-1 0,0 2,0 0,-10 2,11 6,10 2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8:43.6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254 469,'-10'-2,"1"1,0-1,-1 2,1-1,-1 1,1 1,-1 0,1 0,0 1,-1 0,1 0,0 1,0 1,1-1,-1 1,1 1,-1-1,1 2,1-1,-1 1,1 0,0 0,0 1,1 0,0 0,0 1,1 0,-2 3,5-9,1 1,-1-1,0 1,1 0,0 0,0 0,0-1,0 1,0 0,0 0,1 0,0 1,-1-1,1 0,0 0,1 0,-1 0,0 0,1 0,0 0,0 0,0 0,0 0,0-1,0 1,1 0,-1 0,1-1,0 1,0-1,0 0,0 1,0-1,0 0,2 0,3 0,1 0,0-1,0 0,0-1,0 0,-1 0,1-1,0 1,0-2,0 1,-1-1,1 0,-1-1,0 0,1 0,-1-1,0 0,-1 0,5-3,1-2,0 0,-1 0,0-1,-1-1,0 0,0 0,-1-1,-1 0,0 0,-1-1,0 0,-1-1,0 1,-1-1,-1 0,0-1,-1 1,-1-1,0 1,-1-1,0 0,-1 0,-2-14,-1-8,-2-1,-1 0,-2 1,-1 0,-2 1,-6-10,-12-6,20 58,5 7,1 0,0 0,0 0,1 0,1 0,1 1,0 9,-1 6,-1 34,2 0,3 0,3 0,11 49,-17-105,1 0,0 0,0-1,1 1,-1 0,2-1,-1 1,1-1,0 1,0-1,1 0,-1 0,2-1,-1 1,0-1,1 0,0 0,0-1,1 1,-1-1,1 0,0 0,0-1,0 0,1 0,-1 0,1-1,-1 0,8 1,-2-5,0-1,-1 0,1-1,-1 0,1-1,-1 0,-1 0,1-2,-1 1,0-1,0-1,-1 1,0-2,0 1,-1-1,0-1,-1 1,0-1,2-5,-2 6,-1 0,-1-1,1 0,-2 0,1 0,-1-1,-1 0,0 1,0-1,-1 0,-1 0,1-8,-2 19,-1 1,1-1,0 0,0 1,-1-1,1 1,0-1,-1 0,1 0,-1 1,1-1,0 0,-1 0,1 1,-1-1,1 0,0 0,-1 0,1 0,-1 0,1 1,-1-1,1 0,-1 0,1 0,-1 0,1 0,-1-1,1 1,0 0,-1 0,1 0,-1 0,1 0,-1-1,1 1,0 0,-1 0,1-1,-1 1,1 0,0-1,-1 1,1 0,0-1,0 1,-1 0,1-1,0 1,0-1,0 1,-1 0,1-1,0 1,0-1,0 1,0-1,0 1,0-1,0 1,0-1,0 1,0-1,0 1,0 0,0-1,-22 34,20-29,-1 1,1-1,0 1,0 0,0-1,1 1,0 0,0 0,0 0,0 0,1 0,0 0,0 0,0 0,1 0,-1 0,1 0,1 0,-1 0,1 0,-1-1,1 1,1 0,-1-1,1 0,-1 1,1-1,0 0,1-1,-1 1,1 0,0-1,-1 0,2 0,2 2,6 0,0-1,0-1,1 0,-1 0,0-2,1 0,0 0,-1-1,1-1,-1 0,1-1,11-3,47-7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8:44.60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389 241,'-5'0,"-25"-2,0 2,0 1,0 1,0 1,0 2,1 1,0 1,0 2,-25 10,1 27,52-44,0 0,0-1,0 1,0 0,0 0,0 0,1 0,-1 0,1 0,-1 0,1 0,0 0,-1 0,1 0,0 0,0 0,1 0,-1 0,0 0,1 0,-1 0,1 0,0 0,-1-1,1 1,0 0,0 0,0 0,1-1,-1 1,0-1,2 2,4 3,1 0,0 0,1-1,-1 0,1-1,0 0,0 0,0-1,1 0,-1 0,4-1,4 3,76 19,109 37,-154-33,-47-28,0 1,0 0,0 0,-1 0,1 0,0 0,0 0,0 0,-1 0,1 0,0 0,-1 0,1 0,-1 1,0-1,1 0,-1 0,0 1,0-1,0 0,1 1,-2-1,1 0,0 0,0 1,0-1,0 0,-1 0,1 1,-1-1,1 0,-1 0,1 0,-1 0,0 1,1-1,-1 0,0 0,0 0,-7 6,1-1,-2 0,1 0,-1 0,1-1,-1 0,-1-1,1 0,-1-1,-4 2,-5 2,-278 91,265-86,21-7,20-6,10-5</inkml:trace>
  <inkml:trace contextRef="#ctx0" brushRef="#br0" timeOffset="522.853">1004 375,'-11'-5,"0"2,0 0,0 0,-1 1,1 0,-1 1,1 0,-1 1,1 0,-1 1,1 0,-1 1,1 1,0-1,0 2,0-1,0 2,0-1,1 2,0-1,0 1,0 1,1 0,-2 1,3 0,0 0,0 1,0 0,1 0,1 0,-1 1,1 0,1 1,0-1,1 1,-3 9,5-16,1 0,0 0,0 1,1-1,-1 0,1 1,0-1,0 1,0-1,1 0,-1 1,1-1,0 0,0 1,1-1,-1 0,1 0,0 0,0 0,0 0,1-1,-1 1,1-1,0 1,0-1,0 0,1 0,-1-1,1 1,-1 0,1-1,0 0,4 2,1 0,0-1,-1 0,1 0,0-1,0 0,0-1,0 0,1 0,-1-1,0 0,0-1,0 0,0 0,1-1,-1 0,-1-1,1 0,0 0,-1-1,5-2,1-1,0-1,0-1,-1 0,0-1,-1-1,0 0,-1 0,0-1,0-1,-2 1,1-2,-2 0,2-2,-1-1,-1 0,-1 0,-1-1,0 0,-1 0,-1-1,-1 0,0 1,-2-1,0 0,-1 0,-1 0,0 0,-2 1,0-1,-2-1,5 16,-1 1,-1-1,1 0,-1 1,1-1,-1 1,0-1,0 1,-1 0,1 0,-1 0,1 0,-1 0,0 0,0 1,0-1,0 1,-1 0,1 0,-1 0,1 1,-1-1,0 1,1 0,-1 0,0 0,0 0,0 1,0 0,0-1,0 2,0-1,1 0,-1 1,0-1,0 1,0 0,0 1,1-1,-1 0,1 1,-1 0,0 0,-4 4,0-1,1 1,0 0,0 1,0 0,1 0,0 0,0 1,1-1,0 2,0-1,1 0,0 1,1 0,0 0,0 0,1 0,0 0,0 1,1-1,0 1,1-1,0 1,1-1,0 0,0 1,1-1,0 0,1 1,0-1,0-1,1 1,1 2,13 17,0 0,2 0,2-2,0-1,1-1,6 4,52 56,-68-69,-1 0,0 0,-1 2,0-1,-2 1,0 1,-1-1,0 2,-1 2,-2-3,-1-6</inkml:trace>
  <inkml:trace contextRef="#ctx0" brushRef="#br0" timeOffset="938.899">1511 454,'-5'14,"0"-1,1 1,1-1,0 1,1 0,0 0,1 0,1 1,0-1,1 0,2 13,-2-20,1 1,0-1,0 0,0 0,1 0,0-1,0 1,1-1,0 1,0-1,0 0,1-1,0 1,0-1,0 0,1 0,0 0,0-1,0 0,0 0,1-1,-1 0,5 2,-5-4,0 1,0-1,0 0,0 0,0-1,0 0,0 0,1 0,-1-1,0 0,0 0,0 0,0-1,0 0,-1 0,1 0,0-1,-1 0,0 0,0-1,0 1,0-1,0 0,-1 0,1-1,-1 1,0-1,-1 0,1 0,-1-1,0 1,0-1,-1 1,1-1,4-9,-1 0,0 0,0 0,-2-1,0 1,-1-1,0 0,-1 0,-1-1,-1 1,0 0,-1 0,-1 0,0 0,-1 0,-1 0,0 0,-2 1,-3-8,6 18,0 0,0 0,-1 0,0 0,0 0,0 1,-1-1,0 1,1 0,-1 1,-1-1,1 1,0 0,-1 1,0-1,1 1,-1 0,0 0,0 1,0 0,0 0,-1 0,1 1,0 0,0 0,0 0,-1 1,1 0,0 0,0 1,0-1,0 1,1 1,-1-1,-1 2,0-2,1 1,-1 0,1 0,0 1,0 0,1 0,-1 0,1 1,0 0,0 0,0 0,1 0,-1 1,1 0,1 0,-1 0,1 0,0 0,1 1,-1-1,1 1,1 0,-1 0,1 0,0 0,1 0,-1 0,1 0,1 0,-1 0,1 0,1 0,-1-1,3 7,15 15</inkml:trace>
  <inkml:trace contextRef="#ctx0" brushRef="#br0" timeOffset="1325.177">2327 388,'12'-7,"0"1,1 0,0 1,0 0,1 1,-1 1,1 0,0 1,0 0,0 2,0-1,-1 1,1 1,0 1,0 0,0 0,0 2,-11-3,0-1,0 2,0-1,0 0,0 1,0-1,0 1,0 0,-1 0,1 0,-1 0,1 0,-1 1,0-1,0 1,0-1,0 1,0 0,-1 0,1 0,-1 0,0 0,0 0,0 0,0 0,-1 0,1 1,-1-1,0 0,1 1,-2-1,1 0,0 0,-1 1,1-1,-1 1,-6 9,-1 0,0 0,-1 0,0-1,-1 0,0-1,-1 0,0-1,0 0,-9 5,1 1,-82 74,100-90,1 1,-1-1,0 0,0 1,1-1,-1 0,0 1,1-1,-1 0,0 1,1-1,-1 1,0 0,1-1,-1 1,1-1,-1 1,1 0,0-1,-1 1,1 0,0 0,-1-1,1 1,0 0,0 0,0-1,-1 1,1 0,0 0,0 0,0 0,0-1,0 1,1 0,-1 0,0-1,0 1,1 0,-1 0,0-1,1 1,-1 0,0 0,1-1,-1 1,1-1,-1 1,1 0,-1-1,1 1,0-1,-1 1,1-1,0 1,-1-1,1 0,0 1,0-1,-1 0,1 0,0 0,0 1,0-1,-1 0,1 0,0 0,36 3,-1-1,1-2,-1-1,1-2,0 1,304-18,-291 16</inkml:trace>
  <inkml:trace contextRef="#ctx0" brushRef="#br0" timeOffset="1987.909">2100 53,'-16'23,"-7"23,-3 20,2 17,4 13,6 3,5-2,9-3,11-8,15-15,17-15,14-16,-2-16</inkml:trace>
  <inkml:trace contextRef="#ctx0" brushRef="#br0" timeOffset="2472.014">3183 1,'11'22,"11"20,6 15,3 10,0 7,-4 5,-8 0,-10 0,-17-1,-25-2,-30-1,-3-14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9:06.6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23,'2'0,"6"0,5-5,4-3,-2-1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9:09.6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267 19,'-21'0,"-13"5,-5 5,-1 11,2 15,5 18,6 15,7 12,8 6,10-1,10-3,10-9,9-11,5-13,3-13,1-13,-7-10</inkml:trace>
  <inkml:trace contextRef="#ctx0" brushRef="#br0" timeOffset="307.047">294 327,'221'52,"-217"-52,0 1,1 0,-1 0,0 1,0-1,-1 1,1 0,0 0,0 0,-1 0,1 0,-1 1,0 0,0 0,0 0,0 0,0 0,-1 0,0 1,1-1,-1 1,0 0,-1 0,1 0,-1 0,1 0,-1 0,0 0,-1 0,1 0,-1 0,0 1,0-1,0 0,0 0,-1 0,0 0,0 2,-57 91,49-84,-1-1,2 1,0 1,0 0,2 0,-5 11,11-23,-1 0,0 0,1 0,-1 0,1 0,0 1,-1-1,1 0,0 0,0 0,1 0,-1 1,0-1,1 0,-1 0,1 0,0 0,0 0,0 0,0 0,0 0,0-1,0 1,0 0,1 0,-1-1,1 1,-1-1,1 1,0-1,0 0,-1 0,1 0,0 0,0 0,0 0,0 0,83 11,-58-14,-1-1,1-1,-1-1,0-1,0-2,-1 0,0-2,23-12,4-6</inkml:trace>
  <inkml:trace contextRef="#ctx0" brushRef="#br0" timeOffset="571.211">1029 6,'16'-2,"14"-1,9 7,7 14,3 15,-1 16,-4 16,-4 10,-10 8,-11 8,-24 8,-28 4,-36 3,-7-17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9:08.2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379 93,'-19'-3,"1"2,-1 0,1 2,-1 0,1 1,-1 0,1 2,0 0,0 1,1 1,-1 0,1 2,0 0,1 1,0 0,1 1,0 1,-11 10,23-19,0 0,0 1,0-1,1 1,-1-1,1 1,0 0,0 0,0 0,0 0,0 0,0 1,1-1,0 0,0 1,0-1,0 1,0-1,1 1,-1 0,1-1,0 1,0 0,0-1,1 1,-1-1,1 1,0 0,0-1,0 1,1-1,-1 0,2 2,5 4,1 0,1 0,-1-1,1 0,1-1,0 0,0 0,0-1,0-1,1 0,5 1,-1 1,26 10,-21-9,-2 0,1 1,-1 1,0 1,-1 0,16 14,-32-24,-1 1,1-1,0 0,-1 1,1-1,-1 1,1 0,-1-1,0 1,0 0,0 0,0 0,0 0,0 0,0 0,-1 0,1 0,-1 0,1 1,-1-1,0 0,0 0,0 0,0 1,0-1,0 0,-1 0,1 0,-1 0,0 0,1 0,-1 0,0 0,0 0,0 0,-1 0,1 0,0 0,-1-1,1 1,-1-1,1 1,-1-1,-16 12,1-1,-2-1,0 0,0-1,-1-2,0 0,0-1,-1-1,0 0,-13 0,-83 12,117-18,0 0,1-1,-1 1,0 0,0 0,1 0,-1 0,0-1,0 1,0 0,0 0,1 0,-1-1,0 1,0 0,0 0,0-1,0 1,0 0,0-1,0 1,0 0,0 0,0-1,0 1,0 0,0 0,0-1,0 1,0 0,0-1,0 1,0 0,0 0,0-1,0 1,-1 0,1 0,0 0,0-1,0 1,0 0,-1 0,1 0,0-1,0 1,0 0,-1 0,1 0,0 0,0 0,-1-1,19-8</inkml:trace>
  <inkml:trace contextRef="#ctx0" brushRef="#br0" timeOffset="526.959">793 280,'-18'3,"1"1,-1 1,1 1,1 1,-1 0,1 1,0 1,1 0,0 1,0 1,1 0,1 1,0 0,0 2,6-8,1 0,0 0,0 1,0-1,1 2,0-1,0 0,1 1,0 0,0 0,1 0,0 1,0-1,1 1,0 0,0 6,2-12,1-1,-1 1,1-1,0 1,0-1,0 0,0 1,0-1,0 0,0 0,1 0,-1 0,1 0,0 0,-1 0,1 0,0-1,0 1,0-1,0 1,1-1,-1 0,0 0,0 0,1 0,-1 0,1 0,-1-1,2 1,74-2,-66-2,-1-1,1 0,-1-1,0 0,-1-1,1 0,-1-1,0 0,-1 0,1-1,-2-1,1 1,-1-1,0-1,-1 1,0-1,-1-1,0 1,-1-1,0 0,0-1,3-8,-1-1,0 0,-2-1,-1 1,0-1,-2 0,0 0,-1 0,-2 0,0 0,-2-4,2 16,0-1,-1 1,0 0,-1 0,0 0,0 0,-1 1,-1-1,0 1,0 0,0 1,-1-1,-1 1,-5-6,11 12,0 1,-1 0,1 0,0 0,-1 0,1 1,-1-1,1 0,-1 1,1-1,-1 1,1-1,-1 1,1 0,-1-1,0 1,1 0,-1 0,0 0,1 1,-1-1,1 0,-1 0,0 1,1-1,-1 1,1 0,-1-1,1 1,0 0,-1 0,1 0,0 0,-1 0,1 0,0 0,0 0,0 1,0-1,0 1,-29 61,24-36,1 1,1 0,1-1,2 1,1 0,1 0,2 0,0 0,2 0,1-1,3 6,19 54,3-1,35 63,-24-55,-42-93,0 0,0 0,0 0,0-1,0 1,0 0,0 0,1-1,-1 1,0 0,0 0,0-1,1 1,-1 0,0 0,1-1,-1 1,1 0,-1-1,1 1,-1-1,1 1,-1-1,1 1,0-1,-1 1,1-1,0 1,-1-1,1 0,0 1,0-1,-1 0,1 0,0 0,0 1,-1-1,1 0,0 0,0 0,0 0,-1 0,1-1,0 1,0 0,-1 0,1 0,0-1,0 1,-1 0,1-1,0 1,-1 0,1-1,0 1,0-1,10-14</inkml:trace>
  <inkml:trace contextRef="#ctx0" brushRef="#br0" timeOffset="880.636">1235 373,'-8'16,"2"1,0 1,1 0,1-1,1 1,0 0,2 1,0-1,1 0,0 0,2 1,2 12,-3-26,1 1,0-1,0 1,0-1,1 0,-1 1,1-1,0-1,1 1,-1 0,1-1,0 0,0 0,1 0,-1 0,1 0,0-1,0 0,0 0,0-1,0 1,1-1,-1 0,1-1,-1 1,1-1,0 0,0 0,-1-1,1 0,0 0,0 0,0-1,-1 1,1-2,0 1,-1 0,6-3,-2-1,0 0,0 0,-1-1,1 0,-1-1,-1 0,1 0,-1 0,0-1,-1 0,0-1,0 1,-1-1,0 0,-1-1,0 1,0-1,-1 0,0 1,0-5,1-1,-1 1,-1-1,-1 1,0-1,-1 0,0 1,-1-1,-1 0,0 1,-1-1,-1 1,0 0,-1 0,0 0,3 9,0 0,0-1,-1 1,0 0,0 0,0 0,0 1,-1-1,1 1,-1 0,-1 0,1 0,0 1,-1-1,0 1,1 0,-1 0,-1 1,1 0,0-1,0 2,-1-1,0 1,1-1,-1 2,1-1,-1 1,0-1,0 2,1-1,-1 0,0 1,1 0,-1 1,1-1,-1 1,-3 2,1 0,1 0,0 0,1 0,-1 1,1 0,0 0,0 0,0 1,1 0,0 0,0 1,1 0,-1-1,1 1,1 1,0-1,0 0,0 1,1 0,0-1,0 1,1 0,0 0,0 0,1 0,0 0,1 0,-1 0,2 0,-1 0,1 0,0-1,2 6,17 18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9:07.2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322 397,'-175'4,"168"-3,-1 1,1 0,-1 0,1 1,0 0,0 1,0-1,1 1,-1 1,1-1,0 1,0 0,1 0,-1 1,1 0,0 0,1 0,0 0,0 1,0 0,0 0,1 0,0 0,1 0,0 1,0-1,0 1,1-1,0 1,1 0,0-1,0 1,0 0,1-1,1 5,-1-8,-1-1,1 1,0 0,1 0,-1-1,0 1,1-1,0 1,0-1,0 0,0 0,1 0,-1 0,1 0,0 0,0-1,0 1,0-1,0 0,0 0,1 0,-1 0,1-1,-1 1,1-1,0 0,0 0,-1 0,1-1,0 1,0-1,0 0,0 0,-1 0,1-1,0 1,0-1,0 0,-1 0,1 0,3-2,5-6,0 0,0 0,-1-1,0-1,-1 0,0 0,-1-1,0 0,-1-1,-1 0,0 0,0-1,-1 0,-1 0,0 0,-1 0,-1-1,0 0,9-48,-2-2,-2 1,-4-1,-3 1,-3-29,2 90,-2-24,0 38,-9 182,10 111,1-303,0 10,-1 1,2-1,0 0,0 1,1-1,0 0,1 0,0 0,1 0,0 0,0-1,2 0,-1 0,1 0,6 6,-9-14,1 0,0-1,0 1,-1-1,1 0,0 0,0 0,0-1,1 0,-1 1,0-2,0 1,0 0,0-1,0 1,0-1,0 0,0-1,-1 1,1-1,0 1,-1-1,1 0,-1-1,1 1,-1-1,0 1,0-1,0 0,0 0,-1 0,1 0,18-17,-1 0,0-1,-2-1,0-1,-2 0,0-2,-2 1,11-25,-18 33,-4 54,-4-12,6 84,19-77,-8-30</inkml:trace>
  <inkml:trace contextRef="#ctx0" brushRef="#br0" timeOffset="418.929">643 116,'92'41,"71"41,-153-75,-1 0,0 1,0-1,-1 2,0-1,0 1,-1 1,0-1,0 1,-1 0,-1 1,0-1,0 1,0 4,17 129,-15-62,-7-81,-1 1,1-1,0 1,0-1,0 1,0-1,0 1,1-1,-1 0,0 1,1-1,-1 1,1-1,-1 0,1 1,0-1,-1 0,1 0,0 1,0-1,0 0,0 0,0 0,0 0,0 0,0 0,1-1,-1 1,0 0,0-1,1 1,-1 0,0-1,1 0,-1 1,1-1,-1 0,1 0,-1 1,5-5,-1 1,0 0,0-1,0 0,0 0,-1-1,1 0,-1 1,0-1,-1 0,1-1,-1 1,0-1,0 0,1-1,87-189,-91 196,0 1,1-1,-1 0,0 0,0 0,0 0,0 0,1 0,-1 1,0-1,0 0,0 0,1 0,-1 0,0 0,0 0,0 0,1 0,-1 0,0 0,0 0,1 0,-1 0,0 0,0 0,0 0,1 0,-1 0,0-1,0 1,0 0,1 0,-1 0,0 0,0 0,0 0,0-1,0 1,1 0,-1 0,0 0,0 0,0-1,0 1,0 0,0 0,0 0,1-1,-1 1,0 0,0 0,1 22,-1-19,-1 6,0 0,1 0,0 0,1 0,0 0,0 0,1 0,0 0,1 0,-1 0,2-1,-1 1,1-1,1 0,0 0,0 0,0-1,1 0,0 0,0 0,1-1,6 6,-1-6,0 0,0-1,1 0,-1-1,1-1,0 1,0-2,5 0,46 5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9:05.3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14 202,'0'12,"0"14,0 13,0 13,0 11,0 9,-3 5,0 2,0-7,1-7,0-17</inkml:trace>
  <inkml:trace contextRef="#ctx0" brushRef="#br0" timeOffset="456.251">147 524,'9'4,"0"0,-1 1,1 1,-1-1,-1 1,1 1,-1-1,0 1,0 1,-1-1,0 1,0 0,-1 0,0 1,-1 0,0 0,0 0,-1 0,0 0,0 1,-1 0,0-1,-1 1,0 3,0 2,-1-12,-1 0,1 0,1 0,-1 0,0 0,1 0,-1 0,1 0,0 0,0 0,0 0,0 0,1 0,-1-1,1 1,0-1,0 1,1 1,-1-5,0 1,0-1,0 1,0-1,0 0,0 0,0 1,0-2,0 1,-1 0,1 0,0 0,-1-1,1 1,-1-1,1 0,-1 1,0-1,0 0,1 0,-1 1,0-3,2 0,106-173,-88 148,-20 29,-1 0,1 0,-1 0,0 0,1-1,-1 1,1 0,-1 0,1 0,0 0,-1 0,1 0,-1 1,1-1,-1 0,0 0,1 0,-1 0,1 1,-1-1,1 0,-1 0,1 1,-1-1,0 0,1 1,-1-1,0 0,1 1,-1-1,0 1,1-1,-1 0,0 1,0-1,1 1,-1-1,0 1,0-1,0 1,0-1,0 1,0-1,0 1,0-1,0 1,0-1,0 1,0-1,0 1,0-1,0 1,0-1,-1 1,1-1,0 1,0-1,-1 0,1 1,0-1,0 48,9 50,-8-94,0-1,0 1,0-1,1 1,-1-1,1 0,0 0,0 0,1 0,-1 0,0 0,1-1,0 1,0-1,-1 0,1 0,1 0,-1 0,0 0,0 0,1-1,-1 0,1 0,2 1,42-5,-27-6</inkml:trace>
  <inkml:trace contextRef="#ctx0" brushRef="#br0" timeOffset="823.674">735 470,'23'-12,"-1"0,0-2,-1 0,0-2,-1 0,-1-1,-1-1,-1-1,0 0,-1-2,-1 1,-1-2,-1 0,-1-1,2-7,-9 20,-1 1,0-1,-1 1,0-1,-1 0,0-1,0 1,-1 0,0 0,-1-1,0 1,-1 0,-2-10,3 19,0 0,0-1,0 1,-1 0,1 0,0 0,-1 0,1 0,-1 0,0 0,1 0,-1 0,0 0,1 0,-1 0,0 0,0 1,0-1,0 0,0 0,0 1,0-1,0 1,0-1,0 1,0-1,0 1,0 0,0 0,0-1,-1 1,1 0,0 0,0 0,0 0,0 0,-1 0,1 1,0-1,0 0,0 1,0-1,0 0,0 1,0 0,0-1,0 1,0-1,0 1,0 0,0 0,0 0,0-1,1 1,-1 0,0 0,1 0,-1 0,0 1,-5 9,0 1,1 0,0 0,1 0,0 0,1 1,0 0,1-1,0 11,1-18,-6 85,4 0,4 0,4-1,4 1,12 47,13 163,-33-293,1 8,-1 0,0 0,-1 1,-1-1,0 0,-1 0,-1 0,0 0,-1 0,-5 12,-1-12</inkml:trace>
  <inkml:trace contextRef="#ctx0" brushRef="#br0" timeOffset="1083.289">829 737,'-13'-5,"-10"-1,-3 3,1 4,5 4,9 3,15 1,17-2,19-8,19-11,14-13,10-8,1-4,-13 4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48:39.3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2046 600,'0'-2,"0"-1</inkml:trace>
  <inkml:trace contextRef="#ctx0" brushRef="#br0" timeOffset="1235.39">1698 855,'13'-6,"-1"0,0-1,0 0,-1-1,0 0,0-1,-1-1,5-5,-1 2,24-19,-1-2,-2-1,-1-2,-3-1,0-2,-3-1,-1-1,-3-1,-1-2,-2-1,-17 35,0-1,-1 0,-1 0,0 0,-1 0,0-1,-1 1,0 0,-1-4,1 12,-1 1,1-1,-1 1,0-1,0 1,0 0,0-1,-1 1,0 0,1 0,-1 0,0 0,0 0,0 0,-1 0,1 1,-1-1,0 1,1 0,-1 0,0 0,0 0,0 0,-1 1,1-1,0 1,-1 0,1 0,0 0,-1 0,0 1,1-1,-2 1,-1 0,0 0,-1 1,1 0,1 0,-1 0,0 1,0-1,0 1,1 1,-1-1,1 1,0 0,0 0,0 1,0-1,0 1,1 0,-1 1,1-1,0 1,1 0,-1 0,-1 3,-5 8,1 0,1 0,1 1,0 0,1 1,1-1,-1 7,1 12,1 0,1 1,2 0,2-1,2 1,1 0,1-1,2 0,2 0,1-1,2 0,1-1,16 29,-25-55,-1-1,0-1,0 1,0-1,1 1,0-1,0 0,1-1,-1 1,1-1,0 0,2 1,-4-5,1-1,-1 0,1 0,-1 0,0 0,1 0,-1-1,1 1,-1-1,0 0,0 0,1 0,-1-1,0 1,0-1,0 0,0 0,-1 0,1 0,0 0,-1 0,0-1,1 1,-1-1,0 0,0 1,0-1,-1 0,1 0,0-2,2 0,187-267,-155 231,-36 41,1 0,-1 0,1 0,0 0,-1 0,1 0,0 1,-1-1,1 0,-1 0,1 0,-1 1,1-1,-1 0,1 1,-1-1,1 0,-1 1,1-1,-1 1,1-1,-1 1,0-1,1 1,-1-1,0 1,1-1,-1 1,0-1,0 1,0 0,1-1,-1 1,0-1,0 1,0 0,0-1,0 1,0 0,0-1,0 1,0 0,0 0,5 27,-3-14,-1 0,2 0,0 0,0-1,1 1,1-1,0 0,1 0,1 0,0-1,0 0,1-1,1 1,0-1,0-1,9 8,20-6,-25-15</inkml:trace>
  <inkml:trace contextRef="#ctx0" brushRef="#br0" timeOffset="1517.822">2501 267,'-12'6,"2"3,8 0,5-2</inkml:trace>
  <inkml:trace contextRef="#ctx0" brushRef="#br0" timeOffset="1795.501">2661 520,'15'6,"0"1,-1 0,0 1,0 0,-1 2,0-1,0 1,-1 1,-1 0,0 1,0 0,-1 1,-1 0,0 0,-1 1,0 0,-1 1,-1 0,0 0,0 6,20 54,-25-75,-1 1,1 0,0-1,0 1,0 0,-1-1,1 1,0-1,0 1,0-1,0 0,0 1,0-1,0 0,0 0,0 0,0 0,0 0,0 0,0 0,0 0,0 0,0 0,0 0,0-1,0 1,0 0,0-1,0 1,0-1,0 1,0-1,0 1,0-1,-1 0,1 1,0-1,0 0,-1 0,1 0,-1 1,1-1,0 0,-1 0,0 0,1 0,-1 0,0 0,1 0,-1 0,0 0,0 0,0 0,0 0,0 0,0 0,0 0,0 0,0 0,9-28,-1-1,-1 1,-2-1,-1 0,0-4,21-116,-15 126,-2 7</inkml:trace>
  <inkml:trace contextRef="#ctx0" brushRef="#br0" timeOffset="2816.254">3196 748,'11'-11,"-1"-1,0 0,0 0,-2-1,1 0,-2 0,0-1,0 0,-1-1,-1 1,0-1,-1 0,-1 0,0 0,-2-1,1 1,-2-1,0-4,-11-19,11 38,-1 1,0 0,1 0,-1 0,1 0,-1 0,1 1,-1-1,1 0,-1 0,0 0,1 0,-1 1,1-1,-1 0,1 0,-1 1,1-1,0 0,-1 1,1-1,-1 1,1-1,0 1,-1-1,1 1,0-1,-1 1,1-1,0 1,0-1,-1 1,1-1,0 1,0-1,0 1,0-1,0 1,0 0,0-1,0 1,0-1,0 1,0-1,0 1,1 0,-1-1,0 3,0 0,0-1,0 1,0 0,0-1,1 1,-1 0,1-1,0 1,0-1,0 1,0-1,0 1,1-1,-1 0,1 0,-1 1,1-1,0 0,0 0,0-1,0 1,0 0,0-1,0 1,1-1,-1 0,1 0,-1 0,1 0,-1 0,1 0,0-1,92 13,-68-13,-23-1,0 0,1 0,-1 1,1-1,-1 1,1 0,-1 0,1 1,-1-1,1 1,-1 0,1 1,-1-1,0 0,0 1,1 0,-1 0,-1 1,1-1,0 1,0-1,-1 1,0 1,0-1,1 0,-2 1,1-1,-1 8,0-1,-2 0,1 1,-1-1,0 1,-1-1,0 0,-1 1,0-1,-1 0,0 0,-4 9,0 5,-22 110,29-132,0 0,-1 1,2-1,-1 0,0 0,0 0,1 0,-1 1,1-1,-1 0,1 0,0 0,0 0,0 0,0 0,0-1,1 1,-1 0,1-1,-1 1,1 0,-1-1,1 0,0 1,-1-1,1 0,0 0,0 0,0 0,0 0,0 0,0-1,1 1,-1-1,0 0,0 1,2-1,82-14,-34-6,-2-2,-1-3,26-18,42-20,-11 7,-105 55,0 0,0 1,0-1,0 0,1 0,-1 0,-1 0,1 0,0 0,0 0,0 0,0 0,-1 0,1 0,-1-1,1 1,-1 0,1 0,-1-1,0 1,1 0,-1-1,0 1,0 0,0-1,0 1,0 0,0-1,-1 1,1 0,0-1,-1 1,1 0,-1 0,1-1,-1 1,1 0,-1 0,0 0,0 0,0 0,0 0,1 0,-2-1,-53-31,52 31,0 1,0-1,0 1,-1 0,1 0,0 0,-1 0,1 0,0 1,-1 0,1-1,-1 1,1 1,-1-1,1 0,0 1,-1 0,1 0,0 0,-1 0,1 0,0 0,0 1,0 0,0 0,0 0,1 0,-1 0,0 0,1 1,0-1,-2 3,-2 3,2 0,-1 1,1-1,1 1,0 0,0 0,0 0,1 1,1-1,0 1,0 3,0-10,1 0,0 0,0 0,0 1,0-1,0 0,1 0,0 0,-1 1,1-1,0 0,1 0,-1 0,0 0,1-1,0 1,-1 0,1-1,0 1,1-1,-1 1,0-1,1 0,-1 0,1 0,0 0,-1-1,1 1,0-1,0 1,0-1,0 0,0 0,2 0,3-2,0 0,0 0,0 0,0-1,-1 0,1 0,0-1,-1 0,0-1,1 1,-1-1,-1-1,1 1,-1-1,0-1,0 1,0-1,-1 0,1 0,-1 0,-1-1,0 0,0 0,0 0,1-5,-3 9,-2 3,0-1,0 1,0-1,0 1,0-1,0 0,0 1,0-1,0 1,0-1,0 1,0-1,0 1,0-1,1 1,-1 0,0-1,0 1,1-1,-1 1,0-1,1 1,-1 0,0-1,1 1,-1 0,0-1,1 1,-1 0,1-1,-1 1,1 0,-1 0,1 0,-1 0,1-1,-1 1,1 0,-1 0,1 0,-1 0,1 0,-1 0,1 0,-1 0,1 0,-1 0,1 1,-1-1,1 0,-1 0,1 0,-1 1,1-1,-1 0,0 0,1 1,-1-1,13 32,-12-28,0 1,0 0,1 0,0-1,0 1,0-1,0 1,1-1,-1 0,1 0,0 0,1-1,-1 1,0-1,1 1,0-1,0 0,0 0,0-1,0 1,1-1,-1 0,1 0,4 1,-3-3,0 1,1-1,-1 0,0 0,0-1,0 1,0-1,0-1,0 1,0-1,0 0,-1-1,1 1,-1-1,1 0,-1 0,0-1,0 0,0 0,-1 0,1 0,0-2,5-5,0-1,-1-1,0 1,-1-1,0-1,-1 0,0 0,1-6,4-26,-2-1,-2 0,-2 0,-2 0,-2-1,-3 0,-1 1,-3-1,-1 1,-3-3,-10-53,19 103,1 0,-1 0,0-1,0 1,1 0,-1-1,0 1,0 0,0-1,1 1,-1-1,0 1,0 0,0-1,0 1,0-1,0 1,0 0,0-1,0 1,0-1,0 1,0 0,0-1,0 1,-1-1,1 1,0 0,0-1,0 1,0 0,-1-1,1 1,0 0,0-1,-1 1,1 0,0 0,-1-1,1 1,0 0,-1 0,1 0,0-1,-1 1,1 0,-1 0,1 0,0 0,-1 0,1 0,-1 0,1 0,0 0,-1 0,1 0,-1 0,1 0,0 0,-1 0,1 0,0 0,-1 0,1 0,-1 1,1-1,0 0,-1 0,1 1,-8 28,-7 83,5 0,4 1,6 19,1-106,1-1,1 0,1 0,1-1,1 1,2-1,4 10,-8-24,1-1,0 1,0-1,1 0,0 0,0-1,1 1,1-1,-1-1,1 0,0 0,1 0,0-1,0 0,0-1,1 0,-1 0,6 1,-5-4,-1 1,0-1,1 0,0-1,-1 0,1-1,0 0,-1 0,1-1,0 0,-1-1,1 0,-1 0,0-1,0-1,0 1,0-2,0 1,-1-1,0 0,0-1,6-5,21-22</inkml:trace>
  <inkml:trace contextRef="#ctx0" brushRef="#br0" timeOffset="3076.557">4225 293,'22'0,"22"0,22-2,19-4,14-2,6-2,-15 0</inkml:trace>
  <inkml:trace contextRef="#ctx0" brushRef="#br0" timeOffset="3356.53">4973 761,'0'2,"-1"0,1 1,-1-1,1 1,0-1,0 1,0-1,0 0,0 1,0-1,1 1,-1-1,1 0,0 1,-1-1,1 0,0 0,1 0,-1 1,0-1,1 0,-1 0,1-1,-1 1,1 0,0 0,0-1,0 1,0-1,0 0,0 0,0 1,0-1,0-1,1 1,-1 0,2 0,4-1,0 0,0-1,0 1,0-2,0 1,0-1,0 0,0-1,0 0,-1 0,0-1,1 0,-1 0,-1 0,1-1,-1 0,1-1,-1 1,4-7,-6 9,-1 0,1 0,-1 0,0 0,0 0,0-1,-1 1,1-1,-1 0,0 0,0 0,0 0,-1 0,1-1,-1 1,0 0,0-1,-1 1,1-1,-1 1,0-1,0 1,-1-1,1 1,-1 0,0-1,0 1,0 0,-1-1,1 1,-1 0,0 0,0 0,-1 1,1-1,-1 0,0 1,0-1,0 1,0 0,-3-1,1 0,0 1,0 1,0-1,0 1,-1 0,0 0,1 0,-1 1,0 0,0 0,1 0,-1 1,0 0,0 0,0 0,0 1,0 0,1 0,-1 0,0 1,1 0,-1 0,1 1,-1-1,1 1,0 0,-3 3,0 0,1-1,0 2,0-1,0 1,1 0,0 0,1 0,0 1,0 0,0 0,1 1,0-1,1 1,0 0,0 0,1 0,-1 4,3-9,0 1,-1-1,2 0,-1 1,0-1,1 0,0 1,0-1,0 0,0 1,1-1,0 0,0 0,0-1,0 1,0 0,1 0,0-1,0 0,0 0,0 1,0-2,1 1,-1 0,1-1,-1 1,1-1,0 0,0 0,0-1,1 1,-1-1,0 0,0 0,1-1,-1 1,0-1,1 0,-1 0,1 0,-1 0,0-1,1 0,0 0,34-11,-3-4</inkml:trace>
  <inkml:trace contextRef="#ctx0" brushRef="#br0" timeOffset="3650.261">5201 293,'-16'5,"-12"5,-6 7,1 4,5 3,9 2,8 2,12-3,12 0,4-5</inkml:trace>
  <inkml:trace contextRef="#ctx0" brushRef="#br0" timeOffset="3651.261">5295 748,'6'16,"8"7,5 3,4-2,6-4,3-11,9-11,10-12,13-10,-4-1</inkml:trace>
  <inkml:trace contextRef="#ctx0" brushRef="#br0" timeOffset="53361.97">1 267,'0'13,"2"17,3 16,1 16,1 12,0 6,-1 4,-2-2,1-7,-1-13,-1-15</inkml:trace>
  <inkml:trace contextRef="#ctx0" brushRef="#br0" timeOffset="53766.962">201 600,'11'3,"-1"1,1 0,-1 1,1 0,-1 1,-1 0,1 0,-1 1,0 0,0 1,-1 0,0 0,-1 1,0-1,0 2,-1-1,0 1,0 0,-1 0,-1 1,0 0,0-1,-1 1,0 1,-1-1,1 11,1 25,1-47,37-77,19-27,-61 104,0 1,0 0,0-1,1 1,-1 0,0-1,0 1,0 0,1-1,-1 1,0-1,1 1,-1-1,0 1,1 0,-1-1,1 1,-1-1,1 0,-1 1,1-1,-1 1,1-1,-1 0,1 1,0-1,-1 0,1 0,0 1,-1-1,1 0,0 0,-1 0,1 0,0 0,-1 0,1 0,0 0,-1 0,1 0,0 0,-1-1,1 1,0 0,-1 0,1-1,-1 1,1 0,-1-1,1 1,0-1,-1 1,1 0,-1-1,0 1,1-1,-1 0,1 1,-1-1,0 1,1-1,-1 0,6 57,12 57,-17-108,1 0,0 0,0 0,1 0,-1-1,1 1,0-1,0 0,1 0,-1 0,1 0,0 0,0-1,0 0,0 0,1 0,-1 0,1-1,4 3,-4-4,0 0,0 0,1 0,-1 0,0-1,0 0,0 0,1-1,-1 1,0-1,0 0,0 0,0-1,0 1,0-1,0 0,-1-1,1 1,-1-1,1 0,2-2,26-21</inkml:trace>
  <inkml:trace contextRef="#ctx0" brushRef="#br0" timeOffset="54139.954">829 574,'3'1,"-1"-1,1 1,-1-1,1 1,-1-1,1 0,-1 0,1 0,-1 0,1-1,-1 1,1-1,-1 1,1-1,-1 0,1 0,-1 0,0 0,0-1,0 1,2-2,-2 2,22-12,-2-1,1-1,-2-1,0-1,-1-1,-1-1,0 0,-2-2,0 0,-2 0,0-2,3-8,3-45,-21 74,0 0,1 0,-1 0,0 1,0-1,0 0,0 0,-1 0,1 0,0 1,-1-1,1 0,-1 0,0 1,1-1,-1 0,0 1,0-1,0 1,0-1,-1 1,1 0,0-1,-1 1,1 0,0 0,-1 0,1 0,-1 0,0 0,1 0,-1 0,0 1,0-1,1 1,-1-1,0 1,0 0,0 0,0 0,-3 1,0 1,0 0,0 1,1-1,-1 1,1 0,0 0,0 1,0-1,0 1,0 0,1 0,-1 0,1 0,0 0,0 1,1 0,0-1,-1 1,2 0,-1 0,0 0,1 0,0 1,0-1,0 5,-7 48,2 0,2 1,3 0,2-1,3 1,5 11,-8-52,47 528,-50-406,-6-94</inkml:trace>
  <inkml:trace contextRef="#ctx0" brushRef="#br0" timeOffset="54429.346">856 1068,'16'-2,"14"-6,16-7,16-12,11-9,6-8,0-3,-10 2,-16 8</inkml:trace>
  <inkml:trace contextRef="#ctx0" brushRef="#br0" timeOffset="54680.208">1511 855,'-7'-7,"-2"-2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0:26.0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265 308,'-4'-7,"0"0,-1 0,0 0,0 1,0 0,-1 0,1 0,-1 1,-1 0,1 0,-1 0,0 1,-6-3,10 5,-1 1,0-1,0 1,0-1,0 1,0 0,0 1,-1-1,1 1,0 0,0 0,0 0,0 0,-1 1,1 0,0 0,0 0,0 0,0 0,0 1,1 0,-1 0,0 0,1 0,-1 1,-2 2,-1 2,0 0,1 1,0 0,0 0,1 0,0 1,0-1,1 1,0 0,1 1,0-1,0 1,1-1,0 1,1 0,0 0,1 0,0 5,0-13,0 1,1-1,-1 1,0-1,1 0,0 1,-1-1,1 0,0 0,0 1,1-1,-1 0,0 0,1 0,-1 0,1-1,-1 1,1 0,0-1,0 1,0-1,0 1,0-1,0 0,0 0,0 0,1 0,-1 0,0 0,1-1,-1 1,0-1,1 0,-1 0,1 0,-1 0,2 0,5-1,0 0,-1-1,1 0,0-1,-1 1,0-2,1 1,-1-1,5-4,9-7,-1 0,-1-2,-1 0,0-1,-1-1,4-7,16-9,-37 35,0 1,0-1,0 0,0 1,-1-1,1 1,0-1,0 1,0-1,-1 1,1 0,0-1,-1 1,1 0,-1 0,1-1,-1 1,1 0,-1 0,1 0,-1-1,0 1,0 0,1 0,-1 0,0 0,0 0,0 0,0 0,0 0,0 0,0 0,0-1,0 2,0 0,0 208,1-176,-1-1,-2 1,-1-1,-2 0,-1 0,-2 0,-1-1,-1 0,-2-1,-2 1,-20 11,33-43,0 0,0 0,1 0,-1 0,0 0,0 0,1-1,-1 1,0 0,0 0,1-1,-1 1,0 0,1-1,-1 1,0-1,1 1,-1-1,1 1,-1-1,1 1,-1-1,1 0,-1 1,1-1,0 0,-1 1,1-1,0 0,0 1,-1-1,1 0,0 0,0 1,0-1,0 0,0 0,0 1,0-1,0 1,-5-23</inkml:trace>
  <inkml:trace contextRef="#ctx0" brushRef="#br0" timeOffset="525.964">546 255,'18'29,"2"-1,1 0,1-1,2-2,0 0,2-2,0 0,2-2,0-1,1-1,32 14,-53-28,1 0,-1 0,1 0,-1 1,0 0,-1 0,1 1,-1 0,0 0,-1 1,0 0,0 0,-5-6,-1-1,1 0,-1 1,0-1,1 1,-1-1,0 0,0 1,0-1,0 1,0-1,0 1,0-1,-1 0,1 1,0-1,-1 1,1-1,-1 0,1 1,-1-1,0 0,0 0,0 0,1 0,-1 1,0-1,0 0,0 0,-1-1,1 1,0 0,0 0,0 0,-1-1,1 1,0-1,-1 1,1-1,-56 18,43-15,0-1,0 0,0 0,0-2,0 0,0 0,0-1,0-1,0 0,0-1,1-1,-1 0,1 0,-12-7,23 9,-1 0,1 0,0 0,0 0,0-1,0 1,0-1,0 1,1-1,-1 0,1 0,0 0,-1 0,1 0,1 0,-1 0,0 0,1 0,0 0,-1 0,1 0,1 0,-1 0,0 0,1 0,-1-1,1 1,33-82,221-360,-232 383,-23 61,-1 0,1 1,0-1,-1 0,1 1,-1-1,1 1,-1-1,0 1,1-1,-1 1,1-1,-1 1,0-1,1 1,-1 0,0-1,0 1,1 0,-1 0,0-1,0 1,1 0,-1 0,0 0,0 0,1 0,-1 0,0 0,0 1,0-1,1 0,-1 0,0 0,1 1,-1-1,0 0,0 1,1-1,-1 1,1-1,-1 1,0-1,1 1,-104 72,58-36,3-6,3-5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0:24.3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28 116,'-22'418,"20"-404,0-23,1-365,1 357,7-71,-6 85,-1 0,1 0,0 0,1 0,-1 1,0-1,1 0,-1 1,1-1,0 1,0-1,0 1,0 0,1 0,-1 0,0 0,1 0,0 0,-1 1,1-1,0 1,0 0,0 0,0 0,0 0,0 0,11-1,1 1,-1 0,0 1,1 1,-1 0,0 1,0 0,0 1,0 1,0 0,-1 1,0 1,3 1,-14-6,1 1,0-1,-1 1,1-1,-1 1,1 0,-1 0,0 1,0-1,0 0,0 1,0-1,-1 1,1-1,-1 1,1 0,-1 0,0 0,0 0,0 0,-1 0,1 0,-1 0,0 0,1 0,-1 0,-1 0,1 0,0 0,-1 0,1 0,-2 3,-2 4,0 0,0 0,-1 0,-1-1,1 0,-2 0,1 0,-6 5,-111 97,123-111,-1 0,1 0,0 0,-1 0,1 0,-1 0,1 1,-1-1,1 0,-1 0,1 0,0 0,-1 1,1-1,-1 0,1 0,0 1,-1-1,1 0,0 1,-1-1,1 0,0 1,-1-1,1 0,0 1,0-1,-1 1,1-1,0 1,0-1,0 0,0 1,0-1,0 1,0-1,0 1,0-1,0 1,0-1,0 1,0-1,0 1,0-1,0 0,0 1,1-1,-1 1,0-1,0 1,0-1,1 0,-1 1,0-1,1 0,-1 1,0-1,1 0,-1 1,0-1,1 0,31 0,-17-1,1 0,0 0,0 2,0 0,-1 1,1 0,8 3,-19-4,0 1,0 0,0 0,-1 0,1 1,0-1,-1 1,0 0,0 1,0-1,0 1,0-1,-1 1,1 0,-1 1,0-1,0 0,-1 1,1 0,-1-1,0 1,-1 0,1 0,0 4,-1 0,0 1,-1-1,0 0,-1 0,0 1,0-1,-1 0,0 0,-1 0,1 0,-2-1,1 1,-2-1,1 0,-1 0,0 0,0-1,-1 1,0-1,0-1,-1 1,0-1,0 0,-1-1,1 0,-1 0,0 0,-1-1,1 0,-1-1,1 0,-10 2,16-4,-1-1,1 1,0-1,0 0,0 0,0 1,-1-1,1-1,0 1,0 0,0 0,-1-1,1 0,0 1,0-1,0 0,0 0,0 0,0 0,0 0,0 0,1-1,-1 1,0-1,1 1,-1-1,1 0,0 1,-1-1,1 0,0 0,0 0,0 0,0 0,0 0,1 0,-1 0,1 0,-1-1,1 1,0 0,0 0,0 0,0-3,3-15</inkml:trace>
  <inkml:trace contextRef="#ctx0" brushRef="#br0" timeOffset="471.12">443 156,'9'-12,"1"0,0 1,1 0,1 1,0 0,0 1,0 0,1 0,1 2,-1 0,1 0,1 1,-1 1,1 0,0 1,0 1,10-1,-22 4,0-1,0 1,1 0,-1 1,0-1,0 0,0 1,0 0,0-1,0 1,0 1,0-1,0 0,0 1,-1-1,1 1,0 0,-1 0,1 0,-1 0,0 0,0 1,0-1,0 1,0-1,-1 1,1 0,-1 0,1-1,-1 1,0 0,0 0,0 0,-1 1,1-1,-1 1,0 7,0 0,-1-1,0 1,-1 0,0 0,0-1,-1 1,-1-1,0 0,0 0,-1 0,-1 0,1-1,-1 0,-1 0,0-1,0 0,-4 3,75-21,-57 11,0 0,-1 0,1 0,0 1,-1 0,0 0,1 1,-1-1,0 2,0-1,-1 0,1 1,-1 0,0 1,0-1,0 1,0 0,-1 0,0 0,0 1,0-1,-1 1,0 0,0 0,0 1,-1-1,0 0,0 1,-1-1,1 1,-1 0,-1-1,1 1,-1 0,-1 0,1-1,-1 1,0 0,-1-1,0 3,-1 2,0-1,-1 0,0 0,-1 0,0 0,0-1,-1 0,0 0,-1 0,0-1,0 0,-1 0,0-1,0 0,-1-1,0 1,0-2,0 1,-1-1,0-1,0 0,-9 3,17-6,1 0,-1-1,1 1,-1 0,1-1,-1 1,0-1,1 0,-1 1,0-1,1 0,-1 0,0 0,0 0,1-1,-1 1,0 0,1-1,-1 1,0-1,1 1,-1-1,1 0,-1 0,1 0,0 0,-1 0,1 0,0 0,-1 0,1 0,0-1,0 1,0 0,0-1,0 1,0-1,1 1,-1-1,0 1,1-1,-1 0,1 1,0-1,0 0,-1 1,1-1,0 0,0 0,23-42,-6 23</inkml:trace>
  <inkml:trace contextRef="#ctx0" brushRef="#br0" timeOffset="765.915">1138 9,'-7'14,"-2"2,0-4,0-7,1-1,2-1</inkml:trace>
  <inkml:trace contextRef="#ctx0" brushRef="#br0" timeOffset="952.115">1205 491,'0'7,"0"-1,0-2,0-6,0-3,0-2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0:29.8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0 100,'13'-6,"15"-10,0 2,1 1,1 1,0 2,0 1,1 1,24-3,-52 11,-1 0,0-1,1 1,-1 0,0 0,1 0,-1 1,0-1,1 1,-1-1,0 1,1 0,-1-1,0 1,0 0,0 1,0-1,0 0,0 1,0-1,-1 1,1-1,0 1,-1 0,1 0,-1 0,0 0,1 0,-1 0,0 0,0 0,0 0,-1 0,1 1,0-1,-1 0,0 1,1-1,-1 0,0 2,-1 14,0 1,-1-1,-1 0,0-1,-2 1,0 0,-1-1,-7 15,7-18,-106 274,110-284,1-1,-1 0,0 0,1 0,0 0,0 0,0 0,0 0,0 0,1 1,-1-1,1 0,0 0,0 1,0-1,0 0,1 1,-1-1,1 0,0 0,0 0,0 0,0 0,1 0,-1 0,1 0,0 0,0 0,0-1,0 1,1 0,2-2,1 0,-1 0,1-1,-1 0,1 0,-1 0,1 0,-1-1,1 0,-1 0,0-1,1 0,-1 1,4-4,70-26,-2-4,44-28,-81 41,130-69,-101 54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0:28.5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384 160,'-13'1,"-1"0,0 1,0 1,0 0,1 1,0 0,0 1,0 1,0 0,1 1,0 0,0 1,1 0,0 1,-4 4,10-9,-21 14,1 2,1 1,0 1,2 0,-9 14,29-35,0 1,1-1,-1 1,1-1,0 1,-1 0,1 0,0 0,0 0,0-1,0 1,0 1,1-1,-1 0,0 0,1 0,0 0,-1 0,1 0,0 1,0-1,1 0,-1 0,0 0,1 0,-1 1,1-1,-1 0,1 0,0 0,0 0,1 1,5 2,-1 0,1-1,0 0,1-1,-1 1,1-1,0-1,-1 1,1-1,0-1,1 1,-1-2,0 1,-3 0,159 11,-119-12,0 3,-1 2,32 7,-71-12,-1 1,1-1,-1 1,1 0,-1 0,0 1,0-1,1 1,-1 0,0 0,0 0,-1 1,1-1,0 1,-1 0,0 0,1 0,-1 1,0-1,-1 1,1-1,-1 1,1 0,-1 0,0 0,-1 0,1 0,-1 1,0-1,0 1,0-1,0 0,-1 1,0-1,0 1,0 0,-1 1,-3 4,-2 0,0 0,0 0,0 0,-2-1,1 0,-1-1,0 1,-1-2,1 1,-2-1,1 0,-1-1,0 0,0-1,-1 0,0 0,0-2,-5 2,-6 2,-1-1,1-1,-1-1,-1-2,1 0,-9-1,13-2,18 1,1 0,0 0,-1 0,1-1,0 1,0 0,-1 0,1 0,0 0,0-1,0 1,-1 0,1 0,0 0,0-1,0 1,0 0,-1-1,1 1,0 0,0 0,0-1,0 1,0 0,0 0,0-1,0 1,0 0,0-1,0 1,0 0,0-1,0 1,0 0,0 0,0-1,0 1,0 0,1 0,-1-1,0 1,0 0,0 0,0-1,1 1,-1 0,0 0,0-1,0 1,1 0,-1 0,0 0,0 0,1 0,-1-1,0 1,1 0,-1 0,0 0,0 0,1 0,-1 0,0 0,1 0,-1 0,0 0,0 0,1 0,21-14,14-5,4 0</inkml:trace>
  <inkml:trace contextRef="#ctx0" brushRef="#br0" timeOffset="520.164">945 240,'-2'-2,"-1"0,0 0,0 0,0 1,0-1,0 1,0 0,0 0,0 0,-1 0,1 1,0-1,0 1,-1 0,1 0,0 0,-1 0,1 1,0-1,-1 1,1 0,0 0,0 0,0 0,0 1,0-1,0 1,0 0,0 0,0 0,-4 4,-1 1,2 0,-1 0,1 0,0 1,1 0,0 0,0 0,1 1,-1 1,-5 12,2-1,1 1,0 1,2-1,0 1,2 0,0 0,2 0,0 1,2-1,0 0,5 22,-6-40,1 0,0 1,0-1,0 0,1 0,-1 0,1 0,1 0,-1 0,1 0,-1-1,1 1,1-1,-1 0,1 0,-1 0,1 0,0-1,1 1,-1-1,0 0,1 0,0-1,0 1,-1-1,1 0,1-1,-1 1,0-1,0 0,1 0,-1-1,0 1,1-1,-1 0,0-1,5 0,3-5,-1-1,0 0,-1-1,0 0,0-1,-1-1,0 1,0-1,-1-1,-1 0,1 0,-2-1,0 0,5-11,0 3,0-1,-1-1,-2 0,0 0,-1-1,-2 0,0 0,-1-1,-2 1,0-1,-2 0,0 0,-2 0,0 0,-2 0,-1 0,0 1,-2-1,-7-16,9 30,-2 0,1 1,-1 0,-1 0,0 0,0 1,0 0,-1 0,-1 1,1 0,-4-2,9 6,-1 1,0 0,0 0,1 0,-1 0,0 0,-1 1,1-1,0 1,0 0,-1 1,1-1,0 1,-1 0,1 0,0 0,-1 1,1-1,0 1,-1 0,1 0,0 1,0-1,0 1,0 0,0 0,0 0,1 0,-2 2,-2 5,0 0,0 1,1-1,0 2,1-1,0 0,0 1,1 0,1 0,0 1,0-1,1 1,1-1,0 1,0 0,1-1,1 1,0-1,1 1,0 4,2 4,1-1,0 1,1-1,1 0,1 0,1-1,0 0,1 0,1-1,10 11,144 151,-93-107,61 86,-99-118,-25-34</inkml:trace>
  <inkml:trace contextRef="#ctx0" brushRef="#br0" timeOffset="970.134">1480 387,'1'19,"1"-1,0 0,1 0,2-1,-1 1,2-1,0 0,1 0,1 0,1-1,0-1,1 1,2 1,-10-15,1 0,-1 1,0-1,1 0,0 0,-1 0,1 0,0-1,0 1,0-1,0 1,0-1,0 0,1-1,-1 1,0 0,1-1,-1 0,0 0,0 0,1 0,-1 0,0-1,1 1,-1-1,0 0,0 0,0 0,0 0,0-1,0 1,0-1,0 0,0 0,-1 0,1 0,-1 0,1-1,-1 1,0-1,1-1,9-12,-1 0,0-1,-1 0,-1-1,-1 0,0-1,-2 0,0 0,-1 0,-1-1,0 1,-2-1,0 0,-2 0,0-2,0 7,-2 0,0 0,0 1,-2-1,0 1,0-1,-1 1,-1 1,0-1,-5-6,7 13,0 0,-1 0,0 0,0 1,-1 0,0 0,0 0,0 1,0 0,-1 0,0 0,0 1,-1 0,1 1,-1-1,1 2,-1-1,0 1,-5-1,7 2,0 1,0 0,0 1,-1-1,1 1,1 0,-1 0,0 1,0 0,0 0,1 0,-1 1,1 0,0 0,0 0,0 0,0 1,0 0,1 0,0 1,0-1,-3 4,-2 4,-1 0,2 1,0 1,0-1,2 1,-1 1,2-1,-2 6,4-10,0 0,0 0,1 0,0 1,1-1,0 1,0-1,2 1,-1 0,1-1,1 1,-1-1,2 0,0 1,0-1,1 0,0-1,0 1,1-1,1 1,4 5,20 16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0:53.0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1,'7'20,"11"25,12 26,12 23,8 18,2 16,-3 12,-7 11,-14 11,-22 12,-36 17,-44 22,-9-25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0:45.1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2563 468,'16'14,"9"8,6 2,2-2,1-5,1-9,0-11,-1-12,-1-9,-7-2</inkml:trace>
  <inkml:trace contextRef="#ctx0" brushRef="#br0" timeOffset="-1709.704">263 254,'-27'494,"25"-561,-4 1,-3-1,-9-32,-2-13,18 100,1 8,0-1,0 0,0 1,1-1,-1 0,1 0,0 0,1 1,-1-1,1 0,0 0,0 1,1-1,-1 1,1-1,0 4,0 0,0 0,0 0,0 0,0 0,0 1,0-1,0 1,0 0,0-1,0 1,0 0,0 0,0 0,0 1,0-1,1 0,-1 1,0-1,0 1,0 0,-1 0,1 0,0 0,0 0,0 0,-1 0,1 1,0-1,-1 0,1 1,-1 0,1 0,1 0,91 73,-90-74,-1 0,1-1,0 0,0 0,0 0,0 0,0-1,-1 1,1-1,0 0,0 0,-1 0,1-1,-1 1,1-1,-1 0,1 0,-1 0,0 0,0-1,0 1,0-1,-1 0,1 0,-1 0,1 0,-1 0,0 0,1-3,4-3,110-127,-117 135,0 1,1-1,-1 0,0 1,1-1,-1 1,1-1,-1 1,1-1,-1 1,1 0,0-1,-1 1,1 0,-1-1,1 1,0 0,-1 0,1-1,0 1,-1 0,1 0,0 0,-1 0,1 0,0 0,-1 0,1 0,0 0,-1 0,1 0,0 1,-1-1,1 0,-1 0,1 1,0-1,-1 0,1 1,-1-1,1 1,-1-1,1 1,-1-1,1 1,-1-1,1 1,-1-1,0 1,1-1,-1 1,0 0,0-1,1 1,7 42,-7-39,7 184,-8-124,4 1,8 51,-11-109,-1 1,1-1,1 1,-1-1,1 0,1 0,-1 0,1 0,0 0,1 0,0-1,0 1,0-1,1 0,0-1,0 1,0-1,1 0,-1 0,1 0,1-1,5 3,8-3</inkml:trace>
  <inkml:trace contextRef="#ctx0" brushRef="#br0" timeOffset="-1319.602">999 387,'-6'-2,"1"0,0 0,-1 0,1 1,-1-1,1 1,-1 1,0-1,1 1,-1 0,0 0,0 1,1-1,-1 1,1 1,-1-1,1 1,-1 0,1 0,0 0,0 1,0 0,0 0,0 0,1 1,-1-1,1 1,0 0,0 1,1-1,-1 0,-1 5,-2 3,2 1,0 0,0 0,1 0,1 0,0 0,1 1,1 0,0-1,0 1,2 0,1 11,-2-23,0 0,0 0,0 0,0 0,0 0,1 0,-1 0,1 0,0-1,-1 1,1 0,0 0,0 0,0-1,0 1,1 0,-1-1,0 1,1-1,-1 0,1 1,-1-1,1 0,-1 0,1 0,0 0,0 0,0 0,-1-1,1 1,0-1,0 1,0-1,0 0,0 1,0-1,0 0,0 0,0-1,0 1,0 0,0-1,0 1,0-1,0 1,0-1,-1 0,1 0,0 0,0 0,-1 0,1 0,9-9,0 0,-1-1,0 0,-1 0,0-1,-1 0,-1-1,1 0,-2 0,0-1,-1 1,0-1,-1 0,0-1,-1 1,-1 0,0-5,-3 34,0 0,1 1,1-1,0 0,1 0,1 0,0 0,1 0,4 10,-5-18,0 1,1 0,-1-1,1 0,1 0,-1 0,1 0,1-1,-1 0,1 0,0 0,1-1,-1 0,1 0,0 0,0-1,0 0,5 1,20 5</inkml:trace>
  <inkml:trace contextRef="#ctx0" brushRef="#br0" timeOffset="-951.707">1400 213,'-13'2,"1"1,-1 0,1 1,0 0,0 1,0 0,1 1,-1 0,2 1,-1 0,1 1,0 0,0 0,1 1,0 1,1-1,0 1,0 1,-3 7,9-15,0-1,1 1,0-1,-1 1,1 0,0-1,1 1,-1 0,0 0,1 0,-1 0,1 0,0 0,0 0,0 0,0-1,1 1,-1 0,1 0,0 0,0 0,0 0,0-1,0 1,0-1,1 1,0-1,-1 1,1-1,0 0,0 1,0-1,0 0,1 0,-1-1,0 1,1 0,-1-1,1 0,0 1,0-1,12 5,0-2,0 1,0-2,1 0,0 0,11-1,-12-1,0 0,0 2,0 0,0 0,0 2,-1 0,3 1,-14-5,-1 0,0 0,0 0,0 1,0-1,0 0,0 1,0 0,-1-1,1 1,0 0,-1 0,1 0,-1 0,0 0,0 0,0 0,0 0,0 0,0 1,0-1,-1 0,1 1,-1-1,0 0,0 1,0-1,0 1,0-1,0 0,-1 1,1-1,-1 1,1-1,-1 0,0 0,-2 6,-1 0,0 0,0-1,-1 1,0-1,0-1,-1 1,0-1,-3 3,1-1,0-1,0 0,0 0,-1-1,0 0,0-1,0 0,-1-1,0 1,0-2,-3 2,13-5,-1 0,1 0,-1 0,1 0,0 1,-1-1,1 0,-1 0,1 0,0 0,-1 0,1 0,-1 0,1 0,0 0,-1 0,1 0,-1 0,1 0,0 0,-1 0,1-1,-1 1,1 0,0 0,-1 0,1-1,0 1,-1 0,1 0,0-1,-1 1,1 0,0-1,0 1,-1 0,1-1,0 1,0 0,0-1,-1 1,1-1,0 1,0 0,0-1,0 1,0-1,0 1,0 0,0-1,0 1,0-1,0 1,0 0,0-1,0 1,1-1,-1 1,0 0,0-1,0 1,0-1,1 1,6-16</inkml:trace>
  <inkml:trace contextRef="#ctx0" brushRef="#br0" timeOffset="-336.446">1840 348,'-4'-3,"0"0,-1 0,1 0,-1 0,0 1,1 0,-1 0,0 1,-1-1,1 1,0 0,0 0,0 1,-1 0,1 0,0 0,-1 0,1 1,0 0,0 0,0 0,0 1,0 0,0 0,0 0,0 0,1 1,-1 0,1 0,0 0,-1 0,2 1,-1-1,0 1,1 0,-2 2,-3 3,1 1,-1-1,2 1,-1 0,1 1,1 0,0 0,1 0,0 0,0 1,1-1,1 1,0 0,1 0,0 0,0 0,1 0,1 0,0 0,2 2,-2-9,1-1,0 0,0 0,0 0,1 0,-1 0,1 0,0-1,0 1,0-1,1 0,-1 0,1 0,0-1,-1 1,1-1,1 0,-1 0,0 0,0 0,1-1,-1 1,1-1,3 0,4 1,0-1,1 0,-1-1,0-1,0 0,1 0,-1-1,9-3,9-4,-2-1,0-2,0 0,-1-2,0-1,-2-1,0-1,1-2,-20 14,-6 3,1 1,0 0,0 0,-1 0,1 0,0 0,0 0,0 0,0 0,0 0,0 1,0-1,0 0,1 1,-1-1,0 0,0 1,0 0,1-1,-1 1,0 0,1 0,-1-1,0 1,1 0,-1 0,0 0,1 1,-1-1,0 0,1 0,-1 1,0-1,0 1,0-1,1 1,0 0,4 13,-5-11,0 0,0 0,0 0,1 0,-1 0,1 0,0 0,0-1,0 1,0 0,1-1,-1 0,0 1,1-1,0 0,0 0,-1-1,1 1,0-1,0 1,0-1,4 1,-3-1,1 0,-1-1,1 1,-1-1,1 0,0 0,-1-1,1 0,-1 1,1-1,-1-1,1 1,-1-1,0 1,0-1,1-1,-2 1,1 0,0-1,0 0,-1 0,1 0,-1 0,0-1,0 1,0-1,-1 0,1 0,-1 0,0 0,0 0,0 0,-1-1,1 1,-1 0,0-1,0 0,-1 1,1-1,-1 1,0-1,0 0,-1 1,1-1,-2-3,0 2,1 0,-1 0,-1 1,1-1,-1 0,0 1,0 0,-1-1,0 1,0 1,0-1,0 1,-1-1,1 1,-1 0,0 1,0-1,-1 1,1 0,-1 1,1-1,-1 1,0 0,0 0,0 1,0 0,0 0,-1 0,1 1,0 0,-4 0,6 1,0 0,1 0,-1 0,1 1,-1-1,1 1,0 0,0 0,0 0,0 0,0 0,0 1,0-1,1 1,0 0,-1 0,1 0,0 0,0 0,0 0,1 1,-1-1,1 1,0-1,0 1,-11 93,11-93,1 0,0 0,0 0,0 0,1 0,-1 0,1 1,0-2,1 1,-1 0,0 0,1 0,0 0,0-1,0 1,1-1,-1 0,1 0,-1 0,1 0,0 0,0 0,1-1,-1 1,0-1,1 0,-1 0,1 0,0-1,0 1,0-1,0 0,0 0,4 1,17-4</inkml:trace>
  <inkml:trace contextRef="#ctx0" brushRef="#br0" timeOffset="-170.29">2269 0,'-14'2,"-9"8,-5 9,0 10,5 7,6 5,8-1,11-3,8-2,4-8</inkml:trace>
  <inkml:trace contextRef="#ctx0" brushRef="#br0" timeOffset="1968.035">156 1203,'-18'23,"-11"21,-4 21,2 18,8 13,7 8,10 5,14 2,12-5,12-8,7-12,6-16,7-16,-6-16</inkml:trace>
  <inkml:trace contextRef="#ctx0" brushRef="#br0" timeOffset="3092.673">758 1297,'-15'5,"0"0,1 2,0 0,0 0,1 1,-1 1,2 0,-1 1,1 0,1 1,0 0,1 1,0 0,0 1,1 1,1-3,0 0,1 0,1 1,-1 0,2 0,0 0,0 1,1 3,2-12,1 1,0 0,0 0,1 0,0-1,-1 1,2 0,-1 0,1 0,-1 0,1-1,0 1,1 0,-1 0,1-1,0 1,0-1,1 0,-1 0,1 0,0 0,0 0,3 3,7 3,0 0,1-1,0-1,0 0,1-1,0 0,11 2,-17-7,0 0,0 1,0 0,0 1,0 0,-1 1,0-1,0 1,0 1,0 0,-1 0,0 0,0 1,-1 0,1 0,-2 1,1 0,-1 0,0 0,-1 1,0-1,0 1,-1 0,-2-4,0-1,0 0,-1 0,1 1,-1-1,0 0,-1 1,1-1,-1 0,0 0,0 1,0-1,0 0,-1 0,1 0,-1 0,0 0,-1-1,1 1,-1-1,1 1,-1-1,0 0,0 0,0 0,-1 0,1-1,-1 1,1-1,-1 0,0 0,0 0,0-1,0 1,0-1,-1 0,1 0,0-1,-1 1,0 0,-1 0,0-1,0 0,0 0,0 0,1-1,-1 1,0-1,0-1,1 1,-1-1,1 0,-1 0,1-1,0 0,0 0,0 0,0 0,0-1,1 0,-1 0,1 0,0 0,0-2,3 4,1 0,0 0,0 1,0-1,1 0,-1 0,0 0,1 1,-1-1,1 0,-1 0,1 1,0-1,0 1,0-1,0 1,0-1,0 1,0-1,0 1,1 0,-1 0,1-1,-1 1,1 0,-1 0,1 1,-1-1,1 0,0 0,-1 1,1-1,0 1,0 0,-1-1,1 1,1 0,-2 0,89-35,-48 21,0-3,-2-1,0-1,-1-3,29-20,-29 4,-38 37,0 1,0-1,0 0,-1 0,1 0,-1 1,1-1,0 0,-1 0,1 0,-1 0,0 0,1 0,-1 0,0 0,0 0,1 0,-1 0,0 0,0 0,0 0,0-1,0 1,-1 0,1 0,0 0,0 0,-1 0,1 0,-1 0,1 0,-1 0,1 1,-1-1,1 0,-1 0,0 0,1 0,-1 1,0-1,0 0,0 1,0-1,0 1,1-1,-2 0,-1 0,0 0,-1-1,1 1,0 0,0 1,0-1,-1 1,1-1,0 1,-1 0,1 0,0 0,-1 1,1-1,0 1,-1 0,1 0,0 0,0 0,0 0,0 1,0-1,0 1,0 0,1 0,-1 0,1 0,-1 1,1-1,0 1,0-1,0 1,0 0,0 0,1 0,-1 0,1 0,0 0,0 0,0 0,0 1,0-1,1 1,-1 3,1-1,0 1,0-1,0 1,1-1,0 1,1-1,-1 0,1 1,0-1,1 0,-1 0,1 0,1-1,-1 1,1-1,0 1,0-1,0 0,1-1,0 1,0-1,3 3,1-1,-1-1,1 0,0 0,0 0,0-1,1-1,0 1,-1-2,1 1,0-1,0-1,0 0,1 0,-1-1,0 0,1-1,0-1,0 0,0 0,0-1,-1 0,1-1,-1 0,0-1,0 0,-1-1,0 0,1 0,-2-1,1 0,-1 0,0-1,-1 0,0-1,1-1,3-6,0-2,-1 1,0-2,-2 1,0-1,-1 0,-1-1,-1 0,0 0,-2 0,4-27,-1-1,-3 0,-2 0,-3 0,-1 0,-3-7,5 45,0 1,-1-1,0 1,-1 0,0 0,0 0,-1 0,0 1,-1-1,0 1,-3-5,7 12,0 0,0 0,-1 0,1 0,0 0,0 0,-1 0,1 0,0 0,-1 1,1-1,-1 0,1 1,-1-1,1 1,-1 0,0-1,1 1,-1 0,1 0,-1 0,0 0,1 0,-1 1,1-1,-1 0,1 1,-1-1,1 1,-1-1,1 1,-1 0,1 0,0 0,-1-1,1 1,0 1,0-1,0 0,0 0,0 0,-1 1,-40 59,33-44,1 0,0 0,1 0,1 1,1 0,1 0,0 0,1 1,1-1,1 1,1 0,0 0,1-1,1 1,1-1,1 1,0-1,2 0,0 0,1-1,0 0,10 16,-7-16,1 0,1-1,0 0,1-1,0-1,1 0,1 0,1-2,0 0,0 0,1-2,0 0,1-1,0-1,0 0,1-2,19 5,-33-10,0 0,0-1,0 0,0 0,0 0,0 0,0-1,0 0,0 0,0 0,0-1,-1 0,1 0,-1 0,1 0,-1-1,0 1,1-1,-1 0,-1-1,1 1,0-1,-1 1,0-1,0 0,0 0,0-1,-1 1,1 0,-1-1,0 0,0 0,3-10,-1 0,-1 0,0 0,0 0,-2 0,0 0,0-1,-2 1,0 0,0 0,-2-2,-11-22,12 39,1 0,0 0,0 0,0 1,0-1,-1 0,1 0,0 1,0-1,0 1,0-1,0 1,0 0,0-1,0 1,0 0,0 0,0-1,0 1,1 0,-1 0,0 0,1 0,-1 0,0 0,1 0,-1 0,1 0,0 1,-1-1,1 0,0 0,0 0,-1 0,1 1,0-1,0 0,1 1,-1-2,-4 7,1 0,1 0,-1 0,1 1,1-1,-1 1,1-1,0 1,1-1,0 1,0 0,1-1,0 1,0 0,1-1,0 0,0 1,1-1,0 0,0 0,0 0,1 0,0-1,0 0,1 1,0-2,0 1,1 0,-1-1,2 0,2-1,0-1,1 0,0 0,0-1,-1-1,1 0,0 0,0-1,0 0,0 0,0-2,0 1,0-1,5-2,39-8</inkml:trace>
  <inkml:trace contextRef="#ctx0" brushRef="#br0" timeOffset="3730.591">2188 1550,'-4'-1,"0"1,0-1,0 1,0 0,0 0,-1 0,1 0,0 1,0 0,0 0,0 0,0 0,1 0,-1 1,0 0,0-1,1 2,-1-1,1 0,0 1,0-1,0 1,0 0,0 0,0 0,1 0,0 1,-1-1,1 1,0-1,1 1,-1 0,1 0,0 0,0 0,0 0,0 0,0 0,1 0,0 0,0 0,1 3,0 0,0 0,0 0,1 0,1 0,-1-1,1 1,0-1,0 0,1 0,0 0,0 0,0 0,1-1,0 0,0 0,0 0,0-1,1 1,0-1,0-1,0 1,0-1,1 0,-1 0,1-1,0 0,0 0,-1-1,1 1,0-2,0 1,1-1,-1 0,0 0,0-1,0 0,0 0,0-1,-1 0,1 0,0 0,1-2,7-3,0 0,0-1,-1 0,0-2,-1 1,0-2,0 0,-1 0,-1-1,0-1,0 1,-1-2,-1 0,0 0,-1 0,-1-1,0 0,-1-1,-1 0,0 0,-1 0,-1 0,0 0,-1-1,-1 1,-1-1,0 0,-2-12,-3-10,-2 0,-1 1,-2 0,-1 0,-3 1,0 1,-3 0,-1 1,-7-9,-24-24,48 68,0 0,0 0,1 0,-1 0,0 0,0 0,0 0,0 0,1 0,-1 0,0 1,0-1,0 0,0 0,1 1,-1-1,0 1,0-1,1 1,-1-1,0 1,1-1,-1 1,1-1,-1 1,0 0,1-1,-1 1,1 0,0 0,-1-1,1 1,0 0,-1 0,1 0,0-1,0 1,0 0,0 0,0 0,0 0,0-1,0 1,0 0,0 0,0 0,0 0,0 0,1 0,-4 34,2 1,2 0,1 0,1-1,3 1,6 21,-1 1,2-1,4-1,8 17,-17-52,0-1,2-1,0 0,2 0,0-1,1 0,0-1,2-1,0 0,10 8,-20-19,1 0,0 0,0 0,1-1,-1 0,1 0,0-1,0 0,0 0,1-1,-1 0,1 0,-1 0,1-1,0 0,-1-1,1 0,0 0,-1 0,1-1,0 0,-1-1,1 0,-1 0,1 0,-1-1,0 0,0-1,0 1,-1-1,4-3,0-2,0 0,-1-1,0 0,0-1,-1 0,-1 0,0-1,0 1,-1-2,-1 1,0-1,0 1,-2-1,1 0,-2-1,1-8,-3 40,-1 0,2 0,1 0,0-1,1 1,1-1,3 10,-6-22,1-1,-1 1,1-1,0 0,0 0,1 0,-1 0,1 0,0 0,0 0,0-1,1 0,-1 0,1 0,0 0,0 0,0 0,0-1,0 0,0 0,1 0,-1-1,1 1,-1-1,1 0,0 0,-1-1,1 0,0 1,0-1,0-1,52-17,-34 2</inkml:trace>
  <inkml:trace contextRef="#ctx0" brushRef="#br0" timeOffset="3994.752">2963 1270,'-16'-9,"-12"-5,-8-5,-2-2,0 1,3 4,-3 2,6 3</inkml:trace>
  <inkml:trace contextRef="#ctx0" brushRef="#br0" timeOffset="4255.717">2175 1203,'23'-9,"20"-10,23-8,14-7,11-2,3 3,-4 7,-16 8</inkml:trace>
  <inkml:trace contextRef="#ctx0" brushRef="#br0" timeOffset="4524.836">3258 1604,'17'-17,"-2"-1,0 0,0-1,-2-1,-1 0,0-1,-1 0,-2 0,0-1,-1-1,0-3,-7 20,0 0,-1 0,0 0,0-1,0 1,-1 0,1 0,-1 0,-1 0,1 0,-1 1,0-1,-2-3,3 7,0 0,-1 0,1 0,0 0,-1 0,1 0,-1 1,0-1,0 1,1-1,-1 1,0-1,0 1,-1 0,1 0,0 0,0 0,0 0,-1 1,1-1,0 1,-1-1,1 1,0 0,-1 0,1 0,0 0,-1 0,1 1,0-1,-1 1,1 0,0-1,-1 1,0 1,-7 4,1 0,-1 0,1 1,1 0,0 1,0 0,0 0,1 1,0 0,0 0,1 1,1 0,-1 0,2 0,-1 0,2 1,-4 10,4-13,-1 1,1-1,0 1,1 0,0 0,0 0,1 0,0 1,1-1,0 0,1 0,-1 1,2-1,-1 0,1 0,1 0,0 0,0-1,1 1,-1-1,2 0,-1 0,1 0,1 0,-1-1,1 0,1 0,-1-1,1 1,7 4,5-4,-1-1,1 0,0-1,1-1,-1-1,1-1,0 0,0-2,0 0,-1-1,1-1,0-1,-1-1,0-1,0 0,13-6,17-7,-13 1</inkml:trace>
  <inkml:trace contextRef="#ctx0" brushRef="#br0" timeOffset="5818.027">316 3008,'1'-1,"0"0,0 0,0-1,0 1,-1 0,1 0,0 0,-1 0,1-1,-1 1,0 0,1-1,-1 1,0 0,0-1,0 1,0 0,0-1,0 1,0 0,0-1,0 1,-1 0,1-1,-1 1,1 0,-1 0,1 0,-1-1,0 1,1 0,-1 0,0 0,0 0,0 0,0 0,0 0,0 0,0 1,0-1,0 0,-1 1,1-1,0 0,0 1,0 0,-1-1,1 1,0 0,-1-1,1 1,0 0,-1 0,1 0,0 0,-1 0,1 1,0-1,-1 0,1 1,0-1,-1 1,1-1,0 1,0-1,0 1,-1 0,-6 3,1 0,-1 0,1 1,0 0,0 0,0 1,1 0,0 0,0 0,0 1,1 0,0 0,0 0,1 1,0-1,0 1,1 0,0 0,1 1,-1-1,1 1,1-1,0 1,0-1,1 1,0 8,0-11,-1-1,1 1,1 0,-1 0,1-1,0 1,0 0,1-1,0 1,0-1,0 1,0-1,1 0,0 0,0 0,0 0,1-1,0 0,0 1,0-1,0 0,0-1,1 1,0-1,0 0,0 0,0 0,0-1,0 0,1 0,-1 0,1 0,1-1,10-1,1-1,-1 0,0-2,0 0,0 0,0-2,0 0,-1-1,0-1,0 0,-1-1,0-1,0 0,-1-1,0 0,-1-2,0 1,6-9,74-72,-93 91,1 1,0-1,-1 0,1 1,0-1,0 1,0 0,-1-1,1 1,0 0,0-1,0 1,0 0,-1 0,1 0,0 0,0-1,0 1,0 1,0-1,0 0,0 0,-1 0,1 0,0 1,0-1,0 0,0 1,-1-1,1 1,0-1,0 1,-1-1,1 1,0-1,-1 1,1 0,0-1,-1 1,1 0,-1-1,1 1,-1 0,0 0,1 0,-1 0,0-1,0 1,1 0,-1 0,0 0,0 0,0 0,0 0,0-1,0 1,0 0,0 0,-1 0,1 0,3 7,-1-1,0 1,1-1,0 0,0 0,1-1,-1 1,1-1,1 1,0-1,-1-1,2 1,-1-1,1 0,0 0,0 0,0-1,0 0,1 0,0-1,0 1,0-2,0 1,0-1,6 1,-10-3,0 0,0 0,-1 0,1-1,-1 1,1-1,0 0,-1 0,1 0,-1 0,0 0,1-1,-1 1,0-1,0 1,0-1,0 0,0 0,0 0,0 0,-1 0,1 0,-1 0,1-1,-1 1,0-1,0 1,0-1,0 1,-1-1,1 1,-1-1,1 0,-1 1,0-1,0 0,0 1,0-1,-1 0,1 1,-1-1,1 0,-1 1,0-1,0 1,0-1,-1 1,1 0,0-1,-1 1,0 0,-1-1,-3-6,-1 0,-1 0,1 1,-2 0,1 0,-1 1,0 0,-1 1,1 0,-1 0,0 1,-1 0,1 1,-1 0,0 1,-5-1,15 4,0-1,0 1,0-1,0 1,-1 0,1-1,0 1,0 0,0 0,0 0,0 0,-1 0,1 0,0 0,0 0,0 1,0-1,0 0,-1 1,1-1,0 1,0-1,0 1,0-1,0 1,0 0,1-1,-1 1,0 0,0 0,0 0,1 0,-1 0,0 0,4 1,-1 0,0 0,1 0,-1 0,1-1,0 1,0-1,0 1,-1-1,1 0,0 0,1 0,-1-1,0 1,0-1,0 0,0 1,0-1,2-1,21 1,-1-2,0-1,0-1,0-1,0-1,-1-1,0-1,21-11,46-13,-89 31,-1 0,0 0,1 0,0 1,-1-1,1 1,-1-1,1 1,0-1,-1 1,1 0,0 0,-1-1,1 1,0 1,-1-1,1 0,0 0,-1 1,1-1,0 1,-1-1,1 1,-1-1,1 1,-1 0,1 0,-1 0,0 0,1 0,-1 0,0 0,0 1,0-1,0 0,0 1,0-1,0 1,0-1,0 1,-1-1,1 1,-1-1,1 1,-1 0,1-1,-1 2,5 144,-5-145,1 0,0 0,0 0,-1 0,1 0,0 0,1-1,-1 1,0 0,0 0,1-1,-1 1,1-1,-1 1,1-1,0 0,0 0,-1 0,1 0,0 0,0 0,0 0,0 0,0-1,0 1,0-1,0 0,0 1,1-1,-1 0,0 0,0-1,0 1,0 0,0-1,0 1,1-1,72-35,-62 24,0 0,-1-1,-1 0,0 0,-1-1,0-1,-1 0,-1 0,0-1,-1 0,1-5,18 79,-20-51,0 0,1-1,-1 0,1-1,1 1,-1-1,1 0,0-1,0 0,0 0,0-1,1 0,-1-1,1 1,0-2,0 1,0-1,0 0,0-1,0 0,4-1,28-2</inkml:trace>
  <inkml:trace contextRef="#ctx0" brushRef="#br0" timeOffset="6220.486">1853 2901,'-6'-1,"0"-1,0 1,-1 0,1 1,-1-1,1 1,-1 1,1-1,-1 1,1 0,0 0,-1 1,1 0,0 0,0 0,0 1,0 0,1 0,-1 1,1 0,0-1,0 2,0-1,-3 4,3-3,-1 1,1 0,1 0,-1 1,1-1,0 1,1 0,0 0,0 0,0 0,1 1,0-1,0 1,1 0,0-1,0 1,1 0,0-1,0 1,1 0,0 0,2 6,-1-11,-1-1,0 0,1 1,0-1,-1 0,1 0,0 0,0 0,0-1,1 1,-1 0,0-1,1 0,-1 1,0-1,1 0,0 0,-1-1,1 1,0 0,-1-1,1 1,0-1,-1 0,1 0,0 0,0-1,-1 1,1 0,0-1,0 0,77-36,-65 25,-1-1,-1 0,0-1,-1 0,0-1,-1-1,-1 0,0 0,-1-1,-1 0,-1 0,0-1,-2 0,0 0,0 0,-1-5,0-7,-1-1,-1 1,-1 0,-2-1,-1 1,-1 0,-2 0,-1 0,-8-21,-15-14,18 69,-1 82,10-41,1 0,3 0,2 1,2-1,6 21,-8-48,1 0,0 0,2-1,0 0,1 0,0-1,2 0,0 0,0-1,2 0,0-1,0-1,1 0,14 11,39 17,-3-12</inkml:trace>
  <inkml:trace contextRef="#ctx0" brushRef="#br0" timeOffset="6717.197">2696 2286,'117'565,"-111"-536,-1-1,1 0,1-1,1 0,1-1,2 0,7 13,-15-35,0 0,0 0,0 0,1-1,-1 1,1-1,0 0,0 0,1 0,-1 0,0-1,1 1,-1-1,1 0,0-1,0 1,0-1,0 0,0 0,0-1,0 0,0 1,0-1,0-1,0 1,0-1,0 0,0 0,0-1,0 1,-1-1,1 0,-1 0,1-1,-1 1,0-1,0 0,0 0,3-3,1 1,-1-1,0 0,0 0,-1 0,1-1,-1 1,0-2,-1 1,0-1,0 0,-1 0,0 0,0 0,-1-1,0 1,0-1,-1 0,0 0,-1 0,0 0,-1 0,1-1,-2-6,0 13,1 1,-1 0,0 0,1 0,-1 0,0 0,-1 0,1 0,0 0,0 0,-1 0,1 1,-1-1,0 0,1 1,-1-1,0 1,0 0,0 0,0 0,0 0,0 0,0 0,-1 0,1 1,0-1,0 1,-1-1,1 1,0 0,0 0,-1 0,1 0,0 1,0-1,-1 0,1 1,0 0,0-1,0 1,0 0,-1 0,1 0,1 1,-1-1,0 0,0 1,0-1,1 1,-1 0,1-1,-1 1,1 0,0 0,0 0,-1 0,1 0,0 2,-1 0,1 1,-1-1,1 1,0-1,0 1,1-1,0 1,-1-1,1 1,1 0,-1-1,1 1,0-1,0 1,0-1,0 1,1-1,0 0,0 0,0 0,0 0,1 0,0 0,-1 0,1-1,1 1,-1-1,0 0,1 0,0 0,-1-1,5 3,-1-1,0 1,1-1,-1 0,1 0,0-1,0 0,0-1,0 1,0-2,1 1,-1-1,1 0,-1-1,1 0,-1-1,1 1,6-3,11-8,-7-4</inkml:trace>
  <inkml:trace contextRef="#ctx0" brushRef="#br0" timeOffset="6935.557">2630 2700,'15'14,"20"4,22-7,21-13,16-13,10-10,1-6,-6 0,-11 4,-20 5</inkml:trace>
  <inkml:trace contextRef="#ctx0" brushRef="#br0" timeOffset="7447.594">3484 2593,'-40'65,"-26"55,65-117,0 0,0 0,0 0,0 0,1 1,-1-1,1 0,0 0,0 0,0 1,1-1,-1 0,1 0,0 0,-1 0,1 0,1 0,-1 0,0 0,1 0,-1 0,1-1,0 1,0-1,0 1,0-1,1 0,-1 1,1-1,0 0,91 54,-79-49,0 0,-1 1,0 0,-1 1,0 1,0 0,-1 1,0 0,9 12,-19-20,-1-1,1 1,-1 0,1-1,-1 1,0 0,0 0,0 0,0 0,0-1,-1 1,1 0,-1 0,0 1,0-1,0 0,-1 0,1 0,0 0,-1 0,0-1,0 1,0 0,0 0,0 0,-1-1,1 1,-1 0,0-1,0 0,0 1,0-1,0 0,0 0,0 0,-1 0,1 0,-1-1,1 1,-1-1,0 0,0 1,1-1,-1 0,0-1,-2 1,3-1,0 0,0 0,0 0,0 0,0 0,0-1,0 1,1-1,-1 0,0 1,0-1,0 0,1 0,-1 0,0 0,1 0,-1-1,1 1,-1 0,1-1,0 1,0-1,-1 1,1-1,0 0,0 1,1-1,-1 0,0-2,-14-58,16 26,2 0,2 0,1 0,1 1,3 0,0 1,2 0,15-29,121-271,-132 271,-28 223,11-126,-1 0,1 0,2-1,1 1,1 0,2-1,1 1,2-1,1-1,2 0,1 0,2-1,0-1,7 9,-14-31,0 0,0-1,1 1,0-1,0-1,0 0,1 0,0 0,0-1,6 2,-11-5,0 0,0-1,0 1,1-1,-1 0,0 0,1 0,-1-1,1 0,-1 1,0-1,1-1,-1 1,1-1,-1 0,0 0,1 0,-1 0,0-1,0 0,0 0,0 0,0 0,0-1,1 0,11-15</inkml:trace>
  <inkml:trace contextRef="#ctx0" brushRef="#br0" timeOffset="7664.878">3672 2593,'18'0,"18"0,16-2,15-5,12-9,4-8,-12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0:54.5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174 872,'0'18,"4"20,5 21,4 22,3 19,-2 13,0 6,-4 1,-2-9,-1-12,-2-23</inkml:trace>
  <inkml:trace contextRef="#ctx0" brushRef="#br0" timeOffset="1923.744">320 1741,'-6'27,"0"0,2 0,0 1,2 0,2 0,0-1,2 1,1 0,1-1,3 10,18 38,-24-73,0 0,0 0,0 0,1 0,-1 0,1 0,-1-1,1 1,0 0,0-1,0 0,0 1,0-1,0 0,0 0,0 0,0 0,0 0,1-1,-1 1,0-1,0 1,1-1,-1 0,1 0,-1 0,0 0,1 0,-1-1,0 1,2-1,10-4,-1-1,1 0,-1-1,-1-1,1 0,10-9,16-10,-18 14,0 1,1 1,0 1,0 0,1 2,0 1,1 1,0 1,-1 0,2 2,-1 1,18 1,333 36,-237-36,1-6,-1-7,20-8,121-13,466 7,-208 15,-220-4,1431-36,-1664 55,391 5,74-24,-334 0,179-12,255 17,-375 25,42 2,46-15,474-33,-553 32,373-14,464-92,1232-19,-969 30,144 0,-622 33,196-14,-544 32,338 2,-472 27,547-8,-943 24,32-1,0 3,52 8,-55 7,-49-10,-9-2</inkml:trace>
  <inkml:trace contextRef="#ctx0" brushRef="#br0" timeOffset="4589.634">0 912,'38'-9,"1"1,0 2,0 2,0 1,0 2,24 3,-4-1,966-21,-927 21,257 4,46-19,581-77,618-6,50-2,-831 54,1468-62,-1482 68,-413 19,33-22,635-37,278 45,-36 26,284-15,366-27,-1082 12,-525 18,279-2,123 9,-502 14,15-10,90-4,-65 8,-278 5,-5-1,0 0,0 1,-1 0,1-1,0 1,0 0,0 0,0 0,0 0,0 0,0 1,-1-1,1 1,0-1,0 1,0-1,-1 1,1 0,0 0,-1 0,1 0,-1 0,1 0,-1 1,1-1,-1 0,0 1,0-1,1 1,-1-1,0 1,-1 0,1-1,0 1,0 0,0 1,-18 120,13-86,1 0,2 0,1 0,2 0,2 0,1 0,9 29,-6-34,-4-23,-1 0,0 1,-1-1,0 1,0-1,-1 1,-1 0,1 0,-2 0,1-1,-3 10,-5-1</inkml:trace>
  <inkml:trace contextRef="#ctx0" brushRef="#br0" timeOffset="5081.005">20172 16,'-2'20,"-5"23,-4 23,-3 17,2 14,5 6,8 1,8-1,10-5,8-7,3-10,-5-19</inkml:trace>
  <inkml:trace contextRef="#ctx0" brushRef="#br0" timeOffset="5750.499">16964 150,'2'23,"4"23,2 24,5 22,2 16,3 14,1 6,0 1,-2-2,-1-10,-3-12,-4-25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1:01.4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454 1,'8'274,"-7"-266,-1 0,1 0,-1 0,-1 0,1 0,-1 0,-1 0,1 0,-1-1,-1 1,0 0,0-1,0 0,-1 0,0 0,0 0,-1 0,0-1,0 0,0 0,-1 0,-4 3,-14 5,0-1,-1-1,-1-1,1-2,-2 0,1-2,-1 0,0-2,-1-1,1-2,-1 0,1-2,-3-1,5 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1:08.7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189 74,'-4'25,"-4"24,-1 20,1 14,5 11,5 3,4 1,1-2,0-7,-5-11,-6-15,-2-17</inkml:trace>
  <inkml:trace contextRef="#ctx0" brushRef="#br0" timeOffset="680.814">3 354,'-1'-6,"0"1,1-1,-1 0,2 0,-1 0,1 0,-1 0,2 0,-1 1,1-1,0 0,0 1,0-1,1 1,0 0,0 0,0 0,0 0,1 1,0-1,0 1,0 0,1 0,-1 0,1 1,0-1,0 1,0 0,1 1,-1-1,20-2,1 1,-1 1,0 1,1 1,0 1,-1 2,1 0,-1 2,0 1,0 0,3 3,-15-5,0 0,-1 0,1 2,-1-1,0 2,0-1,0 2,-1-1,0 2,6 4,-16-11,1 0,-2 0,1 0,0 0,0 0,0 1,0-1,-1 0,1 0,0 0,-1 1,1-1,-1 0,0 1,1-1,-1 0,0 1,0-1,0 0,0 1,0-1,0 1,0-1,0 0,-1 1,1-1,0 0,-1 1,1-1,-1 0,0 0,1 0,-1 1,0-1,0 0,0 0,1 0,-1 0,0 0,0 0,-1 0,1-1,0 1,0 0,-1 0,-59 27,36-21,0-2,0 0,0-2,0-1,-2-1,-3-4,30 3,-1 0,1 0,0 0,-1-1,1 1,-1 0,1 0,0-1,-1 1,1 0,0-1,0 1,-1 0,1-1,0 1,0-1,-1 1,1 0,0-1,0 1,0-1,0 1,-1 0,1-1,0 1,0-1,0 1,0-1,0 1,0-1,0 1,0-1,1 1,-1 0,0-1,0 1,0-1,0 1,1 0,-1-1,0 1,0-1,1 1,-1 0,0-1,0 1,1 0,-1-1,1 1,-1 0,0 0,1-1,-1 1,0 0,1 0,-1 0,1 0,-1-1,1 1,-1 0,1 0,-1 0,0 0,1 0,-1 0,1 0,-1 0,1 0,-1 0,1 1,27-13,0 2,1 1,0 1,0 1,7 1,-15 2,163-34,-183 38,-1 1,1-1,-1 0,1 0,-1 0,1 0,-1 0,1 0,-1 0,0 0,1 0,-1 0,1 0,-1 0,1-1,-1 1,1 0,-1 0,0 0,1-1,-1 1,1 0,-1 0,0-1,1 1,-1 0,0-1,1 1,-1 0,0-1,0 1,1-1,-1 1,0 0,0-1,0 1,0-1,1 1,-1-1,0 1,0-1,0 1,0-1,0 1,0 0,0-1,0 1,0-1,0 1,-1-1,1 1,0-1,0 1,0 0,0-1,-1 1,1-1,0 1,-1 0,1-1,-28-10,22 9,1 1,-1 0,1 0,-1 0,0 0,1 1,-1 0,0 0,1 1,-1-1,0 1,1 0,-1 1,1 0,0-1,-1 2,1-1,0 1,0-1,0 1,0 1,1-1,0 1,-1-1,1 1,0 1,1-1,-1 0,1 1,-3 5,4-7,0 0,1 1,-1 0,1-1,0 1,0 0,0 0,0 0,1 0,0-1,-1 1,2 0,-1 0,0 0,1 0,-1 0,1 0,0-1,1 1,-1 0,0-1,1 1,0-1,0 1,0-1,0 0,1 0,-1 0,1 0,0 0,0 0,0-1,0 0,0 1,1-1,-1 0,1-1,-1 1,1-1,0 1,4 0,0-1,-1 1,1-2,-1 1,1-1,0 0,0-1,-1 0,1 0,-1 0,1-1,-1 0,1-1,-1 0,0 0,0 0,-1-1,1 0,-1 0,1-1,3-3,-1 0,-1 1,0-2,0 1,0-1,-1 0,-1 0,1-1,-2 0,1 0,-1-1,-1 0,0 1,-1-1,1-3,-5 2,-9 26,7-9,0 1,0-1,1 1,0 0,0 0,0 0,1 0,-1 0,2 0,-1 1,1-1,0 0,0 0,0 1,1-1,0 0,0 0,1 0,0 0,0 0,0 0,1 0,0-1,0 1,0-1,1 0,-1 0,1 0,1 0,-1-1,1 0,-1 0,1 0,0 0,3 1,73 9,-39-17</inkml:trace>
  <inkml:trace contextRef="#ctx0" brushRef="#br0" timeOffset="986.082">1299 167,'-11'-4,"0"-1,-1 2,0-1,1 2,-1 0,0 0,0 1,0 0,-1 1,1 1,0 0,0 0,0 1,1 1,-1 0,0 0,-8 5,19-8,0 0,0 1,0-1,-1 0,1 1,0-1,0 1,0-1,0 1,0 0,0-1,0 1,0 0,1 0,-1-1,0 1,0 0,0 0,1 0,-1 0,1 0,-1 0,1 0,-1 0,1 0,-1 1,1-1,0 0,0 0,0 0,0 0,0 1,0-1,0 0,0 0,0 0,0 0,0 1,1-1,-1 0,1 0,-1 0,1 0,-1 0,1 0,-1 0,1 0,0 0,0 0,8 7,1-2,0 1,0-2,0 1,1-1,0-1,0 0,0 0,4 0,28 11,-36-13,4 1,-1 1,0-1,0 2,0-1,-1 2,1-1,-1 1,0 0,-1 1,0 0,0 1,0-1,-1 1,0 1,1 1,-7-7,0 0,-1-1,1 1,0 0,-1 0,0 0,0-1,0 1,0 0,0 0,-1 0,1 0,-1-1,1 1,-1 0,0-1,0 1,-1-1,1 1,0-1,-1 1,1-1,-1 0,0 0,0 1,0-1,-2 1,-65 43,68-45,-2 0,1 1,-1-1,1 0,-1 0,1 1,-1-2,0 1,0 0,0-1,1 1,-1-1,0 0,0 0,0 0,0 0,0 0,1-1,-1 1,-2-1,-4-7</inkml:trace>
  <inkml:trace contextRef="#ctx0" brushRef="#br0" timeOffset="1331.714">1593 47,'15'-8,"1"1,-1 1,1 0,0 1,1 0,-1 2,1 0,1 1,-16 1,0 1,0 0,0-1,0 1,0 0,0 0,0 1,0-1,0 0,0 1,0-1,0 1,-1-1,1 1,0 0,0 0,-1 0,1 0,0 0,-1 0,1 1,-1-1,1 0,-1 1,0-1,0 1,0-1,0 1,0 0,0 0,0-1,0 1,0 0,-1 0,1 0,-1 0,0 0,1 0,-1 0,0 0,0 0,0 0,-1 0,-1 15,-2 0,0 0,-2-1,1 0,-2 0,0 0,-1-1,0 0,-2 0,0 0,-24 44,30-52,-18 48,22-54,-1 1,1-1,0 0,0 1,0-1,0 1,0-1,0 1,0-1,0 1,1-1,-1 1,0-1,1 0,0 1,-1-1,1 0,0 1,-1-1,1 0,0 0,0 0,0 0,0 0,0 0,0 0,1 0,-1 0,0 0,0 0,1-1,-1 1,0-1,1 1,-1-1,1 1,17 3,0-1,0-1,1-1,-1 0,0-2,1 0,2-2,5 1,70-4,-61 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1:07.1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48,'2'-4,"1"7,0 19,0 24,-1 21,-1 14,-1 7,1 2,1-5,3-10,1-17</inkml:trace>
  <inkml:trace contextRef="#ctx0" brushRef="#br0" timeOffset="400.515">255 436,'0'5,"12"129,-11-130,0 1,0 0,1-1,0 1,-1-1,1 1,1-1,-1 0,1 0,0 0,-1 0,2 0,-1-1,0 1,1-1,0 0,-1 0,1 0,0-1,1 1,-1-1,0 0,1 0,-1-1,1 1,0-1,-1 0,0-1,1 1,-1-1,1 0,-1-1,1 1,-1-1,1 1,-1-1,0-1,1 1,-1-1,0 1,0-1,0 0,0-1,0 1,-1-1,1 0,-1 0,0 0,0 0,0 0,0-1,0 1,0-1,-1 0,1-1,47-117,-49 119,4-12,3 20,11 120,-19-125,27 93,-26-90,1 0,-1 0,1 0,0 0,0 0,0-1,0 1,0-1,1 1,-1-1,1 0,0 0,-1 0,1 0,0 0,0-1,0 1,0-1,0 0,1 0,-1 0,0 0,1-1,-1 1,0-1,3 0,19-2</inkml:trace>
  <inkml:trace contextRef="#ctx0" brushRef="#br0" timeOffset="775.26">897 355,'6'4,"1"-1,-1 0,1 0,0-1,-1 0,1 0,0-1,0 0,0 0,0 0,0-1,1 0,-1 0,0-1,0 0,0 0,0-1,0 0,-1 0,1-1,0 0,2-1,4 0,0 0,0-1,0 0,0-1,-1 0,0-1,0-1,-1 0,0 0,0-1,-1-1,-1 0,1 0,-1-1,-1 0,0 0,-1-1,0 0,0 0,-2-1,1 1,1-10,-5 15,0 0,0-1,-1 1,0 0,0-1,-1 1,0 0,0-1,-1 1,0 0,0-1,0 1,-1 0,0 0,-1 0,0 0,-1-1,4 7,-1 0,1 0,-1 1,1-1,-1 0,0 1,0-1,1 0,-1 1,0-1,0 1,0-1,0 1,0-1,0 1,0 0,1-1,-1 1,0 0,0 0,0 0,0 0,0 0,0 0,0 0,0 0,0 0,0 0,0 0,0 1,0-1,0 0,0 1,0-1,0 1,0-1,0 1,1-1,-1 1,0 0,0-1,1 1,-1 0,0 0,0 0,-25 43,18-15,0 1,3 0,0 0,2 1,1 0,1-1,2 1,2 7,39 309,-5-70,-36-261,5 34,-3 0,-2 0,-1 0,-8 41,-1-49</inkml:trace>
  <inkml:trace contextRef="#ctx0" brushRef="#br0" timeOffset="1021.675">884 743,'14'-2,"20"-3,25-5,22-6,17-5,4-2,-3-3,-19 3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1:19.93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1597 173,'-77'-11,"-1"2,0 5,0 2,0 4,-17 5,55-1,-1 2,2 1,-1 2,2 2,-1 2,2 1,-3 4,-22 10,1 4,1 2,2 2,2 3,-32 32,21-6,3 2,-8 17,46-50,2 1,1 1,1 1,3 1,1 0,2 2,2 0,2 0,1 1,3 1,1 0,2 0,2 0,3 22,-3 4,4 2,2-2,4 1,2 0,4-2,3 1,3-2,3 0,15 30,9-9,4-2,4-3,35 41,-50-80,1-1,3-2,1-3,2-1,2-2,1-2,2-2,1-3,1-2,1-2,2-3,0-2,1-2,1-3,26 2,-15-6,1-2,1-3,-1-4,1-2,-1-3,0-4,59-13,-22 0,-2-5,-2-4,0-4,70-35,-98 30,-1-4,-2-2,59-49,-104 69,-1-1,-1-1,-1-1,-2-1,-1-2,-1 0,1-4,125-170,-121 175,-1-1,-1-1,-2-1,-2-1,-1-1,-1 0,-2-1,-1-1,-2-1,0-9,57-338,-61 338,-2 0,-3 0,-1 0,-2 0,-2 0,-2 0,-3 0,-1 1,-2 0,-2 0,-2 1,-2 1,-2 0,-2 1,-1 2,-6-6,3 16,0 1,-3 1,0 1,-13-9,-37-36,56 50,0-1,-1 0,-1 2,0 0,-2 2,0 0,-1 2,-1 1,-10-4,-271-104,272 112,0 2,-1 2,-1 1,1 1,-1 2,0 2,-1 2,-328-24,315 26,0 2,1 2,0 2,-35 11,35-8,-342 77,354-75,1 1,0 3,2 0,-1 3,2 1,-31 24,50-31,1 0,1 1,0 1,1 0,0 1,2 0,0 1,1 0,0 3,-14 21,1-4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1:25.53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0 517,'0'0,"0"-1,1 1,-1 0,0-1,0 1,0 0,0-1,1 1,-1 0,0 0,0-1,0 1,1 0,-1 0,0-1,1 1,-1 0,0 0,0 0,1 0,-1-1,0 1,1 0,-1 0,0 0,1 0,-1 0,0 0,1 0,-1 0,0 0,1 0,-1 0,0 0,1 0,-1 0,0 0,1 0,-1 1,0-1,1 0,-1 0,0 0,1 1,-1-1,0 0,0 0,1 0,-1 1,0-1,0 0,0 0,1 1,-1-1,0 0,0 1,0-1,0 0,0 1,1-1,-1 0,0 1,0-1,0 0,0 1,0-1,0 1,22-28,-20 25,134-185,-75 93,67-77,-101 132,-26 40,0 0,0-1,0 1,0 0,0 0,-1-1,1 1,0 0,-1 0,1 0,0 0,-1 0,1 0,-1 0,0 0,1 0,-1 0,0 0,0 0,1 1,-1-1,0 0,0 0,0 0,-1 0,1 0,0 0,0 0,0 1,-1-1,1 0,0 0,-15 190,15 157,0-343,0-1,-1 1,0 0,0 0,0 0,0 0,-1-1,0 1,0-1,0 1,-1-1,1 0,-1 0,0 0,0 0,-1 0,1-1,-1 0,1 1,-1-1,0 0,-1-1,1 1,0-1,-1 0,1 0,-1 0,-1 0,-140 49,118-41,47-5,47-7,0-2,0-4,50-12,29-3,106-12,-234 34,34-16,-41 7,0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1:27.07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67 72,'-7'8,"0"1,0-1,1 1,0 0,0 1,1 0,0-1,1 2,-3 8,6-16,0 1,0 0,0-1,0 1,0 0,1 0,0 0,0-1,0 1,0 0,0 0,1 0,0-1,0 1,0 0,0 0,0-1,1 1,0-1,-1 0,1 1,1-1,-1 0,0 0,1 0,-1 0,1-1,0 1,2 0,8 4,2-1,-1-1,1 0,0-1,0 0,0-2,0 0,1 0,-1-1,0-1,6-1,-10 1,14 2,0-2,0-1,0-1,0-1,-1-1,1-1,18-7,-38 8,-1 1,0-1,0 0,0 0,0-1,-1 1,0-1,0 0,0 1,0-1,-1-1,0 1,0 0,0 0,-1-1,1 1,-1-1,-1 0,1 1,-1-1,0 1,0-1,-1 0,1 1,-1-1,-1-1,2-6,1 8,0 0,0 0,-1 0,0 0,0-1,0 1,-1 0,1 0,-1 0,0 0,-1 0,1 0,-1 0,0 1,0-1,-1 1,1-1,-1 1,0 0,0 0,-1 0,1 0,-1 0,0 1,1 0,-2-1,1 2,0-1,-1 0,1 1,-22-1,1 1,-1 1,1 1,-1 1,1 2,-1 0,-5 3,1-1,1 0,0 2,0 1,-22 10,51-18,-1 0,1 0,-1 1,1-1,-1 0,1 1,-1-1,1 0,-1 1,1-1,-1 0,1 1,0-1,-1 1,1-1,0 1,-1-1,1 1,0-1,0 1,-1 0,1-1,0 1,0-1,0 1,0-1,0 1,0 0,0-1,0 1,0-1,0 1,0 0,0-1,0 1,1-1,-1 1,0-1,0 1,1 0,-1-1,0 1,1-1,-1 0,0 1,1-1,-1 1,1-1,-1 1,1-1,-1 0,1 1,-1-1,1 0,-1 0,1 1,-1-1,1 0,-1 0,1 0,0 0,-1 0,1 0,-1 0,1 0,0 0,-1 0,1 0,-1 0,1 0,13 6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1:27.99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293 130,'-8'5,"0"-1,0 1,0 0,1 1,0 0,0 0,0 1,1-1,0 1,0 1,1-1,0 1,0 0,-1 4,4-8,0 1,0 0,1 0,-1 0,1 0,0 0,1 0,-1 0,1 0,0 0,0 0,1 0,-1 0,1 0,0 0,1 0,-1 0,1 0,0-1,0 1,0 0,1-1,0 0,-1 0,2 0,1 3,5 1,-1-1,1 0,0-1,0 0,1-1,0 0,0-1,0 0,1 0,-1-1,1-1,-1 0,1 0,0-1,0-1,0 0,0-1,0 0,0-1,10-2,-10 1,1-1,0 0,-1 0,0-1,0-1,0 0,0-1,-1 0,-1 0,1-2,-1 1,1-2,-7 6,0 0,0-1,0 1,-1-1,1 0,-1 0,-1 0,1 0,0 0,-1-1,0 1,-1-1,1 1,-1-1,0 0,0 0,-1 0,0 1,0-1,0 0,-1 0,0 0,0 1,0-1,-1 0,1 1,-2-1,0-1,-5-6,-2 0,1 0,-2 1,0 1,0 0,-1 0,0 1,-1 1,0 0,0 0,-1 2,0 0,0 0,-1 1,0 1,0 0,-7 0,10 1,-1 0,0 1,0 0,0 1,0 1,0 0,0 1,0 0,0 1,0 0,0 1,0 1,0 0,0 0,1 2,0-1,0 2,0-1,0 2,1-1,0 2,0 0,-7 7,-59 87,52-52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1:28.69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131 30,'-6'9,"0"0,0 1,1-1,1 1,-1 0,2 1,-1-1,1 1,1-1,0 1,0 0,1 0,1 0,0 0,0 0,1 0,1 0,-1-1,2 1,0 0,0-1,0 1,2-1,-1 0,1-1,1 1,-1-1,2 0,-1 0,1-1,1 1,3 0,0-1,0 0,1 0,1-1,-1-1,1 0,0 0,0-1,0-1,1-1,0 1,0-2,0 0,0-1,0 0,0-1,0-1,0 0,10-3,-12 2,0 0,-1 0,0-2,0 1,0-1,0-1,0 0,-1-1,0 0,0 0,-1-1,0 0,0-1,0 0,-1 0,0-1,-1 0,0-1,0 1,-1-1,-1 0,1-1,2-8,-6 11,0-1,-1 1,0 0,0-1,-1 0,0 1,0-1,-1 1,0-1,-1 1,0 0,0-1,0 1,-1 0,-1 0,1 1,-1-1,-1 1,1 0,-1 0,-1 0,1 0,-1 1,0 0,0 1,-1-1,0 1,0 0,0 1,0-1,-1 1,0 1,0 0,0 0,0 0,-4 0,-7-1,0 1,0 0,-1 2,1 0,0 1,-1 1,1 1,0 1,0 0,0 2,0 0,1 1,-1 0,2 2,-1 0,1 1,0 1,1 0,0 2,1 0,0 0,1 1,0 1,-11 15,-17 21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1:29.47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52 162,'-5'6,"0"0,0 0,0 1,1-1,0 1,0 0,0 0,1 1,1-1,-1 1,1-1,0 1,1 0,0 0,0 0,0 0,1 0,1 0,-1 0,1 0,0 0,1-1,0 1,0 0,1-1,0 1,0-1,1 0,1 2,7 3,0 0,1-1,0-1,0 0,1 0,1-2,-1 0,1 0,1-2,-1 1,1-2,0 0,1-1,-1-1,1-1,-1 0,1-1,0-1,0 0,9-2,-9 0,0 0,0-2,0 0,-1 0,1-2,-1 0,0-1,-1 0,0-1,0-1,-1-1,9-7,-16 12,-1-1,1 1,-1-2,-1 1,1 0,-1-1,0 0,0 0,-1-1,0 1,-1-1,1 0,-1 0,-1 0,0-1,0 1,0 0,-1-1,-1 1,1-1,-1 1,-1-1,1 1,-1-1,-1 1,0-1,-3-5,0 1,-1 1,-1-1,0 1,-1 0,0 1,-1 0,0 0,0 1,-2 0,1 1,-1 0,0 0,-1 1,0 1,0 0,0 0,-1 2,0-1,-1 2,1-1,-1 2,1 0,-1 1,-11-1,15 3,0 0,0 1,0 0,0 1,0 0,0 1,1 0,-1 0,1 1,-1 0,1 1,1 0,-1 0,1 1,0 0,0 0,-2 3,-10 11,2 0,1 0,0 2,2 0,-11 20,-13 26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1:30.27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240 126,'-6'0,"1"1,0-1,0 1,0 0,0 1,0-1,0 1,0 0,1 0,-1 0,0 1,1 0,0 0,0 0,0 0,0 1,0-1,1 1,-1 0,1 0,0 0,0 1,1-1,-1 1,1 0,0-1,0 1,1 0,-1 0,1 0,0 0,1 0,-1 5,3 3,1 1,0-1,1 0,1 0,0-1,1 0,0 1,1-2,0 1,1-1,0 0,1-1,0 0,0 0,1-1,1 0,0-1,7 5,-3-3,0 0,0-1,1 0,0-1,1-1,-1-1,1 0,1-1,-1-1,1-1,0 0,0-1,0-1,0-1,-1-1,1 0,0-1,0-1,16-5,-26 5,-1 0,1-1,-1 0,0-1,0 1,-1-1,1-1,-1 1,0-1,-1 0,1 0,-1-1,-1 0,1 0,-1 0,0 0,-1-1,1 1,-2-1,1 0,-1 0,0-1,1-5,-1 1,-1-1,0 1,-1-1,-1 1,0-1,-1 1,0-1,-1 1,0 0,-1 0,-1 0,-1-3,1 4,0 0,-1 1,0-1,0 1,-1 0,-1 1,0 0,0 0,-1 1,-1 0,1 0,-1 1,-1 1,1-1,-1 2,0-1,-1 2,0-1,0 2,0-1,0 2,-1 0,1 0,-1 1,0 0,-8 1,1 6,0 0,0 2,1 0,-1 1,2 0,-1 2,2 1,-1 0,1 1,1 0,0 2,1 0,0 0,1 2,1 0,1 0,-11 18,5-9,1 1,2 1,0 0,2 1,1 0,1 1,2 1,-5 22,4 18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0:07.8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25849 262,'0'-4,"1"0,-1 0,0 0,0 0,0 0,0 0,-1 0,0 0,0 0,0 0,0 0,0 0,-1 1,0-1,0 0,0 1,0 0,0-1,-1 1,0 0,1 0,-1 0,0 0,0 1,-1-1,1 1,-1 0,1 0,-1 0,1 1,-1-1,0 1,0 0,0 0,0 0,0 0,0 1,0-1,-1 1,0 2,0-1,1 1,-1 0,0 1,1-1,-1 1,1 0,0 0,0 0,0 1,1-1,-1 1,1 0,-1 0,1 0,1 1,-1-1,1 1,-1-1,1 1,1 0,-1 0,1 0,-1 0,1 4,-1 3,0 0,1 0,0 0,1 1,0-1,1 0,1 0,0 0,0 0,3 7,4 2,1-1,1 0,0 0,2-1,0-1,1 0,1-1,9 9,36 44,-57-67,-1-1,1 1,0 0,-1-1,0 1,1 0,-1 1,0-1,-1 0,1 0,-1 1,1-1,-1 1,0 0,0-1,-1 1,1 0,-1-1,1 1,-1 0,-1 0,1-1,0 1,-1 0,0-1,0 1,0 0,0-1,0 1,-1-1,0 0,1 1,-1-1,0 0,-1 0,1 0,-1 0,1-1,-3 2,3-2,0 0,0 0,0 0,0 0,-1 0,1-1,-1 1,1-1,-1 0,0 1,1-1,-1-1,0 1,0 0,0-1,1 1,-1-1,0 0,0 0,0 0,0 0,0 0,0-1,0 0,1 1,-1-1,0 0,0 0,1-1,-1 1,1 0,-1-1,1 0,-1 1,1-1,0 0,0 0,0 0,0-1,0 1,1 0,-1-1,1 1,-1-1,2-9,0 0,1 0,0 0,1 0,1 0,0 0,0 1,1-1,0 1,1 0,1 0,-1 1,2-1,0 1,0 1,4-5,-8 10,74-106,-48 73,-2-1,-1-1,-2-1,-2-1,-2-1,-2-1,2-8,-19 45,1 2,0 0,-1 0,0 0,0-1,0 1,0 0,-1-1,0 1,0-1,0 1,0-1,-1 1,1 0,-1-1,0 1,-2-3,3 7,0 0,-1-1,1 1,-1 0,0-1,1 1,-1 0,1 0,-1 0,1 0,-1 0,1-1,-1 1,0 0,1 0,-1 0,1 1,-1-1,0 0,1 0,-1 0,1 0,-1 0,1 1,-1-1,1 0,-1 0,1 1,-1-1,1 0,-1 1,1-1,-1 1,1-1,0 1,-1-1,1 1,0-1,-1 1,1-1,0 1,0-1,-1 1,1-1,0 1,0 0,-7 14,0 1,1 0,1 0,1 0,0 0,1 1,1 0,0 0,1 0,1 0,-1-6,-1 68,4-1,3 1,3-1,3-1,18 60,-22-109</inkml:trace>
  <inkml:trace contextRef="#ctx0" brushRef="#br0" timeOffset="948.746">25955 409,'36'11,"0"-1,0-2,1-1,0-2,0-1,11-2,-30-1,161 9,-179-10,1 0,-1 0,0 0,1-1,-1 1,0 0,1 0,-1 0,1 0,-1 0,0 0,1 0,-1 0,1 0,-1 0,0 0,1 0,-1 0,1 0,-1 0,0 0,1 0,-1 0,0 1,1-1,-1 0,1 0,-1 0,0 1,0-1,1 0,-1 1,0-1,1 0,-1 0,0 1,0-1,0 0,1 1,-1-1,0 1,0-1,0 0,0 1,0-1,0 1,1-1,-1 0,0 1,0-1,0 1,0-1,-1 0,1 1,0-1,0 0,0 1,0-1,0 1,0-1,-1 0,1 1,0-1,0 1,-25 15,22-14,-23 12,10-7,0 1,1 1,0 1,1 0,0 1,1 0,0 1,-10 13,21-24,1 0,0 0,0 0,0 0,0 0,0 1,0-1,0 0,0 1,0-1,1 1,-1-1,1 1,-1-1,1 1,0 0,-1-1,1 1,0 0,0-1,0 1,0-1,0 1,1 0,-1-1,0 1,1-1,-1 1,1-1,-1 1,1-1,0 1,0-1,0 1,0-1,0 0,0 0,0 1,0-1,0 0,1 0,-1 0,0 0,1-1,-1 1,0 0,1 0,1 0,4 1,1-1,-1 0,1 0,-1 0,1-1,0 0,-1 0,1-1,-1 0,1 0,-1-1,1 0,-1 0,0-1,0 0,0 0,0-1,-1 0,1 0,-1 0,0-1,0 0,-1 0,1-1,-1 1,0-2,-3 4,-2 3,0 0,0-1,0 1,0-1,0 1,0-1,0 1,0 0,1-1,-1 1,0-1,0 1,0 0,0-1,1 1,-1 0,0-1,0 1,1 0,-1-1,0 1,1 0,-1-1,0 1,1 0,-1 0,0-1,1 1,-1 0,0 0,1 0,-1 0,1 0,-1 0,1-1,-1 1,0 0,1 0,-1 0,1 0,-1 0,0 0,1 1,-1-1,1 0,-1 0,0 0,1 0,-1 0,1 1,-1-1,0 0,1 0,-1 1,0-1,1 0,-1 0,0 1,1-1,1 35,-3-32,0 1,1-1,0 1,0-1,0 1,0-1,0 1,0-1,1 1,0-1,0 0,0 1,0-1,0 0,1 0,-1 0,1 0,0 0,0 0,0 0,0 0,1-1,-1 1,1-1,-1 0,1 0,0 0,0 0,0 0,0 0,0-1,2 1,0-1,-1 0,1-1,-1 1,1-1,-1 0,1-1,0 1,-1-1,1 0,-1 0,0 0,1-1,-1 1,0-1,0 0,0 0,0-1,0 1,0-1,-1 0,1 0,-1 0,0 0,0-1,0 1,0-1,0-1,5-7,0 1,-2-1,1-1,-1 1,-1-1,-1 0,1 0,0-9,-2 0,-3 19,0 0,0 0,-1 0,2 0,-1 0,0 0,1 0,-1 0,1 0,0 0,0 1,0-1,0 0,0 1,1-1,-1 1,1-1,0 1,0-1,0 1,0 0,0 0,0 0,0 0,1 1,-1-1,1 0,-1 1,1 0,0 0,-1-1,1 2,0-1,8 1,-1 1,1 0,-1 1,0 0,1 1,-1 0,0 1,0 0,-1 0,1 1,-1 0,0 1,-1 0,7 6,-10-5,0 1,-1-1,0 1,-1 0,0 0,0 1,-1-1,0 1,0-1,-1 1,0-1,0 1,-1 0,0 0,-1-1,0 1,0 0,-1 0,-1 37,3-44,0-1,0 0,0 0,0 1,0-1,0 0,0 0,0 1,0-1,1 0,-1 0,0 1,1-1,-1 0,1 0,-1 0,1 0,0 0,0 0,-1 0,1 0,0 0,0 0,0 0,0 0,0 0,0-1,0 1,0 0,0-1,0 1,1-1,-1 0,0 1,0-1,1 0,-1 1,0-1,0 0,1 0,-1 0,0 0,0 0,1-1,-1 1,0 0,0 0,1-1,-1 1,9-6,-1 0,0 0,0 0,0-1,-1-1,0 0,-1 0,1 0,-2-1,1 0,-1 0,0 0,-1-1,0 0,-1 0,2-6,11-39,-2 1,-2-2,-3 0,-3 0,-1-1,-4 0,-1 0,-5-22,4 78,-8-94,1 112,-13 146,5 70,14-206,2 0,0-1,2 1,1 0,2-1,0 0,6 14,-8-29,0 0,1-1,0 1,0-1,1-1,1 1,0-1,0 0,0-1,1 1,0-1,1-1,0 0,0 0,1-1,-1 0,1 0,10 3,13-1,-7-8</inkml:trace>
  <inkml:trace contextRef="#ctx0" brushRef="#br0" timeOffset="1206.37">26985 249,'-14'-9,"-6"-3,2 0,11 3,18 5,25 2,32 1,34-3,29-7,19-6,-15-1</inkml:trace>
  <inkml:trace contextRef="#ctx0" brushRef="#br0" timeOffset="-6633.85">27613 2789,'5'19,"1"0,1-1,1 0,0 0,1 0,1-1,1 0,0-1,2-1,-1 0,2 0,0-1,0-1,2 0,0-1,-2 1,2 0,-1-2,2 0,-1-1,1 0,1-1,-16-8,0 0,0-1,0 1,1-1,-1 1,0-1,0 1,0-1,0 0,0 0,1 0,-1 0,0-1,0 1,0-1,0 1,0-1,0 0,0 1,0-1,0 0,0 0,0-1,0 1,-1 0,1-1,0 1,-1-1,1 1,-1-1,0 0,1 1,-1-1,0 0,0 0,0 0,0 0,-1 0,1 0,-1 0,1 0,-1 0,1-1,-1 0,34-226,-9 145,-24 81,0 0,1 1,-1-1,1 1,-1-1,1 1,0-1,0 1,0 0,0 0,0 0,1 0,-1 1,1-1,-1 0,1 1,-1 0,1-1,0 1,0 0,-1 1,1-1,0 0,0 1,0 0,0-1,0 1,1 1,26 7,-2 6</inkml:trace>
  <inkml:trace contextRef="#ctx0" brushRef="#br0" timeOffset="-5832.946">28482 2990,'-12'-11,"0"0,-2 2,1-1,-1 2,0 0,-11-4,22 10,0 1,-1 0,1 0,0 0,-1 0,1 0,-1 1,1 0,-1 0,1 0,-1 0,1 0,-1 1,1-1,-1 1,1 0,0 0,-1 0,1 1,0-1,0 1,0-1,0 1,0 0,0 1,1-1,-1 0,1 1,-1-1,1 1,0 0,0 0,-1 1,-2 3,1 1,0-1,1 0,0 1,0 0,0 0,1 0,0 0,1 0,0 0,0 1,1-1,0 0,0 0,1 1,0-1,0 0,3 8,-3-14,0 0,0 1,0-1,1 0,-1 0,1 0,0 0,-1 0,1 0,0 0,0 0,0-1,1 1,-1-1,0 0,0 1,1-1,-1 0,1 0,-1-1,1 1,-1 0,1-1,-1 0,1 1,0-1,-1 0,1-1,0 1,-1 0,1-1,-1 1,1-1,-1 0,2 0,3-1,-1-1,0 0,1 0,-1 0,0-1,-1 0,1 0,-1 0,0-1,0 0,0 0,-1 0,1-1,-1 0,0 0,-1 0,0-1,0 1,0-1,-1 0,0 0,0 1,-1-2,1-5,-2 14,-1 4,0-1,1 1,0-1,-1 1,2 0,-1-1,1 1,-1-1,1 1,0-1,1 1,-1-1,1 0,0 1,0-1,0 0,1 0,-1-1,1 1,0 0,0-1,3 2,-4-3,0-1,1 1,-1-1,0 1,1-1,0 0,-1 0,1-1,0 1,-1 0,1-1,0 0,0 0,0 1,-1-2,1 1,0 0,0 0,-1-1,1 0,0 1,0-1,-1 0,1 0,-1-1,1 1,-1 0,0-1,1 0,-1 1,0-1,0 0,0 0,0 0,-1-1,1 1,0 0,-1 0,0-1,1 1,-1-1,0 0,4-8,-1-1,0 1,-1-1,-1 0,0 0,0 0,-1 0,0-7,5-41,-5 58,0 0,0 0,0 1,0-1,0 0,0 1,1-1,-1 1,1-1,-1 1,1 0,0-1,-1 1,1 0,0 0,0 0,0 0,0 1,-1-1,1 1,0-1,0 1,1-1,-1 1,0 0,0 0,0 0,0 0,0 0,0 1,0-1,0 1,0-1,0 1,0 0,0 0,-1-1,1 1,0 1,0-1,-1 0,2 1,2 0,177 66,-178-66,0 0,-1 0,1 0,-1 0,1 1,-1-1,0 1,0 0,0 0,0 0,0 0,-1 1,1-1,-1 1,0-1,0 1,0 0,-1 0,1 0,-1 0,0 0,0 0,-1 0,1 0,-1 1,0-1,0 3,0 13,7 56,-7-74,1 0,0 0,0 0,0 0,0 0,0-1,1 1,-1 0,0-1,1 1,-1-1,1 0,-1 1,1-1,0 0,0 0,0 0,-1 0,1 0,0 0,0-1,0 1,0-1,0 1,1-1,-1 0,0 0,0 0,0 0,0 0,0 0,0 0,0-1,1 1,9-4,0 0,0-1,-1-1,0 1,0-2,0 1,-1-2,1 1,-2-1,1-1,-1 0,-1 0,0-1,0 0,-1 0,0-1,3-6,16-34,-27 119,2-64,0 0,0 1,0-1,0 0,0 0,1 0,0 0,0 0,0 0,0 0,1-1,0 1,-1-1,1 0,0 0,1 0,-1 0,0 0,1-1,0 1,-1-1,1 0,0 0,0 0,0-1,1 1,-1-1,0 0,0-1,1 1,3 0,19 0</inkml:trace>
  <inkml:trace contextRef="#ctx0" brushRef="#br0" timeOffset="-5550.702">29284 2709,'4'18,"12"13,2 1</inkml:trace>
  <inkml:trace contextRef="#ctx0" brushRef="#br0" timeOffset="-4727.24">29766 3016,'-94'-36,"74"27,0 1,0 1,0 0,-1 2,-19-4,36 9,-1 0,1 0,0 1,-1-1,1 1,0 0,-1 0,1 0,0 1,0-1,0 1,0 0,0 0,0 1,1-1,-1 1,1 0,0 0,0 0,0 0,0 0,0 1,0-1,1 1,0 0,0 0,0 0,0 0,1 0,-1 0,1 0,0 4,-1-3,1 0,0 0,0 0,0 1,1-1,-1 1,2-1,-1 0,0 1,1-1,0 0,0 1,1-1,-1 0,1 0,0 0,1 0,-1-1,1 1,0 0,0-1,0 0,1 0,0 0,-1 0,4 2,1-3,1 1,0-1,-1-1,1 1,0-2,0 1,1-1,-1-1,0 1,0-2,0 1,1-1,-1-1,0 1,0-1,0-1,-1 0,1 0,-1-1,1 0,-1 0,0-1,-1 0,1-1,-1 0,0 0,-1 0,1-1,-1 0,4-6,-6 7,0 0,0 0,-1-1,0 1,0-1,-1 0,0 1,0-1,0-1,-1 1,0 0,0-4,-5 4,-2 25,5 78,1-93,1 0,-1 1,1-1,0 0,0 0,0 0,0 0,1 0,-1 0,1 0,0 0,0-1,0 1,0-1,0 1,0-1,1 0,-1 1,1-1,0-1,0 1,-1 0,1-1,0 1,0-1,1 0,-1 0,1 0,-1-1,1 0,0 0,-1 0,1 0,-1-1,1 0,0 0,-1 0,1 0,-1 0,0 0,1-1,-1 0,0 0,0 0,0 0,0 0,-1-1,1 1,0-1,-1 0,0 1,1-2,44-73,-27 23,-3-1,-2 0,-3-1,-1-1,-4 0,-1-5,4-28,-9 72,-9 52,5-19,-11 45,2 0,4 1,2 0,2 15,22 38,-18-110,2-1,-1 1,0 0,1-1,-1 0,1 1,0-1,0 0,1 0,-1 0,0 0,1 0,0-1,0 1,0-1,0 1,0-1,0 0,0-1,1 1,-1 0,1-1,-1 0,1 0,0 0,0 0,-1-1,4 1,2-3,0 0,0-1,0 0,0-1,-1 0,1 0,-1-1,0 0,0-1,-1 1,0-1,0-1,0 1,0-1,0-2,0 2,1 0,46-38,-53 44,1 0,-1 0,1 0,-1 0,1 0,0 1,-1-1,1 0,0 1,0 0,0-1,-1 1,1 0,0 0,0 0,0 0,-1 0,1 1,0-1,0 0,-1 1,1-1,0 1,-1 0,1 0,0-1,-1 1,1 0,-1 0,1 0,-1 1,0-1,1 0,0 2,1 2,1 1,-1 1,0-1,0 0,0 1,-1-1,0 1,-1 0,1 0,-1 0,-1 0,1 0,-1 0,-1 0,1 0,-1 0,0 0,0-1,-1 1,0 0,0-1,-1 1,0-1,0 1,0-1,-1 0,-4 5,-41 16,48-26,0-1,-1 0,1-1,-1 1,1 0,0 0,-1-1,1 1,0 0,-1-1,1 1,0-1,0 0,-1 1,1-1,0 0,0 0,0 0,0 0,0 0,0 0,0 0,0 0,1 0,-1 0,0-1,1 1,-1 0,1 0,-1-1,1 1,0 0,-1-1,1 1,0 0,0-1,0 1,0-1,0 0,1-6,0 0,0 0,1-1,0 1,1 0,0 0,0 1,1-1,0 1,0 0,0 0,1 0,0 0,1 1,0 0,-1 0,2 0,-1 1,1 0,0 0,4-2,2-2,-1 1,2 1,-1 0,1 1,0 0,1 1,-1 1,1 0,0 1,11-1,-22 4,-1 0,0 0,1 0,-1 0,0 0,1 1,-1 0,0 0,1 0,-1 0,0 0,0 0,0 1,0 0,0-1,0 1,-1 0,1 0,-1 1,1-1,-1 0,0 1,0 0,0-1,0 1,0 0,0 0,-1 0,0 0,1 1,-1-1,0 0,-1 0,1 1,-1-1,1 0,-1 1,0 2,-1 134,1-139,-1 0,1 0,0 0,0 0,0 0,0 0,0 0,0 0,0 1,1-1,-1 0,0 0,0 0,1 0,-1 0,1 0,-1 0,1 0,-1 0,1 0,0 0,0-1,-1 1,1 0,0 0,0 0,0-1,0 1,0-1,0 1,0-1,0 1,0-1,0 1,0-1,0 0,0 1,0-1,0 0,0 0,0 0,1 0,-1 0,0 0,0 0,0-1,0 1,0 0,0-1,0 1,0 0,0-1,0 1,0-1,0 0,5-2,0 0,0-1,-1 0,1 0,-1-1,0 1,-1-1,1 0,-1-1,0 1,0-1,2-4,12-21</inkml:trace>
  <inkml:trace contextRef="#ctx0" brushRef="#br0" timeOffset="-4234.057">30648 2629,'-11'-3,"7"1,-1 0,1 0,-1 1,0 0,1 0,-1 0,0 0,0 1,0 0,1 0,-1 0,0 0,0 1,0 0,1 0,-5 2,9-2,-1 0,0 0,1 0,0 0,-1 0,1 0,-1 0,1 0,0 1,0-1,0 0,0 0,0 0,0 0,0 1,0-1,0 0,0 0,1 0,-1 0,0 1,1-1,-1 0,1 0,-1 0,1 0,0 0,-1 0,1 0,0 0,0-1,0 1,-1 0,1 0,0-1,0 1,0 0,1-1,169 145,-166-140,31 25,-2 1,-2 2,13 17,-41-45,-4-3,1 0,0 0,0-1,1 1,-1 0,0 0,1-1,-1 1,1 0,-1-1,1 0,-1 1,1-1,0 0,0 0,0 0,0 0,0 0,0 0,0-1,0 1,0-1,0 1,0-1,1 0,-1 0,0 0,0 0,0 0,0 0,2-1,6-6,0 0,-1-1,-1 0,1-1,-1 0,0 0,-1-1,0 0,-1 0,0 0,-1-1,0 0,1-4,0 2,0-1,-1 1,0-1,-1 0,-1 0,0-1,-1 1,-1-1,0-13,-1 27,0 0,0 0,0-1,0 1,0 0,0 0,-1-1,1 1,0 0,-1 0,1 0,-1 0,1 0,-1-1,0 1,1 0,-1 0,0 0,0 1,0-1,0 0,0 0,0 0,0 1,0-1,0 0,0 1,0-1,0 1,0-1,-1 1,1 0,0-1,0 1,0 0,-1 0,1 0,0 0,0 0,-1 0,1 0,0 1,0-1,-1 0,1 1,0-1,0 1,0-1,0 1,-1 0,-55 36,46-25,0 1,1 0,0 0,1 1,1 1,0-1,1 1,0 1,1-1,1 1,1 0,0 0,1 1,1-1,0 1,1-1,1 9,2-13,-1-1,2 1,0-1,0 0,1 0,0 0,1-1,0 0,1 1,0-2,0 1,1-1,1 0,-1 0,1-1,1 0,0 0,0-1,0-1,1 1,0-1,0-1,0 0,1 0,0-1,0-1,0 0,0 0,1-1,-1 0,1-1,-1 0,1-1,-1-1,1 1,-1-2,1 0,9-2,16-9</inkml:trace>
  <inkml:trace contextRef="#ctx0" brushRef="#br0" timeOffset="-3983.014">31543 3136,'-2'-2,"-5"-5,-2-2</inkml:trace>
  <inkml:trace contextRef="#ctx0" brushRef="#br0" timeOffset="-9239.38">27693 1773,'-20'97,"26"-142,1-72,-8 112,1 1,-1 0,0 0,0 0,0 0,-1 0,0 0,1 0,-1 0,-1 0,1 1,0-1,-1 1,0 0,0-1,0 1,0 1,0-1,-1 0,1 1,-1 0,0-1,1 1,-1 1,0-1,0 1,-5-1,0 2,0-1,0 1,0 1,0-1,0 1,0 1,0 0,0 0,1 1,-1 0,1 0,0 1,0 0,0 1,1 0,-1 0,1 0,0 1,0 0,1 1,0-1,0 1,1 0,0 1,0-1,0 1,1 0,0 0,-2 7,0-2,0 0,1 1,0 0,1 0,0 0,2 0,-1 1,2-1,0 1,0-1,2 1,0 0,0-1,1 1,1-1,1 0,0 0,1 0,0-1,1 1,0-1,1 0,1-1,0 0,0 0,2 0,1 1,1-3,1-1,0 0,0 0,1-1,0-1,0 0,1-1,0-1,0 0,0-1,1-1,-1 0,1-1,0-1,1 0,-6-1,0 0,1-1,-1 0,0 0,0-2,0 1,0-1,0-1,0 0,-1-1,0 0,0 0,0-1,-1 0,0-1,0 0,0 0,-1-1,0 0,-1-1,2-2,4-10,-1-1,0 0,-2-1,-1 0,-1 0,3-16,-9 34,3 49,-4-33,0 0,1 0,0 0,1-1,0 1,0-1,1 0,1 0,3 6,-6-12,1 0,-1 0,1 0,0 0,0 0,1-1,-1 1,1-1,-1 0,1 0,0 0,0-1,0 1,1-1,-1 0,0 0,1-1,-1 1,1-1,0 0,0 0,-1-1,1 1,-4-1,0 0,1 0,-1 0,0 0,0 0,0 0,0 0,0 0,0-1,0 1,0 0,0-1,1 1,-1-1,-1 1,1-1,0 1,0-1,0 0,0 0,0 1,0-1,-1 0,1 0,0 0,-1 0,1 0,-1 0,1 0,-1 0,1 0,-1 0,0 0,1 0,-1 0,0 0,0 0,0 0,0-1,0 1,0 0,0 0,0 0,0 0,-1 0,1 0,0 0,-1 0,1 0,-1 0,0-1,-26-52,-51-33,73 72,27 17,-14-1,275 17,-278-18,1 0,-1-1,0 2,1-1,-1 1,0-1,1 1,-1 1,0-1,0 1,0 0,0 0,0 0,0 1,-1 0,1 0,-1 0,0 0,0 1,0 0,0-1,0 2,-1-1,0 0,0 1,0-1,-1 1,2 1,-3 116,-1-121,0 0,0 0,0 0,0 1,0-1,0 0,1 0,-1 0,0 0,1 0,-1 1,0-1,1 0,-1 0,1 0,0 0,-1 0,1 0,0-1,-1 1,1 0,0 0,0 0,0-1,0 1,0 0,0-1,0 1,0-1,0 1,0-1,0 0,0 1,0-1,1 0,-1 0,0 0,0 1,0-1,0-1,0 1,1 0,-1 0,0 0,0-1,0 1,0 0,0-1,0 1,1-1,47-36,-39 24,0 0,-1-1,0 0,-1-1,-1 0,0 0,-1 0,-1-1,2-9,7 91,-13-58,0 0,0-1,0 1,1-1,1 0,-1 1,1-1,0 0,1-1,0 1,0 0,0-1,1 0,-1 0,2 0,-1-1,1 0,-1 0,1 0,1-1,-1 1,1-2,0 1,-1-1,1 0,1 0,-1-1,0 0,1 0,-1-1,1 0,0 0,6 0,19-7</inkml:trace>
  <inkml:trace contextRef="#ctx0" brushRef="#br0" timeOffset="-8794.341">29043 1412,'0'49,"49"326,-46-306,-3-35,2 0,1 0,1-1,2 0,2 1,2 3,-9-32,1-1,0 0,-1 0,1-1,1 1,-1 0,0 0,1-1,0 0,0 1,0-1,0 0,1-1,-1 1,1 0,-1-1,1 0,0 0,0 0,0 0,0-1,0 0,1 0,-1 0,0 0,1 0,-1-1,0 0,1 0,-1 0,0 0,1-1,-1 0,0 0,0 0,1 0,-1-1,1 0,5-3,0-1,0 0,-1-1,1 0,-1 0,-1-1,0 0,0-1,0 0,-1 0,0-1,-1 1,0-2,-1 1,0 0,1-6,-6 17,0-1,1 0,-1 0,0 0,0 0,0 0,0 1,0-1,0 0,0 0,1 0,-1 0,0 0,0 0,0 0,0 0,0 0,1 1,-1-1,0 0,0 0,0 0,0 0,1 0,-1 0,0 0,0 0,0 0,-6 34,2-16,3-13,-1-1,1 1,1-1,-1 1,0 0,1-1,0 1,0 0,1-1,-1 1,1 0,0-1,0 1,1-1,-1 1,1-1,0 0,0 0,0 0,1 0,0 0,-1 0,1 0,1-1,-1 0,0 1,1-1,0 0,-1-1,4 2,23 4,0-6</inkml:trace>
  <inkml:trace contextRef="#ctx0" brushRef="#br0" timeOffset="-8516.126">29618 1840,'-18'-5,"-13"-1,-6 1,0-2,2-2,4-4,7 1</inkml:trace>
  <inkml:trace contextRef="#ctx0" brushRef="#br0" timeOffset="-7532.496">28923 1586,'90'0,"28"-2,1 5,-1 5,85 18,-182-22,1 1,-1 1,-1 1,1 1,-1 1,5 3,-18-8,-1 0,1 1,-1-1,0 1,0 1,0-1,0 1,-1 0,0 0,0 1,-1-1,0 1,0 0,-1 0,0 1,0-1,0 1,1 5,-1 14,-1 0,-1-1,-1 1,-1 0,-1 0,-6 22,-3 63,10-108,1 1,-1-1,1 0,0 0,1 1,-1-1,1 0,-1 1,1-1,1 0,-1 0,1 0,-1 0,1 0,0 0,1-1,-1 1,0-1,1 1,0-1,0 0,0 0,0 0,1 0,-1-1,1 1,-1-1,1 0,0 0,0 0,3 0,-1 0,0-1,1 0,-1 0,1 0,-1-1,1 0,0 0,-1-1,1 1,-1-2,1 1,-1-1,0 0,0 0,0 0,0-1,0 0,0 0,0-1,-1 0,0 0,0 0,0 0,0-1,-1 0,4-4,3-5,-1 0,0-1,-1 0,-1-1,0 1,-1-2,0 1,-2-1,4-15,-4 2,-9 44,1 0,0 0,1 0,0 1,2-1,-1 1,2-1,0 1,1-1,0 1,4 12,-4-24,-1 1,1-1,0 0,0 1,0-1,1 0,-1 0,1-1,-1 1,1 0,0-1,0 1,0-1,0 0,1 0,-1-1,1 1,-1 0,1-1,-1 0,1 0,0 0,0-1,-1 1,1-1,0 0,0 0,0 0,0 0,5-1,0 0,0-1,0 0,0 0,0-1,-1 0,1-1,-1 0,0 0,0-1,5-4,-2 1,0-1,-1 0,0-1,-1 0,0 0,0-1,-1 0,-1-1,0 0,0 0,-1 0,-1-1,0 0,-1 0,0-3,-6 10,-6 20,6-9,0 0,0 0,0 0,1 0,-1 0,1 1,0-1,1 1,-1-1,1 0,0 1,1-1,-1 1,1-1,0 0,0 1,1-1,0 0,0 0,0 0,0 0,1 0,0-1,0 1,0-1,0 1,1-1,-1 0,1-1,0 1,1-1,3 3,0-2,0 0,0-1,0 0,0 0,1-1,-1 0,1-1,-1 1,1-2,-1 1,1-1,0-1,-1 0,1 0,0 0,-1-1,0 0,1-1,-1 0,0 0,0-1,-1 0,1 0,-1-1,0 0,0 0,0-1,-1 0,0 0,0 0,4-8,1-2,0 0,-2-2,0 1,-1-1,-1 0,-1-1,3-12,-5 101,-3-62,0-1,0 1,1 0,0-1,1 1,-1-1,1 0,1 0,-1 0,1 0,1-1,-1 1,1-1,0 0,0 0,1-1,0 0,0 0,0 0,0 0,1-1,0 0,0-1,0 0,0 0,0 0,1-1,-1 0,1 0,0-1,-1 0,1 0,0-1,7 0,-8-1,1 1,0-1,-1-1,1 1,-1-2,1 1,-1-1,0 0,0 0,0-1,-1 0,1 0,-1 0,0-1,0 0,0 0,-1-1,0 0,0 0,0 0,-1 0,0-1,0 0,7-13,-1-1,0-1,-2 0,-1 0,-1 0,0-1,-2-3,10-75,-5 0,-4-1,-7-58,-4 138,-4 53,-3 37,2 1,4 1,2-1,5 56,-1-100,2-1,1 0,1 0,1 0,1 0,1-1,1 0,1 0,1 0,1-1,1 0,1-1,0-1,2 0,1 0,0-2,2 1,39 14,-54-32,-1-1,1 1,0-1,-1 0,1 1,0-1,0 0,0 0,-1 0,1 0,0-1,0 1,-1 0,1-1,0 1,0-1,-1 0,1 1,-1-1,1 0,0 0,-1 0,0 0,1 0,-1 0,0-1,1 1,-1 0,0-1,0 1,0-1,0 1,0-1,-1 0,11-31,-7-5</inkml:trace>
  <inkml:trace contextRef="#ctx0" brushRef="#br0" timeOffset="-7273.863">31223 1813,'-18'-13,"-11"-10,-5-3,8 3,15 6,23 7,31 6,32 4,31 1,22 4,10 0,-19-1</inkml:trace>
  <inkml:trace contextRef="#ctx0" brushRef="#br0" timeOffset="-20145.269">823 1920,'-15'-4,"1"1,-1 1,0 0,1 1,-1 1,0 0,0 1,0 1,0 0,1 1,-1 1,1 0,0 1,0 0,0 1,1 1,0 0,0 0,1 2,0-1,0 2,1 0,0 0,1 1,-4 5,10-12,1 0,-1 0,1 1,0-1,0 1,0 0,1 0,-1 0,1 0,1 0,-1 1,1-1,0 1,0-1,0 1,1-1,0 1,0-1,0 1,1-1,-1 1,1-1,1 1,-1-1,1 0,0 0,0 0,1 0,-1 0,2 1,8 1,0 1,0-2,1 1,1-2,-1 0,1 0,-1-1,1-1,0-1,0 0,1 0,2-1,3 1,34 5,-27-5,0 1,-1 2,0 0,1 2,4 3,-28-9,1 0,-1 1,1-1,-1 1,0 0,0 0,1 0,-2 0,1 0,0 1,0 0,-1-1,1 1,-1 0,0 0,0 0,0 1,0-1,-1 0,1 1,-1-1,0 1,0 0,0-1,0 1,-1 0,1-1,-1 1,0 0,0 0,-1-1,1 1,-1 0,0-1,1 1,-2 0,1-1,0 1,-1-1,0 0,1 1,-1-1,-1 0,-9 12,0-1,-1-1,-1 0,0-1,0 0,-2-1,1-1,-1 0,-1-1,1-1,-2-1,1 0,-1-1,0-1,0-1,0 0,-1-1,-10-1,-30 0,59-3,0 1,-1-1,1 1,0 0,0-1,0 1,-1-1,1 1,0-1,0 1,0-1,0 1,0-1,0 1,0-1,0 1,0-1,0 1,0-1,0 1,1 0,-1-1,0 1,0-1,0 1,1-1,-1 1,0-1,0 1,1 0,-1-1,0 1,1 0,-1-1,0 1,1 0,-1 0,1-1,-1 1,1 0,-1 0,0-1,1 1,-1 0,1 0,-1 0,1 0,-1 0,1 0,-1 0,1 0,-1 0,1 0,29-14,4 0</inkml:trace>
  <inkml:trace contextRef="#ctx0" brushRef="#br0" timeOffset="-18784.154">1571 1987,'-20'144,"15"-143,1-22,2 11,2 4,-1 1,1-1,-2 1,1 0,0 0,-1 0,0-1,-1 2,1-1,-1 0,1 0,-2 1,1-1,0 1,-1 0,0 0,0 1,0-1,0 1,0 0,-1 0,0 0,1 0,-1 1,0 0,0 0,-1 0,1 1,0-1,0 1,-1 1,1-1,-1 1,1 0,0 0,-1 0,-4 2,-1 4,0 0,1 2,0-1,0 1,0 1,1-1,0 2,1-1,0 1,1 1,0-1,0 1,1 0,1 1,0 0,0-1,1 2,1-1,0 0,0 1,1-1,1 1,0 8,-1-7,0 0,0 0,1 0,1 0,1 0,0 0,1 0,0 0,1 0,0-1,1 1,1-1,0 0,1 0,0 0,1-1,1 0,0-1,0 1,1-1,0-1,1 0,1 0,-1-1,1 0,1-1,-1 0,2-1,3 1,3-2,1-2,-1 0,1-2,0 0,0-1,-1-1,1-1,0 0,0-2,-1 0,1-1,-1-1,0-1,0-1,-1 0,0-2,7-4,21-10</inkml:trace>
  <inkml:trace contextRef="#ctx0" brushRef="#br0" timeOffset="-18523.799">2146 2174,'2'-2,"1"3,3 7,-1 10,2 12,-1 10,-1 7,-1 4,-2 1,-1-4,-1-8,0-8,0-13,0-8</inkml:trace>
  <inkml:trace contextRef="#ctx0" brushRef="#br0" timeOffset="-18236.784">1879 2040,'-14'-9,"-2"-3,7 1,15 2,21 2,24 3,21-3,19-4,12-6,5-1,-3-1,-18 4</inkml:trace>
  <inkml:trace contextRef="#ctx0" brushRef="#br0" timeOffset="-15971.53">4085 1893,'-11'-17,"6"25,4 37,51 439,-47-385,-3-48,3-1,2 1,8 38,-12-85,0 1,-1-1,2 1,-1-1,0 1,1-1,0 0,0 0,0 1,1-2,-1 1,1 0,0 0,0-1,0 0,0 1,1-1,0 0,2 1,29-17,-10-1,210-12,-88 12,1 6,97 10,-45 14,-14 0,80-8,80-25,119 0,-156 31,-94-2,49-10,267-43,-254 15,169 9,-105 29,236-3,-392-16,66-4,156 17,-195 6,0-10,0-8,790-30,64 19,-169 28,78 28,20-54,56 2,-215-3,390 4,-805 13,-30 3,211 34,-533-30,192 19,29-9,-159-17,39 1,-1 7,9 9,-7-1,0-8,116-10,-112-1,-142 1,-21 0,0 1,1 0,-1 0,0 1,0 1,1 0,-1 1,1 0,-11-1,-6-4</inkml:trace>
  <inkml:trace contextRef="#ctx0" brushRef="#br0" timeOffset="-12076.926">4205 1987,'-5'-27,"0"1,-2-1,-2 1,0 0,-7-11,15 36,0-1,-1 0,0 0,1-1,-1 1,1 0,0 0,0-1,0 1,0-1,0 1,0-1,1 0,-1 1,1-1,0 0,0 1,0-1,0 1,0-1,1 0,-1 1,1-1,-1 0,1 1,0-1,0 1,0 0,0-1,1 1,-1 0,1 0,-1-1,1 1,0 0,0 1,0-2,12 0,1 0,-1 0,0 1,1 1,-1 0,1 1,-1 1,1 1,2 0,-14-2,52 8,0 3,-1 2,-1 2,32 15,-25-15,1-2,0-4,0-2,1-2,0-3,0-3,33-6,-30 4,295-5,4 15,-15 6,64-18,-361 2,1121-20,32 31,-475-7,479 25,-1044-26,458 16,-485-5,226 16,4-16,1474-91,-1622 59,616-44,-611 53,1578-50,-1686 62,767-17,-838 15,847-33,20 16,202 14,-505 38,-468-22,349-2,-163-9,167 24,207 27,-302-16,-179-26,-100-6,-1 5,8 6,-22 3,-20-4,148 0,-124-10,-108-2,0 1,1-1,-1 1,0 0,0 0,0 0,0 0,-1 0,1 0,0 1,-1-1,0 1,1-1,-1 1,0-1,0 1,-1 0,1-1,0 1,-1 0,0-1,0 1,0 0,0 0,0 0,0 2,1 10,12 109,-5 0,-5 22,1-66,3 1,4-1,8 22,-18-97,1 7,1-3,-1-1,-1 1,1-1,-1 1,-1 0,0-1,0 1,-1 0,1-1,-2 1,0 0,0-1,-1 3,0-9,0 1,0-1,0 0,0 0,0 0,-1 0,1-1,-1 0,1 1,-1-1,0 0,1-1,-1 1,0-1,0 1,0-1,1 0,-1-1,0 1,0-1,1 1,-1-1,0-1,-15 1,-132-6,30 0,1 6,-44 7,-287 46,28-19,-166-18,-943-15,1506-2,15-1</inkml:trace>
  <inkml:trace contextRef="#ctx0" brushRef="#br0" timeOffset="-3137.246">23121 1706,'-2'-13,"-1"-3,0 10,1 23,0 31,4 32,5 30,8 21,7 12,5 3,4-4,-1-16,-5-17,-5-27</inkml:trace>
  <inkml:trace contextRef="#ctx0" brushRef="#br0" timeOffset="-2250.818">19993 1599,'0'18,"2"22,6 27,7 27,10 25,5 20,6 10,3 3,2-6,-6-27</inkml:trace>
  <inkml:trace contextRef="#ctx0" brushRef="#br0" timeOffset="-1516.73">25287 1065,'-16'18,"-17"20,-13 16,-16 18,-15 17,-12 16,-13 16,-3 9,1 5,10-3,19-12,19-19,19-21,19-24,17-20,8-16</inkml:trace>
  <inkml:trace contextRef="#ctx0" brushRef="#br0" timeOffset="-976.705">24285 2054,'3'30,"-2"0,0 0,-2 1,-2-1,-1 7,-4 61,14-63,-6-34,0-1,0 1,0 0,1-1,-1 1,0-1,1 0,-1 1,0-1,1 1,-1-1,0 1,1-1,-1 0,1 1,-1-1,1 0,-1 0,1 1,-1-1,1 0,-1 0,1 0,-1 1,1-1,0 0,-1 0,1 0,-1 0,1 0,-1 0,1 0,0 0,-1-1,1 1,-1 0,1 0,-1 0,1 0,-1-1,1 1,-1 0,1-1,-1 1,1 0,-1-1,0 1,1-1,-1 1,1 0,-1-1,0 1,0-1,1 1,-1-1,0 1,0-1,6-9,-1 1,0-2,-1 1,-1 0,1-1,-1 0,-1 1,0-1,-1 0,0 0,-1 0,0 0,-1-8,-8-87,9 106,-1-1,1 1,-1-1,1 1,0-1,-1 0,1 1,0-1,0 0,0 1,-1-1,1 0,0 0,0 1,0-1,0 0,0 1,0-1,0 0,0 1,1-1,-1 0,0 1,0-1,1 0,-1 1,0-1,1 0,-1 1,0-1,1 1,-1-1,1 1,-1-1,1 1,-1-1,1 1,-1-1,1 1,0 0,-1-1,1 1,0 0,-1 0,1-1,0 1,-1 0,1 0,0 0,-1 0,1 0,0 0,0 0,-1 0,1 0,0 0,-1 0,1 0,0 1,-1-1,1 0,0 1,205 57,-175-51,-20-6,-1 1,0 0,1 1,-1 0,0 1,-1 0,1 0,-1 1,4 3,-12-7,0-1,-1 1,1 0,0 0,-1 0,1-1,-1 1,1 0,-1 0,0 0,1 0,-1 0,0 0,0 0,0 0,1 0,-1 0,0 0,0 0,0 0,-1 0,1 0,0 0,0 0,-1 0,1 0,0 0,-1 0,1 0,-1 0,1-1,-1 1,1 0,-1 0,0 0,1-1,-1 1,0 0,0 0,-36 31,31-28,-64 47,-91 78,137-100,11-7</inkml:trace>
  <inkml:trace contextRef="#ctx0" brushRef="#br0" timeOffset="2818.831">18121 2334,'1'-1,"-1"1,1 0,-1-1,1 1,0-1,-1 1,1 0,-1 0,1-1,0 1,-1 0,1 0,0 0,-1 0,1 0,0 0,0 0,-1 0,1 0,0 0,-1 0,1 0,0 0,-1 1,1-1,-1 0,1 0,0 1,-1-1,1 0,-1 1,1-1,-1 1,1-1,-1 1,1-1,-1 1,1-1,-1 1,0-1,1 1,-1 0,0-1,1 1,-1 0,0-1,0 1,0 0,0-1,1 1,-1 0,0-1,0 1,0 0,0-1,-1 1,1 0,0-1,0 1,0 0,-1-1,1 1,0 0,0-1,-1 1,1-1,-1 1,1 0,1-2,1 0,0 0,0 0,-1-1,1 1,-1 0,1-1,-1 1,0-1,1 0,-1 1,0-1,0 0,0 0,0 1,-1-1,1 0,0 0,-1 0,1 0,-1 0,0 0,0 0,0 0,0 0,0 0,0 0,0 0,-1 0,1 0,-1 0,1 0,-1 0,0 0,0 0,0 0,0 0,0 1,0-1,0 0,0 1,-1-1,1 1,-1 0,-1-2,-6 1,-1 1,0 0,0 0,0 1,0 0,1 0,-1 1,0 1,0 0,1 0,-1 1,1 0,-1 0,1 1,0 0,1 1,-1 0,1 1,-4 3,-21 12,6-2</inkml:trace>
  <inkml:trace contextRef="#ctx0" brushRef="#br0" timeOffset="3187.374">16784 2174,'-11'86,"11"-83,0-1,0 1,1 0,-1-1,1 1,0-1,0 1,0-1,0 1,0-1,0 0,1 1,-1-1,1 0,-1 0,1 0,0 0,0 0,0-1,0 1,0-1,0 1,1-1,-1 0,0 1,1-1,-1 0,1-1,-1 1,1 0,1-1,-2 1,0-1,1 0,-1 0,0 0,1-1,-1 1,0 0,0-1,1 0,-1 1,0-1,0 0,0 0,0 0,0 0,0-1,0 1,0-1,0 1,0-1,-1 1,1-1,-1 0,1 0,-1 0,0 0,0 0,0 0,0 0,0 0,0-1,0 1,-1 0,1-1,0-1,0 0,0 0,0 0,-1 0,1-1,-1 1,0 0,0-1,-1 1,1 0,-1 0,0-1,0 1,0 0,-1 0,1 0,-1 0,-1-2,-3 1,0 0,0 0,-1 1,1-1,-1 1,0 1,0-1,0 1,0 1,-1-1,1 1,-1 0,1 1,-1 0,0 0,0 1,-7 0,-29-2</inkml:trace>
  <inkml:trace contextRef="#ctx0" brushRef="#br0" timeOffset="3637.212">15140 2254,'0'23,"-1"-17,0 1,0-1,1 0,0 1,1-1,0 0,-1 1,2-1,-1 0,1 0,0 0,0 0,1 0,3 5,-5-10,0 0,0 0,0 0,0 0,0-1,0 1,0 0,0-1,1 1,-1-1,0 1,0-1,1 1,-1-1,0 0,1 0,-1 0,1 0,-1 0,0 0,1 0,-1 0,0 0,1 0,-1-1,0 1,1-1,-1 1,0-1,0 0,0 1,1-1,-1 0,0 0,0 1,0-1,0-1,35-40,-33 39,0-1,0 0,-1 0,0 0,1 0,-1 0,-1 0,1-1,-1 1,1-1,-1 1,0-1,-1 1,1-1,-1 0,0 1,0-1,-1 0,1 1,-1-1,0 1,0-1,-1 1,1-1,-1 1,0 0,0 0,0 0,-1 0,1 0,-1 0,0 1,-3-3,-3 1,-1 1,1 0,-1 1,0 0,1 0,-2 1,1 1,0 0,0 0,0 1,-1 0,1 1,0 0,0 0,0 1,0 1,-5 1,-35 11</inkml:trace>
  <inkml:trace contextRef="#ctx0" brushRef="#br0" timeOffset="4128.888">12801 2321,'1'2,"2"3,-1 0,1 0,0 0,0 0,0 0,1-1,0 0,0 0,0 0,0 0,0 0,1-1,0 0,0 0,0 0,0 0,0-1,0 0,-3-2,-1 0,0 0,0 0,0 0,0 0,0 0,1-1,-1 1,0 0,0-1,0 1,0-1,0 1,0-1,0 1,0-1,0 0,0 1,0-1,-1 0,1 0,0 0,0 0,-1 0,1 0,-1 0,1 0,-1 0,1 0,-1 0,1 0,-1 0,0 0,0 0,0-1,1 1,-1 0,0 0,0 0,-1-1,-9-47,7 45,-1 0,0 0,0 0,0 0,0 1,0 0,-1-1,1 2,-1-1,0 0,0 1,0 0,0 0,-1 1,1-1,0 1,-1 0,1 1,-1-1,1 1,-1 0,1 1,-1-1,1 1,0 0,-1 0,-3 2,-18 6</inkml:trace>
  <inkml:trace contextRef="#ctx0" brushRef="#br0" timeOffset="4608.255">11438 2348,'0'6,"1"0,1-1,-1 1,1 0,0-1,0 1,1-1,0 0,0 0,0 0,0 0,1 0,0-1,0 1,0-1,0 0,1 0,-1-1,1 1,0-1,-3-3,0 0,0 0,-1 0,1 0,0 0,-1 0,1-1,0 1,-1-1,1 1,-1-1,1 0,-1 1,1-1,-1 0,1 0,-1 0,0 0,1 0,-1-1,0 1,0 0,0-1,0 1,0 0,0-1,0 1,-1-1,1 1,0-1,-1 0,0 1,1-1,-1 0,0 1,0-1,1 0,-1 1,0-1,-1 0,1 1,0-1,-1 0,1 1,0-1,-1 0,0 1,1-1,-1 1,0-1,0 1,0-1,-2-3,0 1,0-1,-1 1,1 0,-1 0,0 0,0 0,0 1,-1-1,1 1,-1 0,0 1,0-1,0 1,0 0,0 0,0 1,-1-1,1 1,0 0,-1 1,1-1,-1 1,1 0,-1 0,1 1,-1 0,1 0,0 0,-1 0,1 1,0 0,0 0,-4 3,-18 10,4 1</inkml:trace>
  <inkml:trace contextRef="#ctx0" brushRef="#br0" timeOffset="5406.362">7440 1934,'-2'15,"1"25,3 29,2 31,-1 27,0 23,-3 10,-2-22</inkml:trace>
  <inkml:trace contextRef="#ctx0" brushRef="#br0" timeOffset="10303.574">381 3310,'-2'20,"-1"15,0 9,1 7,0 3,1 0,1-5,0-8,0-10,0-9</inkml:trace>
  <inkml:trace contextRef="#ctx0" brushRef="#br0" timeOffset="10773.909">341 3471,'-7'-26,"2"0,0 0,2 0,0-26,3 47,0 0,0 0,1 0,0 0,0 0,0 0,0 0,1 0,0 0,0 1,0-1,0 1,1-1,0 1,0 0,0 0,0 0,1 0,-1 1,1 0,0-1,0 1,0 1,1-1,-1 0,1 1,-1 0,1 0,0 1,0-1,0 1,4-1,-1 0,0 1,0-1,1 1,-1 1,1-1,-1 2,1-1,-1 1,0 0,1 1,-1 0,0 0,0 1,0 0,0 0,-1 1,1 0,-1 0,0 1,0 0,0 0,-1 1,0-1,0 1,0 1,-1-1,0 1,0 0,-1 0,0 1,0-1,0 1,0 2,-5 0,1-1,-1 0,0 0,-1 0,0 0,-1 0,0-1,0 1,-1-1,0 1,0-1,-1-1,0 1,-1 0,1-1,-1 0,-1-1,1 1,-1-1,-2 1,-9 12,17-19,1 0,-1 0,1 1,0-1,-1 0,1 0,0 0,-1 0,1 1,0-1,-1 0,1 0,0 1,0-1,-1 0,1 0,0 1,0-1,-1 0,1 1,0-1,0 0,0 1,0-1,0 1,-1-1,1 0,0 1,0-1,0 0,0 1,0-1,0 1,0-1,0 0,0 1,0-1,1 0,-1 1,0-1,0 1,0-1,0 0,1 1,-1-1,0 0,0 0,0 1,1-1,-1 0,0 1,1-1,-1 0,0 0,1 0,-1 1,0-1,1 0,25 0,-19-1,5 0,0 1,0 1,0 0,-1 0,1 1,0 0,-1 1,0 1,7 2,-14-5,0 1,0 0,-1 0,1 0,0 0,-1 1,0-1,1 1,-1 0,0 0,0 0,-1 0,1 1,-1-1,1 1,-1 0,0-1,0 1,-1 0,1 0,-1 0,0 0,0 1,0-1,-1 0,0 0,1 0,-1 1,-3 3,1 0,-2 0,1-1,-1 1,0-1,0 0,-1 0,0 0,0-1,-1 0,1 0,-1 0,-1-1,1 1,-1-2,0 1,0-1,-1 0,1 0,-1-1,0 0,1 0,-7 0,-65 18,77-22,1 1,0 0,0-1,0 1,0-1,0 1,0-1,0 0,0 1,0-1,0 0,0 0,0 0,0 0,1 0,-1 0,0 0,0 0,1 0,-1 0,1 0,-1 0,1 0,0 0,-1-1,1 1,0 0,0 0,0 0,0-1,0 1,0 0,0 0,0-1,0 1,1 0,-1 0,0 0,1 0,-1-1,1 1,0 0,-1 0,1 0,0 0,-1 0,1 0,0 1,0-1,1-1,10-18</inkml:trace>
  <inkml:trace contextRef="#ctx0" brushRef="#br0" timeOffset="11566.236">836 3364,'20'-15,"-9"6,0 0,0 1,1 0,0 1,1 0,0 1,0 0,0 1,1 0,-1 2,1-1,14 0,36-2,52 4,-114 2,0 0,0 1,0-1,0 1,0-1,0 1,0 0,-1 0,1 0,0 0,-1 0,1 0,0 0,-1 1,0-1,1 1,-1-1,0 1,0-1,1 1,-1 0,-1-1,1 1,0 0,0 0,-1 0,1 0,-1 0,1 0,-1 0,0 0,0 0,0 1,-17 64,11-57,0-1,0 0,-1-1,0 1,0-1,-1-1,0 1,-1-1,0-1,0 0,0 0,0 0,-1-2,0 1,0-1,-1 0,1-1,-1 0,1-1,-1 0,-4-1,62-3,-22 0,1 1,0 2,-1 0,1 1,9 3,-30-3,0 0,0 0,-1 0,1 0,-1 1,1 0,-1 0,0 0,0 0,0 1,-1-1,1 1,-1 0,0 0,0 1,0-1,0 0,-1 1,0 0,0 0,0-1,0 1,-1 0,0 0,0 1,0-1,-1 0,0 0,0 0,0 0,0 1,-1-1,0 0,0 0,0 0,-1 0,0 0,0-1,0 1,-1 0,-2 5,-1-1,-1 0,0 0,0 0,-1-1,0 0,0-1,0 0,-1 0,-1-1,1 0,-1 0,0-1,0 0,0-1,-1 0,0-1,1 0,-1-1,0 0,0-1,-1 0,0 0,12-1,-1 0,1 0,-1 1,1-1,-1 0,1 0,-1 0,1 0,-1 1,1-1,-1 0,1 0,-1 0,1 0,-1 0,1-1,-1 1,1 0,-1 0,1 0,-1 0,1 0,-1-1,1 1,-1 0,1-1,-1 1,1 0,-1-1,1 1,0 0,-1-1,1 1,0-1,-1 1,1 0,0-1,0 1,-1-1,1 1,0-1,0 1,0-1,-1 1,1-1,0 1,0-1,0 0,0 1,0-1,0 1,0-1,20-22,1 6</inkml:trace>
  <inkml:trace contextRef="#ctx0" brushRef="#br0" timeOffset="11926.283">1544 3230,'0'68,"1"-71,0 0,-1-1,0 1,1 0,-1-1,-1 1,1-1,0 1,-1 0,0-1,0 1,0 0,0 0,0-1,-1 1,1 0,-1 0,0 0,0 1,0-1,0 0,-1 1,1 0,-1-1,1 1,-1 0,0 0,0 0,0 1,0-1,0 1,0-1,0 1,0 0,-1 0,1 1,0-1,-3 1,3 0,0 1,-1 1,1-1,0 0,0 1,0-1,0 1,0 0,1 0,-1 0,0 1,1-1,0 0,-1 1,1 0,0 0,0-1,1 1,-1 0,0 0,1 1,0-1,0 0,0 0,0 1,0-1,1 0,0 1,-1-1,1 1,0-1,1 1,-1-1,1 0,-1 1,1-1,0 0,0 1,1 0,11 23,4-4</inkml:trace>
  <inkml:trace contextRef="#ctx0" brushRef="#br0" timeOffset="12213.501">1652 3658,'-8'20,"3"-34,-4-33,-11 69,19-20,0-1,0 1,1 0,-1-1,0 1,1 0,-1 0,1 0,0-1,-1 1,1 0,0 0,0 0,0 0,0 0,1-1,-1 1,0 0,1 0,-1 0,1-1,0 1,0 0,-1-1,1 1,0 0,0-1,1 1,-1-1,0 0,0 1,1-1,-1 0,1 0,-1 0,1 0,-1 0,1 0,0 0,-1 0,1-1,0 1,0-1,0 1,1-1,18 2</inkml:trace>
  <inkml:trace contextRef="#ctx0" brushRef="#br0" timeOffset="12461.511">1933 3164,'9'-5,"9"-1,10-5,8-2,5-1,2-1,-1 0,-3 3,-7 1,-11 2,-8 3</inkml:trace>
  <inkml:trace contextRef="#ctx0" brushRef="#br0" timeOffset="12890.3">1892 3149,'-3'12,"1"-1,1 1,0 0,0 0,1-1,0 1,1 0,1 0,0-1,0 1,1-1,1 0,0 0,0 0,1 0,0-1,1 1,0-1,1-1,0 1,-5-9,-1 1,1-1,0 1,-1-1,1 0,0 0,0 0,0 0,0 0,0-1,0 1,0 0,0-1,0 0,0 1,0-1,0 0,0 0,1 0,-1 0,0-1,0 1,0 0,0-1,0 0,0 1,0-1,0 0,0 0,58-40,-39 24,83-43,-101 59,1-1,-1 1,1 0,-1 0,1 0,0 0,-1 1,1-1,0 1,0 0,-1 0,1 1,0-1,-1 1,1 0,0 0,-1 0,1 0,-1 0,1 1,-1 0,0 0,0 0,0 0,0 0,0 0,0 1,0-1,-1 1,1 1,2 5,0 0,-1 1,-1-1,0 1,0 0,0 0,-1 0,-1 0,0 0,0 0,-1 1,0-1,-1 0,0 0,-1 0,0 0,-1 0,0 0,0 0,-1-1,-2 5,3-7,0 0,-1 0,1 0,-2-1,1 1,-1-1,0 0,0 0,0-1,-1 1,0-1,0-1,0 1,-1-1,1 0,-1 0,0-1,-1 0,1 0,0-1,-1 0,1 0,-1-1,0 1,1-2,-7 1,14-1,-1 0,0 0,1 0,-1 0,0-1,0 1,1 0,-1 0,0 0,1-1,-1 1,0 0,1-1,-1 1,0 0,1-1,-1 1,1-1,-1 1,1-1,-1 0,1 1,0-1,-1 1,1-1,-1 0,1 1,0-1,0 0,-1 1,1-1,0 0,0 0,0 1,0-1,0 0,0 1,0-1,0 0,0 0,0 1,0-1,0 0,1 1,-1-1,0 0,1 1,-1-1,0 0,1 1,-1-1,0 0,1 1,-1-1,1 1,0-1,-1 1,1-1,-1 1,1 0,0-1,36-34,-35 33,25-18</inkml:trace>
  <inkml:trace contextRef="#ctx0" brushRef="#br0" timeOffset="13244.045">2560 3230,'-6'9,"0"-1,1 1,0 0,1 0,0 1,0-1,1 1,0 0,1 0,0 0,0 0,1 1,1-1,0 0,0 0,1 1,0-1,1 0,0 2,1-8,-1 0,1 0,-1 0,1 0,0-1,1 1,-1-1,1 0,-1 0,1 0,0-1,0 1,0-1,0 0,1 0,-1-1,0 1,1-1,-1 0,1 0,0 0,-1-1,1 1,0-1,4-1,-1 1,1-1,0 0,0 0,-1-1,1 0,-1-1,0 0,0 0,0-1,0 0,0 0,-1-1,4-2,-5 1,1 1,-1-1,-1 0,1 0,-1-1,0 1,-1-1,0 0,0 0,0-1,-1 1,0-1,0 0,-1 0,0 0,-1 0,1 0,-1 0,-1 0,0-1,0 1,-1 0,0 0,0 0,-1-1,0 1,0 1,-1-1,0 0,0 1,-1-1,0 1,0 0,-1 0,0 1,0-1,0 1,-4-3,5 5,-1 1,1 0,-1-1,0 2,0-1,0 0,0 1,-1 0,1 0,-1 1,1 0,-1 0,1 0,-1 0,0 1,1 0,-1 0,0 0,1 1,-1 0,1 0,-1 1,1-1,-1 1,1 0,0 1,0-1,0 1,0 0,0 0,1 1,-2 0,2 1,-1 0,1 0,1 1,-1-1,1 1,0 0,0 0,1 0,0 0,0 0,0 0,1 1,-1-1,2 0,-1 1,1-1,0 1,0-1,1 1,0-1,0 1,2 4,9 20</inkml:trace>
  <inkml:trace contextRef="#ctx0" brushRef="#br0" timeOffset="13539.988">2935 2681,'14'-4,"13"3,11 8,13 10,10 11,4 13,2 12,-2 9,-8 9,-11 14,-18 12,-27 18,-41 22,-48 26,-57 22,-4-19</inkml:trace>
  <inkml:trace contextRef="#ctx0" brushRef="#br0" timeOffset="14407.05">114 3083,'-18'9,"-9"12,-1 19,3 20,9 23,16 20,17 18,19 8,18 1,12-9,10-12,-9-26</inkml:trace>
  <inkml:trace contextRef="#ctx0" brushRef="#br1" timeOffset="108998">529 289,'1'0,"1"0,-1 0,0 0,1 1,-1-1,1 0,-1-1,0 1,1 0,-1 0,1 0,-1-1,0 1,1-1,-1 1,0-1,0 0,1 1,-1-1,0 0,0 0,0 0,0 0,0 0,0 0,0 0,0 0,0 0,-1-1,1 1,0 0,-1 0,1-1,-1 1,1 0,-1-1,0 1,0-1,1 1,-1 0,0-1,0 1,0-1,-1 1,1 0,0-1,0 1,-1-1,1 1,-1 0,1 0,-1-1,0 1,1 0,-1 0,0 0,0-1,0 1,0 0,0 0,0 0,0 1,0-1,0 0,-1 0,-9-2,0-1,-1 2,1 0,-1 0,0 1,0 1,0 0,1 0,-1 1,0 1,1 0,-1 0,1 2,-1-1,1 1,1 1,-1 0,0 0,1 1,0 0,1 1,-1 0,-5 6,8-6,0 0,0 0,0 1,1-1,0 2,0-1,1 1,1-1,-1 1,1 1,1-1,-1 0,2 1,-1 0,1 0,1 0,0 0,0 0,1 0,0 0,1 0,0 0,1 0,0-1,0 1,1 1,-1-8,0 1,0 0,1-1,-1 1,1-1,0 0,0 0,0 0,0 0,0-1,1 1,-1-1,1 0,-1 0,1 0,0 0,0 0,0-1,0 0,0 0,0 0,1 0,-1-1,0 0,0 0,0 0,1 0,-1 0,0-1,1 0,47 0,-21 0,1 1,-1 2,0 0,16 5,-38-5,0 0,0 1,-1 0,1 0,-1 1,0 0,0 1,-1-1,1 1,-1 1,0 0,0 0,-1 0,1 1,-1-1,-1 2,5 5,-6-7,-1 0,1 0,-1 0,0 1,-1-1,1 1,-1 0,-1-1,1 1,-1 0,0 0,-1 0,1 0,-2 0,1 0,-1 0,0 0,0 0,-1 0,0 0,0-1,0 1,-1-1,0 0,0 1,-1-1,0 0,0-1,0 1,-1-1,0 0,-3 3,-14 9,-2-2,0 0,-1-1,-1-1,0-2,0-1,-1 0,-1-2,1-2,-5 1,-2 2,23-10,25-8,-8 6,18-13</inkml:trace>
  <inkml:trace contextRef="#ctx0" brushRef="#br1" timeOffset="112560.545">1023 704,'-4'0,"0"0,1 1,-1 0,0 0,0 0,1 0,-1 0,1 1,-1-1,1 1,-1 0,1 0,0 0,0 1,0-1,0 1,1 0,-1 0,1-1,-1 2,1-1,0 0,0 0,1 1,-1-1,1 1,-1-1,1 1,0 0,0 1,-1 5,-1 0,2 1,-1-1,2 0,-1 1,1-1,1 1,0-1,1 1,1 7,0-10,0-1,0 1,1-1,0 0,0 0,0-1,1 1,0-1,0 0,1 0,0-1,0 0,0 0,0 0,1-1,0 0,0 0,0 0,0-1,1 0,0-1,-1 1,1-2,0 1,0-1,0 0,0-1,0 1,0-2,0 1,-1-1,1 0,0-1,0 0,0 0,4-3,-2 2,-2-1,1 0,0 0,-1-1,0 0,0 0,0-1,-1 0,0-1,0 1,0-1,-1-1,0 1,0-1,-1 0,0 0,-1-1,0 0,0 0,-1 0,0 0,0 0,-1 0,0-1,-1 1,0-1,0 1,-1-1,-1 0,1 1,-2-1,1 1,-1-1,-1 1,1 0,-2 0,1 0,-4-5,5 9,-1 0,1 0,-1 0,0 1,-1 0,1-1,-1 1,0 1,0-1,0 0,0 1,-1 0,1 0,-1 0,0 1,0-1,0 1,0 0,0 1,-1-1,1 1,0 0,-1 0,1 1,-1 0,1 0,-1 0,1 0,-1 1,1 0,0 0,-1 0,1 1,0 0,0 0,0 0,0 1,0 0,-1 0,-28 47,33-48,0-1,1 0,-1 0,0 1,1-1,0 0,-1 1,1-1,0 1,-1-1,1 1,0-1,0 0,0 1,0-1,1 1,-1-1,0 1,1-1,-1 0,1 1,-1-1,1 0,-1 1,1-1,0 0,0 0,0 0,0 1,0-1,0 0,0 0,0 0,0-1,0 1,0 0,1 0,-1-1,1 1,8 1,0-1,0-1,0 0,0 0,1-1,-1 0,0-1,0 0,0 0,-1-1,1 0,-1-1,1 0,7-6,-3 4,259-112,-267 116,-4 1,-1 0,1 0,0 0,0 0,0 0,0 0,0 1,0-1,0 1,0-1,0 1,0 0,0 0,0 0,0 0,0 0,1 0,-1 1,0-1,0 1,0 0,0-1,0 1,-1 0,1 0,0 0,0 0,0 0,-1 1,1 0,7 66,-9-50,0 1,-2-4,2-1,0 1,0-1,1 1,1-1,1 0,0 1,0-1,2-1,-1 1,2 0,5 10,-9-22,0 1,0-1,0 1,0-1,0 0,0 0,1 0,-1 0,1 0,-1-1,1 1,0-1,0 0,0 1,-1-1,1 0,0-1,0 1,0-1,1 1,-1-1,0 0,0 0,0 0,0 0,0-1,0 1,0-1,0 0,0 0,0 0,0 0,1-1,6-3,0-1,0 0,-1-1,0 0,0 0,0-1,-1 0,3-4,8-11,-2-1,0 0,-2-1,-1-1,0 0,-2-1,-2 0,0-1,1-8,-9 68,-3-1,1-1,2 1,1-1,1 1,6 17,-8-39,0-1,1 0,-1 0,2 0,-1-1,1 1,0-1,1 0,-1 0,1 0,1 0,0-1,-1 0,2-1,-1 1,1-1,0 0,0 0,0-1,1 0,-1-1,7 3,-9-4,-1-1,1 0,0 0,0 0,0 0,0-1,0 0,0 0,1 0,-1-1,0 1,0-1,-1-1,1 1,0 0,0-1,0 0,-1 0,1-1,-1 1,0-1,0 0,0 0,0-1,0 1,-1-1,1 0,-1 1,0-2,0 1,-1 0,1 0,-1-1,0 0,1-1,2-16,0 0,-2 0,0-1,-1 1,-2-1,0 1,-2-8,1-2,0-1,7-69,-5 100,1-1,0 2,0-1,1 0,-1 0,0 1,0-1,1 1,-1 0,1-1,0 1,-1 1,1-1,0 0,-1 1,1-1,0 1,0 0,-1-1,1 2,0-1,0 0,-1 0,1 1,0 0,0-1,-1 1,1 0,-1 0,1 0,-1 1,1-1,-1 1,0-1,1 1,-1 1,2-2,4 2,-1 0,0 0,0 1,0 0,-1 0,1 0,-1 1,0 0,0 1,0-1,-1 1,0 0,0 0,-1 1,1-1,-1 1,-1 0,1 0,-1 0,-1 1,1-1,-1 1,-1 0,1-1,-1 2,-6 197,5-201,0-1,0 1,1-1,-1 1,1-1,0 1,1-1,-1 0,1 0,0 0,0 0,0 0,0 0,1 0,-1-1,1 1,0-1,0 0,1 0,-1 0,1 0,-1 0,1-1,0 0,0 1,0-2,3 2,8 1,0-1,1-1,-1 0,1-1,-1-1,1 0,-1-2,0 1,1-2,-1 0,0-1,2-1,35-10</inkml:trace>
  <inkml:trace contextRef="#ctx0" brushRef="#br1" timeOffset="113021.311">3148 543,'-6'-1,"0"-1,0 1,-1 0,1 1,0 0,-1 0,1 0,0 1,-1-1,1 1,0 1,0 0,0 0,0 0,0 0,0 1,1 0,-1 0,1 0,0 1,0 0,0 0,0 0,1 1,0 0,0-1,-3 5,-1 2,0 1,1 0,0 1,1-1,0 1,1 0,0 1,2-1,-1 1,1 0,1 0,1 0,0-8,1 0,0 0,0 0,0-1,1 1,0 0,0 0,0-1,1 1,0 0,0-1,0 0,1 1,0-1,0 0,0 0,0-1,1 1,0-1,0 1,0-1,0 0,1-1,0 1,0-1,0 0,0 0,0-1,3 2,13 1,1-1,-1 0,1-2,0 0,0-2,-1 0,1-2,0 0,0-1,-1-1,0-2,0 0,0-1,0-1,-1 0,-1-2,7-4,-10 7,-1 0,0-1,-1 0,1-2,-2 1,1-2,-1 0,-1 0,0-1,-1-1,0 0,-1 0,0-1,-1 0,-1-1,0 0,-1 0,4-13,-10 21,0 1,-1 0,0 0,0 0,0 0,-1 0,0 0,0 0,0 0,-1 0,0 0,0 0,0 1,-3-5,3 7,1 1,-1-1,1 1,-1 0,0 0,0 0,0 0,0 0,0 0,0 0,0 1,-1-1,1 1,-1 0,1-1,-1 1,1 0,-1 1,0-1,1 0,-1 1,0 0,0-1,0 1,1 0,-1 0,0 1,0-1,1 0,-1 1,0 0,0 0,0 0,-3 2,0 0,1 0,-1 0,0 1,1 0,0 0,0 1,0-1,1 1,0 0,0 0,0 0,0 1,1 0,0-1,0 1,-2 5,-25 110,28-112,1 0,0 0,1-1,0 1,1 0,0-1,0 1,0 0,1-1,1 1,0-1,0 0,0 0,1 0,0 0,1-1,-1 1,1-1,1 0,0-1,0 1,0-1,0 0,1-1,0 1,7 3,11 1,0 0,1-2,-1-1,2 0,-1-2,1-2,-1 0,1-1,0-2,0-1,0-1,2-2,56-4</inkml:trace>
  <inkml:trace contextRef="#ctx0" brushRef="#br1" timeOffset="114673.522">4258 516,'4'5,"3"-2,-2-2,0-5,-1-3,-2-3,-3-2,-4 1,-4 2,1 6,1 4,4 6,5 5,2 1</inkml:trace>
  <inkml:trace contextRef="#ctx0" brushRef="#br1" timeOffset="114977.385">4365 930,'7'1,"1"-1,-1 0,0 0,1-1,-1 0,0-1,1 1,-1-1,0 0,0-1,-1 0,1 0,0-1,-1 1,0-1,0-1,0 1,4-5,-9 8,0 0,-1 1,1-1,0 0,-1 1,1-1,0 0,-1 0,1 0,-1 0,0 0,1 0,-1 0,0 1,1-1,-1 0,0 0,0 0,0 0,0 0,0 0,0 0,0 0,0 0,0 0,-1 0,1 0,0 0,-1 0,1 0,0 0,-1 0,1 0,-1 0,0 1,1-1,-1 0,0 0,1 1,-1-1,0 0,0 1,1-1,-1 1,0-1,0 1,0-1,0 1,0 0,-51-4,49 5,0 0,0 0,0 1,0-1,0 1,1-1,-1 1,0 0,1 0,-1 0,1 0,0 1,0-1,0 1,0-1,0 1,0 0,1 0,-1 0,1 0,0 0,0 0,0 0,0 0,1 0,-1 0,1 0,0 1,0-1,0 0,0 0,0 1,1-1,-1 0,1 0,0 0,0 0,0 0,1 0,0 2,12 9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2:10.7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17 215,'10'45,"0"40,-4 1,-4 73,-2-124,-3 28,-5-56,1-26,-3-37,3 0,1-1,4 0,2-27,0 61,0 3,-1 11,0 0,1 0,1 0,-1-1,1 1,1 0,0 0,0 0,1 1,0-1,2-4,-4 12,-1 0,1 0,0 0,0-1,0 1,0 0,0 1,0-1,0 0,0 0,0 0,1 1,-1-1,0 0,0 1,1-1,-1 1,0 0,1-1,-1 1,1 0,-1 0,0 0,1 0,-1 0,0 0,1 0,-1 0,1 1,-1-1,0 0,1 1,-1-1,0 1,0 0,1-1,-1 1,0 0,0 0,42 37,77 102,-118-138,0-1,0 1,0-1,0 1,0-1,1 0,-1 0,0 0,1 0,-1-1,1 1,-1-1,1 1,-1-1,1 0,-1 0,1 0,-1 0,1 0,-1-1,1 1,-1-1,1 0,-1 0,1 0,-1 0,0 0,0 0,1 0,-1-1,0 1,0-1,0 0,1-1,56-72,-58 72,31-53,-2-1,15-46,-37 85,13-20,-13 44,6 86,-12-61,4 55,3-2,4 1,4-2,10 26,-24-98,1 1,0-1,1 0,0 0,1 0,0-1,1 0,2 3,-9-13,0 1,1-1,-1 0,0 1,0-1,1 0,-1 1,0-1,0 0,1 0,-1 1,0-1,1 0,-1 0,0 1,1-1,-1 0,0 0,1 0,-1 0,1 0,-1 1,0-1,1 0,-1 0,1 0,-1 0,0 0,1 0,-1 0,1 0,-1-1,0 1,1 0,-1 0,0 0,1 0,-1 0,1-1,-1 1,0 0,1 0,-1-1,0 1,0 0,1 0,-1-1,0 1,0 0,1-1,-1 1,0 0,0-1,0 1,0-1,1 1,-1 0,0-1,0 1,0-1,0 1,0 0,0-1,0 1,2-12</inkml:trace>
  <inkml:trace contextRef="#ctx0" brushRef="#br0" timeOffset="1764.812">1046 402,'-5'-2,"0"0,-1 1,1 0,-1 0,0 1,1 0,-1 0,1 0,-1 0,1 1,-1 0,1 0,-1 0,1 1,-1 0,1 0,0 0,0 1,0 0,1 0,-1 0,0 0,1 1,0-1,0 1,0 0,0 1,1-1,0 1,-2 2,-5 11,1 2,0-1,2 1,0 1,1-1,1 1,1 0,1 0,1 1,1-1,0 10,1-29,-1 1,0-1,1 1,0-1,0 1,-1 0,2-1,-1 1,0 0,0-1,1 1,-1-1,1 1,0-1,0 1,0-1,0 1,0-1,1 0,-1 0,1 0,-1 0,1 0,0 0,0 0,0 0,0 0,0-1,0 1,0-1,1 0,-1 0,1 0,-1 0,0 0,1 0,0 0,-1-1,1 1,-1-1,1 0,1 0,5-4,0-1,0 0,-1-1,1 0,-1 0,-1-1,1 0,-1 0,0-1,-1 0,0 0,0-1,0 1,-1-2,3-4,-1 0,0-1,-1 0,-1 1,-1-2,0 1,0 0,-2-1,0 0,-1 0,0-15,3-7,7 50,17 99,-23-76,-1-14,25 96,-27-112,0-1,0 0,0 0,0 0,1 0,-1 0,1-1,0 1,0-1,1 0,-1 1,1-2,-1 1,1 0,0-1,0 0,0 1,0-2,1 1,-1 0,0-1,1 0,-1 0,1 0,2-1,-1-1,0 0,0 0,0 0,0-1,0 0,0 0,-1 0,1-1,0 0,-1 0,0 0,0-1,0 1,0-1,-1-1,1 1,-1-1,0 1,0-1,-1 0,0 0,1-1,-2 1,1-1,-1 0,1 1,-2-1,1 0,-1 0,0 0,0-1,0 1,-1-1,-6-169,-2 58,7 117,1 0,0 1,-1-1,1 0,0 0,0 0,0 1,-1-1,1 0,0 0,0 0,0 0,0 1,1-1,-1 0,0 0,0 0,0 1,1-1,-1 0,0 0,1 1,-1-1,1 0,-1 0,0 1,1-1,0 1,-1-1,1 0,-1 1,1-1,0 1,-1-1,1 1,0 0,0-1,-1 1,1 0,0-1,0 1,0 0,-1 0,1 0,0 0,0 0,0 0,-1 0,1 0,0 0,0 0,0 0,0 0,-1 1,1-1,0 0,0 1,-1-1,1 0,0 1,-1-1,1 1,0 0,153 129,-122-104,62 63,-93-88,0 0,0 0,0 0,0 0,0 0,0 0,0 0,0 1,0-1,0 1,0-1,-1 0,1 1,-1-1,1 1,-1-1,0 1,1 0,-1-1,0 1,0-1,0 1,0-1,0 1,-1 0,1-1,0 1,-1-1,1 1,-1-1,1 1,-1-1,0 0,0 1,0-1,0 0,0 1,0-1,0 0,0 0,0 0,0 0,0 0,-1 0,1 0,-1-1,1 1,0 0,-1-1,1 1,-2 0,-56-1,80-33,-8 17</inkml:trace>
  <inkml:trace contextRef="#ctx0" brushRef="#br0" timeOffset="2027.569">1808 1,'-2'20,"1"19,1 16,3 12,1 11,2 5,-1 3,0-4,-1-8,0-8,0-12,2-15,0-14</inkml:trace>
  <inkml:trace contextRef="#ctx0" brushRef="#br0" timeOffset="2432.375">2169 28,'-15'33,"-1"0,-2-1,-2-1,0 0,-2-2,-1 0,-2-2,0 0,-2-2,-1-1,-1-2,0 0,-5 0,17-11,17-10,0-1,0 0,0 1,0-1,0 0,0 1,0-1,0 1,0-1,0 0,0 1,0-1,0 0,0 1,0-1,0 0,0 1,0-1,1 0,-1 1,0-1,0 0,0 0,1 1,-1-1,0 0,0 0,1 1,-1-1,0 0,1 0,-1 0,0 1,1-1,-1 0,0 0,1 0,-1 0,0 0,1 0,-1 0,0 0,1 0,-1 0,0 0,1 0,-1 0,0 0,1 0,-1 0,0 0,1 0,-1-1,0 1,1 0,-1 0,0 0,1 0,-1-1,0 1,1 0,43 1,90 13,-96-1,-2 2,0 1,0 2,28 19,111 51,-171-86,1 1,0-1,1 0,-1-1,0 1,0-1,1 0,-1-1,1 1,-1-1,0 0,1 0,-1-1,1 1,-1-1,0 0,1-1,-1 1,0-1,0 0,0-1,0 1,0-1,-1 0,1 0,-1 0,3-3,3-10,-1 0,-1 0,-1 0,0-1,-1 0,-1 0,0-1,-1 0,-1 0,-1 0,-1 0,0 0,-2-13,1-14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2:19.9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417 293,'0'0,"0"0,0-1,0 1,1 0,-1 0,0 0,0 0,0 0,1 0,-1 0,0 0,0 0,0 0,1 0,-1 0,0 0,0 0,0 0,1 0,-1 0,0 0,0 0,0 0,1 0,-1 0,0 0,0 0,0 0,0 1,1-1,-1 0,0 0,0 0,0 0,0 0,0 1,0-1,1 0,-1 0,0 0,0 0,0 1,0-1,0 0,0 0,0 0,0 1,0-1,0 0,0 0,3-21,-2 6,-1 0,0 0,-1-1,-1 1,0 0,-1 0,-1 0,0 1,-1-1,-4-6,6 15,0-1,0 1,-1 0,0 0,0 0,-1 1,0-1,0 1,0 0,0 1,-1-1,1 1,-1 0,-1 0,1 1,0 0,-1 0,0 0,1 1,-1 0,0 0,0 1,-4 0,3 0,-1 1,1 0,-1 1,1 0,-1 0,1 1,0 0,0 0,0 1,0 0,0 1,1 0,-1 0,1 0,0 1,0 0,1 0,-1 1,1 0,0 0,1 1,-5 5,-1 3,1 1,0 1,1-1,1 1,0 1,1 0,1 0,1 0,-2 15,4-14,0 1,2 0,0 0,1 0,1 0,1-1,1 1,1 0,5 15,-7-27,0-1,1 1,0-1,0 0,0 0,1 0,0-1,1 0,0 1,0-1,0-1,0 1,1-1,0 0,0 0,1-1,-1 1,1-1,0-1,0 0,0 0,0 0,1 0,-1-1,1-1,2 1,1-1,0-1,0 0,0-1,0-1,0 1,0-2,-1 1,1-1,-1-1,1 0,-1-1,0 0,-1 0,8-6,119-101,-33 9,-101 102,0 0,-1-1,1 1,0 0,0 0,-1 0,1 0,0 0,0 1,0-1,0 1,0-1,0 1,1 0,-1 0,0-1,0 2,0-1,0 0,0 0,0 1,0-1,0 1,0-1,0 1,0 0,0 0,0 0,0 0,-1 0,1 0,0 1,-1-1,1 0,-1 1,1-1,-1 1,0 0,0-1,0 1,0 0,1 2,-1-4,4 9,0-1,1-1,0 1,0-1,1 0,0 0,0-1,1 0,-1 0,1 0,1-1,-1-1,1 1,0-2,0 1,0-1,0 0,1-1,-1 0,1-1,6 1,-10-2,0 0,-1 0,1-1,0 0,-1 0,1 0,-1-1,0 0,1 0,-1 0,0-1,0 1,0-1,-1 0,1-1,-1 1,1-1,-1 0,0 0,-1 0,1-1,-1 1,0-1,0 0,0 0,-1 0,1 0,-1 0,0-1,-1 1,1-1,-1 1,-1-1,1 1,-1-1,1-3,-4 0,0 1,0-1,-1 1,0 0,0 0,0 0,-1 0,-1 1,1 0,-1 0,-1 0,1 1,-1 0,0 0,0 1,-1 0,1 0,-1 0,0 1,-1 1,1-1,-1 1,1 1,-1-1,0 2,0-1,-5 1,10 1,0 0,1 1,-1-1,1 1,0 0,-1 0,1 0,0 0,-1 1,1 0,0-1,0 1,0 0,0 0,1 1,-1-1,1 1,-1-1,1 1,0 0,0 0,0 0,0 0,0 0,1 0,-1 0,1 1,0-1,0 0,0 1,1-1,-1 1,1-1,0 1,0-1,0 1,0 0,1-1,-1 1,1-2,0-1,0 1,0 0,0 0,1 0,-1-1,0 1,1-1,-1 1,1-1,-1 0,1 1,0-1,-1 0,1 0,0 0,0 0,0 0,0-1,0 1,0-1,0 1,0-1,0 0,0 1,0-1,0 0,1 0,-1-1,0 1,0 0,1-1,68-21,3-15,-49 24,0 0,2 2,-1 0,1 2,15-2,-38 10,0 0,0 0,0 1,0 0,0-1,0 2,0-1,0 0,0 1,0 0,0 0,0 0,0 0,0 1,-1-1,1 1,0 0,-1 0,0 0,1 1,-1-1,0 1,0 0,-1 0,1 0,0 0,1 3,4 8,-1 1,0 1,-1-1,0 1,-2 0,0 0,2 14,30 91,-35-119,0 0,0 0,0 0,0-1,0 1,1 0,-1 0,0-1,1 1,-1-1,1 1,0-1,0 0,-1 1,1-1,0 0,0 0,0 0,0-1,0 1,0 0,0-1,1 1,-1-1,0 0,0 0,0 0,0 0,1 0,-1 0,0 0,0-1,0 1,0-1,0 0,0 1,0-1,0 0,0 0,0 0,0-1,0 1,-1 0,1-1,0 1,11-12,0 1,-1-2,0 0,-1 0,-1-1,0 0,-1-1,-1 0,0 0,-2-1,1 0,2-16,-3 11,-1 0,-1 0,-1-1,-1 0,0-12,-4 103,3-58,1 1,0-1,0 0,1 0,1 0,0 0,0 0,1-1,0 1,1-1,4 5,-8-11,1 1,0-1,0 0,1 0,-1 0,0 0,1 0,0-1,0 0,0 0,0 0,0 0,0 0,0-1,1 0,-1 0,0 0,1 0,-1-1,1 0,-1 0,1 0,-1 0,1-1,-1 1,0-1,1 0,2-2,-1 1,-1-1,0 1,0-1,0-1,0 1,0-1,-1 0,1 0,-1 0,0 0,0-1,-1 0,1 0,-1 0,0 0,-1 0,1 0,-1-1,0 0,26-112,-19-25,-2 136,0 27,-7-20,19 73,-14-51,1 1,0 0,2-1,0-1,2 1,10 17,-17-35,0 0,0 0,1-1,-1 1,1-1,0 0,-1 0,1 0,1 0,-1-1,0 0,1 0,-1 0,1 0,0-1,-1 1,1-1,0 0,0-1,0 1,0-1,0 0,0 0,0-1,-1 0,1 1,0-2,0 1,0 0,-1-1,1 0,-1 0,4-2,10-5,0 0,0-2,-2 1,1-2,-1 0,-1-1,0-1,-1 0,-1-1,0 0,-1-1,1-3,-10 12,0 0,0 0,0 0,-1 0,0-1,-1 1,0 0,0-1,0 0,-1 1,0-1,-1 1,1-1,-2 1,1-1,-1 1,0 0,0-1,-1 1,0 0,0 0,8 32,191 705,-191-708,93 438,-91-384,-7-76,0 1,-1-1,1 1,0-1,0 0,0 1,-1-1,1 1,0-1,0 0,-1 1,1-1,0 0,-1 1,1-1,0 0,-1 1,1-1,-1 0,1 0,0 0,-1 1,1-1,-1 0,1 0,-1 0,1 0,0 0,-1 0,1 0,-1 0,1 0,-1 0,1 0,-1 0,1 0,-1 0,1 0,0 0,-1-1,1 1,-1 0,1 0,0 0,-1-1,1 1,-1 0,1-1,0 1,-1 0,1-1,0 1,0 0,-1-1,1 1,0-1,0 1,0 0,-1-1,1 1,0-1,0 1,0-1,0 1,0-1,0 1,0-1,0 1,0-1,-87-157,44 70,3-3,5-1,4-2,4 0,4-2,4-1,0-40,16 112,1 0,1-1,1 1,2 0,0 0,1 0,2 0,5-15,-9 36,0 0,1 0,-1 1,1-1,0 0,0 1,0-1,1 1,-1 0,1-1,0 1,0 0,0 1,0-1,0 1,1-1,-1 1,1 0,0 0,-1 1,1-1,0 1,0-1,0 1,0 1,0-1,0 0,1 1,-1 0,0 0,0 0,0 1,0-1,3 2,3 2,0 1,0 0,-1 0,0 1,0 0,-1 1,1 0,-1 0,-1 1,1 0,-1 0,-1 1,0 0,0 0,-1 0,0 1,0 0,-1 0,0 0,-1 0,0 1,-1-1,0 1,-1 0,0 0,-1-1,0 8,-1-11,0 0,-1 0,0 0,0 0,0 0,-1 0,0-1,-1 1,1-1,-1 0,0 0,-1 0,1-1,-1 1,0-1,-1 0,1-1,-1 1,0-1,0 0,0-1,-1 1,1-1,-1 0,0-1,0 0,0 0,0 0,0-1,0 0,0-1,-1 1,1-1,0-1,-4 0,10 2,0-1,-1 0,1 1,-1-1,1 0,0 0,-1 0,1 0,-1 0,1-1,0 1,-1 0,1-1,0 1,-1-1,1 1,0-1,-1 0,1 1,0-1,0 0,0 0,0 0,0 0,0 0,0 0,0 0,0 0,0 0,1 0,-1-1,0 1,1 0,-1-1,1 1,0 0,-1-1,1 1,0 0,0-1,0 1,0-1,0 1,0 0,0-1,0 1,0-1,1 1,-1 0,1-1,-1 1,1 0,0-1,11-16</inkml:trace>
  <inkml:trace contextRef="#ctx0" brushRef="#br0" timeOffset="1665.785">2970 119,'-15'-7,"9"4,0 0,1 0,-1 0,-1 1,1-1,0 2,-1-1,1 1,0-1,-1 2,0-1,1 1,-1 0,1 0,-1 1,0 0,1 0,0 1,-1 0,1 0,0 0,-2 1,-6 7,1 1,-1 0,2 1,-1 0,2 1,0 0,0 1,1 0,1 1,1 0,0 0,0 1,2 0,0 0,-3 15,8-29,0 0,0 0,0 0,0 0,0 0,1 0,-1 0,1 0,-1 1,1-1,0 0,0 0,0 1,0-1,0 0,0 0,1 1,-1-1,1 0,-1 0,1 0,0 0,0 0,0 0,0 0,0 0,1 0,-1 0,0-1,1 1,0 0,-1-1,1 1,0-1,0 0,0 1,-1-1,1 0,1 0,-1 0,0-1,0 1,0 0,0-1,0 0,1 1,1-1,6-3,0 0,0-1,0 0,-1 0,0-1,1-1,-2 1,1-2,-1 1,0-1,0 0,-1 0,0-1,0 0,-1-1,0 1,0-1,-1-1,-1 1,1 0,-1-1,-1 0,0 0,0 0,-1-3,-2 12,0 1,0 0,0-1,0 1,0-1,0 1,-1-1,1 1,0 0,0-1,0 1,0-1,1 1,-1-1,0 1,0 0,0-1,0 1,0-1,0 1,1 0,-1-1,0 1,0-1,1 1,-1 0,0-1,1 1,-1 0,0 0,1-1,-1 1,0 0,1 0,-1-1,0 1,1 0,-1 0,1 0,-1 0,1 0,-1-1,0 1,1 0,-1 0,1 0,-1 0,1 0,-1 0,0 1,1-1,-1 0,1 0,-1 0,1 0,-1 0,15 26,-15-25,6 11,1 7,1 0,0-1,2 0,0 0,1-1,1 0,0-1,2 0,-1-1,2-1,0 0,4 1,-16-12,0-1,0 0,1 0,-1 0,0-1,1 1,-1-1,1 0,-1 0,1 0,0 0,0-1,-1 0,1 1,0-1,0-1,-1 1,1 0,0-1,-1 0,1 0,0 0,-1 0,1-1,-1 1,0-1,1 0,-1 0,0 0,0 0,1-2,1-10,-1 0,-1 0,0 0,-1 0,0 0,-1-1,-1 1,0-1,-1 1,-1 0,0-1,-3-9,-16-90,22 112,0-1,1 1,0 0,-1 0,1 0,0 0,0 0,0 0,0 1,0-1,0 1,0-1,1 1,-1 0,1 0,-1 0,1 0,-1 0,1 0,-1 1,1-1,0 1,-1 0,1 0,0 0,-1 0,1 0,0 1,-1-1,1 1,1 0,12-1,138-5,-152 5,0 0,1 0,-1 0,0 0,0 1,1-1,-1 1,0-1,0 1,0 0,0 0,0-1,0 2,0-1,0 0,0 0,0 1,-1-1,1 1,-1-1,1 1,-1 0,1-1,-1 1,0 0,0 0,0 0,0 0,0 0,0 0,-1 0,1 1,-1-1,1 0,-1 0,0 0,0 1,0 0,-1 96,0-81,0 0,0 0,2 1,0-1,2 0,0 0,1 3,-3-18,0 0,1 0,-1 0,1-1,-1 1,1 0,0-1,0 0,0 1,0-1,0 0,1 0,-1 0,1 0,-1 0,1-1,0 1,0-1,-1 0,1 0,0 0,0 0,0 0,0-1,0 1,1-1,-1 0,87-10,-70 4,-1-2,1 0,-2-2,1 0,-1-1,-1 0,0-2,0 0,-1-1,-1 0,0-1,-2-1,1-1,-2 1,0-2,-1 0,-1 0,6-16,0-45,-16 77,0 0,0-1,-1 1,1-1,0 1,-1 0,0-1,1 1,-1 0,0 0,0 0,0-1,-1 1,1 0,0 0,-1 1,0-1,1 0,-1 0,0 1,0-1,0 1,0 0,0-1,0 1,0 0,0 0,0 0,-1 1,1-1,-2 0,-3 0,1 1,0 0,-1 1,1 0,-1-1,1 2,0-1,-1 1,1 0,0 0,0 1,0 0,1 0,-1 0,1 1,0 0,0 0,0 0,0 0,1 1,-1 0,1 0,0 0,1 0,-1 1,1 0,0-1,1 1,-1 0,1 0,0 1,1-1,-1 0,1 1,1-1,-1 0,1 1,0-1,1 1,-1-1,1 1,1-1,-1 0,4 3,1-1,0 1,0-1,1-1,0 1,0-1,1-1,0 1,0-1,0-1,1 1,0-2,0 1,0-1,1 0,-1-1,1 0,0-1,0 0,0 0,0-1,0 0,0-1,0 0,5-1,18-2,1-1,-1-1,0-2,0-2,-1 0,0-3,-1 0,0-2,-1-1,0-2,85-48</inkml:trace>
  <inkml:trace contextRef="#ctx0" brushRef="#br1" timeOffset="20479.064">698 1495,'-6'306,"1"-248,5-58,0 0,0 0,-1 0,1-1,0 1,0 0,0 0,0 0,-1 0,1 0,0 0,0 0,0 0,-1 0,1 0,0 0,0 0,0 0,-1 0,1 0,0 0,0 0,0 0,-1 0,1 0,0 0,0 0,0 1,0-1,-1 0,1 0,0 0,0 0,0 0,0 0,0 1,-1-1,1 0,0 0,0 0,0 0,0 1,0-1,0 0,0 0,0 0,0 1,0-1,0 0,0 0,0 0,0 1,0-1,0 0,0 0,0 0,-6-17,-8-45,3-1,2 0,1-58,7 110,0-1,1 1,1-1,0 1,1-1,0 1,0 0,1 0,1 0,0 0,0 1,1-1,0 1,1 0,0 0,1 1,0 0,0 0,1 1,0 0,1 0,-1 1,1 0,1 0,0 1,0 0,8-3,-15 7,0 0,0 0,1 0,-1 0,1 1,0-1,-1 1,1 0,0 0,0 1,-1-1,1 1,0 0,0 0,0 0,0 0,0 0,0 1,-1 0,1 0,0 0,0 0,-1 1,1-1,-1 1,1 0,-1 0,0 0,0 1,0-1,0 1,0-1,-1 1,1 0,-1 0,1 0,-1 1,0-1,1 2,-2 8,0 0,-1-1,-1 1,0-1,0 1,-1-1,-1 1,0-1,0 0,-1 0,-1-1,0 1,-1-1,0 0,-1 0,0-1,0 1,-1-2,-7 8,10-11,0 0,0 0,-1-1,0 1,0-1,0 0,-1-1,0 1,-6 2,4-9,21-10,-2 7,1 0,1 0,-1 1,1 1,0 0,0 1,-1 0,2 0,-1 2,0-1,0 1,0 1,4 1,-11-1,1 0,0 0,-1 0,1 1,-1 0,0 0,0 0,1 1,-1 0,-1 0,1 0,0 0,-1 1,0 0,0 0,0 0,0 0,0 1,-1-1,0 1,0 0,0 0,-1 0,0 1,0-1,0 0,0 1,-1-1,0 1,0 0,-1-1,1 1,-1 0,0 0,-1-1,0 6,-5 7,0 0,-1-1,0 0,-2-1,0 1,-1-2,0 1,-1-1,-1-1,0 0,-1-1,-1 0,0-1,0 0,-3 0,12-7,-1-1,0 1,-1-1,1 0,-1 0,0 0,0-1,0 0,0-1,0 0,-5 1,11-3,1 0,-1 1,0-1,0 0,1 0,-1 0,0 0,0 0,0 0,1 0,-1-1,0 1,0 0,0 0,1-1,-1 1,0 0,1-1,-1 1,0-1,1 1,-1-1,0 1,1-1,-1 1,1-1,-1 1,1-1,-1 0,1 1,0-1,-1 0,1 0,0 1,-1-1,1 0,0 0,0 1,0-1,0 0,0 0,0 0,0 1,0-1,0 0,0 0,0 0,0 1,1-1,-1 0,0 0,0 1,1-1,0 0,5-17</inkml:trace>
  <inkml:trace contextRef="#ctx0" brushRef="#br1" timeOffset="20947.334">1099 1549,'3'-2,"25"-15,2 1,0 1,1 2,0 1,1 1,18-2,-48 12,0 0,1 0,-1 1,0-1,1 1,-1 0,1 0,-1 0,1 0,-1 0,0 0,1 1,-1-1,1 1,-1 0,0 0,0 0,1 0,-1 0,0 0,0 0,0 1,0-1,0 1,0-1,-1 1,1 0,0 0,-1 0,0 0,1 0,-1 0,0 0,0 0,0 1,0-1,0 0,-1 1,1-1,-1 0,0 1,1 0,-2 14,-1-1,-1 1,0-1,-2 0,1 0,-2 0,0-1,-1 0,0 0,-1 0,-1-1,-9 11,1 3,16-26,-12 22,13-23,0-1,-1 0,1 0,0 1,0-1,0 0,0 0,-1 1,1-1,0 0,0 1,0-1,0 0,0 1,0-1,0 0,0 1,0-1,0 0,0 1,0-1,0 0,0 1,0-1,0 0,0 1,1-1,-1 0,0 1,0-1,0 0,0 0,1 1,-1-1,0 0,0 0,1 1,-1-1,0 0,0 0,1 0,-1 1,0-1,1 0,-1 0,0 0,1 0,-1 0,0 0,1 0,-1 0,0 0,1 0,-1 0,0 0,1 0,-1 0,0 0,1 0,-1 0,0 0,0 0,1 0,-1 0,0-1,95-38,-86 34,2 0,-1 1,0 0,1 1,-1 1,1-1,0 2,0-1,0 2,0-1,0 1,0 1,11 2,-20-2,0-1,1 1,-1 1,1-1,-1 0,0 0,0 1,0 0,0-1,0 1,0 0,0 0,-1 0,1 0,-1 0,1 0,-1 0,0 1,1-1,-1 0,-1 1,1-1,0 1,-1-1,1 1,-1 0,0-1,1 1,-1-1,-1 1,1 0,0-1,-1 1,1-1,-1 1,0-1,1 1,-1-1,-1 2,-54 90,40-75,0-1,-1-1,-1-1,-1 0,-1-1,0-1,0-1,-8-3,27-10,1 0,-1 0,1 0,-1-1,1 1,0 0,-1 0,1 0,-1 0,1-1,-1 1,1 0,0 0,-1-1,1 1,0 0,-1-1,1 1,0 0,-1-1,1 1,0 0,0-1,-1 1,1-1,0 1,0-1,0 1,0-1,0 1,0 0,0-1,-1 1,1-1,0 1,1-1,-1 1,0-1,0 1,0-1,0 1,0 0,0-1,0 1,1-1,-1 1,0-1,0 1,1 0,-1-1,0 1,1 0,-1-1,0 1,1 0,9-21</inkml:trace>
  <inkml:trace contextRef="#ctx0" brushRef="#br1" timeOffset="23096.138">1834 1469,'-3'0,"0"-2,1-4,-3-2,0 0</inkml:trace>
  <inkml:trace contextRef="#ctx0" brushRef="#br1" timeOffset="23360.39">1981 1736,'0'7,"-2"2,-1-3,2-2,2-1</inkml:trace>
  <inkml:trace contextRef="#ctx0" brushRef="#br1" timeOffset="23871.2">2636 1255,'-10'-3,"1"1,-1 0,0 1,0 0,0 0,0 1,0 1,0 0,0 0,0 1,0 0,0 0,1 1,-1 1,1-1,0 2,0-1,0 1,1 1,-1-1,1 1,1 1,-1-1,1 2,-5 5,1-1,0 1,1 0,1 1,0 0,0 1,2 0,0 0,0 0,2 1,0 0,0 3,4-16,0-1,1 1,0 0,0 0,-1 0,1-1,1 1,-1 0,0 0,1-1,0 1,-1 0,1 0,0-1,0 1,1-1,-1 1,0-1,1 0,0 1,-1-1,1 0,0 0,0 0,0 0,0 0,1-1,-1 1,0-1,1 1,-1-1,1 0,-1 0,1 0,0 0,-1-1,1 1,0-1,0 1,-1-1,1 0,1 0,11-1,1-1,-1-1,0 0,0-1,-1 0,1-1,-1-1,0 0,0-1,-1 0,0-2,0 1,-1-1,0-1,-1 0,0-1,0 0,-1-1,-1 0,0-1,0 0,-1 0,-1-1,0 0,-1 0,-1-1,3-11,-8 26,0 0,0-1,0 1,0 0,0-1,0 1,0 0,0-1,0 1,1 0,-1-1,0 1,0 0,0 0,0-1,1 1,-1 0,0-1,0 1,1 0,-1 0,0 0,1-1,-1 1,0 0,1 0,-1 0,0 0,1 0,-1 0,0-1,1 1,-1 0,0 0,1 0,-1 0,0 0,1 0,-1 0,0 0,1 1,-1-1,0 0,1 0,-1 0,0 0,1 0,-1 1,0-1,1 0,-1 0,0 0,0 1,1-1,-1 0,0 0,0 1,0-1,1 0,-1 1,0-1,0 0,0 1,0-1,0 0,16 27,-14-23,9 13,-2 0,0 1,-1 0,-1 0,-1 1,-1 0,0 0,-1 0,-1 0,-1 1,-1 0,0-1,-2 1,0 0,-1-1,-1 1,-5 15,3-21,-1 1,0-1,-1 0,-1-1,0 0,-1 0,0-1,-1 0,0 0,-10 8,19-20,1 1,0 0,-1 0,0 0,1 0,-1 0,1-1,-1 1,0 0,0-1,1 1,-1 0,0-1,0 1,0-1,0 1,0-1,0 0,1 1,-1-1,0 0,0 1,0-1,0 0,0 0,0 0,0 0,0 0,0 0,0 0,0-1,0 1,0 0,0 0,0-1,0 1,0-1,0 1,0-1,0 1,1-1,-1 1,0-1,0 0,1 0,-1 1,0-1,1 0,-1 0,1 0,-1 1,1-1,-1 0,1-1,-1-17</inkml:trace>
  <inkml:trace contextRef="#ctx0" brushRef="#br1" timeOffset="24362.334">2997 1215,'7'17,"1"0,0-1,2-1,0 0,0 0,1 0,1-2,1 1,0-2,0 1,1-2,1 0,15 9,79 73,-106-90,0-1,0 1,-1 0,1 0,0 0,-1 0,0 0,0 1,0-1,0 1,-1 0,1-1,-1 1,0 0,0 0,0 0,-1-1,1 1,-1 0,0 0,0 0,0 0,-1 0,1 0,-1 0,0 0,0 0,0-1,-1 1,1 0,-1-1,0 1,0-1,0 0,-2 2,-2 0,1 0,-1-1,0 0,-1-1,1 1,-1-1,1 0,-1-1,0 0,0 0,0 0,0-1,0 0,-1 0,1-1,0 0,0 0,0-1,-1 0,1 0,0 0,0-1,0 0,0-1,1 0,-1 0,1 0,-1-1,1 1,0-2,1 1,-2-1,5 2,-1 0,1-1,0 1,0-1,0 1,0-1,1 0,-1 1,1-1,0 0,0 0,0 0,1 0,-1 0,1 0,0 0,0 0,1 0,-1-1,1 1,0 1,0-1,0 0,0 0,1 0,0-1,58-94,-53 90,43-57,-28 41,-1-1,-2-2,0 0,-2 0,-2-2,0 0,-2-1,1-6,-12 33,-1 0,0 0,0-1,0 1,0 0,0-1,-1 1,0-1,0 1,0-1,-1 1,1-1,-1 1,0 0,0-1,-1 1,1 0,-1 0,0 0,0 0,0 0,-1 0,1 1,-1-1,0 1,0 0,0-1,-1 1,1 1,-1-1,1 0,-1 1,0 0,0 0,0 0,0 0,0 1,-1 0,1-1,-2 1,0 1,-1-1,0 1,1 1,-1-1,1 1,-1 0,1 1,-1-1,1 1,0 1,0-1,0 1,0 0,0 0,1 1,-1-1,1 1,-1 2,-80 88,50-41,7-3</inkml:trace>
  <inkml:trace contextRef="#ctx0" brushRef="#br1" timeOffset="25486.152">269 2913,'5'21,"6"15,3 11,2 6,-2 0,-2-4,-1-7,-4-11</inkml:trace>
  <inkml:trace contextRef="#ctx0" brushRef="#br1" timeOffset="25953.056">189 2725,'37'-5,"0"1,-1 2,1 2,0 1,0 2,7 2,-34-3,0 1,0-1,0 1,0 1,-1 0,1 0,-1 1,0 0,0 1,-1 0,0 0,0 1,0 0,-1 1,0-1,0 1,-1 0,0 1,0 0,-1 0,0 0,-1 1,0-1,0 1,1 9,1 8,-2 1,0-1,-2 1,-2 27,3 37,-3-91,-1 1,1-1,0 1,0-1,0 1,0-1,0 0,0 1,0-1,0 1,1-1,-1 1,0-1,1 0,0 1,-1-1,1 0,0 0,-1 1,1-1,0 0,0 0,0 0,0 0,0 0,0 0,0 0,0 0,1-1,-1 1,0 0,0-1,1 1,-1-1,1 1,-1-1,0 1,1-1,0 0,4-3,-1-1,1 1,-1-1,0-1,0 1,0-1,-1 1,0-1,0-1,0 1,0 0,0-2,1 0,90-164,-94 169,-1 2,0-1,0 1,0-1,0 1,0-1,0 0,0 1,0-1,0 1,0-1,0 1,0-1,0 1,0-1,1 0,-1 1,0-1,0 1,1-1,-1 1,0 0,1-1,-1 1,1-1,-1 1,0 0,1-1,-1 1,1 0,-1-1,1 1,-1 0,1 0,-1-1,1 1,0 0,-1 0,1 0,-1 0,1 0,-1 0,1 0,0 0,-1 0,1 0,-1 0,1 0,-1 0,1 0,-1 1,1-1,-1 0,1 0,-1 1,1-1,-1 0,1 1,0-1,21 117,-17-98,0 0,1-1,0 1,2-2,7 15,-13-28,1 0,-1 0,1 0,0 0,0-1,0 1,0-1,1 0,-1 0,1 0,0 0,0-1,0 1,0-1,0 0,1 0,-1-1,0 1,1-1,0 0,-1 0,1 0,0-1,-1 0,1 0,2 0,18-6,-3-3</inkml:trace>
  <inkml:trace contextRef="#ctx0" brushRef="#br1" timeOffset="26308.86">1273 2980,'80'-77,"-47"47,-1 0,-1-3,-2 0,-2-2,10-17,-30 41,-2 0,1 0,-1-1,-1 0,0 0,-1 0,2-11,-4 19,0-1,-1 1,0-1,0 0,0 1,0-1,-1 1,1-1,-1 1,0-1,-1 1,1 0,-1-1,0 1,0 0,0 0,0 0,-1 0,0 1,1-1,-2 1,-1-3,3 5,1-1,0 1,0 0,-1 0,1 0,0 0,-1 0,1 1,-1-1,1 0,-1 1,1-1,-1 1,0-1,1 1,-1 0,0-1,1 1,-1 0,0 0,1 0,-1 1,0-1,1 0,-1 1,1-1,-1 1,0-1,1 1,-1 0,1 0,0-1,-1 1,1 0,0 0,-1 1,1-1,-29 57,23-16,1 0,3 0,1 0,3 0,1 1,2-1,3 11,55 260,-24-139,-32-141,-2-9</inkml:trace>
  <inkml:trace contextRef="#ctx0" brushRef="#br1" timeOffset="26557.672">1245 3247,'5'-3,"10"-4,15-7,15-11,13-13,14-12,10-9,-9 7</inkml:trace>
  <inkml:trace contextRef="#ctx0" brushRef="#br1" timeOffset="27530.25">2743 2418,'-15'4,"0"1,1 0,-1 2,1-1,1 2,-1 0,1 0,1 1,-1 1,2 0,-1 1,1 0,1 0,0 1,1 1,-3 4,-37 73,47-87,1 1,0-1,0 1,0 0,1-1,-1 1,1 0,0 0,0 0,0-1,0 1,1 0,-1 0,1-1,0 1,0-1,1 1,-1 0,1-1,-1 0,1 1,0-1,1 0,-1 0,1 1,9 5,1-1,-1 0,1-1,1 0,0-1,-1 0,2-1,-1-1,0 0,1-1,12 0,24 9,-49-12,100 38,-100-36,1-1,-1 0,0 1,0 0,0-1,0 1,0 0,0 0,0 0,-1 0,1 1,-1-1,1 0,-1 1,0-1,0 0,0 1,0 0,-1-1,1 1,-1-1,1 1,-1 0,0-1,0 1,0 0,0 0,-1-1,1 1,-1 0,1-1,-1 1,0-1,0 1,0-1,-1 1,0 1,-11 15,-1-1,-1 0,-1-1,0-1,-1-1,-1 0,0-1,-1-1,-1 0,-1-1,-94 48,115-59,-1-1,1 0,0 1,0-1,0 0,-1 1,1-1,0 0,0 0,-1 1,1-1,0 0,-1 0,1 1,0-1,-1 0,1 0,0 0,-1 0,1 0,0 0,-1 1,1-1,0 0,-1 0,1 0,-1 0,1 0,0 0,-1 0,1-1,0 1,-1 0,1 0,-1 0,1 0,0 0,-1 0,1-1,0 1,0 0,-1 0,1-1,0 1,-1 0,1 0,0-1,0 1,0 0,-1-1,1 1,0 0,0-1,0 1,0 0,-1-1,1 1,0 0,0-1,0 1,0-1,0 1,0 0,0-1,0 1,0 0,0-1,8-11</inkml:trace>
  <inkml:trace contextRef="#ctx0" brushRef="#br1" timeOffset="28056.746">3050 2565,'-7'6,"-1"-1,1 1,0 0,0 0,1 1,0 0,0 0,0 0,1 1,0 0,1 0,0 0,0 1,1-1,0 1,0 0,-1 7,-1 15,0-1,2 2,1-1,1 18,1-31,1-1,1 0,0 1,1-1,1 0,1 4,-4-17,1 1,-1-1,1 0,0 1,0-1,0 0,1 0,-1-1,1 1,0 0,0-1,1 0,-1 1,0-1,1-1,0 1,0 0,0-1,0 0,0 0,0 0,1-1,-1 1,0-1,4 1,3-3,0-1,-1 0,1 0,-1-1,1 0,-1-1,0 0,-1-1,1 0,-1 0,0-1,0-1,0 1,-1-1,0-1,-1 1,1-1,-2-1,1 1,3-7,1-2,0-1,-1 0,-1 0,0-1,-2-1,0 1,-1-1,-1 0,-1-1,-1 1,0-1,-2 0,-1 1,0-1,-1 0,-1 1,-2-1,0 1,0 0,-2 0,-1-1,3 11,0-1,-1 1,0 0,-1 0,0 0,-1 1,0-1,0 2,-1-1,-8-7,12 13,0 0,-1-1,1 1,-1 1,0-1,0 1,0 0,0 0,0 0,0 0,0 1,-1 0,1 0,0 1,-1-1,1 1,-1 1,1-1,0 1,-1-1,1 2,0-1,-6 2,2 2,-1 1,0 0,1 1,0-1,1 2,-1-1,1 1,1 1,0-1,0 1,0 1,1-1,1 1,0 0,0 0,1 0,0 1,1 0,0 0,0 0,1 0,1 0,0 0,1 0,0 1,0-1,1 0,1 0,0 0,2 6,3 0,2-1,0 0,1 0,1-1,0-1,1 1,0-2,1 0,1 0,0-1,0-1,1-1,1 0,0 0,0-2,1 0,1-1,51 33,-55-32,0 0,-1 1,0 1,0 0,-1 0,-1 1,1 1,-2 0,0 0,0 1,-1 1,-1-1,0 2,-1-1,0 1,0 2,0 12,-1-6</inkml:trace>
  <inkml:trace contextRef="#ctx0" brushRef="#br1" timeOffset="28475.984">3652 2632,'-7'9,"1"1,1-1,-1 1,2 0,-1 0,2 1,-1-1,1 1,1 0,0 0,0 0,1 0,1 0,0 0,0 0,1 1,1-1,0 0,0-1,1 1,2 4,0-4,0 0,1-1,0 1,1-2,0 1,1-1,0 0,0 0,1-1,0 0,0-1,1 0,0 0,0-1,1 0,-1-1,1 0,1-1,-1 0,0-1,1 0,0-1,7 0,-14-1,1-1,-1-1,0 1,0-1,1 0,-1 0,0 0,0-1,0 0,0 0,-1 0,1-1,0 1,-1-1,0 0,1 0,-1-1,0 1,-1-1,1 0,-1 0,0 0,0-1,0 1,0-1,-1 0,0 1,0-1,1-2,2-7,-1 1,0-1,-1-1,-1 1,0 0,-1-1,-1 1,0-1,0 1,-2-5,0 4,0 1,-1 0,-1 1,0-1,0 1,-2-1,1 1,-2 1,0-1,0 1,-1 0,-1 1,0 0,0 0,-1 1,0 0,-1 1,0 0,-1 1,0 0,0 1,0 0,-3 0,9 5,1 1,0 0,0 0,-1 1,1-1,-1 1,1 0,0 1,-1-1,1 1,0 0,-1 1,1-1,0 1,0 0,0 0,0 1,1-1,-1 1,1 0,-1 0,1 1,0-1,0 1,0 0,1 0,0 0,-1 0,1 1,1 0,-1-1,1 1,-1 1,-4 8,1 0,0 0,1 0,1 0,0 1,1 0,1 0,0 0,0 13,4 16</inkml:trace>
  <inkml:trace contextRef="#ctx0" brushRef="#br1" timeOffset="28994.246">4535 2445,'166'3,"-163"-2,1-1,-1 1,1 0,-1 0,0 0,1 0,-1 1,0-1,0 1,0 0,0 0,0 0,0 0,-1 1,1-1,-1 1,0-1,1 1,-1 0,0 0,-1 0,1 0,0 0,-1 0,0 1,0-1,0 0,0 1,0-1,-1 1,0-1,1 2,-3 13,0 0,-1 0,0 0,-2 0,0 0,-1-1,-1 0,0 0,-2 0,1-1,-7 8,13-22,-115 205,117-205,-2 0,1-1,0 1,0-1,-1 1,2 0,-1-1,0 1,0 0,0 0,1 0,-1 0,1 0,-1 0,1 0,0 0,0 0,0 0,0 0,0 0,0-1,1 1,-1 0,1 0,-1 0,1 0,0 0,0 0,-1-1,1 1,1 0,-1-1,0 1,0-1,2 2,5-1,1 0,0 0,-1-1,1 0,0-1,0 1,0-2,0 0,0 0,-1 0,1-1,8-3,-17 5,59-15,-1-3,-1-2,-1-3,-1-2,39-25,-57 28</inkml:trace>
  <inkml:trace contextRef="#ctx0" brushRef="#br1" timeOffset="29592.71">4347 2271,'-14'18,"-6"18,-2 16,2 17,5 16,7 8,12 3,14-2,13-9,15-16,14-16,9-18,-6-15</inkml:trace>
  <inkml:trace contextRef="#ctx0" brushRef="#br1" timeOffset="29840.69">5123 2191,'18'18,"13"15,10 14,5 9,2 10,-6 9,-9 10,-13 9,-19 8,-23 9,-26 6,-5-15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2:54.4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1538,'0'-1,"0"1,0-1,0 0,0 1,1-1,-1 0,0 1,0-1,1 0,-1 1,0-1,1 1,-1-1,0 0,1 1,-1-1,1 1,-1-1,1 1,-1-1,1 1,-1 0,1-1,0 1,-1 0,1-1,0 1,-1 0,1 0,0 0,-1 0,1-1,0 1,-1 0,1 0,0 0,-1 0,1 0,0 1,0-1,-1 0,1 0,-1 0,1 1,0-1,-1 0,1 1,0-1,-1 0,1 1,-1-1,1 1,25 29,-7 8,-2 0,-1 1,-2 0,-2 1,-2 1,-2 0,2 20,29 239,-39-298,0 0,0 0,0 0,0-1,0 1,1 0,-1 0,0 0,1-1,0 1,-1 0,1 0,0-1,0 1,0-1,0 1,0-1,0 1,0-1,1 0,-1 1,0-1,1 0,-1 0,1 0,-1 0,1 0,0 0,-1-1,1 1,0-1,0 1,-1-1,1 1,2-1,201-7,207 19,647-37,-29-23,32 4,-175 13,446-15,-275 12,-616 18,113-32,-166 18,113 15,-320 16,99 0,88-18,-56-17,268-18,-141 47,199-11,-351-11,294-18,-131 38,201-10,-90-29,524-27,-121 26,-701 27,820-42,240 37,-310 38,-828-14,299 8,-426-3,-1 3,0 2,-1 3,0 2,10 7,-45-15,-22-6,0 0,1 0,-1 0,1-1,-1 1,0 0,1 0,-1 0,1 0,-1-1,0 1,1 0,-1 0,0-1,1 1,-1 0,0 0,0-1,1 1,-1 0,0-1,0 1,0-1,1 1,-1 0,0-1,0 1,0-1,0 1,0 0,0-1,0 1,0-1,0 1,0 0,0-1,0 1,0-1,0 1,0 0,0-1,0 1,0-1,-1 1,1 0,0-1,0 1,-1 0,1-1,0 1,0 0,-1-1,1 1,0 0,-1 0,1-1,0 1,-1 0,1 0,-1-1,-11-20</inkml:trace>
  <inkml:trace contextRef="#ctx0" brushRef="#br0" timeOffset="2933.703">108 1538,'-1'-1,"0"1,0-1,0 0,1 0,-1 0,0 0,0 1,1-1,-1 0,0 0,1-1,-1 1,1 0,-1 0,1 0,0 0,-1 0,1 0,0-1,0 1,0 0,0 0,0 0,0 0,0-1,0 1,1 0,-1 0,0 0,1 0,-1 0,1 0,-1-1,1 1,0 0,-1 0,1 1,0-1,-1 0,1 0,0 0,0 0,0 1,0-1,0 0,0 1,0-1,177-37,-4 0,-4-1,2 8,3 7,45 13,163 14,113-3,248-64,-134 9,-172 33,-74 5,53-22,255-74,-232 35,44 15,370-4,-217-20,-237 28,266-1,221 43,-320-36,129-7,-601 56,967-63,-963 56,144-15,84 7,1137-5,-1026 25,933-10,-1300 7,1004-55,615-61,-863 88,797 31,-1620-1,-1-1,0 1,0 0,1 0,-1 1,0-1,0 1,0-1,0 1,0 0,1 0,-2 1,1-1,0 0,0 1,0 0,-1 0,1 0,-1 0,1 0,-1 0,0 1,0-1,0 1,0-1,0 1,-1 0,1 0,-1 0,0 0,1 0,-1 0,-1 0,4 17,-2 1,-1-1,0 0,-1 1,-1-1,-1 0,-3 12,0 8,0-6,1-1,3 0,0 0,2 1,2-1,1 0,1 0,2 0,1-1,4 7,95 155,-86-138,-25-40</inkml:trace>
  <inkml:trace contextRef="#ctx0" brushRef="#br0" timeOffset="3471.318">19506 1,'0'23,"0"23,-2 22,-1 20,0 17,5 13,7 3,8-1,7-4,3-9,1-10,-3-23</inkml:trace>
  <inkml:trace contextRef="#ctx0" brushRef="#br0" timeOffset="4099.815">16311 255,'0'11,"2"20,1 25,4 26,6 26,5 19,7 12,5 4,4-3,4-11,0-14,-7-28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3:04.33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0 330,'19'-19,"173"-272,-191 289,-1 1,0 0,0 1,0-1,1 0,-1 1,0-1,0 0,0 0,1 1,-1-1,0 0,1 1,-1-1,0 0,1 1,-1-1,1 1,-1-1,1 1,-1-1,1 1,0-1,-1 1,1 0,0-1,-1 1,1 0,0-1,-1 1,1 0,0 0,0 0,-1 0,1-1,0 1,0 0,-1 0,1 0,0 1,-1-1,1 0,0 0,0 0,-1 1,1-1,0 0,-1 0,1 1,0-1,-1 1,1-1,-1 1,2 0,1 152,1-116,2 0,1 0,2-1,3 5,-4-15,0 0,-2 1,-1 0,-1 0,-2 0,0 0,-2 1,-1 6,1-31,-1 0,1 1,-1-1,1 0,-1 0,0 0,0 0,-1 0,1 0,0 0,-1 0,0 0,0-1,0 1,0 0,0-1,0 0,-1 1,1-1,-1 0,0-1,1 1,-1 0,0-1,0 1,0-1,0 0,0 0,-1 0,1 0,0-1,0 1,0-1,-1 0,1 0,0 0,-1 0,1-1,-34-7,37 7,0 0,0 1,1-1,-1 0,0 0,1 0,-1 1,0-1,1 0,-1 0,1 1,-1-1,1 0,0 1,-1-1,1 1,0-1,-1 1,1-1,0 1,0-1,-1 1,1 0,0 0,0-1,0 1,-1 0,1 0,0 0,0 0,0 0,0 0,0 0,0 0,-1 0,57-17,0 3,1 3,0 2,1 3,0 2,8 3,17 9,-81-6,-6 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3:06.50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0 104,'1'-2,"0"-1,-1 1,1-1,0 1,0 0,0 0,0-1,0 1,1 0,-1 0,1 0,-1 0,1 0,0 0,0 1,0-1,0 1,0-1,0 1,0 0,0 0,1 0,0-1,20-8,0 1,1 1,-1 1,1 2,1 0,-1 1,1 2,-1 0,2 2,-11-1,-1 1,1 1,-1 0,1 1,-1 1,0 0,0 1,10 4,-18-6,-1 1,0-1,0 1,0 0,0 1,-1-1,1 1,-1 0,0 0,0 0,0 1,-1-1,1 1,-1 0,0 0,0 0,-1 0,0 1,0-1,0 1,-1-1,1 1,-1 2,0 10,-1 1,-1 0,0 0,-2 0,0 0,-1-1,-1 0,0 0,-2 0,0 0,-8 12,-27 88,41-117,1 0,-1-1,1 1,0 0,-1-1,1 1,0 0,-1 0,1-1,0 1,0 0,0 0,0 0,0-1,0 1,0 0,0 0,0 0,0-1,0 1,1 0,-1 0,0 0,0-1,1 1,-1 0,1-1,-1 1,0 0,1-1,-1 1,1 0,0-1,-1 1,1-1,-1 1,1-1,0 0,-1 1,1-1,0 1,0-1,-1 0,1 0,0 1,0-1,0 0,-1 0,1 0,0 0,0 0,0 0,42-17,-17-4,-1 0,-1-1,-1-1,-1-2,-1 0,-1-1,-1-1,-2-1,-1 0,-1-2,-1 1,-2-2,-1 0,6-25,-4-16,-17 69,-3 17,-4 22,2 1,2 0,1 1,1 0,3 0,1 26,1-42,0 0,2 0,0 0,2 0,1 0,0 0,1-1,6 11,-9-25,0 1,1-1,0 0,0 0,1 0,-1-1,2 1,-1-1,1 0,0-1,0 1,0-1,1 0,0-1,0 0,0 0,0 0,1-1,-1 0,1 0,0-1,0 0,0-1,4 1,-8-1,0-1,0 1,0-1,1 0,-1 0,0-1,0 1,1-1,-1 0,0 0,0 0,0 0,0-1,0 0,0 0,-1 0,1 0,-1 0,1-1,-1 0,0 1,0-1,0 0,0-1,0 1,-1 0,1-1,-1 0,0 1,0-1,-1 0,1 0,-1 0,0 0,0 0,0-1,0 1,-1 0,0 0,0-1,0 1,0 0,-1 0,1-1,-1 1,0 0,-1 0,1 0,-1 0,0-2,-8-4,0 1,0-1,-1 1,0 1,0 0,-1 1,0 0,0 1,-1 0,0 1,0 0,0 1,-1 1,1 0,-1 0,-11 1,-73-12,1 5,-1 4,-9 5,36-1,13-3,77-6,300-30,495-94,-721 120,-199 29,84-13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3:15.2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0 335,'21'0,"15"0,13 0,10-2,9-4,5-2,3 0,-1-1,-6 1,-8 1,-12 3,-12 2,-10 1,-10-2,-7 0</inkml:trace>
  <inkml:trace contextRef="#ctx0" brushRef="#br0" timeOffset="340.133">495 0,'0'4,"0"1,0-1,1 0,-1 0,1 0,0 0,0 0,0 0,0 0,1 0,0-1,0 1,0 0,0-1,0 1,1-1,-1 0,1 0,0 0,0 0,0 0,0-1,1 1,-1-1,1 0,0 0,-1 0,1-1,0 1,0-1,0 0,0 0,0 0,4 0,124 29,-103-26,-1 2,0 0,0 2,21 10,-44-17,-1 1,0 0,0 0,0 0,0 1,0 0,0-1,-1 1,1 0,-1 1,0-1,0 1,0-1,0 1,-1 0,1 0,-1 0,0 0,0 0,-1 1,1-1,-1 1,0-1,0 1,-1-1,1 5,-5 9,-1 1,0-1,-2-1,0 1,0-1,-2 0,0-1,-1 0,-1 0,0-1,-1 0,-1-1,-12 11,-160 162,174-170,11-9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3:31.1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95 266,'18'112,"-15"-71,-3 1,-1-1,-2 1,-2-1,-1 0,-3 0,-1-1,-15 37,17-57,7-20,0-1,0 1,0-1,0 1,0-1,1 1,-1-1,0 1,0-1,0 0,1 0,-1 1,0-1,1 0,-1 0,0 0,1 0,-1 0,1 1,0-1,-1 0,1 0,0 0,-1 0,1 0,0 0,0-1,0 1,0 0,0 0,0 0,0 0,1 0,-1 0,0 0,0 0,0 0,-16-131,4-1,7-124,13 182,-8 75,0 0,0 1,0-1,0 0,1 1,-1-1,0 0,0 1,1-1,-1 0,0 0,0 1,1-1,-1 0,0 0,1 1,-1-1,0 0,1 0,-1 0,0 0,1 0,-1 1,1-1,-1 0,0 0,1 0,-1 0,0 0,1 0,-1 0,1 0,-1 0,0-1,1 1,-1 0,0 0,1 0,-1 0,0 0,1-1,-1 1,0 0,1 0,-1 0,0-1,1 1,-1 0,0-1,0 1,0 0,1-1,-1 1,0 0,0-1,0 1,0 0,1-1,-1 1,0 0,0-1,0 1,0-1,0 1,0 0,0-1,0 1,0 0,0-1,17 34,-14-26,10 24,-9-20,0 0,1-1,0 1,1-1,-1 0,2-1,0 1,0-1,0-1,1 0,1 0,2 3,-8-10,0 0,0 0,1 1,-1-2,0 1,0 0,0-1,1 1,-1-1,0 0,0 0,1 0,-1-1,0 1,0-1,1 0,-1 0,0 0,0 0,0 0,0-1,0 1,0-1,0 0,65-51,-66 50,11-8,-1-2,-1 0,0 0,0-1,-2 0,6-12,-13 23,-2 2,0 1,0-1,0 1,0-1,0 1,0-1,0 1,0-1,0 1,0-1,0 1,0-1,1 1,-1-1,0 1,0-1,1 1,-1 0,0-1,0 1,1-1,-1 1,1 0,-1-1,0 1,1 0,-1-1,1 1,-1 0,0 0,1-1,-1 1,1 0,-1 0,1 0,-1 0,1 0,-1 0,1 0,-1 0,1 0,-1 0,1 0,-1 0,1 0,-1 0,1 0,-1 0,1 0,-1 1,1-1,-1 0,1 0,-1 1,1-1,-1 0,0 1,1-1,-1 0,0 1,1-1,-1 1,0-1,1 0,-1 1,31 116,-11 30,-6 1,-6 72,-3-178,0-55,-11-42,3 36</inkml:trace>
  <inkml:trace contextRef="#ctx0" brushRef="#br0" timeOffset="360.479">763 146,'7'91,"-4"0,-6 46,0 15,2-141,0 0,1 0,0 1,1-1,0 0,0 0,2 0,-1 0,1 0,1 0,0-1,0 1,1-1,0 0,1-1,0 1,1-1,0 0,0-1,1 0,0 0,0 0,4 1,2-2,1-1,0 0,1-1,0-1,-1 0,1-1,0-1,0 0,1-1,-1-1,0-1,0 0,0-1,0-1,0 0,0-1,-1-1,1 0,-1-1,-1-1,1 0,-1-1,12-9,6-12,-9 2</inkml:trace>
  <inkml:trace contextRef="#ctx0" brushRef="#br0" timeOffset="620.759">723 547,'25'2,"19"1,15 0,9-3,8-4,2-5,-3-6,-7-3,-14-3,-15 3</inkml:trace>
  <inkml:trace contextRef="#ctx0" brushRef="#br0" timeOffset="911.296">896 212,'23'0,"24"-2,23-3,21-3,13-5,9-2,2-1,-19 2</inkml:trace>
  <inkml:trace contextRef="#ctx0" brushRef="#br0" timeOffset="1245.835">1952 79,'-59'-7,"0"3,-1 3,-54 6,105-5,0 2,0-1,0 1,0 0,1 1,-1 0,1 1,0-1,0 1,0 1,0 0,1 0,-1 0,2 1,-1 0,0 1,1-1,0 1,1 0,0 1,0-1,-3 7,-2 12,1 1,1 0,1 0,1 1,2 0,1 0,1 0,1 1,2-1,0 0,2 0,2 5,-4-21,0 1,1-1,0 1,1-1,0 0,1 0,1 0,0 0,0-1,1 0,0 0,1-1,0 1,1-1,0-1,1 0,0 0,0 0,1-1,0-1,0 0,1 0,9 4,-7-6,-1-2,1 1,0-2,0 1,1-2,-1 0,0-1,0 0,1-1,-1 0,0-1,0 0,0-1,0-1,-1 0,1-1,-1 0,0-1,0 0,2-3,3-2,0 0,-1-2,-1 0,0-1,0 0,-1-1,-1-1,-1 0,0 0,-1-1,-1-1,-1 0,0-1,1-6,-1-2,0 1,-3-1,0-1,-1 1,-2-1,-1 1,-1-1,-1 0,-2 0,0 0,-2 1,-2-3,5 21,-1 1,0-1,0 1,-1 0,0 0,0 0,-1 0,0 0,-1 1,1 0,-1 0,-1 0,1 0,-1 1,0 0,-1 0,0 1,0 0,0 0,0 0,-1 1,1 0,-1 0,0 1,0 0,-1 1,1 0,0 0,-1 1,0 0,1 0,-2 1,2 0,0 1,0 0,1 1,-1 0,1 0,-1 0,1 1,0 0,0 1,0 0,0 0,0 0,1 1,0-1,0 2,0-1,1 1,0 0,0 0,0 0,1 1,0-1,0 1,1 0,-1 0,2 1,-1-1,1 1,0-1,0 1,1 0,0-1,1 4,2 9,1 0,1 0,1 0,1 0,0-1,2 0,0 0,1-1,1 0,0 0,2-1,0 0,1-2,12 13,55 62,4-5,4-2,6 5,52 67,-136-144,7 9,0-1,-1 2,-1 0,-1 1,-1 1,10 23,-17-24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3:28.5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148 796,'-2'16,"1"13,6 4,6 5,6 0,2-2,1-4,-6-9,-5-7</inkml:trace>
  <inkml:trace contextRef="#ctx0" brushRef="#br0" timeOffset="444.33">1 637,'50'0,"-6"-3,1 3,-1 2,0 2,0 1,-1 3,1 1,19 9,-55-16,-1 1,0 0,0 0,-1 0,1 1,-1 0,1 1,-2 0,1 0,0 0,-1 0,0 1,0 0,0 0,-1 0,0 1,0-1,-1 1,0 0,0 0,0 0,-1 1,1 5,1 154,-4-165,-1 0,1 1,0-1,0 0,1 0,-1 0,0 1,1-1,-1 0,1 0,0 0,-1 0,1 0,0 0,0 0,1 0,-1-1,0 1,0 0,1-1,-1 1,1-1,0 1,-1-1,1 1,0-1,0 0,0 0,0 0,0 0,0-1,0 1,0 0,0-1,0 1,0-1,1 0,-1 0,0 0,0 0,0 0,1 0,10-5,-1-1,1 0,-1-1,0 0,-1 0,1-2,-2 1,1-1,-1-1,-1 0,5-6,81-110,-83 121,-10 28,-2-11,0-3,0 1,1-1,0 0,1 1,0-1,0 0,1 0,0 0,1-1,0 1,0-1,1 0,0 0,0 0,1-1,0 0,0 0,1 0,-1-1,2 0,-1 0,1-1,0 0,0 0,0-1,0 0,1 0,0-1,0 0,0 0,3-1,25-1,-5-4</inkml:trace>
  <inkml:trace contextRef="#ctx0" brushRef="#br0" timeOffset="1318.223">1404 743,'-12'-2,"-1"1,1 1,0 0,-1 1,1 0,0 0,-1 2,1-1,0 2,0-1,1 2,-1 0,1 0,0 1,0 0,1 1,-2 1,11-7,0-1,-1 1,1 0,0 0,0 0,0 0,0 0,0 0,0 1,0-1,0 0,0 1,0-1,1 0,-1 1,0-1,1 1,-1-1,1 0,0 1,-1 0,1-1,0 1,0-1,0 1,0-1,0 1,1-1,-1 1,0-1,1 1,-1-1,1 1,-1-1,1 0,0 1,0-1,-1 0,1 1,0-1,0 0,1 1,7 5,0 0,1-1,-1 0,1 0,0-1,1-1,-1 1,1-2,2 1,9 4,47 16,145 64,-173-60,-41-28,1 1,0-1,0 1,-1-1,1 1,-1 0,1-1,0 1,-1 0,1-1,-1 1,0 0,1-1,-1 1,1 0,-1 0,0 0,0-1,1 1,-1 0,0 0,0 0,0 0,0 0,0-1,0 1,0 0,0 0,-1 0,1 0,0-1,0 1,-1 0,1 0,0 0,-1-1,1 1,-1 0,1-1,-1 1,1 0,-1-1,0 1,1 0,-1-1,0 1,1-1,-1 0,0 1,0 0,-8 2,0 0,0 0,0-1,0 0,-1-1,1 0,0 0,-1-1,1 0,0 0,-1-1,-8-2,-40-18,57 20,0 0,-1 0,1 0,0 0,0 0,-1-1,1 1,0 0,0 0,1-1,-1 1,0-1,0 1,0-1,1 1,-1-1,1 1,0-1,-1 1,1-1,0 0,0 1,0-1,0 0,0 1,0-1,0 1,1-1,-1 0,0 1,1-1,0 1,-1-1,1 1,0-1,8-13,1 1,0 1,0 0,2 0,0 1,0 1,3-2,20-21,-16 16,-2 0,0-2,-1 0,-2-1,0-1,-1 0,-1-1,-1 0,-1 0,-1-1,-1-1,-1 0,-1 0,2-23,-8-7,-1 0,-3 0,-2 1,-3-1,-2 2,-3-1,-1 2,-8-12,12 34,4 23,6 22,52 253,34 254,-84-518,3 23,1 0,1 0,1 0,1-1,2-1,0 1,2-2,0 1,3 0,27 11,-41-36,0 1,0-1,0 1,0-1,0 1,0-1,1 0,-1 0,0 1,0-1,0 0,1 0,-1 0,0 0,0 0,0 0,0-1,1 1,-1 0,0-1,0 1,0-1,0 1,0-1,0 1,0-1,0 0,0 1,0-1,0 0,0 0,-1 0,1 0,0 0,0 0,-1 0,1 0,-1 0,1 0,-1 0,1 0,-1-1,2-8,0 1,-1-1,0 0,0 1,-1-1,-1 0,0 0,0 1,-1-1,0 0,0 1,-1 0,-4-9,-8-18,-1 1,-2 1,-1 0,-1 1,-2 2,-2 0,-1 1,-1 1,-1 2,-1 1,-2 1,-27-18,25 21,-1 1,-1 1,-1 2,-1 2,0 1,-1 2,-4 0,39 12,-3 0,19 3,79 1,0-4,0-4,0-4,0-4,2-5,-61 13,98-17,-17 2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3:27.4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91 1047,'0'1,"0"-1,0 1,0-1,0 0,1 1,-1-1,0 1,0-1,-1 1,1-1,0 0,0 1,0-1,0 1,0-1,0 1,0-1,-1 0,1 1,0-1,0 0,-1 1,1-1,0 0,-1 1,1-1,0 0,-1 1,1-1,0 0,-1 0,1 0,0 1,-1-1,1 0,-1 0,1 0,0 0,-1 0,1 0,-1 0,1 0,-1 0,1 0,0 0,-1 0,1 0,-1 0,1 0,-1 0,1 0,0 0,-1-1,1 1,-1 0,1 0,0 0,-1-1,1 1,0 0,-1-1,1 1,0 0,0-1,-1 1,-6-32,-12-216,-27 42,54 212,1 0,0-1,0 0,1-1,-1 0,1 0,0-1,0 0,0-1,1 0,-1-1,0 0,9-1,61 4,-59-5,0 1,0 2,0 0,0 1,0 1,0 1,-1 0,5 4,-19-6,0 0,0 1,-1-1,1 1,-1 1,0-1,0 1,0 0,-1 0,0 0,0 1,0 0,0-1,-1 1,0 0,0 1,-1-1,0 1,0-1,0 1,-1-1,0 4,2 17,-1 1,-2-1,-1 1,-4 25,2-20,2-31,1 0,-1 0,0 0,1 0,0 0,-1 0,1 0,0 0,0 0,0 0,0 0,0 0,1 0,-1 0,1 0,-1 0,1 0,0 0,0 0,-1 0,1 0,1 0,-1-1,0 1,0 0,1-1,-1 1,1-1,-1 0,1 1,0-1,-1 0,1 0,0 0,0 0,0 0,0 0,0-1,0 1,0-1,0 1,8-3,1-1,-1 1,0-2,0 1,-1-1,1-1,-1 0,0 0,0-1,0 0,-1-1,0 1,4-6,0 0,0 0,-1-1,-1 0,0-1,-1 0,-1 0,0-1,-1 0,0-1,-1 1,-1-1,0 0,-2-1,0 1,0-6,-2 20,-2 2,1-1,-1 0,1 1,0-1,0 0,-1 1,1-1,0 0,0 1,0-1,-1 0,1 1,0-1,0 0,0 1,0-1,1 0,-1 1,0-1,0 0,0 0,0 1,1-1,-1 1,0-1,1 0,-1 1,0-1,1 1,-1-1,1 0,-1 1,1 0,-1-1,1 1,0-1,-1 1,1-1,-1 1,1 0,0 0,-1-1,1 1,0 0,-1 0,1 0,0 0,-1-1,1 1,0 0,0 0,-1 1,1-1,0 0,25 98,24 122,-50-217,1-1,-1 1,1 0,0 0,0-1,0 1,1 0,-1-1,1 1,-1-1,1 1,0-1,0 0,0 0,0 0,0 0,1 0,-1-1,0 1,1 0,-1-1,1 0,0 0,0 0,-1 0,1 0,0 0,0-1,0 1,0-1,0 0,-1 0,1 0,0 0,0 0,0-1,0 1,0-1,0 0,1-1,3-2,0-1,0 0,-1 0,0 0,0-1,0 0,-1 0,1 0,-2-1,1 0,-1 0,0 0,0 0,-1-1,0 1,0-1,-1-2,24-141,-24 129,1-8,19-86,-22 116,0 1,0-1,0 0,0 0,0 1,1-1,-1 0,0 0,0 0,0 1,0-1,1 0,-1 0,0 0,0 0,1 1,-1-1,0 0,0 0,0 0,1 0,-1 0,0 0,1 0,-1 0,0 0,0 0,1 0,-1 0,0 0,0 0,1 0,-1 0,0 0,0 0,1 0,-1 0,0 0,0 0,1 0,-1 0,0-1,0 1,0 0,1 0,-1 0,0-1,0 1,0 0,1 0,-1 0,0-1,0 1,0 0,0 0,0-1,0 1,0 0,1 0,-1-1,0 1,0 0,0 0,0-1,0 1,0 0,0-1,5 23,-2 81,-4-80,1 0,1 0,0-1,2 1,1-1,1 1,4 10,-7-29,0 0,0 0,0 0,0-1,0 1,1-1,-1 0,1 0,0 0,0 0,0 0,0 0,1-1,-1 0,1 0,0 0,-1 0,1 0,0-1,0 1,0-1,0 0,0 0,0-1,1 1,-1-1,0 0,0 0,0 0,1-1,-1 0,4 0,11-4,0 1,-1-2,1-1,-1 0,0-1,7-6,-17 11,0-1,0 0,-1-1,1 0,-1 0,0-1,-1 0,1 0,-1 0,0-1,-1 0,0 0,0 0,2-5,88-192,-77 172,-2-1,-2-1,0 0,-3-1,0 0,-3-1,-1 0,-1 0,-2-1,-2 1,-1-1,-2 0,-5-33,5 61,-1 0,1 0,-2 0,0 0,0 0,0 0,-1 1,0 0,-1-1,0 1,0 1,0-1,-4-2,8 9,-1-1,1 1,-1 0,1 0,-1 0,0 0,1 0,-1 0,0 0,0 1,1-1,-1 1,0-1,0 1,0 0,0-1,0 1,0 0,0 0,0 1,0-1,1 0,-1 1,0-1,0 1,0-1,0 1,1 0,-1 0,0 0,1 0,-1 0,1 0,-1 0,0 1,-41 58,27-20,2 2,2 0,1 1,3 0,1 0,3 0,0 19,0-19,1 0,3 0,1 0,3 0,1-1,2 1,2-1,1 0,3-1,13 31,-19-59,0-1,0 0,1-1,1 1,-1-2,2 1,0-1,0-1,1 0,0 0,6 3,-11-8,0-1,0 1,1-1,-1-1,1 1,-1-1,1-1,0 1,0-1,0 0,0 0,0-1,0 0,0-1,0 1,0-1,0 0,-1-1,1 0,0 0,-1 0,1-1,4-2,1-4,-1 1,0-1,0-1,0 0,-2-1,1 0,-1 0,-1-1,0 0,-1 0,0-1,-1 0,0 0,2-10,10-16,-17 39,-1 0,0 1,0-1,0 0,0 1,1-1,-1 0,0 1,0-1,1 0,-1 1,0-1,1 0,-1 0,0 0,1 1,-1-1,0 0,1 0,-1 0,1 0,-1 1,0-1,1 0,-1 0,1 0,-1 0,0 0,1 0,-1 0,1 0,-1 0,0-1,1 1,-1 0,1 0,-1 0,0 0,1 0,-1-1,0 1,1 0,-1 0,0-1,1 1,-1 0,0 0,0-1,1 1,-1 0,0-1,0 1,0 0,1-1,-1 1,0-1,0 1,0 0,0-1,0 1,0-1,0 1,0 0,0-1,0 1,0-1,8 38,-6-28,-2-4,0-1,1 1,-1 0,1 0,0 0,0-1,1 1,0 0,-1-1,1 0,1 1,-1-1,1 0,0 0,0 0,0 0,0-1,0 1,1-1,0 0,0 0,0 0,0-1,0 1,0-1,1 0,-1 0,1-1,-1 1,5 0,-2-2,1 0,-1-1,1 0,-1 0,0-1,1 0,-1 0,0-1,0 0,-1 0,1-1,-1 1,1-1,-1-1,0 1,-1-1,1 0,-1-1,0 1,0-1,-1 0,1 0,-1 0,-1-1,1 1,0-5,-1 6,0 0,-1-1,0 0,0 1,0-1,-1 0,1 0,-2 0,1 0,-1-1,0 1,0 0,0 0,-1 0,0 0,0 0,-1 0,1 0,-1 1,-1-1,1 0,-1 1,0-1,0 1,0 0,-1 0,0 1,0-1,0 1,-1-1,1 1,-2 0,1 1,1 0,0 1,-1 0,1 0,-1 0,0 0,0 1,0-1,0 2,0-1,0 0,0 1,0 0,0 0,0 0,0 1,0 0,0 0,0 0,0 0,1 1,-1 0,0 0,1 0,-1 0,1 1,0 0,0 0,-4 3,1 0,1 0,0 0,-1 1,2-1,-1 1,1 1,0-1,1 1,-1 0,2 0,-1 0,1 0,0 1,1 0,0-1,-1 8,3-13,0 1,0-1,0 0,0 0,1 0,-1 0,1 0,0 1,0-1,0 0,0-1,1 1,-1 0,1 0,-1 0,1-1,0 1,0-1,0 0,1 1,-1-1,0 0,1 0,0-1,-1 1,1 0,0-1,0 0,0 1,0-1,0 0,0-1,0 1,0 0,0-1,3 0,25 3</inkml:trace>
  <inkml:trace contextRef="#ctx0" brushRef="#br0" timeOffset="275.103">2283 299,'-14'-5,"-6"6,0 7,3 11,5 12,4 9,4 10,2-5</inkml:trace>
  <inkml:trace contextRef="#ctx0" brushRef="#br0" timeOffset="276.103">2417 914,'21'12,"-18"-8,1-1,-1 1,1-1,0 0,0-1,0 1,1-1,-1 1,1-1,-1-1,1 1,0 0,-1-1,1 0,0 0,0-1,0 0,0 1,0-2,0 1,0 0,0-1,0 0,-1 0,1 0,0-1,-1 0,1 0,-1 0,4-2,-1-8,0 1,-1-1,0 0,-1-1,-1 1,0-1,0 0,-1 0,-1 0,0 0,-1-1,-1 1,0-13,0 17,1-124,21 144,-7-3,0-1,1 0,-1-1,1-1,0 0,1-1,-1-1,1-1,0 0,-1-1,1-1,4-1,3 2,-21-1,1-1,-1 1,0 0,1 0,-1 1,1-1,-1 1,0-1,1 1,-1 0,0 0,0 1,0-1,0 1,0-1,0 1,0 0,0 0,-1 0,1 1,-1-1,0 0,1 1,-1 0,0-1,0 1,-1 0,2 2,0 7,-1 0,0 0,-1 0,0 0,-1 1,0-1,-1 0,0 1,6 92,-4-102,0-1,0 1,0 0,1 0,-1-1,1 1,0-1,0 1,0-1,0 0,0 0,0 0,0 0,1 0,-1 0,1 0,-1-1,1 0,0 1,0-1,0 0,-1 0,1 0,0-1,0 1,0-1,0 0,0 1,0-1,2-1,4 1,0-1,0 0,0 0,0-1,0-1,0 1,-1-2,1 1,5-4,1-2,-1 0,0-2,-1 0,0 0,0-2,-1 1,-1-1,0-1,-1 0,0-1,-1 0,-1 0,-1-1,4-10,-5 91,20 41,-25-103,1 1,-1-1,1 1,0-1,1 0,-1 0,0 0,1 0,0-1,-1 1,1 0,0-1,0 0,1 0,-1 0,0 0,1 0,-1-1,1 0,-1 1,1-1,0-1,0 1,-1 0,1-1,0 0,0 0,11-2</inkml:trace>
  <inkml:trace contextRef="#ctx0" brushRef="#br0" timeOffset="277.103">3353 339,'-5'16,"4"5,8 2,3-4</inkml:trace>
  <inkml:trace contextRef="#ctx0" brushRef="#br0" timeOffset="520.448">3633 646,'7'21,"4"13,1 6,-2 2,-3 2,-2-3,-3-4,2-3,-1-5,0-11,-1-7</inkml:trace>
  <inkml:trace contextRef="#ctx0" brushRef="#br0" timeOffset="521.448">3727 326,'-16'-5,"-8"-1,-1 0,1 1,4 4,10 2,12 1,12 0,4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3:41.6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0 281,'5'2,"14"1,21 0,24-3,21-6,15-4,3-3,-8 1,-19 3,-21 2</inkml:trace>
  <inkml:trace contextRef="#ctx0" brushRef="#br0" timeOffset="248.398">94 415,'16'0,"19"0,16 0,17 0,12-3,6 0,0-2,-6 0,-9-2,-13-2,-16 1</inkml:trace>
  <inkml:trace contextRef="#ctx0" brushRef="#br0" timeOffset="525.717">708 0,'-1'1,"1"-1,-1 1,0-1,0 1,0 0,0 0,1-1,-1 1,0 0,1 0,-1 0,0 0,1-1,-1 1,1 0,0 0,-1 0,1 0,0 0,-1 0,1 0,0 1,0-1,0 0,0 0,0 0,0 0,0 0,0 0,1 0,-1 0,0 0,1 0,-1 0,0 0,1 0,-1 0,1 0,0 0,-1-1,1 1,0 0,-1 0,1-1,0 1,0 0,0-1,1 1,14 18,2-1,0-1,1 0,1-2,18 12,1 1,-37-27,18 12,-1 1,0 2,0-1,-2 2,0 1,-1 0,-1 1,0 0,5 12,-18-26,1 1,-2-1,1 1,0 0,-1-1,0 1,-1 0,1 0,-1 0,0 0,-1 0,1-1,-1 1,0 0,-1 0,1-1,-1 1,0 0,0-1,-1 0,0 0,0 0,0 0,-1 0,1 0,-1-1,-1 2,-13 12,0-1,-1-1,0 0,-1-1,-18 9,-136 71,98-60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3:41.0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0 418,'8'-66,"2"1,4 0,2 0,18-44,-9 61,-18 51,-4 58,-3-48,-3 46,2 0,3 0,2-1,3 1,3-1,4 10,22 82,-38-127,-3-5</inkml:trace>
  <inkml:trace contextRef="#ctx0" brushRef="#br0" timeOffset="287.806">0 712,'19'3,"14"0,11-1,9-2,10-3,5-4,5-3,3-2,1-1,-13 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3:40.5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55,'21'0,"15"0,13-2,8-3,3-4,-2-1,-7 0,-9 0,-12 1</inkml:trace>
  <inkml:trace contextRef="#ctx0" brushRef="#br0" timeOffset="160.078">106 242,'21'-2,"17"-6,17-5,12-4,9-2,2-1,-11 3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3:40.2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1 100,'14'-10,"1"1,0 0,0 1,1 0,0 1,1 1,-1 1,1 0,0 2,0-1,0 2,1 0,-1 1,1 1,-1 1,1 0,-1 2,0-1,2 2,-12-1,1 1,-1-1,0 1,0 0,-1 1,1 0,-1 0,0 0,0 0,-1 1,0 0,0 1,0-1,0 1,-1 0,-1 0,1 0,-1 0,0 1,0-1,-1 1,1 6,2 18,0 0,-3 1,0-1,-3 1,0 1,0 25,0-58,1 1,0-1,-1 1,1-1,0 1,0-1,0 1,0-1,0 1,0-1,0 1,1-1,-1 1,1-1,-1 1,1-1,-1 0,1 1,0-1,0 0,-1 1,1-1,0 0,0 0,0 0,1 0,-1 0,0 0,0 0,0 0,1 0,-1-1,0 1,1 0,-1-1,1 1,-1-1,1 0,-1 1,1-1,5-2,0-1,0 0,-1 0,1-1,-1 1,0-2,0 1,0 0,0-1,-1 0,0-1,0 1,0-1,2-4,6-6,0-1,-2 0,0-1,0 0,-2 0,0-1,-2-1,0 1,-1-1,0 0,-2 0,-1-1,0 0,-2 1,0-1,-1 0,-3-16,3 35,0-1,0 1,0 0,-1-1,1 1,-1 0,0-1,0 1,0 0,0 0,0 0,0 0,0 0,-1 0,1 0,-1 0,1 1,-1-1,0 0,0 2,1 1,0 0,0-1,-1 1,1 0,0-1,0 1,0 0,0 0,0 0,0 0,0 0,0 0,0 0,0 1,1-1,-1 0,0 0,1 1,-1-1,1 0,0 1,-1-1,1 0,0 1,0-1,-1 1,-7 21,2 0,0 0,2 0,0 0,2 1,0-1,2 1,0 0,2-1,1 1,0-1,7 21,-7-35,0 0,0 0,1-1,0 1,0-1,1 0,0 0,1 0,-1-1,1 0,1 0,0-1,-1 0,2 0,-1 0,1-1,0 0,0 0,0-1,1 0,0-1,-1 0,1 0,0-1,0 0,1 0,-1-1,0-1,1 1,8-2,5-8,-6-4</inkml:trace>
  <inkml:trace contextRef="#ctx0" brushRef="#br0" timeOffset="167.352">469 274,'2'0,"10"0,14 0,17-4,14-7,11-5,8-5,3-1,-13 3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3:16.6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 1284,'-13'-268,"1"127,73 176,-38-28,0-2,0 0,0-2,1-1,-1 0,1-2,-1-1,8-1,3 0,-32 2,1-1,0 1,-1 0,1 0,0 0,-1 0,1 0,0 1,-1-1,1 1,0-1,-1 1,1 0,-1 0,1 0,-1 1,0-1,1 0,-1 1,0 0,0-1,0 1,0 0,0 0,-1 0,1 0,0 0,-1 1,0-1,1 1,-1-1,0 0,0 1,0 0,-1-1,1 1,-1 0,1 0,0 14,-1-1,-1 0,0 1,-1-1,0 0,-4 10,3-13,0 0,0 0,2-1,-1 1,2 1,0-1,0 0,1 0,1 0,0-1,1 1,-1-8,0-1,0 1,0-1,1 0,-1 0,1 0,0 0,0 0,1-1,-1 1,1-1,-1 0,1 0,0-1,0 1,1-1,-1 1,0-1,1-1,-1 1,1-1,0 1,-1-1,1-1,0 1,0-1,0 0,1 0,6 0,0 0,0-1,-1-1,1 0,-1-1,1 0,-1-1,0 0,0 0,-1-1,3-2,-2 1,-1 0,0 0,0-1,-1 0,0-1,0 0,-1 0,0-1,0 0,-1-1,0 1,-1-1,0-1,0 1,-1-1,-1 0,0 0,0 0,-1-1,-1 1,0-1,0 0,-1-9,-15-16,13 36,1 1,0-1,0 0,-1 1,1-1,-1 0,1 1,0-1,-1 1,1-1,-1 1,1-1,-1 1,0-1,1 1,-1 0,1-1,-1 1,0 0,1-1,-1 1,0 0,1 0,-1 0,0 0,1-1,-1 1,0 0,0 0,1 0,-1 0,0 1,1-1,-1 0,0 0,1 0,-1 1,0-1,1 0,-1 1,0-1,1 0,-1 1,1-1,-1 1,1-1,-1 1,1-1,-1 1,1-1,-1 1,1 0,-3 4,0 1,0 0,1 0,0 0,0 1,1-1,-1 0,1 1,1-1,-1 1,1 4,0 2,-2 3,2 0,0 0,1 0,0 0,1 0,1 0,1 0,1 1,-3-10,0-1,1 0,0 1,0-1,1 0,0-1,0 1,0-1,1 1,-1-1,1 0,0-1,1 0,-1 1,1-2,0 1,0-1,0 1,0-2,2 2,99 10,-55-17</inkml:trace>
  <inkml:trace contextRef="#ctx0" brushRef="#br0" timeOffset="1383.3">1189 896,'6'-4,"0"1,1 0,-1 0,1 0,0 1,0 0,0 0,0 0,0 1,1 1,-1-1,0 1,0 0,1 0,-1 1,0 0,0 1,0-1,0 2,0-1,0 0,-1 1,1 1,-1-1,1 1,-1 0,0 0,-1 1,1-1,-1 1,0 1,0-1,0 2,4 7,0 1,-1 0,0 0,-2 0,0 1,0 0,-2 1,0-1,-1 1,0-1,-1 4,1 187,-8-104,-1-60,3 0,1 1,2-1,3 1,1-1,2 0,2 0,1-1,3 0,5 11,-13-43,1 1,0-1,1 0,0-1,0 1,1-1,0 0,1-1,-1 0,2 0,-1-1,1 0,0 0,1-1,0 0,0-1,0 0,0 0,1-1,0-1,0 1,0-2,0 0,3 0,-10-2,-1 0,1-1,-1 1,1-1,-1 0,1 0,-1 0,1-1,-1 1,0-1,0 0,0 0,0 0,0 0,0 0,0-1,-1 1,1-1,-1 0,0 0,0 0,0 0,0 0,0 0,-1 0,1-1,-1 1,0-1,0 1,0-1,0-1,0-6,1 0,-1 0,-1-1,0 1,-1 0,0-1,0 1,-1 0,-2-6,-14-31,-2 0,-3 2,-1 0,-2 2,-2 1,-2 1,-1 1,-11-7,5 2,-2 3,-3 0,-1 3,-1 2,-32-20,35 26,47 22,122-25,268-61,-274 87,-118 9,1 1,-1-1,0 1,0 0,0 0,0 0,0 1,0-1,0 1,-1 0,1 0,-1 0,1 1,-1-1,0 1,0 0,0 0,0 0,0 0,-1 1,1-1,-1 1,0-1,0 1,0 0,-1 0,1 1,9 173,-10-177,-1 1,0 0,0-1,1 1,-1-1,0 1,1-1,0 1,-1-1,1 0,0 1,0-1,0 0,0 1,0-1,0 0,0 0,0 0,0 0,0 0,1 0,-1 0,0 0,1-1,-1 1,1 0,-1-1,1 1,-1-1,1 0,-1 1,1-1,-1 0,1 0,0 0,-1 0,1 0,-1-1,1 1,-1 0,1-1,-1 1,1-1,-1 1,1-1,-1 0,0 1,1-1,-1 0,1-1,14-8,0-1,-1 0,-1-1,0-1,0-1,-1 0,-1 0,9-14,-3 3,-2-1,0 0,-2-1,-1-1,-1 0,-1-1,-2-1,-1 14,-6 36,-2-7,-1 0,1 0,0 0,1 0,1 0,0 0,0 0,1-1,1 1,0-1,1 0,0 0,1 0,0-1,0 0,2 0,-1 0,1-1,1 0,0-1,0 0,1 0,0-1,1 0,2 0,-1-3,0 0,0-1,1-1,-1 0,1-1,0 0,0-1,0-1,0 0,0 0,-1-1,1-1,0 0,0-1,-1 0,0-1,1-1,-1 1,-1-2,6-3,3-2,-1-1,0-1,-1-1,0-1,-1 0,-1-1,0-1,-1 0,-1-1,-1-1,2-5,6-15,-2-2,-1 0,-3-1,-1-1,-2 0,-2-1,-2 0,-2 0,-1-1,-3 1,-2-1,-1 0,-7-32,8 73,0-6,-1 1,0-1,-1 1,0 0,0-1,-1 1,0 0,-1 1,0-1,0 0,-1 1,-4-7,7 14,1 0,-1 0,1 0,-1 1,0-1,1 0,-1 1,0-1,1 1,-1 0,0 0,0 0,1-1,-1 1,0 1,0-1,1 0,-1 0,0 1,1-1,-1 1,0-1,1 1,-1 0,1 0,-1 0,1 0,-1 0,1 0,0 0,-1 0,1 0,0 1,0-1,0 0,0 1,0-1,0 1,0-1,0 1,1 0,-1-1,1 1,-1 0,1 0,-12 26,2 0,1 0,1 1,2 0,0 1,2-1,2 1,0 5,1-25,-4 28,2 1,1-1,2 0,2 1,1-1,2 0,2 0,1-1,2 0,7 13,-12-38,2-1,0-1,0 0,1 0,0 0,0-1,1 0,1 0,-1-1,1-1,1 1,-1-2,1 1,0-2,1 1,0-2,-1 1,2-2,-1 1,0-2,0 1,1-2,0 0,-1 0,1-1,-1-1,1 0,-1-1,1 0,-1-1,0 0,3-2,0 0,-2-1,1-1,-1 0,0-1,0 0,-1-1,0-1,0 0,-1 0,-1-1,0 0,0-1,-1 0,0-1,-1 0,-1 0,0 0,-1-1,3-10,2-8,-2 0,-1-1,-1 0,-2 0,-1-1,-2 1,-1-1,-2-13,-3-4,-1 1,-3-1,-2 1,-2-2,2 23,10 29,0 0,0 1,0-1,-1 0,1 1,0-1,0 0,0 0,0 1,0-1,-1 0,1 0,0 1,0-1,0 0,-1 0,1 1,0-1,-1 0,1 0,0 0,0 0,-1 1,1-1,0 0,-1 0,1 0,0 0,-1 0,1 0,0 0,-1 0,1 0,0 0,0 0,-1 0,1 0,0 0,-1 0,1 0,0 0,-1-1,1 1,0 0,-1 0,1 0,0-1,-10 230,-6 203,17-408,0-1,2 1,0 0,2-1,7 22,-9-37,0 0,0 0,1 0,0 0,1-1,-1 0,1 0,1 0,-1 0,1-1,0 0,1 0,0-1,-1 0,2 0,-1 0,7 2,-7-3,0-2,1 1,-1-1,0 0,1 0,-1-1,1 0,-1-1,1 1,0-1,5-1,-10 0,0 1,0-1,0 0,0 0,0 0,0 0,0 0,-1 0,1-1,0 0,-1 1,1-1,-1 0,1 0,-1 0,0-1,0 1,0 0,0-1,0 0,-1 1,1-1,-1 0,0 0,0 0,0 0,0 0,0 0,0 0,2-23</inkml:trace>
  <inkml:trace contextRef="#ctx0" brushRef="#br0" timeOffset="1656.543">3301 856,'18'0,"22"-3,22-2,22-5,18-1,13-1,8 1,-3 3,-20 3</inkml:trace>
  <inkml:trace contextRef="#ctx0" brushRef="#br0" timeOffset="2782">4330 1057,'-30'-14,"22"9,-2-1,1 1,-1 1,1-1,-1 2,-1-1,1 2,0-1,-1 1,1 1,-1 0,1 0,-1 1,0 1,1-1,-1 2,1-1,-1 2,1-1,-5 3,7 0,1 0,0 1,0-1,0 1,1 1,0-1,0 1,1 0,0 1,0-1,0 1,1 0,0 1,2-6,1 0,0 1,-1-1,1 1,0-1,1 1,-1-1,0 1,1 0,0-1,0 1,0 0,1-1,-1 1,1 0,0-1,0 1,0-1,0 0,0 1,1-1,0 0,-1 1,1-1,1 0,-1-1,0 1,1 0,-1-1,1 1,0-1,0 0,0 1,3 0,1 1,0-1,0 0,0-1,1 1,-1-2,1 1,-1-1,1 0,-1 0,1-1,0 0,-1 0,1-1,0 0,-1-1,5 0,5-3,1 0,-1-1,0-1,0 0,-1-2,13-8,-17 9,0 0,-1-1,0 0,0-1,-1 0,0-1,-1 0,-1 0,1-1,-1-1,-8 13,0 1,0-1,1 1,-1-1,0 0,0 1,1-1,-1 0,0 1,0-1,1 0,-1 1,1-1,-1 0,0 0,1 1,-1-1,0 0,1 0,-1 0,1 0,-1 0,1 1,-1-1,0 0,1 0,-1 0,1 0,-1 0,1 0,-1 0,1-1,-1 1,0 0,1 0,-1 0,1 0,-1 0,0-1,1 1,-1 0,1 0,-1-1,0 1,1 0,-1-1,0 1,0 0,1-1,-1 1,0 0,0-1,1 1,-1-1,0 1,0 0,0-1,0 1,1-1,2 11,0 0,1 0,1 0,0 0,0-1,1 0,0 0,0-1,1 0,1 0,-1 0,1-1,0 0,1 0,-1-1,1 0,1-1,-1 0,1 0,0-1,0 0,0-1,2 0,2-1,0-1,0 0,0-1,0-1,0 0,0-1,0 0,-1-1,1-1,-1 0,0 0,0-2,0 0,-1 0,0-1,0 0,0-1,-1-1,1-1,5-5,-1 0,0-1,-2-1,1-1,-2 0,-1 0,0-1,-1-1,-1 0,-1-1,4-14,2-25,-3-1,-3-1,-3 0,-2 0,-3 0,-3 0,-2 0,-3 1,-6-16,-16-59,29 135,0 0,0 0,0 1,1-1,-1 0,0 0,0 1,0-1,-1 0,1 0,0 1,0-1,0 0,-1 0,1 1,0-1,0 0,-1 1,1-1,-1 0,1 1,-1-1,1 1,-1-1,1 1,-1-1,1 1,-1-1,0 1,1-1,-1 1,0 0,1-1,-1 1,0 0,1 0,-1-1,0 1,0 0,1 0,-1 0,0 0,0 0,0 0,1 0,-1 0,0 0,0 1,1-1,-1 0,0 0,1 1,-2-1,-14 42,6 36,3 0,4 0,4 30,-1-73,-1 39,3-1,4 1,2-1,4 0,3 0,4-1,-13-53,1-1,1-1,0 1,1-1,1-1,1 1,2 1,-9-13,-1-1,1 1,0-1,0 0,0 0,1-1,-1 1,1-1,0 0,0 0,0-1,0 1,0-1,1 0,-1-1,1 1,-1-1,1 0,-1-1,1 1,0-1,0 0,-1 0,1-1,0 0,0 0,4-2,-1-1,1 0,-1 0,0-1,0 0,0 0,-1-1,1-1,-2 1,1-1,-1 0,0-1,0 0,-1 0,0-1,76-137,-75 130,-7 16,0 1,1-1,-1 0,0 1,0-1,1 0,-1 1,0-1,1 0,-1 0,0 1,1-1,-1 0,0 0,1 0,-1 1,1-1,-1 0,0 0,1 0,-1 0,0 0,1 0,-1 0,1 0,-1 0,1 0,-1 0,0 0,1 0,-1 0,1 0,-1-1,0 1,1 0,-1 0,0 0,1 0,-1-1,0 1,1 0,-1-1,0 1,1 0,-1 0,0-1,0 1,0 0,1-1,-1 1,0-1,0 1,0 0,0-1,1 1,-1 0,0-1,0 1,0-1,0 1,0 0,0-1,0 1,0-1,0 1,0 0,-1-1,1 0,7 36,-6-25,2 9,1 0,0 0,2-1,0 1,1-1,5 9,-10-23,0 1,1-1,0 1,0-1,0 0,0 0,1 0,-1-1,1 1,0-1,0 0,0 0,1 0,-1-1,1 1,0-1,-1 0,1 0,0-1,0 0,0 0,0 0,0 0,0-1,1 0,-1 0,0 0,6-3,0 0,0-1,-1 0,0 0,0-1,0-1,0 0,-1 0,0-1,-1 0,1-1,-1 1,-1-2,1 1,-1-1,-1 0,0 0,0-1,-1 0,0 0,0 0,-1-1,-1 0,1-2,-3 9,12-23,-12 27,-1-1,1 1,-1 0,0 0,1 0,-1-1,1 1,-1 0,0 0,1 0,-1 0,1 0,-1 0,1 0,-1 0,1 0,-1 0,1 0,-1 0,1 0,-1 0,0 0,1 0,-1 1,1-1,-1 0,0 0,1 1,-1-1,1 0,-1 0,0 1,1-1,-1 0,0 1,0-1,1 0,-1 1,0-1,0 1,1-1,-1 1,0-1,0 0,0 1,0-1,0 1,0-1,0 1,0-1,0 1,0-1,0 1,0-1,0 0,0 1,19 49,-16-38,-1-1,2 0,0 1,0-2,1 1,0 0,1-1,0 0,1 0,0-1,0 0,1 0,0-1,0 0,1 0,1-1,-1 0,1 0,0-1,0-1,5 2,-2-4,0 0,0-1,0-1,0 0,0-1,0 0,1-1,-1-1,0 0,0-1,-1 0,1-1,-1 0,10-5,7-5,0 0,-1-2,-1-1,-1-1,14-14,-11 6,-2-1,-1-1,-1-2,-2 0,0-2,-3-1,0 0,-3-1,0-1,-3-1,0 0,-3-1,-1 0,-2 0,-1-1,-2-1,-1-9,5-80,-7-1,-5-11,-12 19,15 120,0-1,0 1,-1 0,1-1,-1 1,1-1,-1 1,0 0,1-1,-1 1,0 0,0 0,0 0,0 0,0 0,0 0,0 0,-1 0,1 0,0 0,0 0,-1 1,1-1,-1 1,1-1,0 1,-1-1,1 1,-1 0,1 0,-1-1,1 1,-1 0,-43 28,27-6,1 1,2 0,0 1,2 1,0 0,2 1,0 0,-3 20,-4 4,3 0,2 1,2 1,3 0,1 0,3 1,3 17,1-49,1 0,1 0,0 0,2 0,1 0,0-1,1 0,2 0,0 0,1-1,1 0,0-1,2 0,0-1,1 0,0-1,1 0,1-2,11 9,-7-9,1-2,1 0,0-1,0-1,1-1,0-1,1-1,0 0,0-2,1-1,8 0,19 0</inkml:trace>
  <inkml:trace contextRef="#ctx0" brushRef="#br0" timeOffset="3042.333">4865 589,'16'-5,"19"2,19 2,16 5,18 0,13 1,8-1,6-1,-1-4,-19-1</inkml:trace>
  <inkml:trace contextRef="#ctx0" brushRef="#br0" timeOffset="20113.024">2565 2487,'14'-47,"70"-162,-60 157,17-29,-40 80,0 1,-1 0,1 0,0-1,-1 1,1 0,0 0,-1 0,1 0,0 0,0 0,-1 0,1 0,0 0,0 0,-1 1,1-1,0 0,-1 0,1 1,0-1,-1 0,1 1,-1-1,1 1,0-1,-1 1,1-1,-1 1,1-1,-1 1,0-1,1 1,-1 0,1-1,-1 1,0 0,0-1,1 1,-1 0,0-1,0 1,0 0,0 0,0-1,0 1,0 0,0 0,0-1,0 1,0 0,0-1,-1 1,1 0,0-1,-1 1,2 2,30 127,-16-91,-3 0,-1 1,-2 0,-2 1,-2 0,-1 0,-2 2,-2 108,0-149,0 1,0-1,0 0,0 1,0-1,-1 0,1 0,-1 1,0-1,1 0,-1 0,0 0,0 0,-1 0,1 0,0 0,0 0,-1 0,0 0,1-1,-1 1,0-1,1 1,-1-1,0 0,0 0,0 0,-1 0,1 0,0 0,0 0,0-1,-1 1,1-1,0 1,0-1,-1 0,1 0,0 0,-1 0,1-1,0 1,-1-1,-33-2,170-6,-123 8,214-20,17 10,-191 4,-52 1,-3 1</inkml:trace>
  <inkml:trace contextRef="#ctx0" brushRef="#br0" timeOffset="20684.108">1389 2487,'9'4,"8"3,9-2,13 0,10-1,9-2,7-1,8-1,1 0,0 0,-5 0,-11-1,-12 4,-14-1</inkml:trace>
  <inkml:trace contextRef="#ctx0" brushRef="#br0" timeOffset="20977.774">1816 2353,'126'35,"-103"-31,-1 2,1 0,-1 1,-1 1,1 0,-2 2,1 1,-1 1,-14-8,0 1,-1-1,1 1,-1 0,-1 1,1-1,-1 1,0 0,0 0,0 0,-1 1,0-1,-1 1,1 0,-1-1,0 1,-1 0,0 0,0 1,0-1,-1 0,0 0,-1 0,1 0,-1 1,-1-1,1 0,-1-1,0 1,-1 0,0 0,0-1,-4 6,-5 9,-2 0,0-2,-1 0,-1 0,0-2,-2 0,0-1,-1 0,0-2,-16 9,8-7</inkml:trace>
  <inkml:trace contextRef="#ctx0" brushRef="#br0" timeOffset="21821.986">4932 2327,'-11'-3,"0"1,0 0,0 0,0 1,-1 1,1 0,0 1,0 0,0 0,0 1,0 0,0 1,0 1,1 0,-1 0,1 1,0 0,1 0,-1 1,1 1,-3 3,2 0,2 1,-1 0,1 1,1 0,0 0,1 1,0 0,1 0,1 0,0 0,0 1,2 0,0-1,0 1,1 2,0-14,1 1,-1-1,1 0,0 0,0 1,0-1,0 0,0 0,1 1,-1-1,1 0,-1 0,1 0,0 0,0 1,0-1,0 0,0 0,0-1,0 1,1 0,-1 0,1-1,-1 1,1 0,0-1,0 0,0 1,-1-1,1 0,0 0,1 0,-1 0,0 0,0-1,0 1,0-1,1 1,-1-1,6-4,-1 0,0-1,0 1,0-2,-1 1,1-1,-2 0,1 0,0 0,-1-1,-1 0,1 0,-1 0,0-1,0 1,1-7,11-27,-1-1,-3 0,-1-1,-3 0,-1 0,-2-1,-2 0,-2 0,-4-33,3 62,-1 20,0 27,0 30,6 228,-5-280,0-1,0 1,1-1,1 0,-1 1,1-1,1 0,0 0,0 0,1 0,0-1,1 1,0-1,0 0,0-1,1 1,0-1,1 0,0 0,0-1,0 0,1-1,-1 1,2-1,-1-1,7 4,-4-6,0-1,0 0,0 0,0-1,0 0,0-1,0 0,0-1,0 0,0-1,0 0,0-2,35-11</inkml:trace>
  <inkml:trace contextRef="#ctx0" brushRef="#br0" timeOffset="22206.929">5372 2420,'-10'-3,"-1"0,0 1,1 0,-1 1,0 0,0 1,0 0,0 1,0 0,0 1,0 0,1 0,-1 1,1 1,-1 0,1 0,0 1,1 0,-1 1,1 0,0 0,1 1,0 0,0 1,0 0,1 0,0 0,0 1,1 0,0 1,1-1,0 1,1 0,0 0,-3 10,7-18,-1 1,1 0,-1 0,1 0,0 0,0 1,0-1,1 0,-1 0,1-1,-1 1,1 0,0 0,0 0,0 0,1-1,-1 1,1 0,-1-1,1 1,0-1,0 0,0 0,0 1,1-1,-1-1,0 1,1 0,-1 0,1-1,0 1,3 0,1 1,-1-1,0-1,0 1,1-1,-1 0,1 0,-1-1,1 0,-1 0,1 0,-1-1,1 0,1-1,2 0,0-2,0 0,0 0,0-1,0 0,-1 0,0-1,0-1,-1 1,1-2,-1 1,-1-1,0 0,0 0,1-3,-4 6,-1 0,0 0,0 0,0 0,0-1,-1 0,0 1,0-1,0 0,-1 0,0 0,0 0,-1 0,0 0,0-1,0 1,0 0,-1 0,0 0,-1 0,1 0,-1 1,0-1,-1 0,1 1,-1-1,-2-1,5 6,0 0,0 0,0 0,-1 0,1 0,0 0,-1 1,1-1,0 0,-1 0,1 1,-1-1,1 0,-1 0,0 1,1-1,-1 1,0-1,1 1,-1-1,0 1,0-1,0 1,1-1,-1 1,0 0,0 0,0-1,0 1,0 0,1 0,-1 0,0 0,0 0,0 0,0 0,0 0,0 0,0 1,1-1,-1 0,0 1,0-1,0 0,0 1,1-1,-1 1,0-1,1 1,-1-1,0 1,1 0,-1-1,0 1,1 0,-1 0,1-1,0 1,-1 0,1 0,0 0,-1-1,1 1,0 0,0 0,-1 0,1 0,0 0,0 6,0 0,0 0,0 0,1 0,0 0,0 0,1-1,0 1,0 0,0-1,1 0,0 1,0-1,1 0,0 0,0-1,0 1,0-1,1 0,0 0,0-1,1 1,-1-1,1 0,0 0,0-1,0 0,0 0,7 2,91 12,-50-16</inkml:trace>
  <inkml:trace contextRef="#ctx0" brushRef="#br0" timeOffset="22745.886">6028 2407,'-13'-6,"-1"1,0 1,0 0,-1 1,1 0,-1 1,1 1,-6 0,15 1,1 0,0 0,0 0,0 1,-1-1,1 1,0 0,0 0,0 1,0-1,0 1,1 0,-1 0,0 0,1 0,0 1,-1 0,1-1,0 1,0 0,0 1,1-1,-1 0,1 1,0-1,0 1,0 0,0 0,1 0,-1 2,1-2,0 0,1-1,-1 1,1-1,0 1,0-1,0 1,1 0,-1-1,1 1,0-1,0 1,0-1,0 0,1 1,-1-1,1 0,0 0,0 0,0 0,0 0,1-1,-1 1,1 0,-1-1,1 0,0 0,0 0,0 0,0 0,1-1,-1 1,2 0,8 3,0 0,1 0,-1-2,1 1,0-2,0 0,0 0,1-2,18 0,0-2,0-1,0-2,-1-1,1-1,-2-2,1-1,23-12,-49 19,-2 2,0 0,0-1,0 0,0 0,0 0,0 0,-1 0,1-1,-1 0,0 0,0 0,0 0,0 0,0 0,0-2,-14 15,10-8,0 1,0-1,0 1,1-1,0 1,-1-1,1 1,0 0,0-1,0 1,0-1,1 1,-1-1,1 1,0-1,-1 1,1-1,0 1,1-1,-1 0,0 1,0-1,1 0,0 0,-1 0,1 0,0 0,0-1,0 1,0-1,0 1,0-1,1 0,-1 1,0-1,1 0,-1 0,1-1,-1 1,1-1,-1 1,1-1,-1 0,1 0,0 0,9 1,-1 0,1-1,-1-1,1 0,0 0,-1-2,0 1,1-1,-1-1,0 0,-1 0,1-1,-1-1,0 0,0 0,0-1,3-3,-10 8,-1 0,0 0,1 0,-1-1,0 1,0 0,0-1,0 0,-1 1,1-1,-1 0,0 0,1 0,-1 0,-1 0,1 0,0 0,-1 0,1 0,-1 0,0 0,0 0,0 0,-1-1,1 1,-1 0,1 0,-1 0,0 0,0 0,-1 0,1 1,-1-1,1 0,-1 0,0 1,0-1,0 1,-1-1,-2-3,-1 0,1 0,-1 1,0 0,0 0,-1 0,0 1,0 0,0 0,0 1,0 0,-1 0,1 1,-1-1,0 2,0-1,0 1,1 1,-1-1,0 1,0 1,0-1,0 1,0 1,0-1,0 1,1 1,-4 1,7-1,0 1,1 0,-1 0,1 0,-1 0,1 1,0-1,1 1,-1 0,1 0,0 0,0 0,1 0,-1 0,1 1,0-1,1 0,-1 1,1-1,0 0,0 1,1-1,0 1,0-1,0 0,0 0,1 1,0-1,0 0,0-1,1 1,0 0,-1-1,2 1,-1-1,0 0,1 0,0 0,1 0,22 8,2-4</inkml:trace>
  <inkml:trace contextRef="#ctx0" brushRef="#br0" timeOffset="23070.034">6603 1993,'-9'3,"-1"1,1 0,0 1,0 0,0 1,1 0,0 0,0 0,1 1,-1 1,2-1,-1 1,1 0,0 1,1-1,0 1,0 0,1 0,0 1,0-1,1 1,1 0,-1 0,2 0,-1 0,1 0,1 1,0-1,1 0,0 0,0 0,1 0,0 0,1 0,0 0,0 0,1-1,1 0,-1 0,2 1,167 199,-147-174,-22-27,1 0,0 0,0-1,1 0,0 0,0 0,1-1,-1 0,1 0,1 0,-1-1,1 0,0-1,0 0,1 0,-1-1,1 0,-1 0,6-1,1-1,-1-1,0 0,0-1,0 0,0-1,0-1,9-3,25-7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4:01.4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16 269,'2'6,"1"0,0 0,0-1,0 1,0-1,1 0,0 0,0 0,1 0,-1-1,1 0,0 0,0 0,0 0,1-1,-1 0,1 0,0 0,0-1,0 0,0 0,0 0,1-1,3 1,0 0,0-1,0 0,0-1,0 0,0-1,0 0,0 0,0-1,0 0,-1-1,1 0,0-1,2-1,-3 0,1-1,-1 0,0 0,-1-1,0 0,0 0,0-1,-1 0,0-1,0 1,-1-1,-1-1,1 1,-1-1,1-5,-3 9,-1 0,0 0,-1 0,1 0,-1 0,-1-1,1 1,-1 0,0-1,0 1,-1 0,0 0,0 0,0-1,-1 1,0 0,0 1,-1-1,1 0,-1 1,-1-1,1 1,-1 0,1 0,-2 0,1 0,-2-1,0 1,-1-1,1 1,-1 0,0 1,-1 0,1 0,-1 0,1 1,-1 0,0 0,0 1,-1 0,1 1,0 0,-1 0,1 0,0 1,-1 1,1-1,0 1,-1 1,1 0,0 0,0 0,0 1,0 0,1 1,-1 0,1 0,0 0,0 1,0 0,1 1,-1 0,-2 1,1 1,0 0,1 0,0 1,0 0,1 0,0 0,0 1,1 0,0 0,1 1,1-1,-1 1,1 0,1 0,0 0,1 0,0 0,1 0,0 0,0 1,2-1,9 24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3:43.7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334 1289,'8'-61,"-4"26,1 1,1 0,2 0,2 1,4-8,-13 36,0 1,1 0,0-1,-1 1,2 0,-1 0,0 0,1 1,0-1,-1 0,2 1,-1 0,0-1,1 2,-1-1,1 0,0 1,0-1,0 1,0 0,0 0,0 1,1-1,-1 1,1 0,-1 0,1 0,-1 1,1 0,-1 0,1 0,0 0,-1 1,1 0,1 0,5 5,0 1,0 0,0 0,-1 1,0 1,0-1,-1 2,0-1,-1 1,0 1,-1 0,0 0,0 0,-1 1,-1-1,0 1,-1 1,3 9,-5-18,-1 0,1 0,-1 1,0-1,0 0,0 0,-1 0,1 1,-1-1,0 0,0 1,-1-1,1 0,-1 0,0 1,0-1,-1 0,1 0,-1 0,0 0,0 0,0-1,0 1,-1 0,1-1,-1 0,0 0,0 0,0 0,0 0,-1 0,1-1,-1 0,-4 2,5-2,-1-1,0 1,0-1,0-1,0 1,0 0,0-1,-1 0,1 0,0 0,0-1,0 1,0-1,0 0,0 0,0 0,0-1,1 1,-1-1,0 0,1 0,-1 0,1-1,0 1,0-1,0 0,0 0,0 0,0 0,1 0,-1-1,1 1,0-1,0 1,1-1,-1 0,1 0,0 0,0 0,0 0,0 0,1 0,-1 0,1 0,0-2,1 3,0 1,0 0,0-1,0 1,0 0,1 0,-1-1,0 1,1 0,0 1,0-1,-1 0,1 0,0 1,0-1,1 1,-1-1,0 1,0 0,1 0,-1 0,0 0,1 1,-1-1,3 0,67-6,-65 7,40-1,-25 3,1-2,0 0,0-2,0 0,0-1,-1-2,1 0,-1-2,-1 0,1-1,-1-1,3-3,-21 9,1 1,-1-1,1 0,-1 0,0 0,0-1,0 1,-1-1,1 1,-1-1,0 0,0 0,1-2,-3 4,0 0,1 1,-1-1,0 0,0 0,0 1,0-1,0 0,0 0,0 1,-1-1,1 0,-1 1,1-1,-1 1,0-1,1 0,-1 1,0-1,0 1,0 0,0-1,0 1,0 0,-1 0,1-1,0 1,-1 0,1 0,-1 1,1-1,-1 0,1 0,-1 1,0-1,-1-1,0 0,0 1,0-1,0 1,-1 0,1 0,0 0,-1 0,1 0,-1 1,1 0,-1-1,1 1,-1 1,1-1,-1 0,1 1,0 0,-1 0,1 0,-1 0,1 0,0 1,0-1,0 1,0 0,0 0,0 0,1 0,-1 1,1-1,-1 1,1-1,0 1,0 0,0 0,0 0,0 0,1 0,0 1,-1-1,1 3,1 0,1 0,0 1,1-1,0 0,0 0,0 0,1 0,-1 0,1 0,1-1,-1 1,1-1,0 0,0 0,1 0,-1-1,1 0,0 1,0-2,1 1,-1-1,1 1,-1-2,1 1,0-1,0 1,6 0,16 6,-1-2,2 0,-1-2,1-1,0-1,0-2,0-1,16-2,48-4</inkml:trace>
  <inkml:trace contextRef="#ctx0" brushRef="#br0" timeOffset="496.224">1844 473,'-15'127,"15"-123,0 1,0-1,1 1,-1-1,1 1,1-1,-1 0,0 1,1-1,0 0,0 0,0 0,1 0,-1 0,1-1,0 1,0-1,0 0,1 0,-1 0,1 0,-1 0,1-1,0 0,0 1,2-1,6 0,0 0,0-1,0-1,0 0,1-1,-1 0,0-1,0 0,-1-1,1-1,0 1,-1-2,0 1,0-2,0 0,-1 0,0 0,5-6,2 3,-1 0,0-2,0 0,-1-1,-1 0,0-1,-1-1,0 0,-1 0,-1-2,0 1,-1-1,-1-1,0 0,-2 0,0-1,0 0,-2 0,0-1,-4 17,0-1,-1 0,1 0,-1 0,0 0,1-1,-1 1,-1 0,1 0,0 0,-1 0,1 0,-1 0,0 0,0 1,0-1,-1 0,1 0,-1 1,1-1,-1 1,0-1,0 1,0 0,0-1,0 1,-1 0,1 1,-1-1,1 0,-1 1,0-1,1 1,-1 0,0 0,0 0,0 0,0 0,0 1,0-1,0 1,0 0,0 0,0 0,-2 1,-2 3,0 1,0 0,1 0,0 0,0 1,0 0,1 0,0 1,0-1,0 1,1 0,0 1,0-1,1 1,0-1,0 1,1 0,0 0,1 0,-1 1,-13 71,4 0,3 0,4 1,4 45,0-85,3 176,18 82,-20-284,5 166,-12-139</inkml:trace>
  <inkml:trace contextRef="#ctx0" brushRef="#br0" timeOffset="1027.5">1831 1142,'742'-294,"-653"252,-89 42,1 0,0 0,-1 0,1 0,-1 0,1 0,-1-1,1 1,-1 0,1 0,-1-1,1 1,-1 0,0-1,1 1,-1 0,1-1,-1 1,0-1,1 1,-1-1,0 1,1 0,-1-1,0 1,0-1,0 1,1-1,-1 0,0 1,0-1,0 1,0-1,0 1,0-1,0 1,0-1,0 1,0-1,0 0,0 1,-1-1,1 1,0-1,0 1,-1-1,-25-4,13 6,-1 0,1 1,0 1,0 0,0 1,1 0,-1 1,1 0,0 1,0 1,-3 2,8-4,0-1,1 1,0 0,0 0,0 1,0-1,1 1,0 1,0-1,1 1,0-1,0 1,1 1,-1-1,1 0,1 1,0-1,0 1,-1 6,3-11,0 0,0 1,1-1,-1 0,0 0,1 0,0 0,0 1,0-1,0 0,1-1,-1 1,1 0,-1 0,1-1,0 1,0-1,0 1,1-1,-1 0,0 0,1 0,-1 0,1 0,0 0,0-1,0 0,0 1,0-1,0 0,0 0,0-1,0 1,0-1,0 1,1-1,-1 0,0 0,0-1,0 1,1-1,-1 1,0-1,2-1,7-3,0 0,0-2,-1 1,0-1,0-1,0 0,-1 0,0-1,-1-1,0 1,-1-2,0 1,0-1,-1 0,-1 0,1-1,-2 0,0 0,0-1,-1 1,-1-1,0-3,2-1,-5 31,-1 1,1-8,-2 1,1 1,0-1,0 1,0-1,1 1,1-1,0 1,0-1,0 0,1 1,0-1,1 0,0 0,0 0,1 0,0-1,0 0,1 1,-1-1,2-1,-1 1,1-1,4 4,24 4,-1-6</inkml:trace>
  <inkml:trace contextRef="#ctx0" brushRef="#br0" timeOffset="1443.095">3222 754,'-9'-3,"1"0,0 1,-1 0,0 0,1 1,-1 0,0 1,0 0,0 0,1 1,-1 0,0 0,0 1,1 0,-1 1,1 0,0 0,0 1,0 0,0 0,1 1,0 0,0 0,0 1,0 0,1 0,0 0,0 1,1 0,0 0,0 1,0-1,-2 7,6-11,0 0,1 0,-1 1,1-1,-1 0,1 0,0 1,0-1,0 0,1 1,-1-1,1 0,0 0,0 0,0 1,0-1,0 0,1 0,-1 0,1-1,0 1,0 0,0-1,0 1,1-1,-1 0,0 0,1 1,0-2,-1 1,3 1,5 3,1-1,0 1,1-2,-1 1,1-2,0 0,11 2,0 0,0 0,0-2,1-1,-1-1,1 0,0-2,-1-1,0-1,1-1,-1-1,0-1,-1 0,0-2,0-1,0-1,-1-1,15-10,-30 16,0-1,0-1,-1 1,0-1,0 0,0 0,-1 0,0-1,0 0,-1 1,0-1,0-1,-1 1,0 0,0-1,-1 1,0 0,-1-1,0 0,0 1,-1-1,0 1,-2-7,3 15,0 1,-1 0,1 0,0-1,-1 1,1 0,-1 0,1-1,-1 1,1 0,-1-1,0 1,1-1,-1 1,0-1,1 1,-1-1,0 0,0 1,1-1,-1 0,0 1,0-1,0 0,1 0,-1 0,0 0,0 0,0 0,0 0,1 0,-1 0,0 0,0 0,0 0,0-1,1 1,-1 0,0-1,0 1,1 0,-1-1,0 1,1-1,-1 1,0-1,1 0,-1 1,1-1,-1 0,1 1,-1-1,1 0,-1 1,1-1,0 0,-1 0,1 0,0 1,0-1,0 0,0 0,0 0,-1 0,1 1,1-1,-1-1,-3 8,1 0,0 0,1 0,-1 0,1 0,0 1,1-1,-1 0,1 0,1 1,-1-1,1 0,0 0,0 0,1 0,0 0,0 0,0 0,1 0,0-1,0 1,0-1,1 0,0 0,0 0,0 0,0-1,1 0,0 0,0 0,0 0,0-1,1 0,3 2,12 3,1-1,-1-1,1-1,0-1,1-1,-1-1,1-1,8-1,45 1</inkml:trace>
  <inkml:trace contextRef="#ctx0" brushRef="#br0" timeOffset="3217.059">4919 661,'-9'2,"0"1,0 0,0 0,0 1,0 0,0 1,1 0,0 0,0 0,1 1,-1 1,1-1,1 1,-1 0,1 1,0-1,1 1,0 0,0 1,-3 7,8-13,0 0,0-1,1 1,-1 0,1-1,0 1,0 0,0-1,0 1,0-1,0 0,0 1,1-1,0 0,-1 0,1 0,0 0,0 0,0 0,0 0,0-1,0 1,1-1,-1 0,1 1,-1-1,1 0,-1 0,1-1,-1 1,1 0,0-1,-1 0,1 0,0 1,0-2,-1 1,1 0,0 0,-1-1,1 0,-1 1,1-1,0 0,0-1,10-1,-1-2,1 1,-1-2,0 0,0 0,0-1,-1 0,0-1,0-1,-1 0,-1 0,1-1,-1 0,-1 0,0-1,0 0,-1-1,-1 1,0-1,0-1,-1 1,-1-1,0 0,-1 0,0 0,-1 0,-1-1,0 1,0-1,-2-1,1-18,-1 0,-2 0,-2 0,0 1,-3-1,0 1,-11-24,18 55,1-1,0 0,0 1,0-1,0 0,-1 1,1-1,0 1,-1-1,0 1,1-1,-1 1,0-1,1 1,-1 0,0-1,0 1,0 0,0 0,-1 0,1-1,0 1,0 0,-1 1,1-1,-1 0,1 0,0 1,-1-1,0 0,1 1,-1 0,1-1,-1 1,1 0,-1 0,0 0,1 0,-1 0,0 0,1 0,-2 1,-31 63,19-16,3 1,2 0,1 0,3 1,2-1,2 7,1-47,0 1,1-1,0 1,0 0,1-1,0 1,1-1,0 1,1-1,0 0,0 0,1 0,0 0,0 0,1-1,0 0,1 0,-1 0,2-1,-1 0,1 0,2 1,0-3,0-1,-1 0,1 0,1-1,-1 0,0-1,1 0,-1-1,1 0,-1 0,1-1,0 0,-1-1,1 0,-1 0,1-1,-1 0,1-1,-1 0,0-1,8-4,-4 2,0-1,-1 0,0 0,0-2,-1 1,0-2,-1 1,0-1,0-1,-1 0,0 0,-1-1,-1 0,5-9,-8 13,0 0,-1-1,0 1,-1-1,0 0,0 0,0 0,-1 0,-1 0,0 0,0 0,-1 0,0 0,0 0,-1 0,-2-7,4 16,0-1,0 0,0 0,0 0,0 0,0 0,-1 0,1 0,0 0,0 1,-1-1,1 0,-1 0,1 0,-1 0,1 1,-1-1,1 0,-1 1,0-1,1 0,-1 1,0-1,0 1,1-1,-1 1,0-1,0 1,0 0,0-1,0 1,1 0,-1 0,0 0,0 0,0 0,0-1,0 2,0-1,0 0,0 0,0 0,1 0,-1 0,0 1,0-1,0 0,0 1,0-1,1 1,-1-1,0 1,0 0,-2 6,-1 0,1 0,1 1,-1-1,1 1,0 0,1 0,0 0,0 0,1-1,0 8,-1-7,0 0,0-1,1 1,0 0,0 0,1 0,0 0,1-1,-1 1,1 0,1-1,0 1,0-1,0 0,1 0,0 0,0-1,0 1,1-1,0 0,1 0,-1-1,1 0,0 0,1 0,-1 0,1-1,-1 0,1-1,1 1,3 0,-2-2,1-1,0 0,-1-1,1 0,0 0,-1-1,1 0,0-1,-1 0,1 0,-1-1,0-1,0 1,0-1,-1-1,1 0,-1 0,0-1,0 1,-1-2,0 1,0-1,5-7,-1 2,0-2,-1 1,-1-2,0 1,-1-1,0 0,-1-1,-1 0,-1 0,0 0,-1-1,-1 0,0-3,-11 61,-3 134,8 104,4-178,8 173,-9-247,-8-41,-4-81,4 0,4-33,3 98,0 1,2 0,2-1,0 1,2 0,1 0,2 1,7-20,-14 44,0 0,1 1,0-1,0 0,0 1,0-1,0 1,0-1,1 1,0 0,0 0,0 0,0 0,0 1,0 0,1-1,-1 1,1 0,0 0,0 1,-1-1,1 1,0 0,0 0,0 0,0 1,1-1,-1 1,0 0,0 0,0 0,0 1,0-1,0 1,2 1,5 2,-1 1,1 0,-1 1,-1 0,1 0,-1 1,0 1,-1-1,0 2,0-1,0 1,-1 0,-1 0,0 1,0 0,2 4,-7-11,0-1,1 0,-1 1,0-1,0 0,-1 1,1-1,0 1,-1 0,0-1,1 1,-1-1,0 1,-1 0,1-1,0 1,-1-1,1 1,-1-1,0 1,0-1,0 1,0-1,0 1,0-1,-1 0,1 0,-1 0,0 0,1 0,-1 0,0 0,0-1,0 1,0-1,-1 1,1-1,0 0,-1 0,0 1,-5 1,0 0,0 0,-1 0,1-1,0-1,-1 1,1-1,-1-1,1 0,-1 0,0 0,1-1,-1 0,1-1,0 0,-1-1,1 1,-6-4,12 4,0 0,1-1,0 1,-1 0,1-1,0 1,0-1,0 1,1-1,-1 1,1-1,-1 1,1-1,0 0,0 1,0-1,0 0,1 1,-1-1,1 1,-1-1,1 0,0 1,0 0,0-1,0 1,0-1,1 1,-1 0,1 0,0 0,-1 0,1 0,0 0,0 1,0-1,0 0,1 1,-1 0,0-1,3 0,92-76,-71 60,-1-1,-1-1,0-2,-2 0,0-1,-2-2,12-17,-18 11,0-1,-3 0,-1-1,-1 0,-1-1,-2 1,-2-1,-1-1,-2 1,-1 0,-1 0,-2 0,-2 0,-3-13,7 43,1-1,-1-1,0 1,0-1,0 1,-1-1,0 1,0 0,0 0,0 0,-1 0,-2-4,4 9,0-1,0 1,0-1,0 1,0-1,0 1,0 0,0-1,0 1,0 0,0 0,0 0,0 0,-1 0,1 0,0 0,0 0,0 0,0 0,0 1,0-1,0 0,0 1,0-1,0 1,0-1,0 1,0 0,1-1,-1 1,0 0,0-1,0 1,1 0,-1 0,0 0,1 0,-1 0,1 0,-1 0,1 0,0 0,-1 1,-11 19,0 0,2 1,1 0,0 1,2 0,0 1,0 10,-5 11,3 0,1 0,3 1,1 0,3 0,1 0,5 24,-4-56,2 0,-1 0,2 0,0 0,1-1,0 1,1-1,0 0,1-1,0 0,1 0,1 0,0-1,0-1,1 1,1-2,-1 1,1-1,7 3,30 14</inkml:trace>
  <inkml:trace contextRef="#ctx0" brushRef="#br0" timeOffset="3547.799">6510 754,'-1'-8,"0"0,-1 0,0 0,-1 0,0 0,0 0,0 0,-1 1,0 0,-1 0,1 0,-1 0,-1 1,1 0,-1 0,0 0,-1 1,1-1,-1 2,0-1,0 1,0 0,-1 0,0 1,1 0,-1 1,-2-1,6 3,1 0,-1 0,0 0,0 1,0-1,0 1,1 0,-1 0,0 1,0-1,1 1,-1-1,1 1,0 0,0 0,-1 1,1-1,1 1,-1 0,0-1,1 1,-1 0,1 1,0-1,0 0,0 1,0-1,1 1,-1-1,0 4,-1 1,1 0,0 0,0 0,0 0,1 0,1 1,-1-1,1 0,1 1,-1-1,1 0,1 1,0-1,0 1,0-4,0 1,1-1,-1 1,1-1,0 0,1 0,-1 0,1 0,0-1,0 1,1-1,-1 0,1-1,0 1,0-1,0 0,0 0,1 0,-1-1,1 0,-1 0,1 0,0-1,0 0,0 0,0 0,0-1,0 0,0 0,0 0,0-1,0 0,0 0,-1-1,1 1,0-1,-1 0,1-1,-1 0,1 1,-1-2,0 1,2-4,-1-1,0 1,-1-1,1 0,-1-1,-1 1,0-1,0 0,-1 0,0 0,0-1,-1 1,1-9,1 128,-3-106,-1 1,1-1,0 1,1-1,-1 0,1 1,0-1,0 0,0 0,0 0,1-1,-1 1,1 0,0-1,0 0,1 0,2 3,15 6</inkml:trace>
  <inkml:trace contextRef="#ctx0" brushRef="#br0" timeOffset="4734.927">6885 514,'-7'-2,"1"0,-1 1,0 0,1 0,-1 0,0 1,0 0,1 1,-1-1,0 1,1 1,-1-1,1 1,-1 0,1 1,0-1,-1 1,2 1,-1-1,0 1,1 0,-1 0,1 0,0 1,1 0,-3 3,5-5,0 0,1 0,-1 0,1 0,0 0,0 0,0 0,1 0,-1 1,1-1,-1 0,1 1,0-1,1 0,-1 1,0-1,1 0,0 0,0 1,0-1,0 0,0 0,1 0,-1 0,1 0,0-1,0 1,0 0,1 0,72 70,-69-68,139 118,-143-122,0 0,0 1,0-1,0 0,-1 1,1-1,-1 1,1 0,-1-1,1 1,-1 0,0 0,0 0,0 0,0 0,0 0,-1 0,1 0,0 0,-1 0,0 1,1-1,-1 0,0 0,0 0,0 1,-1-1,1 0,0 0,-1 0,0 0,1 0,-1 0,0 1,0-2,0 1,0 0,0 0,-1 0,1 0,-1-1,1 1,-1-1,0 1,-9 4,1-2,-1 0,0 0,-1-1,1 0,-1-1,1 0,-1-1,0 0,0-1,1 0,-1-1,-5-1,15 2,1 0,-1 0,1 0,0 0,-1-1,1 1,0 0,-1-1,1 1,0-1,0 1,0-1,-1 0,1 1,0-1,0 0,0 0,0 0,0 0,0 0,0 0,1 0,-1 0,0 0,0 0,1-1,-1 1,1 0,-1 0,1-1,-1 1,1 0,0-1,0 1,0 0,0-1,0 1,0 0,0-1,0 1,0 0,1-1,-1 1,0 0,1-1,-1 1,1 0,0 0,-1 0,1 0,0-1,0 1,0 0,-1 0,1 0,0 0,0 1,1-1,-1 0,0 0,0 1,1-1,21-16,0 1,2 2,0 0,0 2,1 1,13-4,-11 4,6-2,69-38,-101 50,-1 0,1 0,0 0,-1-1,0 1,1 0,-1-1,0 1,1-1,-1 1,0-1,0 0,0 1,-1-1,1 0,0 0,-1 0,1 0,-1 1,1-1,-1 0,0 0,0 0,0 0,0 0,0 0,0 0,-1 0,1 0,-1 0,1 1,-1-1,0 0,0 0,1 0,-1 1,0-1,-1 1,1-1,0 1,0-1,-1 1,1-1,-1 1,1 0,-1 0,1 0,-1 0,0 0,0 0,1 0,-3 0,2 0,0 0,0 0,0 0,0 0,0 1,-1-1,1 1,0-1,0 1,0 0,-1 0,1 0,0 0,0 0,-1 0,1 1,0-1,0 1,0 0,0-1,-1 1,1 0,0 0,1 0,-1 1,0-1,0 0,0 1,1-1,-1 1,1 0,-1-1,1 1,-1 0,1 0,0 0,0 0,-1 2,-1 4,0-1,0 1,0 1,1-1,0 0,1 1,0-1,0 0,1 1,0-1,1 1,0-1,0 1,0-1,1 0,0 0,1 1,0-2,0 1,1 0,0-1,0 1,5 5,-7-11,0 0,0 0,0 0,0 0,0-1,1 1,-1-1,0 1,1-1,-1 0,1 0,-1 0,1 0,0-1,-1 1,1-1,0 1,0-1,-1 0,1 0,0 0,-1-1,1 1,0 0,-1-1,1 0,0 0,-1 0,1 0,-1 0,1 0,-1-1,0 1,0-1,1 1,-1-1,0 0,0 0,-1 0,1 0,0 0,-1-1,1 1,-1 0,0-1,0 1,0-1,1-1,10-39,-6 63,23 59,-28-77,0 0,0-1,1 1,-1 0,0 0,1-1,-1 1,1-1,0 1,-1-1,1 0,0 0,0 0,0 0,0 0,0 0,0 0,0 0,0-1,0 1,0-1,0 0,1 0,-1 1,0-1,0-1,0 1,0 0,0 0,1-1,-1 1,0-1,0 0,0 0,0 0,0 0,0 0,5-6,0 0,-1-1,1 1,-2-1,1-1,-1 1,-1-1,1 0,-2 0,1 0,-1-1,0 1,-1-1,0 0,-1 1,0-7,3-1,22-126,-26 142,0 0,0 0,0 0,0 0,0 0,0 0,1 0,-1 1,0-1,1 0,-1 0,0 0,1 0,-1 0,1 0,0 1,-1-1,1 0,-1 0,1 1,0-1,0 1,-1-1,1 0,0 1,0-1,0 1,0 0,0-1,0 1,-1 0,1-1,0 1,0 0,0 0,0 0,0 0,0 0,0 0,0 0,0 0,0 0,0 1,0-1,0 0,0 1,0-1,0 0,-1 1,1-1,0 1,0-1,0 1,-1 0,1 0,6 7,-1 0,-1 1,0 0,0 0,0 0,-1 1,-1-1,0 1,0 0,-1 0,0 0,0 1,-1-1,-1 0,0 4,3 110,-3-121,0-1,0 1,0-1,1 1,-1-1,0 1,1-1,0 0,0 1,-1-1,1 0,1 1,-1-1,0 0,0 0,1 0,-1 0,1 0,0 0,0-1,0 1,-1-1,1 1,1-1,-1 1,0-1,0 0,0 0,1 0,-1 0,0-1,1 1,-1-1,1 1,-1-1,1 0,-1 0,1 0,0 0,13-1,-1-1,-1-1,1 0,0-1,-1 0,1-1,-1-1,-1 0,1-1,-1-1,0 0,-1 0,0-2,0 1,-1-1,0-1,6-8,-10 10,0 0,0-1,0 1,-1-2,-1 1,0-1,0 0,-1 0,-1 0,0 0,0-1,-1 1,0-1,-1 0,-1 1,0-11,0 20,0 0,-1 0,1 1,0-1,-1 0,1 1,-1-1,0 0,0 1,1-1,-1 0,0 1,0 0,-1-1,1 1,0-1,0 1,-1 0,1 0,0 0,-1 0,0 0,1 0,-1 0,1 1,-1-1,0 0,1 1,-1-1,0 1,0 0,0 0,1-1,-1 1,0 0,0 1,1-1,-1 0,0 0,0 1,1-1,-1 1,0 0,0-1,1 1,-1 0,1 0,-1 0,1 0,-1 0,1 0,-1 1,-5 3,1 0,0 1,0 0,0 0,1 0,-1 1,2-1,-1 1,1 0,0 1,0-1,1 1,0 0,0 0,1 0,0 0,1 0,-1 0,2 0,-1 1,1-1,0 0,1 1,0-1,0 0,1 0,0 0,0 0,1 0,0 0,1-1,-1 1,1-1,1 0,-1 0,1 0,2 0,8 7,1-1,1 0,0-1,1-1,0-1,0-1,1 0,0-1,1-1,0-1,0-1,15 2,35 7</inkml:trace>
  <inkml:trace contextRef="#ctx0" brushRef="#br0" timeOffset="7050.91">1831 2345,'-1'-12,"1"1,0-1,0 1,2-1,-1 1,1 0,1-1,0 1,0 0,1 0,1 1,0-1,0 1,1 0,0 1,1-1,0 1,7-7,-10 13,-1 0,1 0,0 0,0 1,0 0,0-1,0 2,0-1,1 0,-1 1,1 0,-1 0,1 0,-1 0,1 1,0 0,-1 0,1 0,-1 0,1 1,0 0,-1 0,1 0,-1 1,0-1,1 1,-1 0,0 0,0 0,0 1,-1 0,1-1,0 1,-1 1,3 2,4 3,-1 0,0 0,-1 1,0 0,0 0,-1 1,0 0,-1 0,-1 1,0 0,2 6,-6-15,-1 0,1 1,-1-1,0 0,0 0,-1 0,1 1,-1-1,1 0,-1 0,0 0,0 0,-1 0,1 0,0 0,-1-1,0 1,0 0,0-1,0 1,0-1,0 0,0 0,-1 0,1 0,-1 0,0 0,1-1,-1 1,0-1,0 0,0 0,0 0,0 0,0 0,-1-1,1 1,0-1,0 0,0 0,0 0,-1 0,1-1,0 1,-2-1,4 1,-1-1,1 1,0 0,-1 0,1-1,0 1,-1 0,1-1,0 1,0-1,-1 0,1 1,0-1,0 0,0 0,0 0,0 0,0 0,0 0,0 0,0 0,1 0,-1 0,0 0,1-1,-1 1,1 0,-1-1,1 1,0 0,-1 0,1-1,0 1,0-1,0 1,0 0,0-1,0 1,0 0,1-1,-1 0,30-49,-1 26,1 2,1 0,2 2,0 2,25-11,3 4,-59 27,-1-1,1 0,-1 1,1-1,-1 1,1-1,-1 1,0 0,1 0,-1 0,0-1,0 1,1 1,-1-1,0 0,0 0,0 0,0 0,0 1,-1-1,1 0,0 1,0-1,-1 1,1-1,-1 1,0-1,1 1,-1-1,0 1,0-1,0 1,0 0,0-1,0 1,0-1,-1 1,1-1,0 1,-1-1,1 1,0-2,-3 82,1-35,2 0,1 1,6 20,3-18,3-1,2 0,9 19,26 85,-48-149,0 1,-1 0,1 0,-1 0,0 0,0 0,0 0,-1 0,0 0,0 0,0 0,-1 0,1 0,-1 0,0 0,-1 0,1 0,-1 0,0 0,0-1,-1 1,0-1,1 0,-3 3,2-6,1 0,-1-1,1 1,-1-1,1 0,-1 1,1-1,-1 0,1-1,-1 1,1 0,-1-1,1 1,-1-1,1 0,-1 0,1 0,0 0,0 0,-1 0,1-1,0 1,0-1,0 0,0 1,1-1,-1 0,0 0,1 0,-1 0,1 0,0-1,0 1,0 0,0-1,0 1,0 0,1-1,-1-1,-7-21,1-1,2 1,0-1,2 0,1 0,1 0,1-11,0 21,2-456,-1 452,-2 12,1-1,0 1,0 0,1-1,1 1,-1 0,1 0,0 0,1 0,0 0,2-4,-1 9,-1 1,0 0,1-1,-1 2,1-1,0 0,0 1,0-1,0 1,-1 0,1 1,1-1,-1 1,0-1,0 1,0 0,0 1,0-1,0 1,0 0,0 0,0 0,0 0,-1 1,1-1,0 1,-1 0,2 2,18 4,0 2,-2 1,1 0,-1 2,-1 0,13 12,-31-24,0 0,0-1,0 1,-1 0,1 0,-1 0,1 1,-1-1,1 0,-1 1,1-1,-1 1,0-1,0 1,0 0,0-1,0 1,0 0,-1 0,1-1,0 1,-1 0,1 0,-1 0,0 0,0 0,0 0,0 0,0 0,0 0,0 0,-1 0,1 0,-1-1,1 1,-1 0,0 0,0 0,1-1,-1 1,-1 0,1-1,0 1,0-1,0 1,-1-1,1 0,-2 2,-9 2,1 0,-1-1,0 0,0-1,0 0,-1-1,1 0,0-1,-1-1,1 0,-1 0,-7-2,21 1,-1 1,1 0,-1-1,1 1,-1-1,1 1,-1-1,0 1,1-1,-1 1,0-1,1 1,-1-1,0 1,0-1,1 1,-1-1,0 0,0 1,0-1,0 1,0-1,0 0,0 1,0-1,0 1,0-1,0 0,0 1,0-1,0 1,-1-1,1 1,0-1,0 0,-1 1,1-1,-1 1,1-1,0 1,-1 0,1-1,-1 1,1-1,-1 1,1 0,-1-1,1 1,-1 0,1-1,-1 1,1 0,-1 0,0 0,1 0,-1-1,1 1,-1 0,0 0,1 0,-1 0,1 0,-1 1,0-1,1 0,-1 0,1 0,-1 0,19-10</inkml:trace>
  <inkml:trace contextRef="#ctx0" brushRef="#br0" timeOffset="8134.593">2900 2132,'-6'-8,"-1"0,-1 1,1 0,-1 0,0 1,-1 0,1 1,-1 0,-4-2,10 6,0 0,0-1,0 1,-1 0,1 1,0-1,-1 1,1-1,0 1,-1 0,1 0,-1 1,1-1,0 1,-1 0,1-1,0 1,0 1,0-1,0 0,0 1,0 0,0-1,0 1,0 0,1 1,-1-1,1 0,-2 2,-1 2,0 1,1-1,0 1,0 0,0-1,1 2,0-1,0 0,1 1,0-1,0 1,1-5,0 0,1 1,0-1,-1 0,1 0,0 0,1 0,-1 0,0 0,1 1,0-1,-1 0,1 0,1 0,-1-1,0 1,1 0,-1 0,1-1,0 1,0-1,0 1,0-1,0 0,0 0,1 0,-1 0,3 1,2 0,0-1,0 1,0-1,0-1,0 0,0 0,1 0,-1-1,0 0,0 0,1-1,-1 0,0 0,0-1,0 0,0 0,0 0,0-1,-1 0,1-1,-1 1,0-1,0-1,0 1,-1-1,1 0,-1 0,0 0,-1-1,1 0,-1 0,0 0,-1 0,1-1,-1 0,-3 7,1 0,-1 1,0-1,0 0,1 0,-1 1,0-1,1 0,-1 0,0 0,0 0,1 1,-1-1,0 0,1 0,-1 0,0 0,1 0,-1 0,0 0,1 0,-1 0,1 0,-1 0,0 0,1 0,-1 0,0 0,1 0,-1 0,0-1,1 1,-1 0,0 0,0 0,1 0,-1-1,0 1,0 0,1 0,-1-1,0 1,0 0,1 0,-1-1,0 1,4 14,-3-10,0 1,0-1,1 1,0-1,0 0,0 0,0 0,1 0,0 0,-1 0,1-1,1 1,-1-1,0 0,1 0,0 0,0 0,0-1,0 1,0-1,0 0,0-1,1 1,-1-1,1 1,-1-1,1-1,0 1,-1-1,1 0,0 0,-1 0,1 0,-1-1,2 0,2-2,0-1,0 1,0-1,-1-1,1 0,-1 0,0 0,-1-1,1 0,-1 0,0-1,-1 0,0 0,0 0,0 0,-1-1,0 0,0 0,-1 0,7-17,-2-1,0-1,-2 1,0-1,-1-13,15-203,-21 234,0-1,-1 1,0 0,0 0,-1 0,0 0,-1 0,0 1,-2-4,-19-56,26 50,3 21,31 287,-32-265,0-1,2 1,1-1,0 0,2 0,1-1,0 0,2-1,1 0,1 0,0-1,2-1,0-1,1 0,10 9,-22-26,-1 1,1-1,0 0,-1 0,1 0,0 0,0 0,0-1,1 0,-1 0,0 0,0-1,1 1,-1-1,0 0,1 0,-1 0,0-1,0 0,1 1,-1-1,0-1,0 1,0-1,0 0,0 0,0 0,-1 0,1 0,0-2,10-7,0 0,-1-1,0-1,-2 0,1-1,5-9,-17 22,0 1,0-1,0 1,0-1,0 0,1 1,-1-1,0 1,0-1,0 1,1-1,-1 0,0 1,0-1,1 1,-1-1,0 1,1 0,-1-1,1 1,-1-1,0 1,1 0,-1-1,1 1,-1 0,1-1,0 1,-1 0,1 0,-1 0,1-1,-1 1,1 0,0 0,-1 0,1 0,-1 0,1 0,-1 0,1 0,0 0,-1 0,1 1,-1-1,1 0,-1 0,1 1,0-1,-1 0,1 0,-1 1,0-1,1 1,-1-1,1 0,-1 1,7 40,-7-37,0 0,-1 0,1 0,1 0,-1 0,1 0,-1 1,1-1,1 0,-1-1,0 1,1 0,0 0,0-1,0 1,0-1,0 1,1-1,0 0,-1 0,1 0,1 0,-1 0,0-1,0 0,1 0,0 1,-1-2,1 1,0 0,0-1,3 1,17-2,-1-3</inkml:trace>
  <inkml:trace contextRef="#ctx0" brushRef="#br0" timeOffset="8384.866">3903 1838,'-14'-3,"-8"0,-4-2,1 0,2 0,4-1,-1-1,3 0</inkml:trace>
  <inkml:trace contextRef="#ctx0" brushRef="#br0" timeOffset="8673.098">3115 1690,'16'0,"16"0,15-2,14-3,14-3,12-3,4 1,1 0,-15 1</inkml:trace>
  <inkml:trace contextRef="#ctx0" brushRef="#br0" timeOffset="9032.392">4037 1958,'80'196,"-80"-194,0 0,0 0,1 0,-1 0,1-1,0 1,-1 0,1 0,0-1,0 1,0 0,0-1,0 1,1-1,-1 1,0-1,1 0,-1 1,1-1,-1 0,1 0,0 0,-1 0,1-1,0 1,0 0,-1-1,1 1,0-1,0 1,0-1,0 0,0 0,0 0,0 0,0 0,-1 0,1-1,0 1,0-1,0 1,0-1,-1 0,1 0,0 1,0-1,-1 0,1-1,9-9,0-1,-1-1,-1 0,0 0,0-1,-1 0,-1-1,17-27,-24 42,0 1,0-1,1 1,-1-1,0 0,0 1,1-1,-1 0,0 1,1-1,-1 0,0 1,1-1,-1 0,1 0,-1 0,0 1,1-1,-1 0,1 0,-1 0,1 0,-1 0,0 0,1 0,-1 0,1 0,-1 0,1 0,-1 0,1 0,-1 0,0 0,1 0,-1 0,1-1,-1 1,0 0,1 0,-1 0,1-1,-1 1,0 0,1-1,-1 1,0 0,0-1,1 1,-1 0,0-1,0 1,1 0,-1-1,0 1,0-1,0 1,0-1,0 1,1 0,-1-1,0 1,0-1,0 1,0-1,-1 1,4 39,-3-33,-1-1,0 0,0 0,1 0,-1 1,1-1,1 0,-1 0,1 0,0 1,0-1,0 0,1 0,0 0,0-1,0 1,0 0,1-1,0 1,0-1,0 0,0 0,1 0,-1 0,1-1,0 1,0-1,1 0,-1-1,1 1,-1-1,1 1,3 0,0-2,-1 0,1-1,-1 1,1-1,0-1,-1 0,1 0,0 0,-1-1,1 0,-1-1,0 1,0-1,0-1,0 1,-1-1,1-1,-1 1,0-1,3-3,5-5,0-1,-1 0,0-1,-1-1,-1 1,-1-2,6-11,-2-1,-1 0,-2-1,-1-1,-2 1,0-2,-2 1,-2-1,-1 1,-1-1,-2 0,-1 0,-1 0,-2 0,-2-5,-24-42,29 77,-1 0,1 0,-1 0,0 0,1 0,-1 0,0 0,0 1,0-1,0 0,0 1,0 0,-1 0,1-1,0 1,-1 0,1 1,-1-1,1 0,-1 1,1 0,-1-1,0 1,1 0,-1 0,1 0,-1 1,0-1,1 1,-1-1,-6 5,-1 1,1-1,0 2,0-1,0 1,1 0,0 1,1 0,0 0,0 1,0-1,1 2,1-1,0 1,0-1,1 1,0 1,0-1,0 4,-1 1,0 0,1 0,1 1,0 0,1-1,0 1,2 0,0 0,0 0,2 0,0 0,1 0,0-1,1 1,1-1,1 0,0 0,0-1,2 0,0 0,0 0,7 6,4-2,0 0,1-1,1-2,0 0,2-1,-1-1,1-1,1-1,0-2,1 0,0-1,24 4,38 8</inkml:trace>
  <inkml:trace contextRef="#ctx0" brushRef="#br0" timeOffset="9633.03">5441 2185,'83'-142,"-77"134,1 0,0 0,0 0,0 1,1 0,0 0,1 1,-1 0,1 0,0 1,1 1,-1-1,1 1,4-1,-9 5,0-1,-1 0,1 1,0 0,0 0,0 0,-1 1,1 0,0 0,-1 0,1 0,-1 1,1-1,-1 1,1 0,-1 1,0-1,0 1,0 0,-1 0,1 0,-1 0,1 1,-1-1,0 1,1 2,4 5,0 1,-1 0,0 0,-1 1,-1 0,0 0,0 0,0 8,2 43,-7-63,0 1,0-1,0 0,0 1,0-1,0 1,0-1,-1 0,1 1,-1-1,1 0,-1 0,0 1,1-1,-1 0,0 0,0 0,0 0,0 0,0 0,0 0,0 0,0 0,0 0,0 0,0-1,-1 1,1 0,0-1,0 1,-1-1,1 0,0 1,-1-1,1 0,-1 0,1 0,0 0,-1 0,1 0,-1 0,0-1,0 0,0 0,0 0,1-1,-1 1,0-1,1 0,-1 1,1-1,-1 0,1 0,0 0,0 0,0 0,0 0,0 0,0 0,1 0,-1-1,1 1,-1 0,1 0,0-1,0 1,0 0,0 0,0-1,0 1,1 0,-1 0,1-1,0 1,0 0,-1 0,1 0,1 0,58-135,-24 66,-19 37,-1-1,-2 0,-1-1,-2-1,-2 1,-1-2,-2 1,-1-1,-2 0,-2-18,-22-14,21 68,-1 1,0-1,0 0,0 1,0-1,0 1,-1-1,1 1,0-1,-1 1,1 0,-1 0,1-1,-1 1,1 0,-1 1,0-1,0 0,1 0,-1 1,0-1,0 1,0-1,0 1,0 0,0 0,0 0,1 0,-1 0,0 0,0 1,0-1,0 1,0-1,-1 1,-2 3,1 0,0 1,0-1,0 1,1-1,0 1,-1 0,2 0,-1 1,0-1,1 1,0-1,1 1,-1 0,1-1,0 1,0 0,1 0,0 0,0 0,1 4,-1 39,3 0,2 0,2 0,2-1,3 0,7 19,-3-12,1-1,3 0,2-1,19 29,-12-45,-21-34</inkml:trace>
  <inkml:trace contextRef="#ctx0" brushRef="#br0" timeOffset="9908.752">5641 1771,'25'9,"24"3,22 0,17-3,8 0,-5 0,-9 4,-20-2</inkml:trace>
  <inkml:trace contextRef="#ctx0" brushRef="#br0" timeOffset="10124.349">6283 2011,'-2'8,"-3"10,0 0,2 1,0 0,1-1,1 1,1 3,1-19,0 0,0-1,0 1,0 0,0-1,1 1,-1-1,1 0,0 0,0 1,-1-1,2 0,-1 0,0 0,0-1,0 1,1-1,-1 1,1-1,0 0,-1 0,1 0,0 0,-1 0,1 0,0-1,0 0,0 1,0-1,-1 0,1 0,0-1,0 1,0-1,0 1,-1-1,1 0,0 0,-1 0,1 0,-1-1,1 1,-1-1,1 1,-1-1,0 0,0 0,2-1,1-1,-1 0,1 0,0 0,-1 0,0-1,0 1,-1-1,1 0,-1 0,0-1,0 1,0-1,-1 1,0-1,0 0,-1 0,0 0,1 0,-2 0,1 0,-1 0,0 0,0 0,-1 0,0 0,0 0,0 0,-1 0,0 0,0 1,0-1,-1 0,0 1,0 0,0 0,-1 0,1 0,-1 0,0 1,-1 0,1-1,-1 2,0-1,0 0,-3-1,2 4,0 0,0 1,1 0,-1 0,0 0,0 0,0 1,1 0,-1 0,0 1,1-1,-1 1,1 1,0-1,-1 1,1 0,0 0,1 0,-1 0,0 1,1 0,0 0,0 0,0 1,1 0,-1-1,1 1,0 0,1 0,-1 1,1-1,0 0,0 1,1 0,-1-1,1 1,0 0,1 0,0 1,0-4,0 1,1 0,0 0,0-1,0 1,0 0,1-1,-1 1,1-1,0 0,0 1,0-1,0 0,1 0,-1 0,1-1,0 1,0-1,0 1,0-1,0 0,0 0,1 0,-1-1,1 1,-1-1,1 0,0 0,-1 0,2 0,25 6</inkml:trace>
  <inkml:trace contextRef="#ctx0" brushRef="#br0" timeOffset="10293.214">6430 1636,'-14'-15,"-6"-9,-3 1,3 6,3 11,4 13,4 14,4 13,5 13,2-3</inkml:trace>
  <inkml:trace contextRef="#ctx0" brushRef="#br0" timeOffset="10815.729">6484 2171,'5'11,"1"2,0 0,1-1,0 0,1 0,1 0,0-1,8 8,-16-18,0 0,0 0,0-1,0 1,0 0,0 0,0-1,1 1,-1-1,0 1,0-1,1 0,-1 1,0-1,0 0,1 0,-1 0,0 0,0 0,1 0,-1 0,0-1,1 1,-1 0,0-1,0 1,0-1,1 1,-1-1,0 1,0-1,0 0,0 0,0 1,0-1,0 0,0 0,-1 0,1 0,0 0,0 0,0-2,25-51,8-121,-20 80,-14 94,0 0,0 0,0 0,0 1,0-1,1 0,-1 0,0 0,0 1,1-1,-1 0,0 0,1 1,-1-1,1 0,-1 0,1 1,-1-1,1 1,-1-1,1 0,-1 1,1-1,0 1,0-1,-1 1,1 0,0-1,0 1,-1 0,1 0,0-1,0 1,0 0,-1 0,1 0,0 0,0 0,0 0,-1 0,1 0,0 0,0 0,0 1,-1-1,1 0,0 1,0-1,0 0,-1 1,1-1,0 1,-1-1,1 1,-1-1,1 1,0-1,-1 1,1 0,-1-1,1 1,-1 0,0 0,1-1,-1 1,0 0,0 0,1 0,-1 0,2 1,112 86,-109-82,-1 0,0 0,0 0,0 0,-1 1,0-1,0 1,-1 0,1 0,-2 0,1 0,-1 0,0 0,0 0,-1 0,0 1,0-1,-1 2,2 26,-1-33,0 1,0-1,1 1,-1-1,1 1,-1-1,1 0,0 1,0-1,0 0,0 1,0-1,1 0,-1 0,1 0,-1 0,1 0,0-1,0 1,0 0,0-1,0 1,0-1,0 0,0 0,1 0,-1 0,0 0,1 0,-1 0,1-1,-1 1,0-1,1 0,-1 0,1 0,0 0,5 0,0-1,-1 0,1 0,-1-1,1 0,-1 0,0 0,0-1,0 0,0-1,5-3,-5 2,-1 0,1 0,-1-1,-1 1,1-2,-1 1,0 0,0-1,-1 0,0 0,0 0,-1-1,0 1,0-1,0 0,-1 0,-1 0,1 0,-1 0,0 0,-1 0,0-2,0 10,0-1,1 0,-1 0,0 0,0 1,0-1,0 0,0 0,0 0,0 0,0 1,0-1,0 0,-1 0,1 0,0 1,0-1,-1 0,1 0,-1 1,1-1,0 0,-1 1,1-1,-1 0,0 1,1-1,-1 1,1-1,-1 1,0-1,0 1,1-1,-1 1,0 0,0-1,1 1,-1 0,0 0,0 0,0-1,1 1,-1 0,0 0,0 0,0 0,1 1,-1-1,0 0,0 0,0 0,1 1,-1-1,0 0,0 1,1-1,-1 0,0 1,1-1,-1 1,0-1,1 1,-1 0,1-1,-1 1,1 0,-1-1,0 1,-1 3,-1 0,1 0,0-1,0 1,0 1,1-1,-1 0,1 0,0 0,0 1,1-1,-1 1,1-1,0 0,0 1,0-1,1 1,0-1,0 0,0 1,0-1,0 0,1 0,0 0,0 0,0 0,0 0,1-1,-1 1,1-1,0 1,0-1,0 0,1 0,-1 0,1-1,2 2,11 3</inkml:trace>
  <inkml:trace contextRef="#ctx0" brushRef="#br0" timeOffset="10980.33">7179 1664,'-12'13,"-1"12,7 8,5 8,4-3</inkml:trace>
  <inkml:trace contextRef="#ctx0" brushRef="#br0" timeOffset="11834.284">7325 2132,'21'-38,"-2"1,-1-2,-3-1,-1 0,-2-1,-1 0,-3 0,-1-1,-2-1,-1-36,-9-1,5 79,-1 0,1 1,0-1,-1 0,1 0,0 1,-1-1,1 0,-1 1,1-1,-1 0,1 1,-1-1,0 1,1-1,-1 1,1-1,-1 1,0-1,0 1,1 0,-1-1,0 1,0 0,0 0,1-1,-1 1,0 0,0 0,0 0,1 0,-1 0,0 0,0 0,0 1,1-1,-1 0,0 0,0 1,0-1,1 0,-1 1,0-1,1 1,-1-1,0 1,0 0,-31 28,17-6,0 1,1 0,1 1,2 0,0 1,2 0,0 0,2 1,2 0,0 1,1-1,2 5,0-15,0 0,2 0,0 1,1-1,0 0,2 0,0 0,0 0,2-1,0 1,1-1,1 0,0-1,1 0,1 0,0 0,1-1,1-1,0 0,1 0,0-1,1 0,9 5,-20-15,1 0,-1 0,1 0,0-1,-1 1,1-1,0 0,0 0,0 0,0 0,1 0,-1-1,0 0,0 1,0-1,0 0,1 0,-1-1,0 1,0-1,0 1,0-1,0 0,0 0,0-1,0 1,0 0,0-1,-1 0,1 0,-1 0,1 0,-1 0,0 0,0-1,0 1,0-1,0 1,1-4,27-70,-30 76,0 0,1 0,-1-1,0 1,1 0,-1 0,0 0,1 0,-1 0,1 0,-1 0,0 0,1 0,-1 0,0 0,1 0,-1 0,1 0,-1 1,0-1,1 0,-1 0,0 0,1 0,-1 1,0-1,0 0,1 0,-1 1,0-1,0 0,1 1,-1-1,0 0,0 0,0 1,1-1,-1 1,0-1,0 0,0 1,0-1,0 0,0 1,0-1,0 0,0 1,0-1,0 1,0-1,0 0,0 1,0-1,0 0,0 1,0-1,-1 0,1 1,0-1,0 1,35 89,-34-87,1-1,0 1,-1-1,1 0,0 0,0 1,0-1,1-1,-1 1,0 0,1-1,-1 1,1-1,0 1,-1-1,1 0,0 0,0-1,0 1,-1 0,1-1,0 0,0 0,0 0,0 0,0 0,0 0,0-1,-1 1,1-1,0 0,1-1,3-1,0-1,0-1,-1 0,0 0,1 0,-2 0,1-1,-1 0,0 0,0-1,0 0,-1 1,0-1,-1-1,1 1,-1 0,-1-1,1 0,-2 1,1-1,-1 0,0 0,0 0,-1-8,0 14,0 0,0 0,0 0,0 0,0 0,0-1,-1 1,1 0,-1 0,1 0,-1 0,0 0,0 0,0 0,0 0,0 1,0-1,-1 0,1 0,0 1,-1-1,0 1,1 0,-1-1,0 1,1 0,-1 0,0 0,0 0,0 0,0 0,0 1,0-1,-1 1,1-1,0 1,0 0,0 0,0 0,0 0,-1 0,1 0,0 1,0-1,-2 1,-17 9,20-10,1 0,0 0,0 0,-1 0,1 0,0 0,-1 0,1 0,0 0,0 0,-1 0,1 0,0 0,-1 0,1 0,0 1,0-1,-1 0,1 0,0 0,0 0,0 1,-1-1,1 0,0 0,0 1,0-1,0 0,-1 0,1 1,0-1,0 0,0 0,0 1,0-1,0 0,0 1,0-1,0 0,0 0,0 1,0-1,0 0,0 1,0-1,0 0,0 0,0 1,0-1,0 0,1 0,-1 1,0-1,0 0,0 0,0 1,1-1,-1 0,0 0,0 0,0 1,1-1,-1 0,0 0,0 0,1 0,-1 0,0 1,1-1,6 0,-1 0,1-1,0 1,0-1,0-1,-1 1,1-1,-1 0,1-1,-1 0,0 0,0 0,0 0,2-3,-5 5,42-27,-27 46,-16-15,7 15,1-1,1-1,1 0,0 0,15 13,-16-18,-1 0,0 1,0 0,-1 0,-1 1,0 0,-1 1,-1 0,0 0,2 7,-10 32,2-52,-1-1,1 1,0-1,0 1,0 0,0-1,-1 1,1-1,0 1,0-1,0 1,1 0,-1-1,0 1,0-1,0 1,0-1,0 1,1 0,-1-1,0 1,0-1,1 1,-1-1,0 0,1 1,-1-1,1 1,-1-1,0 0,1 1,-1-1,1 0,-1 1,1-1,-1 0,1 0,0 1,-1-1,1 0,-1 0,1 0,-1 0,1 0,0 0,-1 0,1 0,-1 0,1 0,-1 0,1 0,0 0,-1 0,1-1,-1 1,1 0,-1 0,1-1,-1 1,1 0,-1-1,1 1,17-6</inkml:trace>
  <inkml:trace contextRef="#ctx0" brushRef="#br0" timeOffset="5648.69">241 2024,'0'21,"0"13,0 8,2 1,3-2,3-3,0-7,-1-5,-2-8</inkml:trace>
  <inkml:trace contextRef="#ctx0" brushRef="#br0" timeOffset="6084.144">187 1917,'17'-7,"1"1,0 0,0 1,0 1,1 1,12-1,-20 3,8-4,1 1,-1 1,0 1,1 1,-1 0,1 2,-1 0,0 1,1 1,-1 1,0 0,-1 2,1 0,-1 1,13 7,-25-9,0 0,-1 0,0 0,0 0,0 1,0 0,-1 0,0 0,0 0,-1 1,0 0,0-1,-1 1,1 0,-1 1,-1-1,0 0,0 0,0 1,-1 0,0 19,-1 0,-2-1,0 1,-8 23,4-16,7-32,-1-1,0 1,0-1,1 1,-1-1,1 1,-1-1,1 1,0 0,0-1,0 1,0 0,0-1,0 1,0 0,0-1,1 1,-1-1,1 1,-1 0,1-1,-1 1,1-1,0 1,0-1,0 0,0 1,0-1,0 0,0 0,0 1,1-1,-1 0,0 0,1 0,-1-1,0 1,1 0,-1 0,1-1,0 1,-1-1,1 0,-1 1,1-1,0 0,-1 0,1 0,0 0,-1 0,1 0,0 0,1-1,10-3,0-1,-1 0,0 0,0-2,0 1,0-2,-1 1,-1-2,1 1,-1-1,-1-1,1 0,-2 0,1-1,-2 0,1 0,-1-1,-1 0,0 0,-1-1,-1 1,1-1,0-7,3-43,-9 64,1-1,0 0,0 0,0 1,0-1,-1 0,1 0,0 1,0-1,-1 0,1 0,0 0,0 0,-1 1,1-1,0 0,-1 0,1 0,0 0,-1 0,1 0,0 0,0 0,-1 0,1 0,0 0,-1 0,1 0,0 0,-1 0,1 0,0 0,-1 0,1 0,0 0,0-1,-1 1,1 0,0 0,0 0,-1-1,1 1,0 0,0 0,-1-1,1 1,0 0,0 0,0-1,0 1,-1 0,1 0,0-1,0 1,0 0,0-1,0 1,0 0,0-1,0 1,-5 9,2 1,-1 0,1 0,0 0,1 0,0 0,1 1,0-1,1 1,0-1,0 0,1 1,1 1,-1-5,1 0,0-1,0 1,0 0,1-1,0 1,0-1,1 0,0 0,0 0,0-1,1 0,-1 1,1-1,1-1,-1 1,1-1,-1 0,1 0,1-1,-1 1,0-1,1-1,-1 1,7 0,117 16,-65-18</inkml:trace>
  <inkml:trace contextRef="#ctx0" brushRef="#br0" timeOffset="19168.303">26 3469,'-15'-33,"11"15,2 1,0 0,0-1,2 1,0-1,1 1,1-1,1 1,0 0,1 0,1 0,0 0,4-5,-7 18,0 1,0 0,0-1,0 1,0 0,1 0,0 0,-1 1,1-1,0 1,0-1,1 1,-1 0,0 0,1 1,-1-1,1 1,-1-1,1 1,0 0,0 0,-1 1,1-1,0 1,0 0,0 0,0 0,-1 1,1-1,0 1,0 0,0 0,-1 0,1 0,-1 1,1 0,-1-1,1 1,-1 0,0 1,1 0,11 10,-1 0,-1 1,0 0,-1 2,0-1,-1 1,-1 1,0 0,-2 0,0 1,-1 0,0 0,2 15,-7-29,-1-1,0 0,0 1,0-1,0 1,0-1,-1 1,1-1,-1 1,0 0,0-1,0 1,-1-1,0 1,1-1,-1 1,0-1,0 1,-1-1,1 0,-1 1,0-1,0 0,0 0,0 0,0-1,0 1,-1 0,0-1,1 0,-4 3,1-3,-1 0,0 0,0 0,0-1,0 0,-1 0,1 0,0-1,0 0,0 0,-1-1,1 1,0-1,0-1,0 1,0-1,0 0,0 0,1-1,-3-1,7 4,0-1,0 1,1 0,-1-1,0 1,0-1,1 1,-1-1,0 1,1-1,-1 1,0-1,1 0,-1 1,1-1,-1 0,1 0,-1 1,1-1,0 0,-1 0,1 0,0 1,0-1,-1 0,1 0,0 0,0 0,0 0,0 0,0 1,0-1,0 0,1 0,-1 0,0 0,0 0,1 1,-1-1,0 0,1 0,-1 0,1 1,-1-1,1 0,0 1,-1-1,1 0,-1 1,1-1,0 1,0-1,-1 1,2-1,47-18,140 6,-152 13,-1-1,1-1,0-2,30-8,-59 10,0-1,1 0,-1 0,0-1,0 0,-1-1,1 1,-1-1,0-1,-1 0,2 0,-6 4,0 0,0-1,-1 1,1 0,0-1,-1 1,1-1,-1 0,0 1,0-1,0 0,0 0,0 0,-1 0,1 0,-1 0,0 0,0 0,0 0,0 1,-1-1,1 0,-1 0,1 0,-1 0,0 0,0 0,-1 1,1-1,0 0,-1 1,0-1,-1 0,2 0,0 1,0 0,0 0,-1 0,1 0,-1 1,0-1,1 0,-1 1,0-1,0 1,0-1,0 1,0 0,0 0,-1 0,1 0,0 0,0 0,-1 1,1-1,-1 1,1 0,0 0,-1 0,1 0,-1 0,1 0,0 0,-1 1,1-1,-1 1,1 0,0 0,0 0,0 0,-1 0,1 0,0 1,0-1,0 1,1-1,-1 1,-3 4,0 0,1 1,0 0,0-1,1 1,0 1,0-1,1 0,0 1,0-1,0 1,1 0,1-1,-1 1,1 0,0 0,1-1,0 1,0 0,1-1,-1 1,2-1,-1 1,1-1,0 0,1 0,0 0,0-1,0 1,1-1,1 2,7 0,1-1,-1 0,1-1,0 0,1-1,0-1,-1 0,1-1,0-1,1 0,-1-1,0 0,0-2,0 0,1 0,14-4,50-5</inkml:trace>
  <inkml:trace contextRef="#ctx0" brushRef="#br0" timeOffset="19607.128">1631 3228,'-8'-3,"0"0,0 0,0 1,-1 0,1 1,0-1,-1 2,1-1,-1 1,0 1,1-1,-1 1,1 1,0 0,-1 0,1 0,0 1,0 1,1-1,-1 1,1 0,-1 1,1 0,-3 1,1 1,-1 0,1 0,1 1,-1 0,1 0,1 1,0 0,0 0,1 1,0 0,-4 10,9-19,0 0,1 0,-1 1,1-1,-1 0,1 1,0-1,-1 0,1 1,0-1,0 0,0 1,0-1,0 1,1-1,-1 0,0 1,0-1,1 0,-1 0,1 1,-1-1,1 0,0 0,0 1,-1-1,1 0,0 0,0 0,0 0,0 0,0 0,0-1,0 1,0 0,1 0,-1-1,0 1,0-1,1 1,-1-1,0 1,1-1,-1 0,0 0,1 0,0 0,68-4,-50-1,0 0,0-2,-1 0,0-1,0-1,-1-1,0 0,0-2,-2 0,1-1,6-7,-10 8,-10 39,-4-22,0 1,0-1,0 0,1 0,0 1,0-1,0 0,0 0,1 1,0-1,0 0,1 0,-1 0,1 0,0 0,1 0,-1-1,1 1,0-1,0 1,0-1,0 0,1 0,0-1,0 1,0-1,0 0,0 0,3 1,7 2,0-1,0-1,1-1,0 0,0-1,0 0,0-1,0-1,0 0,0-1,11-3,19-2</inkml:trace>
  <inkml:trace contextRef="#ctx0" brushRef="#br0" timeOffset="20053.657">2112 3174,'-35'5,"24"-5,-1 1,1 0,-1 1,1 1,-1 0,1 0,0 1,0 0,1 1,-1 1,-4 2,13-5,-1-1,1 0,-1 1,1 0,0-1,0 1,0 0,0 0,0 0,1 0,-1 1,1-1,0 0,0 1,0-1,1 1,-1-1,1 1,-1-1,1 1,1-1,-1 1,0-1,1 1,0-1,-1 0,1 1,1-1,-1 1,51 90,-37-74,1-1,0-1,1 0,1-1,1-1,0-1,1 0,6 1,-24-14,-1-2,0 0,0 0,0 0,0 0,0 1,0-1,0 0,0 0,0 1,0-1,0 1,0-1,0 1,0-1,-1 1,1-1,0 1,0 0,-1-1,1 1,0 0,-1 0,1 0,-1-1,1 1,-1 0,1 0,-1 0,0 0,1 0,-1 0,0 0,0 0,0 0,0 0,0 0,0 0,0 0,0 0,0 0,0 0,0 0,-1 0,1 0,0 0,-1 0,1 0,-1-1,1 1,-1 0,1 0,-1 0,0-1,1 1,-1 0,-107 40,72-32,16-3,11-4,0 0,0 0,0 1,1 0,-1 0,1 1,0 0,0 0,0 1,1 0,-1 1,1-1,1 1,-7 7,12-9,1-1,-1 1,1 0,0-1,0 1,0 0,1-1,-1 1,1-1,0 1,0-1,0 1,0-1,1 0,-1 1,1-1,0 0,0 0,0 0,0 0,1-1,-1 1,1-1,0 1,-1-1,1 0,0 0,0 0,2 1,11 11,29 53,-44-65,-1 0,1 0,-1-1,1 1,-1 0,0 0,1 0,-1-1,0 1,0 0,-1 0,1 0,0 0,0-1,-1 1,1 0,-1 0,0-1,1 1,-1 0,0-1,0 1,0-1,0 1,-1-1,1 1,0-1,0 0,-1 1,1-1,-1 0,1 0,-1 0,0 0,1-1,-1 1,0 0,1-1,-1 1,0-1,0 1,-12 2</inkml:trace>
  <inkml:trace contextRef="#ctx0" brushRef="#br0" timeOffset="20515.567">2312 2880,'-8'52,"2"2,-5 54,4 0,6 31,0-128,1 1,0-1,1 0,0 0,1 0,0 0,1 0,0-1,1 1,0-1,0 1,1-1,1-1,-1 1,2-1,-1 0,1 0,1-1,-1 0,1 0,1-1,0 0,0 0,0-1,10 5,-10-7,1 0,-1-1,1 0,0-1,0 0,0 0,0-1,0-1,0 1,0-2,0 1,0-1,0-1,-1 0,1 0,0-1,-1 0,1-1,-1 0,0-1,0 1,-1-2,1 1,-1-1,0 0,-1-1,0 0,0 0,0-1,-1 0,0 0,0 0,1-4,-4 4,1-1,-1 0,-1 0,0 0,0 0,-1 0,0-1,0 1,-1 0,0-1,-1 1,0 0,-1 0,1-1,-2 1,1 0,-1 1,-1-1,-4-8,8 17,0-1,-1 0,1 0,-1 0,1 1,-1-1,1 0,-1 0,1 1,-1-1,1 1,-1-1,0 0,0 1,1-1,-1 1,0 0,0-1,1 1,-1 0,0-1,0 1,0 0,0 0,0 0,1-1,-1 1,0 0,0 0,0 1,0-1,0 0,0 0,0 0,1 0,-1 1,0-1,0 0,0 1,1-1,-1 1,0-1,0 1,1-1,-1 1,-19 37,18-31,-1 0,1 0,1 1,-1-1,1 0,0 1,1-1,0 0,0 1,0-1,1 1,0-1,1 0,0 0,0 0,0 1,1-2,0 1,0 0,1-1,0 1,0-1,0 0,1 0,0-1,0 0,0 1,1-2,5 5,-2-5,0 0,0-1,0 0,1-1,-1 0,0 0,1-1,0 0,-1-1,1 0,-1-1,9-1,22-5</inkml:trace>
  <inkml:trace contextRef="#ctx0" brushRef="#br0" timeOffset="20720.318">2393 3067,'-23'0,"-16"0,-5 0,9 0,20 0,30 0,34 0,39-2,39-3,28-4,19 1,2 1,-29 2</inkml:trace>
  <inkml:trace contextRef="#ctx0" brushRef="#br0" timeOffset="21952.606">3422 3295,'-59'-19,"39"11,-1 1,-1 1,1 0,-1 2,1 1,-1 0,-18 1,36 3,0-1,0 0,-1 1,1 0,0 0,0 0,0 1,0-1,0 1,0 0,0 0,1 0,-1 1,1-1,0 1,-1 0,1 0,0 0,1 0,-1 1,0-1,1 1,0-1,0 1,0 0,0 0,1 0,-1 0,1 0,0 0,1 1,-1-1,0 0,1 0,0 1,0-1,1 0,-1 0,1 1,0-1,0 0,0 0,0 0,2 3,0-1,1-1,0 1,0 0,0-1,0 0,1 0,0-1,0 1,0-1,1 0,0 0,-1-1,1 1,0-1,1-1,-1 1,0-1,1 0,-1-1,1 1,0-1,-1 0,1-1,0 0,0 0,0 0,-1-1,1 0,0-1,-1 1,1-1,-1 0,0-1,1 0,-1 0,0 0,2-2,4-5,0 0,0 0,-1-1,0-1,-1 0,0 0,-1-1,4-8,-6 9,-6 12,-1 0,1 0,-1 0,1 0,-1 0,0-1,1 1,-1 0,1 0,-1 0,1 0,-1 0,0 0,1 1,-1-1,1 0,-1 0,1 0,-1 0,0 0,1 1,-1-1,1 0,-1 0,0 1,1-1,-1 0,0 0,0 1,1-1,-1 0,0 1,1-1,-1 0,0 1,0-1,0 1,0-1,1 0,-1 1,0-1,0 1,0-1,0 1,0-1,0 1,0-1,0 0,0 1,0-1,0 1,0-1,0 1,-1-1,1 0,0 1,0-1,0 1,-1-1,1 0,0 1,0-1,-1 0,1 1,0-1,-1 0,1 0,0 1,-1-1,1 2,0 19,-2-16,1 1,0-1,0 1,1 0,0-1,0 1,0 0,1-1,-1 1,2 0,-1-1,0 1,1-1,0 0,0 1,1-1,-1 0,1 0,0-1,1 1,-1-1,1 1,0-1,0 0,0 0,1-1,-1 1,1-1,4 2,-1-3,-1 0,1-1,0 1,0-2,0 1,1-1,-1-1,0 1,0-2,0 1,-1-1,1 0,0 0,0-1,-1 0,0 0,0-1,2-1,7-4,-1-1,-1-1,0 0,0 0,-1-1,0-1,8-11,57-114,-70 123,-8 15,1 0,-1 0,0 0,0 0,1 0,-1-1,0 1,1 0,-1 0,0 0,0 0,1 0,-1 0,0 0,1 0,-1 0,0 0,0 0,1 1,-1-1,0 0,0 0,1 0,-1 0,0 0,0 0,1 1,-1-1,0 0,0 0,0 0,1 1,-1-1,0 0,0 0,0 1,0-1,1 0,-1 0,0 1,0-1,0 0,0 0,0 1,0-1,0 0,0 0,0 1,0-1,0 0,0 1,0-1,0 0,0 0,0 1,0-1,0 0,0 1,-1-1,1 0,0 0,0 0,0 1,0-1,-1 0,1 0,0 1,0-1,0 1,36 594,-35-571,-8 88,7-112,0 1,0 0,0 0,1-1,-1 1,0 0,0 0,-1-1,1 1,0 0,0 0,0-1,0 1,-1 0,1-1,0 1,-1 0,1-1,0 1,-1 0,1-1,-1 1,1-1,-1 1,1-1,-1 1,0-1,1 1,-1-1,1 0,-1 1,0-1,0 0,1 0,-1 1,0-1,1 0,-1 0,0 0,0 0,1 0,-1 0,0 0,0 0,1 0,-1 0,0 0,1 0,-1-1,0 1,0 0,1-1,-1 1,1 0,-1-1,0 1,1-1,-1 1,1-1,-1 1,1-1,-1 1,1-1,-1 0,1 1,-7-13,1-1,1 0,0 0,1 0,0 0,1-1,1 1,1-1,0 0,0 1,2-4,-1-30,3 1,2-1,2 1,2 1,2-1,2 1,2 1,12-24,18-10,-44 78,-1 1,1-1,0 0,0 0,0 0,0 1,0-1,0 0,0 1,1-1,-1 1,0-1,0 1,0 0,0-1,1 1,-1 0,0 0,0 0,1 0,-1 0,0 0,0 0,0 1,1-1,-1 0,0 1,0-1,0 0,0 1,0 0,1-1,-1 1,0 0,0-1,0 1,0 1,32 38,-28-33,14 20,-2-4,-1 1,-1 0,-1 1,9 23,-17-13,-6-34,1 0,-1-1,0 1,0 0,0-1,0 1,0 0,0 0,0-1,-1 1,1 0,0-1,0 1,0-1,-1 1,1 0,0-1,-1 1,1-1,0 1,-1-1,1 1,-1-1,1 1,-1-1,1 1,-1-1,0 1,1-1,-1 0,1 1,-1-1,0 0,1 0,-1 0,0 1,1-1,-1 0,0 0,1 0,-1 0,0 0,1 0,-1 0,0 0,1 0,-1-1,-2-1,-1-1,1 0,0 0,0 0,0-1,1 1,-1-1,1 1,0-1,0 0,0 0,0 0,1 0,0 0,0-1,0 1,0 0,0 0,1-1,0 1,0 0,0-1,1 1,0-29,2 0,1 0,2 1,1 0,1 0,2 0,6-10,3-18,6-16,-3-2,-4 0,-3-1,3-68,-18 142,1 3,-1 0,1 0,-1-1,0 1,0 0,0-1,0 1,-1 0,1-1,0 1,-1 0,0 0,0 0,1-1,-1 1,0 0,-1 0,0-1,-10 8,5 6,1 0,0 0,0 0,2 1,-1-1,1 1,1 0,0 1,1-1,-1 7,2-13,-7 42,1-1,3 1,2 0,2 0,2 0,2 0,4 11,-3-32,1-1,0 0,2 0,1-1,1 0,2-1,0 0,1 0,2-2,0 0,1 0,1-2,14 14,45 19,-75-52,0 0,0-1,0 1,1 0,-1-1,0 1,0-1,1 1,-1-1,0 0,1 0,-1 0,1 1,-1-1,0 0,1-1,-1 1,0 0,1 0,-1-1,0 1,1 0,-1-1,0 1,0-1,0 0,1 1,-1-1,0 0,0 0,0 0,0 0,0 0,0 0,0 0,-1 0,1 0,0 0,0 0,-1-1,1 1,-1 0,1 0,-1-1,0 1,1 0,-1-1,0 1,0 0,0-1,0 1,0-1,-2-14,-1 0,0-1,-1 1,-1 1,0-1,-1 1,-1 0,0 0,-1 0,-1 1,0 1,-6-8,-9-12,-1 1,-1 0,-2 2,-1 2,-1 0,-1 2,-2 1,0 2,-30-15,36 22,23 10,18 7,-9 0,516 58,-434-46</inkml:trace>
  <inkml:trace contextRef="#ctx0" brushRef="#br0" timeOffset="22263.767">4746 3415,'-2'4,"1"0,0 0,1 0,-1 0,1 1,0-1,0 0,0 0,0 0,1 1,0-1,0 0,0 0,0 0,1 0,-1 0,1-1,0 1,0 0,0-1,1 1,-1-1,1 0,0 0,0 0,0 0,0 0,1-1,-1 0,1 1,-1-1,1 0,0-1,3 2,-1-2,1 0,0-1,-1 0,1 0,0-1,-1 1,1-2,0 1,-1-1,1 0,-1 0,0 0,0-1,0 0,0 0,0-1,0 0,-1 0,0 0,0 0,0-1,0 0,-1 0,0 0,0-1,0 1,-1-1,0 0,0 0,0 0,-1-1,0 1,0-1,0 1,-1-1,0 1,0-1,-1 0,0 0,0 1,-1-1,0-5,0 7,-1-1,1 0,-1 1,-1-1,1 1,-1 0,1 0,-1 0,-1 0,1 1,-1-1,0 1,0 0,0 0,0 0,-1 0,0 1,1 0,-1 0,-1 0,1 0,0 1,-1 0,1 0,-1 1,1-1,-1 1,0 0,0 1,1 0,-1-1,0 2,0-1,0 1,1 0,-1 0,0 0,1 1,-1 0,1 0,-1 1,-3 1,0 0,1 0,-1 1,1 1,0-1,0 2,1-1,-1 1,1 0,1 0,0 1,0 0,0 0,1 0,0 1,0-1,1 1,1 0,-1 1,0 6,3-14,1 1,0 0,-1 0,1 0,1 0,-1 0,0 0,1 0,-1-1,1 1,0 0,0 0,0-1,0 1,0 0,1-1,-1 1,1-1,0 0,-1 1,1-1,0 0,1 0,-1 0,0-1,0 1,1 0,0 0,79 21,-43-20</inkml:trace>
  <inkml:trace contextRef="#ctx0" brushRef="#br0" timeOffset="22517.825">4919 2813,'-16'2,"-9"6,-4 5,4 6,6 4,11 5,11 2,5-4</inkml:trace>
  <inkml:trace contextRef="#ctx0" brushRef="#br0" timeOffset="22687.889">5160 3548,'9'14,"8"11,7 3,7 0,9-5,12-11,17-17,20-21,-5-6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4:01.7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1 215,'14'0,"18"0,17 0,16 0,13-3,7 0,3-2,-5 0,-10-2,-16 0</inkml:trace>
  <inkml:trace contextRef="#ctx0" brushRef="#br0" timeOffset="275.327">335 0,'28'6,"85"20,-44-13,-1 4,-2 3,1 2,31 18,-15 15,-81-53,1 0,-1 1,0-1,0 1,0-1,-1 1,1 0,0 0,-1 0,0-1,0 2,0-1,0 0,0 0,0 0,-1 0,0 0,1 1,-1-1,0 0,-1 0,1 0,-1 1,1-1,-1 0,0 0,0 0,-1 2,-5 6,-1-1,0 0,0 0,-1-1,0 0,-1 0,0-1,-1 0,1-1,-1 0,-1-1,1 0,-10 3,-44 20,-1-2,-39 8,63-21,30-9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3:58.6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446 524,'-9'-8,"0"1,-1 0,1 0,-1 1,0 1,-1-1,0 2,1-1,-1 2,-1-1,1 2,0-1,-1 1,1 1,-1 0,0 1,1 0,-1 1,0 0,1 1,-1 0,1 1,-10 3,8 2,0 1,1 0,0 0,0 2,1-1,1 1,0 1,0 0,1 0,1 1,0 0,0 0,2 1,0 0,0 1,1-1,1 1,0 0,1 0,1 0,0 3,1-11,1 0,0 0,0 0,1 0,0 0,0 0,0 0,1 0,0-1,1 1,-1-1,2 3,-2-6,0-1,-1 1,1-1,0 1,0-1,0 0,1 0,-1 0,0 0,1 0,-1 0,1-1,0 1,0-1,-1 0,1 0,0 0,0 0,0-1,0 1,0-1,0 1,0-1,0 0,0 0,0 0,0-1,3 0,10-5,-1-1,1 0,-2-1,1-1,-1 0,0-1,-1-1,0 0,-1-1,0 0,-1-1,0 0,-1 0,-1-1,0-1,3-7,4-2,-2 0,0-1,-2 0,0-1,-2 0,-1-1,-1 0,-1-1,-2 1,-1-1,-1 0,-1-1,-1 1,-2 0,-1 0,-4-25,0 25,-1 0,0 0,-2 0,-2 1,-4-7,-7 10,6 51,9 20,3 2,1-1,3 0,2 1,2 5,-2-3,2 0,2-1,2 1,2-1,3-1,2 0,20 46,-31-87,0 0,1 0,-1-1,1 1,1-1,0-1,0 1,0-1,0 0,1 0,0 0,0-1,1 0,0-1,-1 0,1 0,1-1,5 2,32 5</inkml:trace>
  <inkml:trace contextRef="#ctx0" brushRef="#br0" timeOffset="397.709">1194 577,'-38'-4,"0"1,-1 2,0 1,-13 4,37-3,1 1,0 1,-1 1,2 0,-1 0,0 2,1-1,0 2,0 0,1 0,0 1,0 1,0 1,7-6,0 1,1-1,0 1,0 1,0-1,0 1,1-1,0 1,0 0,0 0,1 0,0 2,1-6,1 0,-1 1,1-1,0 0,0 0,0 0,0 0,0 0,0 0,1 0,-1 0,1 0,-1 0,1 0,0 0,0 0,0 0,0 0,0 0,0 0,1-1,-1 1,0-1,1 1,-1-1,1 1,0-1,-1 0,1 0,0 0,0 0,0 0,0 0,0 0,0-1,0 1,0-1,0 1,0-1,8 2,0-1,0 0,0-1,0 0,0-1,0 1,0-2,0 0,0 0,-1-1,1 0,-1 0,1-1,-1 0,0-1,-1 0,1-1,-1 1,0-2,0 1,-1-1,0 0,0-1,-1 1,0-1,0-1,-1 1,0-1,0 0,-1 0,0 0,-1-1,0 0,-2 6,0 0,0 0,-1 0,0 0,0 0,0 0,0 0,-1 0,1 0,-1 0,0 1,0-1,-1 0,1 0,-1 1,1-1,-1 1,-1-1,1 1,0 0,-1 0,-1-2,3 5,1-1,-1 1,0 0,0-1,0 1,1 0,-1 0,0 0,0-1,0 1,0 0,1 0,-1 0,0 0,0 0,0 1,0-1,0 0,1 0,-1 0,0 1,0-1,0 0,1 1,-1-1,0 1,0-1,1 1,-1-1,1 1,-1 0,0-1,1 1,-1 0,1-1,-1 1,1 0,0 0,-1-1,1 1,0 0,-1 0,1 0,0 0,0-1,0 2,-11 43,9-37,1 0,0 1,0-1,1 1,0 0,1-1,-1 1,2-1,-1 1,1-1,1 0,-1 0,1 0,1 0,-1 0,1-1,1 1,-1-1,1 0,1 0,-1-1,1 1,0-1,1-1,3 4,0-4,1 0,-1 0,1-1,0-1,0 0,0 0,0-1,9 0,36 3</inkml:trace>
  <inkml:trace contextRef="#ctx0" brushRef="#br0" timeOffset="944.348">1783 550,'-14'-1,"-2"-3,0 2,0 0,0 1,0 1,0 0,0 2,0-1,0 2,0 0,-12 4,24-4,-1-1,1 1,0 0,0 0,0 0,1 1,-1-1,1 1,-1 0,1 0,1 0,-1 1,0-1,1 0,0 1,0 0,0-1,1 1,0 0,0 0,0 0,0 0,1 0,0 0,0 0,0 0,0 0,1 0,0 0,0 0,1 0,-1 0,1-1,0 1,0 0,0-1,1 0,0 1,0-1,0 0,0 0,0-1,1 1,0-1,0 0,0 0,1 1,11 4,-1 0,1-2,0 0,1 0,0-2,0 0,0-1,0-1,0 0,0-1,1-1,-1-1,0 0,0-2,0 1,0-2,0-1,0 0,5-3,3 1,-1-2,-1 0,0-2,0 0,-1-2,0 0,-1-1,9-10,2-19,-32 43,0-1,0 0,0 1,0-1,0 1,-1-1,1 1,0-1,0 1,-1-1,1 1,0-1,-1 1,1-1,0 1,-1-1,1 1,-1-1,1 1,-1 0,1-1,0 1,-1 0,0 0,1-1,-1 1,1 0,-1 0,1 0,-1 0,1-1,-1 1,0 0,1 0,-1 0,1 0,-1 0,1 0,-1 1,0-1,1 0,-1 0,1 0,-1 1,1-1,-1 0,1 0,-1 1,1-1,-1 0,1 1,-1-1,1 1,0-1,-1 0,1 1,0-1,-1 1,1-1,0 1,-1-1,1 1,0 0,-3 2,0 0,0 0,1 0,0 0,-1 0,1 1,0-1,0 1,1-1,-1 1,1 0,0 0,0 0,0 0,0 0,1 0,-1 0,1 0,0 0,1 0,-1 0,1 0,-1 0,1 0,0 0,1-1,-1 1,1 0,-1-1,1 1,0-1,0 1,1-1,-1 0,1 0,0 0,0 0,0 0,0-1,0 1,0-1,1 0,-1 0,1 0,-1 0,2-1,5 1,1 0,-1-1,1 0,-1 0,1-2,0 1,-1-1,1-1,-1 0,1 0,-1-1,0 0,0-1,0 0,-1-1,1 0,-1-1,0 1,0-2,-1 1,0-1,0-1,-1 1,0-1,6-8,-10 12,0 0,0-1,0 1,0-1,-1 0,0 1,0-1,0 0,0 0,-1 0,0 0,0-1,0 1,-1 0,0 0,0-1,0 1,-1 0,1 0,-1 0,0-1,-1 1,1 0,-1 0,0 1,-1-1,1 0,-1 1,0-1,0 1,0 0,0 0,-3-2,1 0,1 1,-1-1,-1 1,1 1,-1-1,0 1,0 0,0 0,-1 0,1 1,-1 0,0 1,0-1,0 1,0 1,0-1,-1 1,1 0,0 1,-1 0,1 0,0 0,0 1,-1 0,1 1,0 0,0 0,0 0,0 1,0 0,1 0,-1 1,1-1,0 2,0-1,1 0,-1 1,1 0,-3 4,2 0,1-1,0 1,0 0,1 0,0 0,1 0,0 1,0-1,1 1,0 0,1 4,0-9,1-1,-1 1,1-1,0 1,1-1,-1 1,1 0,0-1,0 1,1-1,-1 0,1 0,0 1,0-1,0 0,1 0,-1-1,1 1,0 0,0-1,0 0,1 0,-1 0,1 0,1 1,29 10,0-8</inkml:trace>
  <inkml:trace contextRef="#ctx0" brushRef="#br0" timeOffset="1143.003">2291 110,'-16'2,"-10"5,-2 7,0 6,6 11,6 5,9 7,9 4,10 2,2-8</inkml:trace>
  <inkml:trace contextRef="#ctx0" brushRef="#br0" timeOffset="1325.116">2437 685,'16'13,"15"12,10 6,8 0,5-6,4-6,4-7,3-10,1-10,-10-3</inkml:trace>
  <inkml:trace contextRef="#ctx0" brushRef="#br0" timeOffset="1761.351">3213 470,'13'-7,"-1"0,1 0,0 1,1 1,-1 0,1 1,0 1,0 0,1 1,-1 0,0 1,1 1,-1 0,1 1,-1 0,0 1,3 2,-10-2,1 1,-1 0,0 0,0 1,-1 0,1 0,-1 1,0 0,0 0,0 0,0 1,-1-1,0 1,-1 1,1-1,-1 1,0 0,-1 0,1 0,-1 0,-1 0,0 1,0-1,0 1,-1 0,0 1,3 21,-2 1,-2-1,0 1,-2-1,-1 0,-2 3,-10 89,15-121,0 0,0 0,0 0,0 0,0 0,1 0,-1 0,0 0,1 0,-1 0,0-1,1 1,-1 0,1 0,0 0,-1-1,1 1,0 0,-1-1,1 1,0 0,0-1,-1 1,1-1,0 1,0-1,0 0,0 1,0-1,0 0,-1 0,1 1,0-1,0 0,0 0,0 0,0 0,0 0,0 0,0-1,0 1,0 0,0 0,0-1,0 1,0-1,-1 1,1 0,0-1,0 0,44-29,-29 12,0 0,-2-1,0 0,-1-1,-1-1,-1 0,-1 0,0-1,-2-1,-1 1,-1-1,0 0,-2-1,-1 1,0-1,-2-14,-7-32,6 71,0-1,0 0,0 1,0-1,-1 0,1 0,0 1,0-1,0 0,0 0,-1 1,1-1,0 0,0 0,-1 1,1-1,0 0,0 0,-1 0,1 0,0 0,-1 1,1-1,0 0,0 0,-1 0,1 0,0 0,-1 0,1 0,0 0,-1 0,1 0,0 0,-1 0,1 0,0 0,-1 0,1 0,0-1,0 1,-1 0,1 0,0 0,0 0,-1-1,1 1,0 0,0 0,-1 0,1-1,0 1,0 0,0-1,-1 1,-3 20,1 0,1 1,1-1,0 1,2-1,0 1,4 16,-4-19,1 0,1 0,0 0,1 0,1-1,1 1,0-1,1-1,1 1,1-1,0 0,1-1,1 0,0-1,3 2,-12-14,0 0,0 0,1 0,-1 0,1 0,-1 0,1-1,0 0,0 1,0-1,-1 0,1 0,0 0,0-1,0 1,1-1,-1 0,0 0,0 0,0 0,0 0,0-1,0 1,0-1,0 0,0 0,0 0,0 0,0-1,12-11</inkml:trace>
  <inkml:trace contextRef="#ctx0" brushRef="#br0" timeOffset="2022.687">3561 591,'21'0,"19"-3,20-4,15-9,9-6,-10 1</inkml:trace>
  <inkml:trace contextRef="#ctx0" brushRef="#br0" timeOffset="2218.165">4310 524,'16'2,"12"1,12-2,9-4,7-4,2-2,-8-1,-12 3</inkml:trace>
  <inkml:trace contextRef="#ctx0" brushRef="#br0" timeOffset="2499.933">4377 791,'22'-3,"22"-4,17-6,11-6,7-4,-9 3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3:56.5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1 356,'22'11,"22"4,17 0,14-8,10-7,4-9,1-6,-7-4,-16 2</inkml:trace>
  <inkml:trace contextRef="#ctx0" brushRef="#br0" timeOffset="281.775">629 155,'-23'0,"29"0,42 0,8 1,0 2,1 3,-1 2,16 7,-64-14,-1 0,1 0,0 1,-1 1,1-1,-1 1,0 0,0 1,0 0,0 0,0 0,-1 1,0 0,0 0,0 1,-1-1,0 1,0 0,0 1,-1-1,0 1,0 0,-1 0,1 0,-2 1,1-1,-1 1,0-1,-1 1,1 2,-5 6,-1 0,-1-1,0 1,0-1,-2 0,0-1,-1 0,0 0,-1 0,-1-1,0 0,0-1,-2 0,-30 36,-3-3,-1-1,-23 15,49-44</inkml:trace>
  <inkml:trace contextRef="#ctx0" brushRef="#br0" timeOffset="1044.279">1565 142,'-8'3,"0"0,0 0,0 1,1 0,0 1,0-1,0 1,0 1,1 0,0-1,0 2,0-1,1 1,0 0,0 0,1 0,0 1,0-1,1 1,0 0,0 0,1 0,0 1,0-1,1 1,0 0,-1 1,2 0,-1 0,1 1,1-1,-1 0,2 1,0-1,0 0,1 0,0 0,0-1,1 1,1-1,-1 0,2 0,-1 0,1 0,0-1,1 0,0-1,3 3,0-3,1 0,0 0,0-1,1-1,0 0,0 0,0-1,0-1,1 0,-1-1,1 0,0-1,0 0,-1-1,1-1,0 0,0 0,-1-2,1 1,-1-1,0-1,0-1,0 1,0-2,-1 0,0 0,0-1,0 0,-1-1,0 0,-1 0,0-1,0-1,7-9,-8 10,-1-1,0 0,-1 0,1-1,-2 1,0-1,0-1,-1 1,0-1,-1 1,0-1,-1 0,-1 0,0 0,0-1,-1 1,-1 0,0 0,0 0,-1 0,-1 0,0 0,-1 1,0-1,-1 1,-1-2,-2 0,0 1,-1 0,0 1,-1-1,0 2,0 0,-1 0,-1 1,0 0,0 1,-4-2,10 7,0-1,-1 1,1 0,-1 0,0 1,0 0,1 0,-2 1,1-1,0 2,0-1,0 1,0 0,0 0,-1 1,1 0,0 0,0 1,0 0,0 0,1 1,-1-1,-5 5,1 2,-1 2,2 0,-1 0,2 1,0 0,0 0,1 1,0 1,1-1,1 1,0 0,1 0,1 1,0 0,1 0,0 0,1 0,1 0,0 6,4 66,9-10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4:19.29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5719 0,'-73'20,"18"-10,-1-3,0-2,0-3,-55-5,-26 2,-283 34,96-4,-387 18,300-12,-85-17,180-18,-673 16,229-6,304 3,164 0,302-20,3 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4:19.78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749 39,'-24'1,"1"0,-1 1,1 2,0 0,0 2,1 0,-1 1,1 2,1 0,-16 10,12-9,-385 186,361-161,50-34,-1 0,1 0,0 0,0 0,-1 0,1-1,0 1,0 0,0 0,0-1,0 1,0 0,0-1,0 1,0-1,0 1,0-1,0 0,0 1,0-1,0 0,1 0,-1 0,0 0,0 0,0 0,0 0,0 0,1-1,-1 1,1 0,0 0,147-7,50 3,-178 7,0 0,0 1,-1 0,1 2,-1 1,0 0,-1 2,0 0,0 1,-1 1,0 0,-1 2,0 0,-1 1,12 13,96 110,-123-136,1 1,-1-1,0-1,1 1,-1 0,1 0,0 0,-1-1,1 1,-1-1,1 1,0-1,0 0,-1 0,1 0,0 0,-1 0,1 0,0 0,0 0,-1-1,1 1,0-1,-1 1,1-1,-1 1,1-1,-1 0,1 0,-1 0,1 0,-1 0,0 0,1-1,-1 1,0 0,0 0,0-1,0 1,0-1,0 1,0-2,31-72,-31 72,10-32,-2 1,-2-1,-1 0,-1-1,-2 0,-2-18,-1 35,-1 0,-1 1,0-1,-2 1,0-1,-1 1,-1 1,0-1,-2 1,0 0,0 0,-2 1,-3-4,-4 1,4 9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4:20.64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 25,'-4'4,"7"5,17 0,23-2,27-3,27-6,26-4,22-4,13-2,6 1,-6 3,-13 1,-20 6,-22 4,-27 5,-23 0,-21-1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4:20.94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151 0,'3'7,"0"0,0 0,1 0,-1-1,2 0,-1 0,1 0,-1 0,2-1,-1 0,0 0,1 0,0-1,0 1,1-1,-1-1,1 1,0-1,6 2,384 154,-388-154,0 0,0 1,0 0,-1 0,1 1,-2 0,1 0,4 6,-10-10,-1-1,1 1,0-1,-1 1,0 0,1-1,-1 1,0 0,-1 0,1 0,0 0,-1 0,0 0,1 0,-1 0,-1 0,1 0,0 0,-1 0,1 0,-1 0,0-1,0 1,0 0,0 0,0-1,-1 1,0 0,1-1,-1 1,-2 1,-7 8,0-1,-2-1,1 0,-1 0,0-1,-1-1,0 0,-9 3,-81 35,-2-4,-2-5,-60 11,46-15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4:21.79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166 13,'-165'1,"200"7,60-5,-1-5,44-8,2 1,-54 6,-142 10,-70 2,60-4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4:22.72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78 1,'-9'2,"-5"1,-3 0,-3-1,3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26.71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1 159,'1'-2,"-1"0,2-1,-1 1,0 0,0 0,1 0,-1 0,1 1,-1-1,1 0,0 0,0 1,0-1,0 1,0 0,0 0,0 0,0 0,0 0,1 0,-1 0,0 1,1-1,-1 1,0-1,1 1,-1 0,1 0,-1 0,1 1,277-23,1578-18,-847 39,-379-19,-557 16,-75 4,-1 0,1 0,0-1,0 1,0 0,-1 0,1 0,0 0,0 0,0 0,-1 0,1-1,0 1,0 0,0 0,0 0,0 0,0-1,-1 1,1 0,0 0,0 0,0-1,0 1,0 0,0 0,0 0,0-1,0 1,0 0,0 0,0 0,0-1,0 1,0 0,0 0,0 0,0-1,0 1,0 0,0 0,0 0,1-1,-1 1,0 0,0 0,0 0,0-1,-27-7,24 7,-31-7,-2-1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27.63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522 117,'-333'303,"162"-134,169-167,-14 15,16-17,1 0,-1 0,0 0,0 0,0 0,1-1,-1 1,0 0,0 0,1 0,-1 0,0 0,0 0,1 0,-1 0,0 0,1 0,-1 0,0 0,0 0,1 0,-1 0,0 0,0 1,1-1,-1 0,0 0,0 0,0 0,1 0,-1 0,0 1,0-1,0 0,1 0,-1 0,0 1,0-1,0 0,0 0,0 1,0-1,1 0,-1 0,0 1,0-1,0 0,0 0,0 1,0-1,0 0,0 0,0 1,0-1,0 0,0 0,0 1,0-1,-1 0,1 0,0 1,0-1,0 0,0 0,0 1,0-1,-1 0,1 0,0 0,0 1,100-25,-77 20,0 0,-1 2,1 1,0 0,0 2,0 1,0 0,-1 2,1 1,-1 0,0 2,-1 0,1 2,17 10,193 138,-232-156,1 0,0 0,-1-1,1 1,0 0,0-1,-1 1,1-1,0 1,0 0,0-1,0 0,0 1,-1-1,1 0,0 1,0-1,0 0,0 0,0 0,0 0,0 0,0 0,0 0,0 0,0 0,0 0,0-1,0 1,0 0,0-1,0 1,0 0,0-1,-1 1,1-1,0 0,0 1,0-1,-1 0,1 1,0-1,-1 0,1 0,-1 0,1 1,-1-1,1 0,-1-1,7-104,-8 83,-1-50,-3-1,-3 1,-4 0,-3 1,-22-65,34 126,0 0,-1 0,0 0,-1 0,0 1,0-1,-1 1,-1 1,0-1,0 1,-1 0,0 1,0 0,-1 0,-5-3,-4 5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29.01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1 551,'0'-33,"63"-326,-61 335,0 12,0 1,-2-1,1 1,-1-1,-1 1,0-1,0 1,-1-1,-2-4,3 15,1 0,-1 0,1 0,-1 0,1 1,-1-1,0 0,1 0,-1 1,0-1,1 0,-1 1,0-1,0 1,0-1,1 1,-1-1,0 1,0 0,0-1,0 1,0 0,0 0,0 0,0 0,0-1,0 1,0 1,0-1,0 0,0 0,0 0,0 0,0 1,0-1,0 0,1 1,-1-1,0 1,0-1,0 1,0-1,1 1,-1 0,0-1,1 1,-1 0,0 0,1 0,-1-1,1 1,-1 0,1 0,0 0,-1 0,1 0,0 0,0 0,-1 0,1 0,0 0,0 0,0 0,0 0,0 0,1 0,-2 1,1 0,0 0,-1 0,1 0,0 0,1 1,-1-1,0 0,0 0,1 0,-1 0,1-1,0 1,0 0,0 0,0 0,0 0,0-1,0 1,0 0,1-1,-1 1,0-1,1 0,0 1,-1-1,1 0,0 0,-1 0,3 1,60 18,205 2,-262-21,-1 0,1 0,-1 1,0 0,0 1,0-1,0 1,0 0,-1 0,1 1,-1 0,0 0,0 0,0 0,-1 1,1 0,-1 0,0 0,-1 0,1 1,-1 0,0-1,0 1,-1 0,2 5,-1 8,0 0,-1 1,-1-1,-1 0,0 1,-2-1,0 0,-4 16,-5 73,10-104,1 0,0 0,1 0,-1 0,1 0,-1 0,1 0,0-1,0 1,1 0,-1 0,1-1,0 1,0-1,0 1,1-1,-1 0,1 0,-1 0,1 0,0-1,0 1,0-1,1 1,-1-1,1 0,-1-1,1 1,2 0,8 2,1-1,0 0,-1-1,1-1,0 0,0-2,0 1,0-2,-1 0,1 0,0-2,-1 0,0 0,0-1,0-1,-1 0,1-1,-2-1,1 0,-1-1,0 0,-1 0,0-1,0-1,-1 0,-1-1,2-1,-3 0,0 0,0 0,-2-1,1 0,-2 0,0 0,-1-1,0 1,-1-1,0 0,-2 0,0-1,0 1,-2 0,1 0,-2 0,0 0,-1 0,-1 0,-2-7,5 19,0 0,-1 0,1-1,-1 1,0 0,1 0,-1 1,0-1,-1 0,1 1,-1-1,1 1,-1-1,0 1,1 0,-1 0,0 1,0-1,-1 1,1-1,0 1,0 0,-1 0,1 0,-1 1,1-1,-1 1,1 0,-1 0,1 0,0 0,-1 1,1-1,-1 1,1 0,0 0,-1 0,1 1,0-1,0 1,-3 1,-2 5,0-1,0 1,1 1,0 0,0 0,1 0,0 0,1 1,0 0,0 0,1 1,1-1,0 1,0 0,1 0,0 0,1 0,0 0,1 0,1 0,-1 0,1 0,1 0,1 4,0-5,0 0,1 0,0-1,0 1,1-1,0 0,1 0,0 0,0-1,1 0,0 0,0-1,1 0,0 0,0 0,1-1,0-1,0 1,0-2,2 1,12 5,0-1,1-1,0-1,0-1,0-2,1 0,22 0,27-1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29.90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487 836,'-10'-8,"0"0,-1 0,-1 1,1 0,-1 1,0 0,0 1,-1 0,0 1,0 1,0 0,0 0,0 2,0-1,-1 2,1 0,0 0,-1 1,1 1,0 0,0 1,0 0,0 1,1 1,-1 0,1 1,0 0,1 0,-1 1,1 1,1 0,-1 1,1 0,1 0,0 1,0 0,1 1,-7 11,12-18,0 0,1 0,0 1,-1-1,1 1,1-1,-1 1,1 0,0 0,0 0,0-1,1 1,-1 0,1 0,0 0,1 0,-1 0,1 0,0 0,0 0,1-1,-1 1,1 0,0-1,0 1,1-1,-1 0,1 0,0 0,0 0,1 0,1 1,5 1,-1-1,1-1,1 0,-1 0,1-1,-1 0,1-1,0 0,0 0,0-2,0 1,0-1,0-1,0 0,0 0,0-1,-1-1,1 0,-1 0,1-1,-1 0,0-1,0 0,-1-1,1 0,-1 0,0 0,0-1,-1 0,0 0,0-1,0 0,-1 0,-1-1,1 1,-1-2,-1 1,0-1,0 1,-1-1,0-1,-1 1,2-6,-5 29,2-1,-1 0,2 0,-1 0,2 0,0 0,0 0,1-1,0 0,1 0,3 4,-2-7,0 0,1 0,0-1,0 0,0 0,1-1,0 0,0 0,1-1,0-1,-1 1,2-2,-1 1,0-1,1-1,-1 0,1-1,0 0,-1 0,6-1,7 0,-1-1,1-2,-1 0,1-1,-1-1,0-1,-1-1,1-1,4-4,-3 0,0-1,-1-2,-1 0,0-1,-1 0,-1-2,-1-1,0 0,-2-1,0-1,-1 0,-1-1,-1-1,-1 0,5-17,-2 2,-1 0,-3-1,-1 0,-1-1,-3 0,-1 0,-2 0,-2-1,-3-30,0 46,-1 0,-1 0,-1 1,-1-1,-2 1,0 0,-7-11,12 26,-2 1,1-1,-1 1,0 0,-1 1,0-1,0 1,-1 0,0 0,0 1,0 0,-1 0,0 1,0 0,-1 0,1 1,-1 0,0 1,0 0,0 0,-1 1,1 0,0 1,1 1,-1 0,0 0,1 1,-1 0,0 0,1 1,0 0,-1 0,1 1,0 0,0 1,0 0,1 0,-1 0,1 1,0 1,0-1,1 1,-1 0,1 0,-6 8,0 0,1 0,1 1,0 1,1-1,1 2,0-1,1 1,1 0,0 3,0 2,1 0,2 0,0 0,1 1,1-1,1 0,1 1,1-1,1 0,1 0,1 0,1 0,1-1,0 0,2 0,1-1,0 0,1-1,1 0,1 0,13 12,20 19,3-3,2-2,1-2,3-2,1-3,1-2,13 2,-53-28,-6-3,-1 0,1-1,0-1,0 0,1 0,0-1,0 0,0-1,0-1,12 2,-19-6,-1 0,0 0,1-1,-1 1,0-1,0 0,-1 0,1 0,0-1,-1 1,0-1,0 0,0 1,0-2,-1 1,1 0,-1 0,0-1,-1 1,1-1,-1 0,0 1,0-1,0-3,1 3,66-247,-68 252,0 0,1 1,-1-1,0 0,0 0,1 1,-1-1,0 0,0 0,1 0,-1 0,0 1,1-1,-1 0,0 0,1 0,-1 0,0 0,1 0,-1 0,0 0,1 0,-1 0,0 0,1 0,-1 0,0 0,1 0,-1-1,0 1,1 0,-1 0,0 0,1 0,-1-1,0 1,0 0,1 0,-1 0,0-1,0 1,-2 126,0-104,0-1,1 0,2 1,0-1,1 0,1 0,1 0,1 4,-3-19,0-1,1 1,-1-1,1 0,0 0,0 0,1 0,0 0,-1-1,2 1,-1-1,0 0,1 0,0-1,0 1,0-1,0 0,0-1,1 1,-1-1,1 0,-1 0,1-1,0 0,0 0,0 0,0-1,0 1,0-1,0-1,0 1,5-2,22-6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30.18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88 9,'-13'-2,"-10"-1,-3 0,6 5,14 5,19 5,6 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32.00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35 100,'-2'-5,"1"4,-1-1,0 0,1 0,0 0,-1-1,1 1,0 0,0 0,0-1,0 1,1-1,-1 1,1-1,-1 1,1-1,0 1,0-1,0 1,0-1,0 1,1-1,-1 1,1-1,0 1,-1 0,1-1,0 1,1 0,-1 0,0-1,0 1,1 0,0 0,-1 1,1-1,0 0,0 0,0 1,0-1,1 0,9 0,0 1,0 0,-1 0,1 1,0 1,0 0,0 0,-1 1,1 1,-1 0,1 1,-1 0,0 0,-1 1,1 1,-1 0,6 5,0-1,-1 2,0 0,-1 1,-1 0,0 1,-1 1,0 0,-1 1,-1 0,0 0,-1 1,-1 0,-1 1,0-1,-1 5,7 25,-2 1,-2 1,-2-1,-2 1,-3 18,-3 140,-3-148,3 0,2 0,2 0,3-1,3 1,2-2,18 53,-20-87,1-1,1 0,2 0,0-1,1-1,0 0,2-1,0-1,2 0,0-1,0-1,2-1,0-1,0 0,11 4,49 6,-78-24,1 0,-1 0,1 0,-1 0,1 0,-1-1,1 1,-1-1,0 0,1 0,-1 1,0-1,1-1,-1 1,0 0,0-1,0 1,0-1,0 1,0-1,-1 0,1 0,-1 0,1 0,-1 0,1 0,-1 0,0-1,0 1,0 0,0-1,1-10,0 0,-1-1,-1 1,0 0,0 0,-2 0,1 0,-2 0,0 0,0 0,-1 0,-1 1,0 0,-1-2,-15-36,-1 2,-2 1,-3 1,-1 1,-2 1,-3 2,-1 1,-1 2,-3 1,-1 2,-1 2,-42-27,35 34,-1 1,-1 2,-1 3,-1 1,-1 3,0 3,-24-4,46 11,30 7,0-1,0 1,0-1,0 1,0-1,0 1,0-1,0 1,0-1,0 1,1-1,-1 1,0-1,0 1,0-1,1 1,-1-1,0 1,1 0,-1-1,0 1,1-1,-1 1,1 0,-1-1,1 1,-1 0,0 0,1-1,-1 1,1 0,-1 0,1 0,-1 0,1-1,-1 1,1 0,-1 0,1 0,0 0,-1 0,1 0,-1 1,1-1,-1 0,1 0,-1 0,1 0,-1 1,1-1,-1 0,0 0,1 1,-1-1,334-60,-162 24,-2-8,102-42,-247 77,1 0,-1-2,0 0,-1-2,-1-1,0-1,-1 0,0-2,-1-1,13-14,-32 30,1-1,-1 1,0-1,0 1,0-1,0 1,0-1,0 0,-1 0,1 0,-1 0,0 0,0 0,0-1,0 1,-1 0,1 0,-1-1,0 1,0 0,0-1,0 1,-1 0,1-1,-1 1,0 0,0 0,0 0,0 0,-1 0,1 0,-3-3,-2 2,0 1,0-1,-1 1,1 1,-1-1,0 1,0 0,0 1,0-1,0 2,0-1,0 1,0 0,0 0,0 0,-1 1,1 1,0-1,-2 2,-9 1,0 1,0 1,1 0,-1 1,2 1,-1 1,1 0,1 1,-1 1,2 0,0 1,0 1,1 0,0 1,2 0,-1 1,2 0,0 1,-4 8,11-17,0-1,0 0,1 1,-1-1,1 1,1 0,-1 0,1-1,1 1,-1 0,1 0,0 0,1 0,0 0,0 0,0 0,1 0,0-1,0 1,0-1,1 1,0-1,1 0,-1 0,1 0,1 0,4 3,0 0,1 0,0-1,0-1,1 1,0-2,0 0,0 0,1-1,0 0,0-1,12 3,157 20,-104-23,1-4,-1-2,0-5,-1-2,1-4,47-15,-101 23,-1 0,0-1,0-2,-1 0,0-1,0-2,-1 0,0 0,-1-2,0-1,-1 0,-1-1,0-1,-2-1,3-3,-16 17,0 0,0 0,-1 0,0 0,1 0,-1 0,0 0,0 0,-1-1,1 1,-1 0,0-1,0 1,0 0,0-1,0 1,-1 0,1 0,-1-1,0 1,0 0,0 0,0 0,-1 0,1 0,-1 0,0 0,0 1,0-1,0 0,0 1,-1 0,1 0,-1-1,1 1,-1 1,0-1,0 0,0 1,0-1,0 1,0 0,-2 0,-10-4,-1 1,0 1,0 1,0 0,0 1,0 1,-1 0,1 2,0-1,0 2,0 0,1 1,-1 1,1 0,0 1,0 1,1 0,0 1,0 0,0 1,1 1,-2 2,7-4,-1 0,1 0,1 1,0 0,0 1,1-1,0 1,0 0,-2 9,6-14,0 0,0 0,1 0,0 0,0 0,0 0,1 0,-1 0,1 0,1 1,-1-1,1 0,-1 0,2 0,-1 0,0 0,1 0,0 0,0 0,1-1,-1 1,3 2,0-1,1 0,0 0,0 0,0 0,1-1,0 0,0-1,1 1,-1-2,1 1,0-1,0 0,0 0,0-1,0 0,1-1,-1 0,2 0,7 1,0-2,1 0,-1-1,0 0,0-2,-1 0,1 0,10-5,-15 4,0 1,0-2,-1 0,1 0,-1-1,-1 0,1-1,-1 0,0-1,-1 0,1 0,-2-1,1-1,-1 1,-1-1,0-1,0 1,-1-1,0 0,-1 0,0-1,-1 0,0 0,-1 0,-1 0,2-11,-5 12,-1 29,0 5,1 1,2-1,0 1,2-1,0 0,2 0,5 16,-6-28,-1-1,1-1,1 1,0-1,0 1,1-1,0-1,1 1,0-1,0 0,0-1,1 1,0-2,1 1,0-1,0 0,0-1,2 1,-6-4,0 0,1 0,-1-1,0 1,1-1,-1 0,0 0,1-1,-1 0,1 0,-1 0,1-1,-1 1,1-1,-1-1,0 1,0-1,0 0,1 0,-2 0,1-1,0 0,0 0,-1 0,0 0,1-1,-1 0,-1 1,1-2,0 1,-1 0,0-1,1-2,18-29,-1-2,-3 0,-1-1,6-24,17-38,-26 70,1 0,1 1,2 1,1 0,4-3,-16 23,0 1,0 0,1 0,0 1,0 0,0 0,1 1,0 0,1 1,-1 0,1 0,0 1,0 1,0-1,1 1,-1 1,1 0,3 0,-4 2,0 1,1 0,-1 0,0 1,1 0,-1 1,-1 0,1 0,0 1,-1 1,1-1,-1 1,-1 1,1 0,-1 0,0 1,0 0,-1 0,2 3,6 7,-1 1,0 0,-1 1,-1 1,-1 0,-1 1,-1 0,2 7,1 10,-2 0,-1 1,-2 0,-2 0,-2 1,-1-1,-3 14,-29 279,23-282,-4 32,-3 21,4 0,5 2,5-73,1-1,1 0,2 0,1 0,2-1,0 0,2 0,12 25,-15-40,1-1,0 0,1 0,1 0,0-1,1 0,0-1,1 0,1-1,0 0,0-1,1 0,0-1,1 0,0-1,0-1,0 0,1-1,0 0,1-1,-1-1,5 0,-13-4,0 1,0-1,0 0,0-1,0 0,0 0,0-1,0 1,0-2,-1 1,1-1,0 0,-1 0,0 0,0-1,0 0,0-1,-1 1,0-1,0 0,0 0,0-1,-1 1,0-1,0 0,0 0,-1 0,0-1,0 1,-1-1,0 0,1-2,1-18,-1 1,-1-1,-1 0,-1 1,-1-1,-2 0,-1 1,-1-1,-1 1,-1 0,-1 1,-2 0,0 0,-9-12,-11-22,-2 2,-3 1,-3 2,-1 2,-3 1,-2 2,-2 3,-2 1,-3 2,0 3,-3 2,-45-24,48 23,50 38,1 0,0 0,-1 0,1 0,0 0,0 0,0 0,0 0,0 0,0 0,0 0,0 0,0 0,0 0,0 0,1 0,-1 1,0-1,1 0,-1 0,1 0,-1 0,1 0,-1 1,1-1,-1 0,1 0,0 1,0-1,-1 0,1 1,0-1,0 1,0-1,-1 1,1 0,0-1,0 1,25-15,0 2,1 1,0 1,0 1,5 0,11-5,-3 2,34-14,2 3,49-7,-123 30,0 0,0 0,1 0,-1 1,0-1,1 1,-1 0,0 0,0-1,1 2,-1-1,0 0,1 0,-1 1,0-1,0 1,1 0,-1-1,0 1,0 0,0 0,0 1,0-1,0 0,0 1,-1-1,1 1,0 0,-1-1,1 1,-1 0,1 1,3 82,-6-81,0 0,0 1,0-1,0 1,1-1,-1 1,1-1,0 1,1-1,-1 1,1-1,0 1,0-1,0 1,1-1,0 0,-1 0,1 0,1 0,-1 0,1 0,-1 0,1-1,0 0,0 1,1-1,-1 0,1 0,-1-1,1 1,0-1,4 2,3-1,1 0,0-1,-1-1,1 0,0-1,0 0,0 0,0-2,0 1,-1-1,1-1,-1 0,1-1,-1 0,0-1,0 0,-1 0,0-1,0-1,0 0,-1 0,1-1,-2 0,1 0,-1-1,-1 0,0-1,0 0,-1 0,0 0,0-1,-1 0,-1 0,0 0,0 0,0-7,-3 8,-1 0,0 0,0 0,-1 0,-1 0,1 0,-1 0,-1 0,0 1,-1-1,1 1,-2 0,1 0,-1 0,-1 1,0-1,0 1,0 1,-1-1,0 1,-1 0,1 1,-1-1,-1 2,1-1,-1 1,0 1,0-1,0 1,-1 1,0 0,1 0,-1 1,0 0,0 1,0 0,0 1,0 0,0 0,-1 1,1 0,1 1,-1 0,-4 2,2 2,0 0,0 1,1 0,0 1,0 0,1 1,0 0,1 1,-1 0,2 0,0 1,0 0,1 1,0-1,1 1,0 1,1-1,0 1,1 0,1 0,0 0,1 0,0 1,1-1,1 1,0 1,0-10,1 1,0 0,0 0,0-1,1 1,0-1,0 1,0-1,1 0,0 0,0 0,0 0,0 0,1-1,0 1,0-1,0 0,1 0,-1-1,1 1,0-1,0 0,0 0,0-1,0 0,1 1,-1-2,1 1,-1-1,3 1,40 2,-2-6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32.17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542 87,'-18'-16,"-18"-8,-16 1,-13 6,-8 11,-5 13,6 12,9 12,17 10,19 7,15-5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32.34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1,'7'20,"1"17,3 10,2 6,0 2,3-5,10-10,14-12,16-14,15-15,11-15,-9-4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33.11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840 38,'-30'-9,"0"1,-1 1,0 2,-1 1,1 1,-1 2,1 1,-1 1,1 2,-1 1,1 2,0 1,1 1,0 2,-13 6,15-7,0 1,1 2,1 1,0 1,0 1,1 1,1 1,1 1,-2 5,21-20,0 1,0-1,1 1,0 0,0 1,0-1,0 0,1 1,-1 0,1-1,0 1,1 0,-1 0,1 0,0 0,0 1,1-1,-1 0,1 0,0 0,1 1,-1-1,1 0,0 0,1 0,-1 0,1 0,0 0,0 0,0-1,1 1,-1-1,4 4,12 11,0-1,1-1,1-1,0-1,1 0,1-2,0-1,1 0,4 0,-21-9,115 57,-17-10,-2 5,10 13,-105-64,2 1,0 1,0 0,0 0,-1 1,0 0,0 1,0 0,-1 0,-1 0,1 1,-1 0,1 3,-7-10,1 0,0 1,-1-1,1 0,-1 1,0-1,1 0,-1 1,0-1,-1 0,1 1,0-1,-1 0,1 1,-1-1,0 0,0 0,0 0,0 1,0-1,0 0,0 0,-1-1,1 1,-1 0,1 0,-1-1,0 1,0-1,0 1,-1 0,-72 33,1-16,-1-3,-1-4,-74 3,3 0,124-12,-137 29,160-33,0 1,-1 0,1 0,-1 0,1 0,0-1,-1 1,1 0,-1 0,1 0,-1 0,1 0,-1 0,1 0,0 0,-1 0,1 0,-1 0,1 0,-1 1,1-1,0 0,-1 0,1 0,-1 0,1 1,0-1,-1 0,1 1,0-1,-1 0,1 1,0-1,-1 0,1 1,0-1,0 0,-1 1,1-1,0 1,0-1,0 0,0 1,-1-1,1 1,0-1,0 1,0-1,0 1,0-1,0 1,0-1,1 0,-1 1,0-1,0 1,0-1,0 1,0-1,1 0,-1 1,0-1,0 1,1-1,-1 0,0 1,1-1,-1 0,31 8,7-5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33.85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888 85,'-123'116,"121"-115,0-1,1 1,-1-1,0 0,0 0,1 1,-1-1,0 0,1-1,-1 1,0 0,0 0,1-1,-1 1,0-1,1 1,-1-1,1 0,-1 0,1 0,-1 0,1 0,-1 0,1 0,0 0,0 0,-1-1,1 1,0 0,0-1,0 1,1-1,-1 1,0-1,0 1,1-1,-1 0,1 1,0-1,-1 0,1-1,-12-16,3 6,-2 1,1 1,-2-1,0 2,0 0,0 0,-2 1,1 1,-1 0,0 1,0 0,-1 1,0 1,0 0,-1 2,1-1,-1 2,1 0,-1 0,0 2,0 0,0 1,0 0,1 2,-1 0,1 0,-1 1,1 1,0 1,-12 6,8-1,2 1,-1 1,2 0,0 1,0 1,2 1,-1 0,2 0,0 1,2 1,-1 1,2-1,1 1,0 1,1 0,2 0,0 1,0-1,2 1,1 0,1 1,0-1,2 0,1 12,1-18,1-1,0 1,1-1,0 0,1 0,1 0,1 0,0-1,0 0,1-1,1 0,0 0,0 0,2-1,-1-1,1 0,1 0,0-1,0-1,0 0,1-1,1 0,-1-1,10 4,26 7,1-2,0-3,1-1,0-3,0-2,1-2,0-3,-1-2,30-4,-36 2,1-1,-1-2,0-3,-1-1,0-2,-1-2,0-2,-1-2,-1-2,-1-1,0-2,-2-2,-1-2,-1-1,-2-1,0-3,15-19,94-157,-95 131,-31 56,-17 21,1-1,-1 1,1 0,-1 0,0 0,1 0,-1-1,1 1,-1 0,1 0,-1 0,1 0,0 0,-1 1,1-1,-1 0,0 0,1 0,-1 0,1 0,-1 1,1-1,-1 0,1 0,-1 1,0-1,1 0,-1 1,1-1,-1 0,0 1,1-1,-1 1,0-1,0 0,1 1,-1-1,0 1,0-1,0 1,0-1,1 1,-1-1,0 1,0-1,0 1,0-1,0 1,0-1,0 1,0-1,-1 1,1-1,0 1,0-1,0 1,0-1,-1 1,1-1,-1 210,-3 169,-1-310,3-58,-1-14,2-11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34.12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 92,'-34'-16,"35"16,-1 0,0 0,1 0,-1 0,0 0,1 0,-1 0,0 0,0 0,1 0,-1 0,0 0,0 0,1-1,-1 1,0 0,0 0,1 0,-1-1,0 1,0 0,1 0,-1 0,0-1,0 1,0 0,0 0,0-1,1 1,-1 0,0-1,0 1,0 0,0-1,0 1,0 0,0 0,0-1,0 1,0 0,0-1,0 1,0 0,0-1,0 1,-1 0,1 0,0-1,110-2,775-54,-865 56,49-3,-72 8,-24 1,-9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40.38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0 675,'43'-3,"0"-2,0-2,-1-2,-1-1,1-3,35-15,-58 21,750-290,-655 254,176-67,94-14,-321 110,-112 12,16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40.99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433 7,'-329'431,"236"-318,92-112,0-1,1 1,-1 0,0 0,0 0,1 0,-1 0,0 0,1 0,-1 0,1 0,-1 0,1 0,0 0,-1 0,1 0,0 1,0-1,0 0,0 0,0 0,0 0,0 1,0-1,0 0,1 0,-1 0,0 0,1 0,-1 0,1 0,-1 0,1 0,0 0,-1 0,1 0,0 0,0 0,-1 0,1-1,0 1,0 0,0 0,0-1,0 1,0-1,1 1,13 2,0-1,0 0,0-1,0-1,1 0,-1-1,10-2,-1 1,422-15,-442 17,-1 1,1 0,0-1,-1 1,1-1,0 0,0 0,0 0,0 0,-1 0,1-1,0 0,0 0,-1 0,1 0,0 0,-1-1,0 0,1 0,-1 0,0 0,0 0,0 0,0-1,0 0,0 1,-1-1,0 0,1 0,-1-1,0 1,0 0,-1-1,1 1,-1-1,-1-8,-1 1,-1-1,0 1,0 0,-1-1,0 1,-1 1,-1-1,1 0,-2 1,1 0,-2 0,1 1,-1 0,-4-4,3 1,-13-18,-7-10,1-1,2 0,2-2,-12-33,34 75,0 0,0-1,0 1,0-1,0 0,0 1,0-1,0 0,1 0,-1 0,0 0,1 1,0-1,-1 0,1 0,0 0,0 0,0 0,0 0,1 0,-1 0,0 0,1 0,0 0,-1 0,1 1,0-1,0 0,0 0,0 1,0-1,0 1,0-1,1 1,-1-1,0 1,1 0,-1-1,1 1,14-2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42.60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379 163,'-1'-3,"0"-1,0 0,-1 1,1-1,-1 1,0-1,0 1,0 0,-1 0,1 0,-1 0,1 0,-1 1,0-1,0 1,0 0,0 0,-1 0,1 0,-1 0,1 1,-1 0,1-1,-1 1,0 1,0-1,1 0,-1 1,0 0,0 0,-4 0,0 1,0-1,1 2,-1-1,0 1,1 0,0 1,-1 0,1 0,0 1,0-1,1 2,-1-1,1 1,0 0,-3 2,-79 99,77-92,2 2,0-1,1 1,0 1,1-1,1 1,1 0,0 1,1-1,1 1,1 0,0 0,2 0,0 0,1 0,0 0,3 7,-1-18,0 0,1 0,0-1,0 0,1 1,0-2,0 1,0 0,0-1,1 0,0-1,0 1,0-1,1 0,-1 0,1-1,0 0,0 0,0-1,1 0,-1 0,1-1,-1 0,1 0,-1 0,1-1,-1 0,1-1,-1 0,1 0,-1 0,1-1,-1 0,0-1,1 0,42-16,-1-1,-1-3,-1-2,-1-2,-1-2,-2-2,17-16,67-45,-71 65,-55 28,0-1,0 1,0-1,0 1,0 0,0 0,-1-1,1 1,0 0,0 0,-1 0,1 0,0 0,-1 0,1 0,-1 0,1 0,-1 0,0 0,1 0,-1 1,0-1,0 0,0 0,0 0,0 0,0 1,0-1,0 0,0 0,0 0,0 9,-1-2,1 1,0-1,0 0,1 0,0 0,0 0,1 0,0 0,1 0,-1 0,1-1,1 1,0-1,0 0,0 0,1 0,0 0,0-1,0 0,6 4,4-2,0-1,0 0,0-2,1 0,0 0,0-1,0-2,0 1,0-2,1 0,-1-1,1 0,-1-2,0 0,16-3,-17 3,-1 0,1-1,0-1,-1 0,0-1,0-1,0 0,0 0,-1-2,0 1,-1-2,0 0,0 0,-1-1,1-2,-9 9,-1 0,-1 0,1-1,0 1,-1-1,0 1,0-1,0 1,0-1,0 0,-1 1,1-1,-1 0,0 0,0 1,-1-1,1 0,-1 0,0 1,0-1,0 1,0-1,-1 1,1-1,-1 1,0 0,0-1,0 1,0 0,-3-1,-5-9,-1 2,-1-1,0 2,0-1,-1 2,-9-6,2 2,-1 0,-1 2,0 1,-1 0,-14-3,28 10,1 0,-1 1,-1 1,1-1,0 1,0 1,0 0,-1 0,1 1,0 0,0 0,0 1,0 0,0 1,0 0,-2 1,-31 35,41-38,1 0,-1 0,0 0,1 0,-1 0,1 1,-1-1,1 0,0 0,-1 1,1-1,0 0,0 1,0-1,0 0,0 1,0-1,0 0,0 0,1 1,-1-1,0 0,1 0,-1 1,1-1,-1 0,1 0,0 0,0 0,-1 0,1 0,0 0,0 0,0 0,0 0,0 0,0 0,0-1,0 1,2 0,7 3,0-1,0 0,0-1,0 0,0-1,1 0,-1-1,1 1,-1-2,1 0,-1 0,0-1,0 0,1-1,1-1,76-20,-1-4,31-18,-36 14,2 3,53-10,-122 36,-1 0,1 1,-1 1,1 0,0 1,-1 0,5 2,-14-2,-1 1,1 0,0 1,-1-1,1 1,0 0,-1 0,0 0,0 0,1 1,-1 0,-1 0,1 0,0 0,-1 1,0-1,1 1,-1 0,-1 0,1 0,-1 0,1 1,-1-1,3 13,0-1,0 1,-2 0,0 0,-1 1,-1-1,0 14,-2-15,2 0,0 0,1-1,0 1,1 0,1-1,0 0,2 0,4 10,-9-22,1 0,0-1,0 1,0-1,0 1,0-1,1 1,-1-1,1 0,0 0,-1-1,1 1,0 0,0-1,0 0,0 1,0-1,1 0,-1-1,0 1,0-1,1 1,-1-1,0 0,1 0,-1 0,0-1,0 1,1-1,-1 0,0 0,0 0,0 0,0 0,0-1,0 0,0 1,0-1,-1 0,1-1,16-11,-2-1,0-1,-1 0,0-1,-1-1,-1-1,-1 0,-1 0,-1-2,0 1,-1-1,4-17,27-94,-41 132,0-1,-1 1,1 0,0 0,0-1,0 1,0 0,0-1,0 1,0 0,0-1,0 1,0 0,0 0,0-1,0 1,0 0,0-1,0 1,1 0,-1 0,0-1,0 1,0 0,0-1,1 1,-1 0,0 0,0 0,0-1,1 1,-1 0,0 0,0 0,1-1,-1 1,0 0,1 0,-1 0,0 0,0 0,1 0,-1 0,0 0,1 0,-1 0,0 0,1 0,-1 0,0 0,0 0,1 0,-1 0,0 0,1 0,-1 0,0 0,0 0,1 1,-1-1,0 0,0 0,1 0,-1 1,0-1,0 0,1 0,-1 0,0 1,11 22,-10-20,128 326,-97-279,-31-50,-1 1,1-1,0 0,0 1,0-1,0 0,0 0,0 1,0-1,0 0,0 0,0 0,0 0,0 0,0-1,0 1,0 0,0 0,0-1,0 1,-1 0,1-1,0 1,0-1,0 1,0-1,-1 1,1-1,0 0,0 1,-1-1,1 0,-1 0,1 1,-1-1,1 0,-1 0,1 0,-1 0,0 0,1 0,-1 0,0 0,0 1,0-1,1 0,-1 0,0 0,0 0,-1 0,1-1,0 1,85-291,-24 138,-46 131,-14 22,-1 1,0 0,0-1,1 1,-1 0,0-1,1 1,-1 0,0 0,1-1,-1 1,0 0,1 0,-1 0,0-1,1 1,-1 0,1 0,-1 0,1 0,-1 0,0 0,1 0,-1 0,1 0,-1 0,0 0,1 0,-1 0,1 0,-1 0,1 0,-1 1,0-1,1 0,-1 0,0 0,1 1,-1-1,0 0,1 1,-1-1,0 0,1 0,-1 1,0-1,0 1,1-1,-1 0,0 1,0-1,0 0,0 1,0-1,0 1,1-1,-1 0,0 1,0-1,0 1,0-1,0 1,0-1,-1 0,1 1,0-1,0 1,0-1,0 0,0 1,5 145,-6-75,1-50,2-1,0 1,0-1,2 1,1-1,4 10,-7-23,1 0,0 0,0-1,1 1,0-1,0 0,0 0,1 0,0-1,0 1,1-1,-1 0,1-1,0 0,0 1,1-2,-1 1,1-1,5 2,10-1,0-2,0 0,1-1,-1-2,0 0,0-1,0-1,0-2,-1 0,1-1,-1-1,-1-1,1 0,3-4,62-24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44.25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471 962,'-22'-18,"0"1,-1 2,-1 0,-1 1,0 2,0 0,-2 2,-10-3,31 11,-1 0,1 0,-1 1,0 0,1 0,-1 1,0 0,1 0,-1 0,0 1,0 0,1 0,-1 1,1-1,-1 2,1-1,0 1,0 0,0 0,0 0,1 1,-1 0,1 0,0 1,0-1,0 1,1 0,-4 5,-1 5,1 2,0 0,1 0,0 0,2 0,0 1,1 0,1 0,0 1,1-1,2 1,0-1,2 18,-2-28,0 0,0 0,1 0,0 0,1 0,0 0,0 0,1 0,0 0,0-1,1 0,-1 1,2-1,-1-1,1 1,0-1,0 1,1-1,0-1,0 1,1-1,-1 0,1-1,0 0,0 0,0 0,5 1,-3-3,0-1,1 0,-1-1,1 0,-1 0,1-1,-1 0,0 0,0-1,1-1,-1 0,0 0,-1 0,1-1,-1 0,0-1,3-2,6-4,0-1,0-1,-2-1,1 0,-2-1,0 0,5-9,-9 11,1-1,-2 0,0 0,0-1,-2 0,0-1,0 1,-2-1,0-1,-1 1,0-1,-1 0,-1 1,-1-1,-1 0,0 0,-1-6,1 22,0 0,1 0,-1 0,0-1,0 1,0 0,0 0,-1 0,1-1,0 1,0 0,-1 0,1 0,0 0,-1-1,0 1,1 0,-1 0,1 0,-1 0,0 0,0 0,0 1,1-1,-1 0,0 0,0 1,0-1,0 0,0 1,-1-1,1 1,0-1,0 1,0 0,0-1,-1 1,1 0,0 0,0 0,0 0,-1 0,1 0,0 0,0 0,0 0,-1 1,1-1,0 1,0-1,0 0,-1 1,-2 6,0 1,0-1,0 1,1-1,0 1,1 0,0 0,0 0,1 1,0-1,0 0,1 8,-1-11,0 16,0 0,1 0,1 0,1 0,0 0,2-1,2 7,-4-21,-1 0,1 0,0 0,1 0,0 0,0-1,0 1,0-1,1 1,0-1,0-1,0 1,1 0,-1-1,1 0,0 0,1 0,-1-1,1 0,-1 0,1 0,0-1,0 0,0 0,6 1,-5-2,1-1,0 0,0 0,-1-1,1 0,-1-1,1 1,-1-1,1-1,-1 1,0-1,0-1,0 1,-1-1,1 0,-1-1,3-2,93-93,-75 65,-2-1,-1-1,-2-1,-1-1,-3 0,0-4,-7 17,-4 20,-6 20,-1-14,-1 75,-1-60,0 0,2 1,0-1,0 1,2-1,0 1,0-1,2 0,0 0,1 0,3 7,-5-17,-1-1,1 0,0-1,1 1,-1 0,1-1,-1 0,1 0,0 0,0 0,1 0,-1-1,0 0,1 0,0 0,-1-1,1 1,0-1,0 0,0-1,-1 1,1-1,0 0,0 0,4-1,6 0,-1-1,0-1,0-1,0 0,-1 0,1-1,-1-1,4-3,7-3,0-2,-1-1,-1 0,-1-2,0 0,2-5,-15 15,-1-1,0 1,-1-2,1 1,-2-1,1 1,-1-2,-1 1,1 0,-2-1,1 0,-1 0,-1 0,0 0,0-1,-1 1,0-4,-1 5,1 15,1 6,3 15,2 0,1 0,1-1,1-1,1 1,1-2,1 1,1-2,2 0,0-1,15 15,-21-28,0-1,1 0,1-1,-1 0,1-1,0 0,0-1,1-1,0 1,0-2,0 0,0-1,0 0,0-1,1 0,-1-1,1-1,-1 0,0 0,0-2,0 1,0-2,0 0,0 0,11-7,40-19,-2-4,-1-2,32-26,-74 49,-2 2,-2 2,-1 0,0-1,-1 0,0-2,-1 1,0-1,3-6,-13 14,-1-1,1 1,-1-1,0 0,-1 1,1-1,-1 0,0 1,0-1,0 0,-1 0,1 1,-1-1,0 0,-1 1,1-1,-1 1,0-1,0 1,0 0,-1 0,1 0,-1 0,0 0,0 1,0-1,-1 1,1 0,-1 0,0 0,0 1,0-1,0 1,0 0,-3-1,5 2,0 0,0 0,0 0,0 1,0-1,0 1,0-1,0 1,0 0,0 0,0 0,0 0,0 0,0 0,-1 0,1 1,0-1,0 1,0 0,1-1,-1 1,0 0,0 0,0 0,1 0,-1 1,0-1,1 0,-1 1,1-1,-1 1,-34 57,28-41,1 0,1 1,1 0,0 0,1 0,1 1,1-1,1 1,1 0,0-1,2 5,-1-20,0 1,0-1,0 0,1 0,-1 1,1-1,0-1,0 1,1 0,-1 0,1-1,-1 1,1-1,0 0,1 0,-1 0,1 0,-1-1,1 1,0-1,0 0,0 0,0 0,0-1,0 1,0-1,0 0,1 0,-1-1,1 1,-1-1,0 0,1 0,-1 0,4-1,2-2,0 0,-1-1,1 0,-1 0,0-1,0 0,0 0,-1-1,0 0,0-1,0 0,-1 0,0-1,0 0,-1 0,0 0,-1-1,0 0,0 0,-1 0,0-1,0 1,-1-1,0 0,-1 0,0 0,-1-1,0-3,3-37,-3-1,-1 1,-3 0,-3 0,-7-31,2 0,-38-429,45 479,4 32,0 1,0-1,0 0,-1 1,1-1,0 0,0 0,0 1,-1-1,1 0,0 0,0 1,-1-1,1 0,0 0,-1 0,1 0,0 1,-1-1,1 0,0 0,-1 0,1 0,0 0,-1 0,1 0,0 0,-1 0,1 0,0 0,-1 0,1 0,0 0,-1 0,1 0,0-1,-1 1,1 0,0 0,0 0,-1 0,1-1,0 1,0 0,-1 0,-13 52,3 1,2 1,2 0,1 23,6-76,-8 52,3 1,2 0,3 0,2 0,2 0,3-1,2 0,2 0,12 30,-17-68,1-1,1 1,0-1,1 0,1-1,0 0,0-1,1 0,1-1,0 0,1-1,0 0,0-1,1 0,0-1,1-1,0 0,0-1,0 0,1-2,0 0,0 0,0-2,12 1,-10-1,-1-1,1-1,-1-1,1 0,-1-2,1 0,-1 0,0-2,0 0,-1-1,1-1,-1 0,-1-1,1-1,9-8,0-15,-26 32,1-1,0 1,-1 0,1-1,0 1,-1 0,1-1,-1 1,1 0,0 0,-1 0,1-1,-1 1,1 0,-1 0,1 0,-1 0,1 0,0 0,-1 0,1 0,-1 0,1 0,-1 0,1 0,-1 0,1 0,-1 0,1 1,-1-1,1 0,0 0,-1 1,1-1,-1 0,1 0,0 1,-1-1,1 0,0 1,-1-1,1 0,0 1,0-1,-1 1,1-1,0 1,0-1,0 0,0 1,0-1,-1 1,1-1,0 1,0-1,0 1,0-1,0 1,-1 2,-1 1,1 0,0 0,0-1,0 1,0 0,1 0,-1 0,1 0,0 0,1 0,-1 0,0 0,1 0,0-1,0 1,0 0,1 0,-1-1,1 1,0-1,0 1,0-1,0 0,1 0,2 3,3 4,1-1,0 0,1 0,0-1,0 0,0-1,11 5,-15-8,0 0,1-1,0 1,-1-1,1 0,0-1,1 0,-1 0,0-1,1 1,-1-2,1 1,-1-1,1 0,0-1,-6 0,1-2,0 1,-1 0,0 0,0-1,1 1,-2-1,1 0,0 0,0 1,-1-1,0 0,1-1,-1 1,0 0,0 0,-1 0,1 0,-1-1,0 1,0 0,0-1,0 1,0-1,-1-16,0-1,-1 1,-2-1,0 1,-1 0,0 0,-2 0,-1 1,0 0,-1 0,-1 1,-1 1,-1-1,0 2,-1 0,-2-1,13 14,0-1,0 1,-1 0,0 0,1 0,-1 0,0 1,-1-1,1 1,0-1,-1 1,1 0,-1 1,0-1,1 1,-1-1,0 1,0 0,0 1,0-1,0 1,0-1,0 1,0 0,0 1,0-1,0 1,-3 0,1 3,0 0,1 1,-1 0,1 0,0 0,0 0,0 1,1 0,0 0,0 0,1 1,-2 3,-8 13,2 1,0 0,2 1,1 0,1 0,1 1,1 0,1 0,1 12,2-33,0-1,1 1,0-1,0 1,0 0,0-1,1 1,-1 0,1-1,0 1,1-1,-1 0,1 1,0-1,0 0,0 0,0 0,1 0,0 0,0-1,0 1,0-1,0 0,1 0,0 0,-1 0,3 1,30-1,-1-10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44.52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195 0,'-21'9,"-15"10,-7 6,2 4,8 1,14 0,18-1,14 0,7-5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44.77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1,'7'20,"6"16,9 7,11-3,12-7,11-9,13-17,10-17,10-14,-10-4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44.94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1,'7'22,"2"20,0 15,-2 10,-2 5,-2-1,1-5,2-10,2-12,0-16,-1-19,-2-20,-2-9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45.12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164 0,'-18'0,"-13"3,-5 2,0 6,7 5,15 4,20 4,16 4,6-3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45.37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58 345,'11'0,"0"1,1-2,-1 1,0-2,0 1,0-2,0 1,0-2,0 1,0-1,-1-1,0 0,0 0,0-1,-1-1,0 1,0-1,0-1,-1 0,0 0,-1-1,2-2,-1 3,-1 0,-1-1,1 1,-2-2,1 1,-1-1,0 1,-1-1,0-1,-1 1,0 0,-1-1,0 0,0 1,-1-1,-1 0,0 0,-1-8,1 16,-1 1,0 0,1-1,-1 1,0 0,-1 0,1 0,0 0,-1 0,1 0,-1 0,1 0,-1 0,0 1,0-1,0 1,0-1,0 1,0 0,0 0,0 0,-1 0,1 0,0 0,-1 1,1-1,0 1,-1 0,1 0,-1-1,1 1,0 1,-1-1,0 0,-82 31,69-21,0 1,1 0,0 1,1 1,0 1,1 0,0 0,2 1,-1 1,2 0,0 0,1 1,1 1,0-1,2 1,0 1,-3 14,8-28,0 1,1-1,-1 1,1-1,0 1,1 0,-1-1,1 1,0-1,1 1,-1-1,1 0,0 0,1 0,-1 0,1 0,0 0,0 0,0-1,1 1,-1-1,1 0,0 0,0-1,1 1,-1-1,1 0,4 2,7 2,0-1,1-1,0-1,0 0,0-1,0-1,0 0,1-1,-1-1,1-1,-1-1,13-2,56-9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45.77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128 1,'-6'0,"1"0,-1 1,1 0,-1 0,1 0,0 1,-1-1,1 1,0 1,0-1,0 1,0 0,1 0,-1 0,1 0,0 1,0 0,0 0,0 0,1 0,0 1,-1-1,2 1,-1 0,0 0,1 0,0 0,0 0,1 1,0-1,-1 1,2-1,-1 1,1-1,-1 1,5 10,1-2,0 1,1 0,0-1,1 0,1-1,0 0,1 0,0 0,1-1,0-1,1 1,1-2,12 10,188 143,-208-160,1-1,-1 1,0 0,0 0,0 0,-1 1,1-1,-1 1,0 0,0 0,0 0,0 0,-1 0,1 1,-1-1,0 1,-1 0,1 0,-1-1,0 1,0 3,-3-5,-1-1,1 1,-1 0,0-1,0 0,0 0,0 0,0 0,-1 0,1-1,0 1,-1-1,1 0,-1 0,0 0,1 0,-1-1,0 1,1-1,-1 0,0 0,0-1,1 1,-1-1,0 0,-2 0,2-1,-1 1,0 0,0-1,1 0,-1 0,1 0,-1-1,1 0,0 1,0-1,0-1,0 1,1-1,0 1,-1-1,1 0,0 0,1 0,-1-1,1 1,0-1,0 1,0-1,1 0,-1 0,1 1,0-1,1 0,-1 0,1 0,0 0,0 0,1 0,-1 0,1 0,1-3,5-7,1 1,0 0,1 0,0 1,1 0,0 1,1 0,1 0,0 1,0 1,1 0,1 1,-1 0,1 1,1 1,-1 0,12-3,1-3,0 1,2 1,-1 2,1 1,0 1,1 2,0 0,20 1,-47 4,0 0,0 1,0-1,-1 0,1 1,0 0,0-1,0 1,-1 0,1 1,-1-1,1 0,-1 1,1 0,-1-1,0 1,1 0,-1 0,0 0,0 0,-1 1,1-1,0 0,-1 1,0-1,1 1,-1 0,0-1,0 4,11 87,-10-65,15 81,-17-108,0 0,0 0,1-1,-1 1,0 0,0-1,0 1,1 0,-1-1,0 1,1 0,-1-1,0 1,1 0,-1-1,1 1,-1-1,1 1,-1-1,1 1,0-1,-1 0,1 1,-1-1,1 0,0 1,0-1,-1 0,1 0,0 1,-1-1,1 0,0 0,0 0,-1 0,1 0,0 0,-1 0,1 0,0-1,0 1,-1 0,1 0,0 0,-1-1,1 1,0 0,-1-1,1 1,-1-1,1 1,0-1,-1 1,1-1,-1 1,1-1,-1 1,0-1,1 0,-1 1,0-1,1 0,21-43,-10 11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45.97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131 9,'-16'-3,"-9"0,-6 1,3 2,5 5,15 5,15 5,13 7,3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46.55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53 575,'9'-293,"-11"251,-3 1,0-1,-3 1,-11-31,-2 29,19 51,9-3,1 1,0-1,0 0,0-1,0 0,0 0,1-1,0 0,0 0,0-1,0 0,0-1,0 0,0-1,4 1,-9-1,112 11,-75-10,0 2,0 2,0 1,-1 3,0 1,-1 2,35 15,-68-24,1 0,-1 1,0-1,0 1,0 0,0 1,-1 0,1 0,-1 0,0 0,-1 1,0 0,1 0,-2 0,1 0,-1 0,0 1,0 0,-1 0,0 0,0 0,-1 0,1 0,-2 0,1 0,-1 0,0 1,0-1,-1 1,-54 162,54-169,1 0,-1 1,1-1,-1 1,1-1,0 1,0-1,-1 1,1-1,0 1,1-1,-1 1,0 0,0-1,1 1,-1-1,1 0,-1 1,1-1,-1 1,1-1,0 0,0 1,0-1,0 0,0 0,0 0,0 0,0 0,0 0,0 0,1 0,-1 0,0 0,1-1,-1 1,1 0,-1-1,1 0,-1 1,1-1,-1 0,1 1,13 1,1-1,-1 0,1-1,-1-1,0-1,1 0,-1 0,0-2,0 0,-1 0,1-2,-1 0,6-3,-7 2,-1-1,0 0,0 0,-1-1,0-1,0 0,-1-1,0 1,-1-2,-1 0,0 0,0 0,-1-1,0 0,-2 0,1-1,-2 0,0 1,0-2,-1 1,-1 0,0-1,-1-12,21 160,-20-114,2 0,0 0,1-1,1 1,1-1,1-1,0 1,1-1,1 0,1-1,0 0,7 6,-16-20,-1-1,1 1,0 0,0-1,0 1,1-1,-1 0,0 0,0 0,1 0,-1 0,1 0,-1 0,1-1,-1 1,1-1,-1 0,1 0,-1 0,1 0,-1 0,1-1,-1 1,1-1,-1 1,1-1,-1 0,1 0,-1 0,0 0,0-1,1 1,-1-1,18-16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46.81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174 249,'-16'-2,"-14"-1,-9 0,0-2,6-11,16-28,20-41,9-5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51.73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267 18,'-1'-1,"0"-1,0 1,-1 0,1-1,-1 1,1 0,-1 0,1 0,-1 0,0 0,1 0,-1 0,0 1,0-1,0 1,0-1,1 1,-1 0,0 0,0 0,0 0,0 0,0 0,0 0,0 0,0 1,1-1,-1 1,0 0,0-1,0 1,-1 1,-52 36,38-21,2 1,1 1,0 1,1 0,1 1,1 0,1 1,1 0,1 0,1 1,0 0,2 1,-1 14,5-34,0 1,0 0,0-1,0 1,1 0,-1-1,1 1,1 0,-1-1,1 1,0 0,0-1,0 1,0-1,1 1,0-1,0 0,0 0,0 0,1 0,-1 0,1 0,0-1,0 1,1-1,-1 0,1 0,-1 0,1 0,4 2,1-4,1 0,-1-1,1 0,-1 0,0-1,1 0,-1-1,0 0,0 0,0-1,0 0,0-1,0 0,-1 0,0-1,0 0,0-1,-1 1,1-1,-2-1,1 1,0-1,-1-1,-1 1,1-1,0-1,4-7,0 0,-1 0,-1-1,-1 0,0 0,-1-1,-1 0,0 0,-2 0,0-1,-1 0,-1 1,0-1,-2 0,0 1,-3-13,0 17,1 20,2 24,8 18,2 0,2 0,2-2,7 13,-19-57,64 154,-61-149,0 0,0 0,1-1,0 0,0 0,0 0,1 0,0-1,0 0,1 0,-1-1,1 0,0 0,0 0,0-1,1 0,-1 0,1-1,-1 0,1-1,4 0,-1-1,0 0,0-1,1 0,-1-1,0 0,0-1,0-1,7-2,39-18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52.81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0,'23'109,"-5"0,-4 2,-5-1,-5 29,-1-62,-3-78,0 1,0 0,-1-1,1 1,0 0,0-1,0 1,0 0,0-1,-1 1,1 0,0-1,0 1,0 0,0-1,0 1,0 0,0-1,0 1,0 0,1-1,-1 1,0 0,0-1,0 1,0 0,0-1,1 1,-1 0,0-1,0 1,0 0,1 0,-1-1,0 1,0 0,1 0,-1-1,0 1,1 0,-1 0,0 0,1 0,-1 0,0-1,1 1,-1 0,0 0,1 0,-1 0,0 0,1 0,-1 0,1 0,-1 0,0 0,1 0,-1 1,0-1,1 0,-1 0,0 0,1 0,-1 0,0 1,0-1,1 0,-1 0,0 1,1-1,-1-1,22-65,-18 51,-1 0,2 0,0 0,1 1,0-1,1 1,1 1,0-1,0 1,2 1,0 0,0 0,1 1,0 0,13-8,-19 16,1 0,0 1,-1 0,1 1,0-1,0 1,0 0,1 0,-1 1,0 0,0 0,0 0,0 1,0 0,0 0,0 1,0 0,0 0,0 0,-1 0,1 1,-1 0,1 0,2 3,3 2,-1 0,0 0,0 1,-1 0,0 1,0 0,-1 0,-1 1,0 0,0 0,1 3,-5-6,0-1,0 1,-1-1,0 1,0 0,-1-1,1 1,-2 0,1 0,-1 0,-1 0,1 0,-1 0,-1 0,1 0,-1-1,-1 1,0 0,0-1,0 0,-1 0,1 0,-2 0,1-1,-1 1,0-1,-1 0,-2 2,-5 4,0 0,-1-1,0-1,0-1,-1 0,0 0,-1-2,0 0,0-1,-1 0,1-1,-1-1,0-1,-3 0,-15-4,34 1,1 0,-1 0,0 0,1 0,-1 0,1 0,-1 0,0 0,1 0,-1-1,1 1,-1 0,1 0,-1 0,1-1,-1 1,1 0,-1-1,1 1,-1-1,1 1,-1 0,1-1,0 1,-1-1,1 1,0-1,-1 1,1-1,0 1,0-1,-1 0,1 1,0-1,0 1,0-1,0 1,0-1,0 0,0 1,0-1,0 1,0-1,0 0,0 1,0-1,1 1,-1-1,0 1,0-1,1 0,16-18,6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53.88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332 0,'-17'4,"0"0,0 1,0 1,1 1,0 0,0 1,1 1,0 0,0 2,1-1,1 1,0 1,0 1,1 0,1 0,0 1,1 0,0 1,0 3,2-6,1-1,1 2,0-1,1 1,0 0,1 0,0 0,1 1,1-1,0 1,1 0,0 0,1-1,2 14,-1-24,0 0,0 0,0 0,0 0,0-1,1 1,-1 0,1-1,0 1,0-1,0 1,0-1,0 0,0 0,1 0,-1 0,1 0,-1-1,1 1,0-1,0 1,-1-1,1 0,0 0,0-1,0 1,0-1,0 1,1-1,0 0,4 0,1 0,-1-1,0 0,0 0,0-1,-1 0,1 0,0-1,-1 0,1 0,0-2,7-6,0 0,-1-2,0 0,-1 0,0-2,-1 1,-1-1,0-1,-1 0,-1-1,-1 0,0 0,-1-1,-1 1,0-2,-1 1,-2 0,0-1,0 0,-2 0,-1 0,0 0,-1-2,0 4,0 23,1 32,2-7,2-1,1 1,2-1,0 1,3-2,7 18,-11-32,1 0,1-1,0 0,1 0,0-1,1 0,0-1,1 0,1 0,0-1,0-1,1 0,7 4,17 5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54.14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31,'14'2,"13"1,16 0,14 0,14-4,7-3,6-4,-4-2,-10 0,-18 2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54.40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 1,'-6'20,"-3"19,0 13,7 12,7 7,9 2,5 0,2-3,0-7,-3-14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54.76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 0,'-3'36,"2"0,1 0,1 0,2 0,2-1,1 1,2 0,0 5,52 329,-46-321,-14-49,1 0,0 0,0 0,0 0,0 0,0 0,0-1,-1 1,1 0,0 0,0-1,0 1,-1-1,1 1,0-1,-1 1,1-1,0 1,-1-1,1 0,0 1,-1-1,1 0,-1 1,1-1,-1 0,0 0,1 1,-1-1,0 0,0 0,1 0,0-2,23-35,-16 21,1 0,1 1,0 0,1 1,0 0,1 1,1 0,0 1,1 0,0 2,1-1,1 2,0 0,0 0,1 2,4-2,-15 9,0 0,-1 0,1 1,0-1,0 1,-1 1,1-1,0 1,0 0,-1 0,1 1,-1-1,1 1,-1 1,0-1,0 1,1 0,-2 0,1 0,0 1,-1-1,0 1,0 0,0 1,0-1,0 1,-1 0,0-1,0 1,0 1,0 1,2 4,0 0,0 0,-1 0,-1 1,1-1,-2 1,0 0,0 0,-1 0,-1 0,0 0,-1 0,0 0,-2 10,0-12,-1 1,0-1,-1-1,0 1,0-1,-1 0,0 0,0 0,-1-1,0 0,-1 0,0-1,0 0,-1 0,1-1,-2 0,-6 3,-6 2,0 0,-1-2,-1 0,0-2,0 0,0-2,-3 0,-56 1,68-14,32-5,6 2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55.73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0,'22'5,"22"1,19 0,14-1,13-4,9-3,4-2,-2-1,-8 1,-11 0,-16 4,-17 1,-17 4,-13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56.76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96 1,'-65'13,"63"-12,0 0,0-1,1 1,-1 0,0 0,1 0,-1 0,1 1,-1-1,1 0,0 1,-1-1,1 0,0 1,0 0,0-1,0 1,0 0,0-1,1 1,-1 0,1 0,-1 0,1 0,-1 0,1-1,0 1,0 0,0 0,0 0,1 0,-1 0,0 0,3 3,0 0,-1 0,2 0,-1-1,0 0,1 0,0 1,0-2,0 1,1-1,-1 1,1-1,0 0,0-1,0 1,0-1,0 0,0 0,1-1,4 1,43 12,0-2,1-3,0-2,14-2,6 3,-47-6,7 0,0 1,-1 2,1 1,-1 2,-1 1,1 1,-2 2,27 14,-53-24,-1 0,0 1,0 0,0 0,0 0,0 0,-1 0,1 1,-1 0,0 0,0 0,-1 0,1 0,-1 0,0 1,0-1,0 1,0-1,-1 1,0 0,0 0,0 0,-1 0,1-1,-1 1,0 0,-1 0,1 0,-1 0,0 0,-1 3,-7 11,0 0,-1-1,-1 0,-1-1,0-1,-2 1,1-2,-2 0,0-1,-1 0,-3 1,-227 167,195-147,16-10,16-9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57.66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59.06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127 716,'19'-81,"-3"0,-4-1,-3 0,-3-50,-5 119,-1 0,0 0,-1 1,0-1,-1 0,-1 1,0-1,0 1,-2 0,1 0,-1 0,-1 1,0 0,-1 0,0 0,0 1,-2 0,1 0,-1 1,0 0,7 7,0 1,0-1,0 1,0 0,0-1,0 1,0 0,0 0,-1 1,1-1,0 0,-1 1,1-1,0 1,-1 0,1-1,-1 1,1 1,0-1,-1 0,1 0,-1 1,1 0,0-1,-1 1,1 0,0 0,0 0,0 0,0 1,0-1,0 0,0 1,0 0,0-1,1 1,-1 0,1 0,-1 0,1 0,0 0,0 0,0 0,0 0,0 1,0-1,0 0,1 1,-1-1,1 1,0-1,1 2,1 0,-1 0,1-1,0 1,0-1,1 1,-1-1,1 0,-1 0,1 0,0 0,0 0,1 0,-1-1,0 0,1 0,-1 0,1 0,0 0,0-1,0 1,0-1,0 0,0 0,3 0,35 6,0-1,0-2,1-1,-1-3,1-1,-1-2,12-4,34-1,-62 6,-6 0,-1 0,0 1,1 1,0 1,-1 0,0 2,1 0,-1 1,11 5,-24-7,-1 1,0 0,0 0,-1 0,1 1,-1 0,1 0,-1 0,0 0,-1 1,1-1,-1 1,0 0,0 0,0 0,-1 0,0 1,0-1,0 1,-1-1,1 1,-1 0,-1 0,1 0,0 19,0 0,-2 0,0-1,-2 1,-1-1,3-19,-6 40,3-27,1 0,0 0,1 0,1 0,1 0,0 1,1-1,2 0,-1 0,2-1,1 3,-2-14,0-1,0 1,1 0,0-1,0 1,0-1,1-1,0 1,0 0,0-1,0 0,1 0,0-1,-1 0,1 1,0-2,1 1,-1-1,0 0,1 0,-1-1,3 0,9 2,0-1,1-1,-1 0,1-2,-1 0,1-1,8-2,-3-1,-1-1,0-1,0-1,-1-1,0-1,-1-1,0-1,-1 0,0-2,-1 0,0-2,14-15,-22 20,0-1,-1 0,0 0,-1-1,-1 0,0-1,-1 0,0 0,-1-1,-1 0,0 0,-1 0,-1 0,0-1,-1 1,-1-1,-1 0,0 0,0 1,-2-2,1 9,1 0,-2 0,1 0,-1 0,-1 0,1 1,-1-1,0 1,-1 0,0-1,0 2,-1-1,0 0,0 1,0 0,-4-3,8 8,-1 0,0 0,1 0,-1 0,0 1,0-1,0 0,0 1,0-1,0 1,1 0,-1-1,0 1,0 0,0 0,0 1,0-1,0 0,0 1,0-1,0 1,0-1,0 1,0 0,1 0,-1 0,0 0,1 0,-1 0,1 0,-1 1,1-1,-1 1,1-1,0 1,0-1,0 1,0 0,-1 1,-33 75,29-61,2-1,0 1,1 0,1 0,0 0,2 0,-1 0,2 0,1 0,0 0,1 0,0 0,2-1,0 0,1 1,0-2,1 1,1-1,1 0,0-1,0 1,2-2,0 0,0 0,1-1,6 4,-4-7,0-1,1 0,0-1,1-1,-1 0,1-1,0-1,11 2,47 5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5:59.85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360 1018,'-18'2,"1"1,-1 0,1 2,0 0,0 0,1 2,0 0,0 1,1 1,0 0,0 1,1 1,0 0,1 1,0 0,1 1,1 0,0 1,0 1,2 0,-1 0,2 0,0 1,0 5,-12 51,20-70,-1 1,1-1,0 0,0 0,0 1,1-1,-1 0,0 0,1 1,0-1,-1 0,1 0,0 0,0 0,0 0,0 0,1 0,-1 0,0-1,1 1,-1 0,1-1,0 1,-1-1,1 1,0-1,0 0,0 0,0 0,2 1,5-1,0 0,0 0,0-1,0 0,1-1,-1 0,0-1,-1 1,1-2,0 1,0-1,-1 0,0-1,1 0,3-3,8-2,0 0,-1-2,-1 0,0-1,0 0,-1-2,-1 0,0-1,-1 0,0-1,-2-1,0 0,4-9,-15 23,0 1,0-1,-1 0,0 0,1 0,-1 0,0 0,0 0,0 0,-1-1,1 1,-1 0,0 0,0-1,0 1,0 0,-1 0,1-1,-1 1,0 0,0 0,0 0,0 0,0 0,-1 0,1 0,-1 0,0 1,0-1,0 1,0-1,-2-1,3 4,0-1,-1 1,1 0,0 0,0-1,0 1,-1 0,1 0,0 0,0 0,-1 1,1-1,0 0,0 0,-1 1,1-1,0 1,0-1,0 1,0-1,0 1,0 0,0 0,0-1,0 1,0 0,0 0,0 0,1 0,-1 0,0 0,1 0,-1 0,0 0,1 1,0-1,-1 0,1 0,-1 1,-12 50,13-40,0-1,1 0,0 0,1 0,0 1,1-2,0 1,0 0,2-1,-1 1,1-1,1 0,-1-1,2 1,-1-1,1-1,1 1,0-1,0 0,0-1,1 0,0 0,1-1,-1 0,1-1,0 0,1 0,-1-1,1-1,0 0,0 0,0-1,0 0,10 0,1-1,0-1,0 0,0-2,1 0,-1-2,-1 0,1-2,-1 0,0-2,0 0,-1-1,0-1,17-12,-5 2,-2-2,0-1,-1-1,-2-2,-1 0,-1-2,21-29,-20 17,-2-1,-2 0,-1-2,-3 0,-1-2,-2 0,-2 0,-2-1,-2-1,-3 0,-1 0,-2 0,-3 0,-3-35,2 59,0 0,-1-1,-1 2,-1-1,-1 0,-1 1,-1 0,-1 0,-1 1,-1 0,-1 0,0 1,-2 1,0 0,-1 1,-12-12,21 26,1 0,-1 1,0 0,0-1,-1 2,1-1,0 1,-1-1,0 2,0-1,1 1,-1-1,0 1,0 1,0 0,0-1,0 2,0-1,0 1,0 0,0 0,0 0,0 1,1 0,-1 0,1 1,-1-1,1 1,0 0,0 1,0-1,-2 3,-7 9,1 0,1 1,1 0,0 0,1 1,1 1,0 0,1 0,1 0,1 1,1 0,0 1,2-1,-1 6,-1 8,1 0,2 0,0 1,3-1,1 0,1 0,2 0,1 0,1 0,2-1,2-1,1 0,1 0,1-1,2 0,1-2,1 0,3 1,6 6,2-2,2 0,0-2,3-2,0-1,2-1,0-2,2-2,1-1,18 6,-52-26,79 27,-80-28,-1 0,1 0,-1-1,1 1,0-1,-1 0,1 0,-1-1,1 1,-1-1,1 1,-1-1,1 0,-1 0,0-1,1 1,-1-1,0 0,0 1,0-2,0 1,1-2,2-4,-1 0,0-1,-1 0,0 0,0 0,-1 0,0 0,0-1,-1 0,-1 1,0-1,0-2,1 3,7-60,-5 26,3 0,2 0,11-34,-5 57,-4 44,0 139,-12-140,0 0,2 1,0-1,2 0,1 0,0 0,2 0,1-1,0 0,2 0,2 3,-7-19,0 0,0 0,1-1,-1 1,1-1,0 0,1-1,0 1,-1-1,1 0,4 2,23 8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00.10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144 0,'-21'0,"-13"5,-3 8,4 8,15 9,18 4,19 5,7-5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05.91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 39,'5'-1,"1"0,-1 0,1 1,0 0,-1 0,1 0,0 0,-1 1,1 0,-1 0,1 1,-1-1,1 1,-1 1,0-1,0 0,0 1,0 0,-1 1,1-1,-1 1,0-1,1 1,-2 1,1-1,-1 0,1 1,-1 0,0 0,0 0,14 28,-2 0,0 1,-3 0,0 1,-3 0,0 1,-3 0,-1 0,-1 0,-2 33,5 46,-4-32,4-1,4 0,11 38,-17-100,1 1,1-1,1-1,1 1,1-1,4 5,-11-18,2 1,-1-1,1 0,0-1,0 1,1-1,-1 0,1 0,0 0,1-1,-1 0,1 0,0-1,0 0,0 0,0 0,0-1,8 1,-13-2,1-1,-1 0,1 0,-1 0,1 0,-1 0,1 0,-1-1,1 1,-1-1,0 0,1 0,-1 0,0 0,1 0,-1 0,0 0,0-1,0 1,0-1,0 0,0 0,-1 1,1-1,0 0,-1 0,0-1,1 1,-1 0,0 0,1-3,10-78,-16 51,-1 0,-2 1,-1 0,-2 1,-1 0,-1 0,-1 1,-2 1,-1 0,-1 1,-1 1,-2 1,-7-8,2 4,0 0,-2 2,-1 0,-1 3,-1 0,-1 1,-1 3,-1 0,-1 2,0 1,-2 2,-6-1,27 5,47 6,-29 5,189-16,0-9,-1-8,12-11,-175 37,0 0,-1-2,0-1,0-1,-1-1,0-2,-1 0,-1-2,7-6,-26 18,0-1,-1 0,1 0,-1-1,0 1,-1-1,1 0,-1 0,0 0,-1-1,3-5,-5 9,1 1,-1 0,1-1,-1 1,0-1,0 1,0-1,0 1,-1-1,1 1,0-1,-1 1,0 0,0-1,0 1,0 0,0 0,0-1,0 1,-1 0,1 0,-1 0,1 1,-1-1,0 0,0 0,0 1,0-1,0 1,0 0,0 0,0 0,-2-1,-3-1,0 1,-1 0,1 0,-1 0,1 1,-1 0,0 0,1 1,-1 0,0 1,1-1,-1 2,0-1,1 1,-1 0,1 0,0 1,0 0,0 1,-4 1,-4 4,-1 1,1 0,1 1,0 0,1 1,0 1,1 0,-5 7,7-7,0 1,1 0,1 0,0 1,0 0,2 1,0 0,-2 9,6-19,1-1,0 1,0 0,0-1,1 1,-1 0,2 0,-1-1,0 1,1 0,0-1,1 1,-1-1,1 1,0-1,0 1,1-1,0 0,0 0,0-1,0 1,1 0,0-1,-1 0,2 0,2 2,7 3,1-1,0-1,1-1,-1 0,1-1,0 0,0-2,1 0,-1 0,1-2,0 0,-1-1,1 0,-1-2,3 0,98-10,-5-7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06.97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437 161,'-23'-10,"1"0,-1 1,-1 1,0 1,0 1,0 1,-25-1,40 5,0 0,0 1,0 0,0 1,0 0,0 0,0 1,0 0,0 1,0 0,1 0,0 1,-1 0,2 1,-1-1,0 1,1 1,0 0,0 0,0 0,1 1,0-1,0 2,2-2,0 1,1 0,-1 0,1 0,0 0,1 0,0 1,0-1,1 1,0-1,0 1,0 0,1-1,1 1,-1 0,1-1,0 1,1 0,0-1,0 0,1 1,-1-1,2 0,-1 0,1-1,0 1,0-1,1 0,0 0,0 0,0 0,1-1,0 0,0 0,0-1,5 4,0-3,-1 0,1 0,0-1,0 0,1-1,-1-1,1 1,-1-2,1 0,0 0,-1-1,1 0,0-1,-1 0,1-1,-1-1,1 0,-1 0,7-3,-10 3,0-1,0 1,-1-1,1-1,-1 1,0-1,0-1,0 1,-1-1,0 0,0-1,0 1,-1-1,0 0,0-1,-1 1,0-1,0 0,-1 0,0 0,0 0,-1-1,0 1,0-1,-1 1,0-6,-2 15,1-1,0 0,0 0,-1 0,1 0,0 0,-1 1,1-1,0 0,-1 0,1 0,-1 0,1 0,0 0,-1 0,1 0,0 0,-1 0,1 0,0-1,-1 1,1 0,0 0,-1 0,1 0,0 0,0-1,-1 1,1 0,-1 7,-1-1,2 1,-1 0,1 0,0 0,0 0,1 0,0 0,0 0,1-1,0 1,0 0,0-1,1 0,0 1,0-1,1 0,0 0,0-1,0 1,0-1,1 0,0 0,0-1,1 1,-1-1,1 0,0-1,0 1,0-1,0 0,1-1,-1 1,1-1,0-1,-1 1,4-1,1 0,0-1,0 0,0-1,0 0,0-1,0 0,0 0,-1-1,1-1,-1 0,0-1,0 1,0-2,-1 0,1 0,-1 0,-1-1,1 0,3-5,18-20,-1-1,-1-2,-2 0,5-13,-24 39,8-15,2 1,0 1,2 0,0 1,13-9,-26 25,0 0,1 0,-1 0,1 1,0 0,1 1,-1-1,1 1,-1 1,1-1,0 1,0 1,0-1,0 1,0 1,0 0,0 0,0 0,0 1,0 0,5 2,-4 0,1 0,-1 1,0 1,0-1,0 1,-1 1,0 0,0 0,0 0,-1 1,0 1,0-1,-1 1,0 0,0 0,-1 1,0-1,1 4,5 12,0 0,-2 1,-1 0,-1 0,-1 1,0 11,7 76,-2 103,-10-143,2-1,3 1,4-2,3 1,2-1,6 4,-17-59,2 0,0 0,0 0,2-1,0 0,0 0,2-1,-1 0,2 0,0-2,1 1,0-1,0-1,1 0,1-1,0 0,0-1,1-1,0 0,1-1,0 0,-11-6,0 0,1-1,-1 1,0-1,0 0,0 0,1-1,-1 1,0-1,0 0,0-1,0 1,0-1,0 0,0 0,-1 0,1-1,-1 0,1 0,-1 0,0 0,0-1,-1 0,1 1,-1-1,0-1,0 1,0 0,0-1,-1 1,0-1,0 0,0 0,0 0,0-4,1-13,0 0,-2-1,-1 1,0 0,-2-1,-1 1,0 0,-2 0,0 1,-2-1,0 1,-1 0,-2 1,-3-7,-11-23,-1 1,-3 1,-2 2,-2 0,-1 3,-3 0,-23-19,31 34,-2 1,-1 2,-1 1,-2 1,0 2,-1 2,0 1,-2 1,0 2,-30-7,60 21,8 0,-1 1,0 0,0 0,0 0,0-1,0 1,0 0,0 0,0 0,0-1,0 1,0 0,0 0,0-1,0 1,126-3,-1-5,1-6,81-21,-129 21,42 1,-118 12,0 1,-1 0,1 0,0 0,0 0,-1 0,1 0,0 0,-1 0,1 1,0-1,-1 1,1-1,0 1,-1 0,1-1,-1 1,1 0,-1 0,0 0,1 0,-1 0,0 1,0-1,1 0,-1 0,0 1,0-1,-1 1,1-1,0 1,0-1,-1 1,1 0,-1-1,1 1,-1 0,0-1,0 1,1 0,-1 0,-1-1,1 2,-16 46,14-45,-1 1,1 0,0 0,0 0,1 0,0 0,0 1,0-1,0 0,1 0,-1 1,2-1,-1 0,0 1,1-1,1 2,2-2,0-1,0-1,1 1,0-1,0 1,0-1,0-1,0 1,1-1,-1 0,1 0,-1 0,1-1,0 0,0 0,0-1,-1 1,1-1,0 0,0-1,3 0,-5 1,8 1,1 0,0-2,0 1,0-1,-1-1,1 0,0-1,-1 0,0-1,0-1,0 0,0 0,-1-1,0-1,0 1,-1-2,1 0,-2 0,1-1,-1 0,0 0,-1-1,0 0,-1-1,0 0,-1 0,1-1,-5 5,-1 1,1-1,-1 0,-1 1,1-1,-1 0,0 1,0-1,-1 0,0 1,0-1,-1 1,0-1,0 1,0-1,-1 1,0 0,0 0,-1 1,1-1,-1 1,0-1,-1 1,1 0,-3-1,-3-3,0 0,-1 0,1 1,-1 1,-1 0,0 1,0 0,0 0,0 1,-1 1,0 0,-5 0,13 3,-1 0,0 1,0-1,0 1,0 0,0 0,0 1,1 0,-1 0,0 0,0 1,1 0,-1 0,1 0,-1 1,1 0,0 0,0 0,0 1,1-1,-1 1,1 0,0 0,0 1,0-1,1 1,-1 0,1 0,0 0,1 1,-1-1,1 1,0-1,1 1,-1 0,1-1,0 4,0-3,0 0,1 0,0 0,0 0,0 0,1 0,0 0,0-1,1 1,0 0,-1 0,2-1,-1 1,1-1,0 0,0 0,0 0,1 0,0-1,0 1,0-1,0 0,1 0,-1 0,1-1,0 0,0 1,1-2,-1 1,2 0,36 14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07.29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330 4,'-21'-2,"0"1,-1 1,1 0,0 2,0 0,0 1,1 2,-2 0,14-3,0 1,0 0,0 0,1 1,-1-1,1 2,0-1,0 1,1 0,-1 1,1-1,0 1,1 1,0-1,-1 1,2 0,-1 0,1 0,0 1,1-1,-2 5,3-4,1-1,0 1,0-1,0 1,1 0,0-1,1 1,0-1,0 1,0-1,1 1,0-1,1 0,-1 0,1 0,1 0,-1-1,3 4,86 109,-92-118,294 294,-279-278,1 0,1-1,0 0,1-2,1 0,0-1,1-1,0-1,1 0,0-2,1 0,0-2,0 0,1-2,-1 0,10 0,139-21,-87-2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07.92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13 507,'-4'-19,"0"-1,2 1,0-1,2 1,0-1,1 0,1 1,0 0,2-1,0 1,2 0,4-10,-5 12,1 1,0 0,1 1,1-1,0 1,1 1,1 0,0 0,8-7,-12 15,-1 1,1-1,0 1,1 1,-1-1,1 1,0 0,0 1,0 0,0 0,1 0,-1 1,1 0,0 1,-1-1,1 1,0 1,0 0,0 0,0 0,0 1,-1 0,10 4,-1 1,0 0,-1 1,0 1,0 1,-1 0,0 0,0 2,-1-1,0 2,-1 0,-1 0,0 1,0 1,-1-1,-1 2,0-1,-1 1,-1 1,-1-1,4 14,-6-21,-2 1,1 0,-1-1,-1 1,0 0,0 0,0 1,-1-1,-1 6,0-12,1 0,-1 0,0 0,1 0,-1 0,-1 0,1 0,0 0,-1-1,1 1,-1 0,0-1,0 0,0 1,0-1,-1 0,1 0,0 0,-1 0,1 0,-1-1,0 1,0-1,0 0,1 0,-1 0,0 0,0 0,-3 0,0 0,-1-1,0 1,0-1,0 0,1-1,-1 0,0 0,0 0,1-1,-1 0,1 0,0 0,-1-1,1 0,0-1,1 1,-1-1,1 0,-1 0,1-1,0 0,1 1,-1-2,1 1,-1-1,5 4,-1 1,1-1,-1 1,1-1,-1 1,1-1,0 1,0-1,0 0,-1 1,2-1,-1 1,0-1,0 0,0 1,1-1,-1 1,1-1,-1 1,1-1,0 1,0-1,-1 1,1 0,0 0,0-1,0 1,0 0,1 0,-1 0,0 0,0 0,1 0,-1 0,1 0,-1 1,1-1,61-24,-58 23,135-34,-89 25,-1-2,0-3,0-1,26-16,-68 30,0 0,-1-1,0 0,0 0,0-1,0 0,-1 0,0 0,0-1,0 0,-1 0,0-1,0 1,0-1,-1 0,0-1,0 1,-1-1,0 1,1-6,-4 11,0 0,0 0,0 0,0 0,0 0,-1 0,1 0,-1 0,1 0,-1 0,0 0,0 1,0-1,0 0,0 0,0 1,0-1,0 1,-1-1,1 1,-1-1,1 1,-1 0,1 0,-1 0,0 0,0 0,1 0,-1 0,0 1,0-1,0 1,0-1,0 1,-1-1,-2 1,-1-1,1 1,-1 0,1 0,0 0,-1 1,1-1,0 1,-1 1,1-1,0 1,-4 2,0 1,1 1,0 0,0 1,0 0,0 0,1 0,0 1,1 1,0-1,0 1,1 0,0 0,1 0,-1 1,2-1,-1 1,2 0,-1 0,1 1,1-1,0 0,0 1,1-1,0 0,1 1,0-1,2 5,0-7,0-1,0 0,1 0,0 0,0 0,1-1,0 1,0-1,0 0,1-1,0 1,0-1,0-1,1 1,0-1,0 0,0 0,0-1,1 1,12 3,1 0,-1-1,1-1,0-1,0 0,13-1,50-1,-6-6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08.62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0 977,'233'-339,"-203"291,-1-2,-3-1,-2-1,-2-1,-3-1,-2-1,-2 0,-2-8,-11 52,-1 1,-1 0,0-1,0 1,-1-1,-1 1,1 0,-2-1,-1-5,3 13,0 0,0 1,-1-1,1 1,0-1,-1 1,1 0,-1-1,0 1,0 0,0 0,0 0,0 0,0 1,-1-1,1 1,-1-1,1 1,-1 0,1 0,-1 0,0 0,1 0,-1 1,0-1,0 1,0 0,1-1,-1 1,0 1,0-1,0 0,1 1,-1-1,0 1,-1 0,-9 5,0 0,1 1,-1 0,2 1,-1 0,1 1,0 0,1 1,0 0,0 0,1 1,1 0,0 1,0 0,-4 12,-12 16,3 1,1 1,3 1,1 1,2 0,2 1,2 0,2 1,2 0,2 0,2 0,2 1,2-1,5 21,-3-41,1 0,2-1,0 0,2 0,0 0,2-1,1-1,9 14,-13-24,0-1,1-1,1 0,0 0,0-1,1 0,0 0,1-2,0 1,0-2,1 1,0-2,0 0,1 0,-1-1,3 0,-5-3,0 0,0 0,1-1,-1-1,1 0,-1 0,0-1,1-1,-1 0,0 0,0-1,0-1,0 0,-1 0,1-1,-1 0,0-1,-1 0,1 0,-1-1,7-8,1-1,0-1,-1 0,-1-1,0-1,-2-1,0 0,-2 0,0-2,-1 1,0-4,-4 11,0 0,-1 0,-1-1,-1 1,0-1,-1 0,0 0,-1 0,-1-12,0 25,0 0,0 1,0-1,0 0,-1 1,1-1,-1 1,1-1,-1 0,1 1,-1-1,0 1,0-1,0 1,0 0,0-1,0 1,0 0,0 0,0 0,0-1,-1 1,1 0,-1 1,1-1,0 0,-1 0,0 1,1-1,-1 1,1-1,-1 1,0 0,1-1,-1 1,0 0,1 0,-1 0,0 0,1 1,-64 30,51-18,0 0,0 0,2 2,0 0,0 0,2 1,0 0,0 1,2 0,0 1,1-1,1 2,0-1,2 0,0 1,1 0,0 5,3-17,1 0,0-1,0 1,0 0,0-1,1 1,0-1,1 1,0-1,0 0,0 0,0 0,1-1,0 1,0-1,1 0,-1 0,1 0,0 0,1-1,-1 0,1 0,-1-1,1 1,1-1,13 6,0 0,1-2,0 0,0-2,1 0,-1-1,2-1,61 7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09.31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214 1272,'-9'-1,"1"1,-1 1,0 0,0 0,1 1,-1 0,1 0,-1 1,1 0,0 0,0 1,0 0,0 1,1-1,0 1,0 1,0 0,1 0,0 0,0 0,0 1,1 0,0 1,0-1,1 1,0 0,0 0,1 0,0 0,0 0,1 1,0 0,1-1,0 1,0 0,1 0,0 4,2-6,0 0,0 0,1 1,-1-2,2 1,-1 0,1-1,0 1,0-1,1 0,0-1,0 1,0-1,1 0,0 0,0 0,0-1,0 0,1 0,0-1,0 0,4 2,-1-1,1-1,-1 1,1-2,-1 1,1-2,0 1,0-1,-1-1,1 0,0-1,0 0,0 0,0-1,-1-1,6-1,-6 0,-1-1,0 0,0 0,0-1,-1 0,0 0,0-1,0 0,-1 0,0-1,-1 0,1 0,-2-1,1 0,-1 0,0 0,0-2,6-18,-1 1,0-2,-3 1,0-1,-1-9,12-114,-6-1,-8-14,1 13,37-439,-41 514,-10 78,-26 80,6 14,3 3,6 0,3 1,4 0,5 1,4 0,5 47,0-103,1 0,2 0,2-1,2 0,1 0,2-1,2 0,2-1,1 0,1-1,3-1,5 5,-21-34,2 1,-1-1,1 0,0 0,0-1,1 0,0 0,0 0,0-1,1 0,0 0,0-1,0 0,1-1,-1 1,1-2,-1 1,1-1,0-1,0 1,0-2,0 1,0-1,1 0,-1-1,0 0,0-1,-1 0,1 0,2-1,3-8,0 0,-1 0,0-2,-1 1,-1-2,0 0,0 0,-1-1,-1 0,-1 0,0-1,-1 0,0-1,-2 1,3-11,18-54,-26 81,1 0,-1 0,0 1,0-1,1 0,-1 0,0 0,0 0,1 0,-1 0,0 0,0 0,1 0,-1 0,0 0,0-1,1 1,-1 0,-40 172,37-156,-1-1,1-1,1 1,0 0,1 1,1-1,1 0,0 0,0 0,2 0,0 1,-2-13,1 0,0 0,-1 0,1 0,0 0,1 0,-1 0,0-1,1 1,0-1,-1 0,1 0,0 0,0 0,0 0,1-1,-1 1,0-1,1 0,-1 0,0 0,1-1,-1 1,1-1,-1 1,1-1,-1-1,1 1,0 0,-1-1,0 1,1-1,-1 0,3-1,27-8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09.57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256 161,'-14'-13,"-13"-10,-9-2,-3 0,0 2,3 3,0 2,7 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09.82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77,'23'-9,"25"-3,30-2,31-1,27 3,17 2,6 6,-25 4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10.07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0 470,'17'1,"-1"-1,1 0,-1-2,0 1,0-2,1 0,-2-1,1-1,0 0,-1-1,0-1,0 0,-1-1,0-1,0 0,-1-1,-1 0,1-1,2-4,-1 2,-1 0,-1-1,0-1,-1 0,0 0,-2-1,0 0,0-1,-2 0,0-1,-1 1,0-1,-2 0,1-4,-5 16,1 0,-1 0,0 0,0 0,0 0,-1 0,0 0,0 0,-1 0,1 1,-1-1,-2-3,3 6,0 1,-1 0,1 0,-1 0,1 1,-1-1,0 0,1 0,-1 1,0-1,0 1,0 0,0 0,-1-1,1 1,0 0,0 1,-1-1,1 0,0 1,-1-1,1 1,-1 0,1 0,0 0,-1 0,1 0,-1 0,1 1,0-1,-1 1,1 0,-9 3,-1 1,1 1,1 0,-1 0,1 1,0 0,1 1,0 0,0 0,0 1,1 1,1-1,0 1,-2 2,-3 4,0 1,1 0,1 0,0 1,1 0,1 1,1 0,1 0,0 1,1-1,2 1,0 0,1 1,0 1,3-13,1-1,-1 1,1 0,1 0,0-1,0 1,0-1,1 0,1 0,-1 0,1-1,0 0,1 0,0 0,0 0,1-1,-1 0,1 0,0-1,1 0,0 0,0 0,14 6,1 0,-1-2,2 0,-1-2,1 0,0-2,13 1,16 1,1-3,-1-3,20-2,31-6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11.82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311 101,'-60'-76,"57"73,1 1,-1-1,0 1,0 0,-1 0,1 1,0-1,-1 1,1-1,-1 1,1 0,-1 0,0 1,1-1,-1 1,0 0,1 0,-1 0,0 0,1 0,-1 1,0 0,1 0,-3 1,-6 5,0 0,1 1,1 0,-1 1,1 0,1 1,0 0,0 1,1-1,0 2,1-1,0 1,1 0,0 1,1-1,1 1,0 0,0 0,1 0,0 9,1-12,1 1,0 0,0 0,1 0,1 0,0-1,0 1,1 0,1 0,-1-1,2 0,-1 1,2-1,-1 0,1-1,1 1,-1-1,2 0,-1-1,1 1,1-1,-1 0,1-1,1 0,-1 0,1-1,1 0,-1-1,2 1,8 2,0 0,1-1,0-1,0-1,0-1,0-1,1 0,0-2,0 0,-1-1,1-2,0 0,-1-1,1-1,16-5,-7 0,-1-1,0-2,-1 0,0-2,-1-1,-1-1,-1-2,0 0,-1-1,8-10,-23 20,0 1,0-2,0 0,-1 0,-1 0,0-1,0 0,-1 0,-1-1,1 0,-2 0,4-12,-10 18,-3 28,4-7,1 0,1-1,0 1,0-1,2 1,0-1,0 1,1-1,1-1,1 1,0-1,0 1,2-2,-1 1,7 6,-8-10,0-1,1 0,0 0,1-1,0 0,0 0,0-1,1 0,0 0,0-1,1 0,-1-1,1 0,0-1,0 0,0 0,1-1,-1 0,0-1,1 0,-1-1,3 0,-6-1,-1 1,0-1,1-1,-1 0,0 0,0 0,0 0,0-1,-1 0,1 0,0-1,-1 1,0-1,0 0,0-1,-1 1,0-1,1 0,-1 0,-1 0,1-1,-1 1,0-1,0 0,-1 0,0 0,0 0,0 0,-1-1,0 1,0-1,0 1,-1 0,0-1,0 1,-1-1,0 1,0 0,0-1,-1 1,0-2,-3-2,1-1,-1 1,-1-1,0 1,-1 1,1-1,-2 1,1 1,-1-1,-1 1,0 1,0-1,0 2,-1-1,0 1,0 1,-9-4,1 1,-2 0,1 2,-1 0,0 1,0 1,0 1,0 1,-1 1,-13 1,-2 7,43-3,102-1,-79-6,103-7,-22 1,105 5,-191 5,0 2,0 0,-1 1,1 1,-1 2,2 1,-18-5,-1 0,1 0,-1 0,0 1,0 0,-1 1,1-1,-1 1,0 1,0-1,-1 1,1 0,-1 0,-1 1,1-1,-1 1,0 0,-1 0,1 1,1 5,2 85,-6-37,-1-60,0 0,0 0,0 0,0-1,0 1,0 0,1 0,-1 0,0 0,1 0,-1 0,1-1,-1 1,1 0,-1 0,1-1,-1 1,1 0,0-1,-1 1,1-1,0 1,0-1,0 1,-1-1,1 1,0-1,0 0,0 1,0-1,0 0,-1 0,1 0,0 1,0-1,0 0,0 0,0-1,0 1,0 0,0 0,0 0,0-1,-1 1,1 0,0-1,0 1,0-1,-1 1,1-1,1 0,43-27,-11-4,-1-2,-2-1,-2-1,0-2,-3 0,16-33,-15 35,-16 60,-9 38,-3-48,1 0,0-1,1 1,0 0,1-1,0 1,2-1,-1 0,2 0,-1 0,2 0,0-1,0 1,1-2,1 1,1 1,2-3,0 0,0-1,1 0,1-1,0 0,0-1,0-1,0 0,1-1,0 0,1-1,-1 0,14 0,15 2,1-2,-1-2,1-1,1-3,53-5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12.47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401 671,'-24'-9,"0"1,0 1,-1 2,0 0,-21-1,37 5,0 1,1 0,-1 1,0 0,1 0,-1 1,0 0,1 0,0 1,0 0,0 0,0 1,0 0,0 1,1 0,0 0,0 0,-3 4,2-1,1 1,0-1,0 1,1 1,0-1,1 1,0 0,0 0,1 1,0-1,1 1,1 0,-1 0,2 0,-1 0,2 0,-1 0,1 1,1-1,2 10,-2-17,0 1,1-1,-1 0,1 0,0 0,0 0,1 0,-1-1,1 1,0-1,0 1,0-1,0 0,1 0,-1 0,1-1,0 1,-1-1,1 0,0 0,0 0,1-1,-1 1,0-1,1 0,-1 0,0-1,1 1,1-1,7 0,-1 0,0 0,0-2,1 1,-1-2,0 1,0-2,-1 0,1 0,2-2,3-3,-1 0,0-1,-1 0,0-2,0 0,-2 0,1-1,-2-1,0 0,0-1,-1 0,-1-1,-1 0,0 0,-1-1,-1 0,0-1,-1 1,-2-1,1-1,-2 1,0-8,1-11,-2 0,-2 1,-1-1,-2 0,-2 1,-1-1,-1 2,-3-1,0 1,-3 0,0 1,-3 1,-14-23,24 45,0 0,-1 1,-1-1,1 2,-2-1,1 1,-1 1,-5-4,12 11,0 0,0 0,0 0,0 1,0-1,0 0,0 1,0 0,0-1,-1 1,1 0,0 0,0 0,0 0,-1 0,1 1,0-1,0 1,0-1,0 1,0 0,0 0,0 0,0 0,0 0,0 0,0 1,1-1,-1 1,1-1,-1 1,1-1,-1 1,1 0,0 0,0 0,0 0,0 0,0 0,0 0,0 0,1 0,-1 0,1 0,0 0,-1 1,1-1,0 0,0 0,0 1,-5 30,1-1,1 1,1 1,2-1,2 0,1 0,1 0,2 0,2-1,1 2,4 19,2 1,3-2,2-1,2 0,2-1,2-2,3-1,5 5,-24-39,1 0,0-1,0 0,2-1,-1 0,1-1,1 0,13 7,-21-14,1 0,-1 0,1 0,0-1,0 0,-1 0,1-1,0 0,0 0,1 0,-1-1,0 0,0-1,0 0,0 0,0 0,0-1,0 0,-1 0,1-1,4-2,-1-1,0 0,0-1,-1 0,0-1,-1 0,0 0,0-1,-1 0,0 0,0-1,-1 1,0-2,-1 0,55-144,-56 145,16-55,-20 65,0 0,0 0,0 0,1 0,-1 0,0 0,0 0,0 0,1 0,-1 0,0 0,0 0,0 0,1 0,-1 0,0 0,0 0,0 0,1 0,-1 0,0-1,0 1,0 0,0 0,0 0,1 0,-1 0,0 0,0-1,0 1,0 0,0 0,0 0,0 0,1-1,-1 1,0 0,0 0,0 23,0-18,-2 59,0-37,1-1,1 1,1-1,1 1,2-1,1 1,0-1,6 12,-9-32,0-1,0 1,0-1,0 0,1 0,0 0,0 0,1 0,-1-1,1 0,0 1,0-1,0-1,1 1,-1 0,1-1,0 0,0 0,0-1,0 1,1-1,-1 0,0-1,1 1,0-1,-1 0,1-1,0 1,0-1,-1 0,1 0,0-1,-1 0,1 0,0 0,-1-1,1 1,-1-2,0 1,4-2,16-17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12.64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 5,'-2'0,"3"0,9-2,3-1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13.10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72,'26'-55,"-25"53,0 1,0 0,0 0,1-1,-1 1,0 0,0 0,1 0,-1 0,1 1,-1-1,1 0,-1 1,1-1,-1 1,1-1,0 1,-1 0,1-1,-1 1,1 0,0 0,-1 0,1 1,0-1,-1 0,1 0,0 1,-1-1,1 1,-1 0,1-1,-1 1,1 0,-1 0,10 8,-1 0,-1 1,0 0,0 0,-1 1,0 0,-1 0,0 1,-1 0,0 1,-1-1,1 4,-4-12,28 78,-4 1,-3 1,-4 2,-4 0,3 66,15 82,7-87,-37-139,1-1,-1 0,1 0,1 0,-1 0,1-1,0 1,1-1,0 0,0-1,0 0,0 0,1 0,0 0,0-1,0-1,4 2,0-1,-1-1,1-1,0 0,1-1,-1 0,0 0,0-2,0 1,0-1,1-1,-1 0,0 0,-1-1,1 0,0-1,-1-1,0 1,0-2,0 1,-1-1,1-2,7-3,-1-2,0 0,-1-1,-1 0,0-1,-1-1,-1 0,0-1,-1 0,-1-1,1-4,1-5,-15 91,1-46,1 0,0 0,1 0,1 0,1 0,1 0,2 7,-4-19,1-1,-1 0,1 1,1-1,-1 0,1 0,0-1,0 1,0-1,0 1,1-1,0 0,0 0,0-1,0 1,1-1,-1 0,1 0,0 0,0-1,0 1,0-1,0 0,0-1,1 0,1 1,74-9,-46-6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13.37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153 102,'-16'-7,"-8"-7,-3-2,-3-5,0-2,4 3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13.63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86,'19'0,"21"0,27-3,25-4,23-4,18-2,14-2,4 0,-4 3,-25 3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13.90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62 487,'21'-19,"-1"0,0-1,-2-1,0-1,-2 0,0-2,-1 1,-2-2,-1 0,0-1,-2 0,3-14,-2-53,-11 89,0 1,0-1,-1 0,1 1,-1-1,0 1,0-1,-1 1,1 0,-1-1,1 1,-1 0,0 0,0 0,0 0,-1 0,1 0,-1 1,1-1,-1 1,0 0,0 0,-3-2,3 3,-1 0,0 0,0 0,1 0,-1 0,0 1,0 0,0 0,0 0,0 0,0 1,0-1,0 1,1 0,-1 0,0 0,0 1,1-1,-1 1,1 0,0 0,-4 2,-62 64,59-53,1 0,0 1,1 0,1 0,0 1,2 0,0 0,0 0,2 1,0-1,0 10,2-17,1-1,0 0,0 1,1-1,0 0,1 0,0 0,0 0,1 0,0 0,0 0,1-1,0 0,1 0,0 0,0 0,1-1,0 0,0 0,0 0,1-1,7 5,3-1,1-2,1-1,-1 0,1-1,1-1,-1-1,1 0,-1-2,1 0,0-1,0-1,0-1,-1-1,1 0,3-2,208-42,-123 17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14.50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262 426,'-19'9,"1"0,0 1,1 1,1 0,-1 1,2 1,0 1,0 0,2 1,-1 0,2 1,0 1,1 0,1 0,-6 15,13-27,0-1,0 1,1 0,0 0,0 0,0 0,0 1,1-1,0 1,0-1,0 0,1 1,0-1,0 1,0-1,1 1,0-1,0 1,0-1,1 0,0 1,0-1,0 0,0 0,1 0,0-1,0 1,0-1,1 1,0-1,0-1,1 0,0 0,0-1,0 1,1-1,-1 0,1-1,-1 1,1-1,-1 0,1-1,0 1,-1-1,1 0,0-1,-1 1,1-1,-1 0,1-1,0 0,7-2,0 0,0-1,-1-1,0 0,0 0,0-1,-1-1,0 0,-1-1,0 0,0 0,-1-1,0 0,-1-1,0 0,-1 0,0-1,-1 0,0 0,-1 0,0-1,-1 1,0-5,4-20,-2 0,-1-1,-2 0,-2-18,0-16,-4 1,-2-1,-11-41,15 106,1 2,-1 0,0 0,0 0,0 0,-1 0,1 0,-1 0,-1 0,1 0,-1 1,1-1,-4-3,4 8,1 0,0 0,0 0,-1 0,1 0,0 0,-1 1,1-1,0 0,-1 1,1-1,0 1,0-1,0 1,-1-1,1 1,0 0,0 0,0 0,0 0,0 0,1 0,-1 0,0 0,0 0,0 0,1 0,-1 0,1 0,-1 1,1-1,-1 0,1 0,0 1,0-1,-1 0,1 1,-1 0,-18 48,1 1,2 1,3 0,-6 51,13-64,1 0,2-1,1 1,2 0,2 5,-1-32,1 0,0 0,0 0,1 0,0 0,1 0,1-1,0 0,0 0,1 0,1 0,0-1,0 0,1-1,0 1,0-2,1 1,2 0,-1-2,1-1,0 0,1 0,-1-1,1-1,0 0,0 0,0-1,0-1,1 0,-1-1,1 0,-1-1,1 0,-1-1,1 0,-1-1,0-1,1 0,-1-1,0 0,-1 0,1-1,-1-1,0 0,8-6,-7 5,1-2,-1 1,0-1,-1-1,0 0,-1-1,0 0,0 0,-1-1,-1 0,0-1,-1 0,0 0,-1 0,0-1,-1 0,-1 0,0-1,-1 1,-1-1,0 0,0-7,-22-48,19 68,0 0,0 0,0 1,0-1,-1 0,1 1,0-1,-1 1,0-1,1 1,-1 0,0 0,0 0,1 0,-1 0,0 0,0 0,0 0,0 1,0-1,0 1,0 0,-1 0,1-1,0 1,0 0,0 1,0-1,0 0,0 1,0-1,-1 1,-3 2,1 1,0 0,0 0,0 0,1 1,-1-1,1 1,0 0,1 0,-1 0,1 1,0 0,0-1,0 1,1 0,0 0,0 0,1 0,0 1,0-1,0 0,1 1,0-1,0 0,0 1,1 0,0 3,1 0,-1 0,1 0,1-1,0 1,1-1,-1 0,2 0,-1 0,1 0,1-1,-1 0,1 0,1 0,0-1,0 0,0 0,1-1,0 0,0 0,9 4,6 3,1-2,0 0,1-2,0-1,0 0,1-2,18 2,45 4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14.96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45 1,'-12'38,"2"0,2 1,2 0,1 1,3 0,0-1,4 22,-1 1,4 1,2 0,2-1,4-1,2 0,2-1,3 0,8 10,-24-60,0 1,1-1,0 1,1-1,0-1,1 1,0-1,0 0,1-1,0 0,0 0,1-1,0 0,1 0,-1-1,5 2,-10-7,0 0,1-1,-1 1,0-1,0 0,0 0,1-1,-1 1,0-1,0 0,0 0,0 0,0 0,0-1,0 0,-1 0,1 0,0 0,-1-1,0 1,1-1,-1 0,0 0,62-77,-50 55,-1-1,-1-1,-1 0,-2 0,-1-1,2-12,-6 8,-5 32,0 1,0-1,-1 0,1 0,0 1,0-1,-1 0,1 0,0 0,0 1,-1-1,1 0,0 0,0 0,-1 0,1 0,0 1,-1-1,1 0,0 0,-1 0,1 0,0 0,-1 0,1 0,0 0,-1 0,1 0,0 0,-1-1,1 1,0 0,-1 0,1 0,0 0,0 0,-1-1,1 1,0 0,0 0,-1 0,1-1,0 1,0 0,-1 0,1-1,0 1,0 0,-6 11,1 0,0 1,1 0,1 0,0 0,0 0,1 1,1-1,0 1,0-1,1 1,1-1,0 1,1-1,1 1,0-1,1 3,-1-7,-1-1,2 0,-1-1,1 1,0 0,0-1,1 0,0 0,0 0,1-1,-1 0,1 0,0 0,0-1,1 1,0-2,-1 1,1-1,0 0,1 0,-1-1,0 0,1 0,-1-1,1 0,0 0,-1-1,1 0,0 0,-1 0,1-1,-1-1,1 1,-1-1,2-1,21-13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15.73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0 596,'143'19,"0"-7,88-6,-218-5,368-1,19-18,-302 7,-99 11,1 0,0 0,0-1,0 1,0 0,-1 0,1-1,0 1,0 0,0 0,0-1,0 1,0 0,0 0,0-1,0 1,0 0,0 0,0-1,0 1,0 0,0 0,0-1,0 1,0 0,0 0,0-1,0 1,-30-1,0 1,0 1,0 1,0 2,0 1,1 2,0 0,-27 12,-2 13,56-31,1 1,-1-1,1 0,-1 1,1-1,0 1,0-1,0 1,0 0,0-1,0 1,0 0,1 0,-1 0,1 0,-1-1,1 1,0 0,0 0,0 0,0 0,0 0,0 0,0 0,0 0,1 0,-1 0,1-1,0 1,-1 0,1 0,0-1,5 8,1 0,0-1,0 0,1-1,0 0,0 0,1-1,0 0,0 0,0-1,1 0,2 1,3 2,123 61,-76-39,0 3,-2 2,33 27,-41-12,-50-48,-1-1,0 1,0-1,1 1,-1 0,0 0,-1-1,1 1,0 0,0 0,-1 0,1 0,-1 0,0 0,0 0,0 0,0 0,0 0,0 0,0 0,0 0,-1 0,1 0,-1 0,1 0,-1 0,0 0,0-1,0 1,0 0,0-1,-1 2,-4 2,-1-1,1 0,-1 0,0 0,0-1,0 0,0 0,-1-1,1 0,-1 0,0-1,0 1,1-2,-1 1,0-1,3 0,-7 2,0 0,0-1,1-1,-1 0,0 0,0-1,0-1,0 0,0 0,1-1,-1-1,1 0,0-1,0 0,1 0,-6-5,13 7,0-1,1 0,-1 0,1 0,0 0,1-1,-1 1,0 0,1-1,0 1,0-1,1 1,-1-1,1 0,0 1,0-1,1 0,-1 1,1-1,0 1,0-1,1 1,-1-1,1 1,0 0,0 0,0 0,1 0,-1 0,1 0,0 1,0-1,0 1,1 0,2-2,107-124,46-62,-131 148,-3-2,-1 0,-3-2,-1 0,-3-1,-2-1,-2-1,-2 0,-2 0,-3-1,1-43,-7 89,0 0,1 0,-1-1,0 1,-1-1,1 1,-1 0,0-1,0 1,-1 0,1 0,-1 0,-1-2,2 7,0-1,1 0,-1 1,0-1,0 1,0 0,1-1,-1 1,0-1,0 1,0 0,0 0,0 0,0 0,0-1,0 1,0 0,0 0,0 1,0-1,0 0,1 0,-1 0,0 1,0-1,0 0,0 1,0-1,0 1,1-1,-1 1,0-1,0 1,1 0,-1-1,0 1,1 0,-1 0,1-1,-1 1,1 0,-1 0,1 0,-1 0,-12 19,1 0,0 1,1 1,2 0,0 0,1 1,1 0,2 0,-4 24,1-3,2 0,2 1,1 0,3-1,1 1,3 0,1-1,3 0,2 7,-3-26,0 0,2 0,1 0,1-1,0-1,2 0,1 0,1-2,1 0,0 0,2-1,0-2,1 0,1 0,1-2,4 2,-18-12,1-1,0 0,0 0,0-1,1 0,-1 0,1-1,0 0,0-1,0 0,0 0,0-1,1 0,4-1,-11 0,-1-1,1 0,-1 0,1 0,-1 0,0 0,0 0,1 0,-1-1,0 1,0-1,0 0,-1 0,1 0,0 1,-1-2,1 1,-1 0,1 0,-1 0,0-1,0 1,0-1,9-27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02T16:56:15.98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69,'25'-7,"31"-2,31-2,28-1,24 1,18 3,9 2,2 3,-12 2,-25 0,-36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17.11.2025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10.png"/><Relationship Id="rId3" Type="http://schemas.openxmlformats.org/officeDocument/2006/relationships/image" Target="../media/image5.png"/><Relationship Id="rId7" Type="http://schemas.openxmlformats.org/officeDocument/2006/relationships/customXml" Target="../ink/ink2.xml"/><Relationship Id="rId12" Type="http://schemas.openxmlformats.org/officeDocument/2006/relationships/image" Target="../media/image35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110.png"/><Relationship Id="rId11" Type="http://schemas.openxmlformats.org/officeDocument/2006/relationships/customXml" Target="../ink/ink4.xml"/><Relationship Id="rId10" Type="http://schemas.openxmlformats.org/officeDocument/2006/relationships/image" Target="../media/image34110.png"/><Relationship Id="rId4" Type="http://schemas.openxmlformats.org/officeDocument/2006/relationships/customXml" Target="../ink/ink1.xml"/><Relationship Id="rId9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2.png"/><Relationship Id="rId18" Type="http://schemas.openxmlformats.org/officeDocument/2006/relationships/customXml" Target="../ink/ink12.xml"/><Relationship Id="rId26" Type="http://schemas.openxmlformats.org/officeDocument/2006/relationships/customXml" Target="../ink/ink16.xml"/><Relationship Id="rId3" Type="http://schemas.openxmlformats.org/officeDocument/2006/relationships/customXml" Target="../ink/ink5.xml"/><Relationship Id="rId21" Type="http://schemas.openxmlformats.org/officeDocument/2006/relationships/image" Target="../media/image452.png"/><Relationship Id="rId34" Type="http://schemas.openxmlformats.org/officeDocument/2006/relationships/customXml" Target="../ink/ink20.xml"/><Relationship Id="rId7" Type="http://schemas.openxmlformats.org/officeDocument/2006/relationships/image" Target="../media/image383.png"/><Relationship Id="rId12" Type="http://schemas.openxmlformats.org/officeDocument/2006/relationships/customXml" Target="../ink/ink9.xml"/><Relationship Id="rId17" Type="http://schemas.openxmlformats.org/officeDocument/2006/relationships/image" Target="../media/image432.png"/><Relationship Id="rId25" Type="http://schemas.openxmlformats.org/officeDocument/2006/relationships/image" Target="../media/image471.png"/><Relationship Id="rId33" Type="http://schemas.openxmlformats.org/officeDocument/2006/relationships/image" Target="../media/image512.png"/><Relationship Id="rId2" Type="http://schemas.openxmlformats.org/officeDocument/2006/relationships/image" Target="../media/image6.png"/><Relationship Id="rId16" Type="http://schemas.openxmlformats.org/officeDocument/2006/relationships/customXml" Target="../ink/ink11.xml"/><Relationship Id="rId20" Type="http://schemas.openxmlformats.org/officeDocument/2006/relationships/customXml" Target="../ink/ink13.xml"/><Relationship Id="rId29" Type="http://schemas.openxmlformats.org/officeDocument/2006/relationships/image" Target="../media/image49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.xml"/><Relationship Id="rId11" Type="http://schemas.openxmlformats.org/officeDocument/2006/relationships/image" Target="../media/image402.png"/><Relationship Id="rId24" Type="http://schemas.openxmlformats.org/officeDocument/2006/relationships/customXml" Target="../ink/ink15.xml"/><Relationship Id="rId32" Type="http://schemas.openxmlformats.org/officeDocument/2006/relationships/customXml" Target="../ink/ink19.xml"/><Relationship Id="rId37" Type="http://schemas.openxmlformats.org/officeDocument/2006/relationships/image" Target="../media/image532.png"/><Relationship Id="rId5" Type="http://schemas.openxmlformats.org/officeDocument/2006/relationships/image" Target="../media/image3711.png"/><Relationship Id="rId15" Type="http://schemas.openxmlformats.org/officeDocument/2006/relationships/image" Target="../media/image422.png"/><Relationship Id="rId23" Type="http://schemas.openxmlformats.org/officeDocument/2006/relationships/image" Target="../media/image462.png"/><Relationship Id="rId28" Type="http://schemas.openxmlformats.org/officeDocument/2006/relationships/customXml" Target="../ink/ink17.xml"/><Relationship Id="rId36" Type="http://schemas.openxmlformats.org/officeDocument/2006/relationships/customXml" Target="../ink/ink21.xml"/><Relationship Id="rId10" Type="http://schemas.openxmlformats.org/officeDocument/2006/relationships/customXml" Target="../ink/ink8.xml"/><Relationship Id="rId19" Type="http://schemas.openxmlformats.org/officeDocument/2006/relationships/image" Target="../media/image442.png"/><Relationship Id="rId31" Type="http://schemas.openxmlformats.org/officeDocument/2006/relationships/image" Target="../media/image502.png"/><Relationship Id="rId9" Type="http://schemas.openxmlformats.org/officeDocument/2006/relationships/image" Target="../media/image392.png"/><Relationship Id="rId14" Type="http://schemas.openxmlformats.org/officeDocument/2006/relationships/customXml" Target="../ink/ink10.xml"/><Relationship Id="rId22" Type="http://schemas.openxmlformats.org/officeDocument/2006/relationships/customXml" Target="../ink/ink14.xml"/><Relationship Id="rId27" Type="http://schemas.openxmlformats.org/officeDocument/2006/relationships/image" Target="../media/image482.png"/><Relationship Id="rId30" Type="http://schemas.openxmlformats.org/officeDocument/2006/relationships/customXml" Target="../ink/ink18.xml"/><Relationship Id="rId35" Type="http://schemas.openxmlformats.org/officeDocument/2006/relationships/image" Target="../media/image522.png"/><Relationship Id="rId8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customXml" Target="../ink/ink2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1.png"/><Relationship Id="rId18" Type="http://schemas.openxmlformats.org/officeDocument/2006/relationships/customXml" Target="../ink/ink31.xml"/><Relationship Id="rId26" Type="http://schemas.openxmlformats.org/officeDocument/2006/relationships/customXml" Target="../ink/ink35.xml"/><Relationship Id="rId39" Type="http://schemas.openxmlformats.org/officeDocument/2006/relationships/image" Target="../media/image742.png"/><Relationship Id="rId21" Type="http://schemas.openxmlformats.org/officeDocument/2006/relationships/image" Target="../media/image652.png"/><Relationship Id="rId34" Type="http://schemas.openxmlformats.org/officeDocument/2006/relationships/customXml" Target="../ink/ink39.xml"/><Relationship Id="rId42" Type="http://schemas.openxmlformats.org/officeDocument/2006/relationships/customXml" Target="../ink/ink43.xml"/><Relationship Id="rId47" Type="http://schemas.openxmlformats.org/officeDocument/2006/relationships/image" Target="../media/image782.png"/><Relationship Id="rId50" Type="http://schemas.openxmlformats.org/officeDocument/2006/relationships/customXml" Target="../ink/ink47.xml"/><Relationship Id="rId55" Type="http://schemas.openxmlformats.org/officeDocument/2006/relationships/image" Target="../media/image822.png"/><Relationship Id="rId63" Type="http://schemas.openxmlformats.org/officeDocument/2006/relationships/image" Target="../media/image862.png"/><Relationship Id="rId7" Type="http://schemas.openxmlformats.org/officeDocument/2006/relationships/image" Target="../media/image581.png"/><Relationship Id="rId2" Type="http://schemas.openxmlformats.org/officeDocument/2006/relationships/image" Target="../media/image10.png"/><Relationship Id="rId16" Type="http://schemas.openxmlformats.org/officeDocument/2006/relationships/customXml" Target="../ink/ink30.xml"/><Relationship Id="rId29" Type="http://schemas.openxmlformats.org/officeDocument/2006/relationships/image" Target="../media/image692.png"/><Relationship Id="rId11" Type="http://schemas.openxmlformats.org/officeDocument/2006/relationships/image" Target="../media/image601.png"/><Relationship Id="rId24" Type="http://schemas.openxmlformats.org/officeDocument/2006/relationships/customXml" Target="../ink/ink34.xml"/><Relationship Id="rId32" Type="http://schemas.openxmlformats.org/officeDocument/2006/relationships/customXml" Target="../ink/ink38.xml"/><Relationship Id="rId37" Type="http://schemas.openxmlformats.org/officeDocument/2006/relationships/image" Target="../media/image732.png"/><Relationship Id="rId40" Type="http://schemas.openxmlformats.org/officeDocument/2006/relationships/customXml" Target="../ink/ink42.xml"/><Relationship Id="rId45" Type="http://schemas.openxmlformats.org/officeDocument/2006/relationships/image" Target="../media/image772.png"/><Relationship Id="rId53" Type="http://schemas.openxmlformats.org/officeDocument/2006/relationships/image" Target="../media/image812.png"/><Relationship Id="rId58" Type="http://schemas.openxmlformats.org/officeDocument/2006/relationships/customXml" Target="../ink/ink51.xml"/><Relationship Id="rId5" Type="http://schemas.openxmlformats.org/officeDocument/2006/relationships/image" Target="../media/image571.png"/><Relationship Id="rId61" Type="http://schemas.openxmlformats.org/officeDocument/2006/relationships/image" Target="../media/image851.png"/><Relationship Id="rId19" Type="http://schemas.openxmlformats.org/officeDocument/2006/relationships/image" Target="../media/image642.png"/><Relationship Id="rId14" Type="http://schemas.openxmlformats.org/officeDocument/2006/relationships/customXml" Target="../ink/ink29.xml"/><Relationship Id="rId22" Type="http://schemas.openxmlformats.org/officeDocument/2006/relationships/customXml" Target="../ink/ink33.xml"/><Relationship Id="rId27" Type="http://schemas.openxmlformats.org/officeDocument/2006/relationships/image" Target="../media/image682.png"/><Relationship Id="rId30" Type="http://schemas.openxmlformats.org/officeDocument/2006/relationships/customXml" Target="../ink/ink37.xml"/><Relationship Id="rId35" Type="http://schemas.openxmlformats.org/officeDocument/2006/relationships/image" Target="../media/image722.png"/><Relationship Id="rId43" Type="http://schemas.openxmlformats.org/officeDocument/2006/relationships/image" Target="../media/image762.png"/><Relationship Id="rId48" Type="http://schemas.openxmlformats.org/officeDocument/2006/relationships/customXml" Target="../ink/ink46.xml"/><Relationship Id="rId56" Type="http://schemas.openxmlformats.org/officeDocument/2006/relationships/customXml" Target="../ink/ink50.xml"/><Relationship Id="rId64" Type="http://schemas.openxmlformats.org/officeDocument/2006/relationships/customXml" Target="../ink/ink54.xml"/><Relationship Id="rId8" Type="http://schemas.openxmlformats.org/officeDocument/2006/relationships/customXml" Target="../ink/ink26.xml"/><Relationship Id="rId51" Type="http://schemas.openxmlformats.org/officeDocument/2006/relationships/image" Target="../media/image802.png"/><Relationship Id="rId3" Type="http://schemas.openxmlformats.org/officeDocument/2006/relationships/customXml" Target="../ink/ink24.xml"/><Relationship Id="rId12" Type="http://schemas.openxmlformats.org/officeDocument/2006/relationships/customXml" Target="../ink/ink28.xml"/><Relationship Id="rId17" Type="http://schemas.openxmlformats.org/officeDocument/2006/relationships/image" Target="../media/image631.png"/><Relationship Id="rId25" Type="http://schemas.openxmlformats.org/officeDocument/2006/relationships/image" Target="../media/image672.png"/><Relationship Id="rId33" Type="http://schemas.openxmlformats.org/officeDocument/2006/relationships/image" Target="../media/image712.png"/><Relationship Id="rId38" Type="http://schemas.openxmlformats.org/officeDocument/2006/relationships/customXml" Target="../ink/ink41.xml"/><Relationship Id="rId46" Type="http://schemas.openxmlformats.org/officeDocument/2006/relationships/customXml" Target="../ink/ink45.xml"/><Relationship Id="rId59" Type="http://schemas.openxmlformats.org/officeDocument/2006/relationships/image" Target="../media/image842.png"/><Relationship Id="rId20" Type="http://schemas.openxmlformats.org/officeDocument/2006/relationships/customXml" Target="../ink/ink32.xml"/><Relationship Id="rId41" Type="http://schemas.openxmlformats.org/officeDocument/2006/relationships/image" Target="../media/image752.png"/><Relationship Id="rId54" Type="http://schemas.openxmlformats.org/officeDocument/2006/relationships/customXml" Target="../ink/ink49.xml"/><Relationship Id="rId62" Type="http://schemas.openxmlformats.org/officeDocument/2006/relationships/customXml" Target="../ink/ink5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.xml"/><Relationship Id="rId15" Type="http://schemas.openxmlformats.org/officeDocument/2006/relationships/image" Target="../media/image621.png"/><Relationship Id="rId23" Type="http://schemas.openxmlformats.org/officeDocument/2006/relationships/image" Target="../media/image662.png"/><Relationship Id="rId28" Type="http://schemas.openxmlformats.org/officeDocument/2006/relationships/customXml" Target="../ink/ink36.xml"/><Relationship Id="rId36" Type="http://schemas.openxmlformats.org/officeDocument/2006/relationships/customXml" Target="../ink/ink40.xml"/><Relationship Id="rId49" Type="http://schemas.openxmlformats.org/officeDocument/2006/relationships/image" Target="../media/image792.png"/><Relationship Id="rId57" Type="http://schemas.openxmlformats.org/officeDocument/2006/relationships/image" Target="../media/image832.png"/><Relationship Id="rId10" Type="http://schemas.openxmlformats.org/officeDocument/2006/relationships/customXml" Target="../ink/ink27.xml"/><Relationship Id="rId31" Type="http://schemas.openxmlformats.org/officeDocument/2006/relationships/image" Target="../media/image702.png"/><Relationship Id="rId44" Type="http://schemas.openxmlformats.org/officeDocument/2006/relationships/customXml" Target="../ink/ink44.xml"/><Relationship Id="rId52" Type="http://schemas.openxmlformats.org/officeDocument/2006/relationships/customXml" Target="../ink/ink48.xml"/><Relationship Id="rId60" Type="http://schemas.openxmlformats.org/officeDocument/2006/relationships/customXml" Target="../ink/ink52.xml"/><Relationship Id="rId65" Type="http://schemas.openxmlformats.org/officeDocument/2006/relationships/image" Target="../media/image872.png"/><Relationship Id="rId9" Type="http://schemas.openxmlformats.org/officeDocument/2006/relationships/image" Target="../media/image59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60.xml"/><Relationship Id="rId18" Type="http://schemas.openxmlformats.org/officeDocument/2006/relationships/image" Target="../media/image18.png"/><Relationship Id="rId3" Type="http://schemas.openxmlformats.org/officeDocument/2006/relationships/customXml" Target="../ink/ink55.xml"/><Relationship Id="rId7" Type="http://schemas.openxmlformats.org/officeDocument/2006/relationships/customXml" Target="../ink/ink57.xml"/><Relationship Id="rId12" Type="http://schemas.openxmlformats.org/officeDocument/2006/relationships/image" Target="../media/image15.png"/><Relationship Id="rId17" Type="http://schemas.openxmlformats.org/officeDocument/2006/relationships/customXml" Target="../ink/ink62.xml"/><Relationship Id="rId2" Type="http://schemas.openxmlformats.org/officeDocument/2006/relationships/image" Target="../media/image10.png"/><Relationship Id="rId16" Type="http://schemas.openxmlformats.org/officeDocument/2006/relationships/image" Target="../media/image17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customXml" Target="../ink/ink59.xml"/><Relationship Id="rId5" Type="http://schemas.openxmlformats.org/officeDocument/2006/relationships/customXml" Target="../ink/ink56.xml"/><Relationship Id="rId15" Type="http://schemas.openxmlformats.org/officeDocument/2006/relationships/customXml" Target="../ink/ink61.xml"/><Relationship Id="rId10" Type="http://schemas.openxmlformats.org/officeDocument/2006/relationships/image" Target="../media/image14.png"/><Relationship Id="rId19" Type="http://schemas.openxmlformats.org/officeDocument/2006/relationships/customXml" Target="../ink/ink63.xml"/><Relationship Id="rId4" Type="http://schemas.openxmlformats.org/officeDocument/2006/relationships/image" Target="../media/image11.png"/><Relationship Id="rId9" Type="http://schemas.openxmlformats.org/officeDocument/2006/relationships/customXml" Target="../ink/ink58.xml"/><Relationship Id="rId1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8.xml"/><Relationship Id="rId18" Type="http://schemas.openxmlformats.org/officeDocument/2006/relationships/image" Target="../media/image952.png"/><Relationship Id="rId26" Type="http://schemas.openxmlformats.org/officeDocument/2006/relationships/image" Target="../media/image992.png"/><Relationship Id="rId39" Type="http://schemas.openxmlformats.org/officeDocument/2006/relationships/customXml" Target="../ink/ink81.xml"/><Relationship Id="rId21" Type="http://schemas.openxmlformats.org/officeDocument/2006/relationships/customXml" Target="../ink/ink72.xml"/><Relationship Id="rId34" Type="http://schemas.openxmlformats.org/officeDocument/2006/relationships/image" Target="../media/image1032.png"/><Relationship Id="rId42" Type="http://schemas.openxmlformats.org/officeDocument/2006/relationships/image" Target="../media/image1072.png"/><Relationship Id="rId47" Type="http://schemas.openxmlformats.org/officeDocument/2006/relationships/customXml" Target="../ink/ink85.xml"/><Relationship Id="rId50" Type="http://schemas.openxmlformats.org/officeDocument/2006/relationships/image" Target="../media/image1112.png"/><Relationship Id="rId7" Type="http://schemas.openxmlformats.org/officeDocument/2006/relationships/customXml" Target="../ink/ink65.xml"/><Relationship Id="rId2" Type="http://schemas.openxmlformats.org/officeDocument/2006/relationships/image" Target="../media/image10.png"/><Relationship Id="rId16" Type="http://schemas.openxmlformats.org/officeDocument/2006/relationships/image" Target="../media/image942.png"/><Relationship Id="rId29" Type="http://schemas.openxmlformats.org/officeDocument/2006/relationships/customXml" Target="../ink/ink76.xml"/><Relationship Id="rId11" Type="http://schemas.openxmlformats.org/officeDocument/2006/relationships/customXml" Target="../ink/ink67.xml"/><Relationship Id="rId24" Type="http://schemas.openxmlformats.org/officeDocument/2006/relationships/image" Target="../media/image982.png"/><Relationship Id="rId32" Type="http://schemas.openxmlformats.org/officeDocument/2006/relationships/image" Target="../media/image1022.png"/><Relationship Id="rId37" Type="http://schemas.openxmlformats.org/officeDocument/2006/relationships/customXml" Target="../ink/ink80.xml"/><Relationship Id="rId40" Type="http://schemas.openxmlformats.org/officeDocument/2006/relationships/image" Target="../media/image1062.png"/><Relationship Id="rId45" Type="http://schemas.openxmlformats.org/officeDocument/2006/relationships/customXml" Target="../ink/ink84.xml"/><Relationship Id="rId15" Type="http://schemas.openxmlformats.org/officeDocument/2006/relationships/customXml" Target="../ink/ink69.xml"/><Relationship Id="rId23" Type="http://schemas.openxmlformats.org/officeDocument/2006/relationships/customXml" Target="../ink/ink73.xml"/><Relationship Id="rId28" Type="http://schemas.openxmlformats.org/officeDocument/2006/relationships/image" Target="../media/image1002.png"/><Relationship Id="rId36" Type="http://schemas.openxmlformats.org/officeDocument/2006/relationships/image" Target="../media/image1042.png"/><Relationship Id="rId49" Type="http://schemas.openxmlformats.org/officeDocument/2006/relationships/customXml" Target="../ink/ink86.xml"/><Relationship Id="rId10" Type="http://schemas.openxmlformats.org/officeDocument/2006/relationships/image" Target="../media/image912.png"/><Relationship Id="rId19" Type="http://schemas.openxmlformats.org/officeDocument/2006/relationships/customXml" Target="../ink/ink71.xml"/><Relationship Id="rId31" Type="http://schemas.openxmlformats.org/officeDocument/2006/relationships/customXml" Target="../ink/ink77.xml"/><Relationship Id="rId44" Type="http://schemas.openxmlformats.org/officeDocument/2006/relationships/image" Target="../media/image1082.png"/><Relationship Id="rId4" Type="http://schemas.openxmlformats.org/officeDocument/2006/relationships/customXml" Target="../ink/ink64.xml"/><Relationship Id="rId9" Type="http://schemas.openxmlformats.org/officeDocument/2006/relationships/customXml" Target="../ink/ink66.xml"/><Relationship Id="rId14" Type="http://schemas.openxmlformats.org/officeDocument/2006/relationships/image" Target="../media/image932.png"/><Relationship Id="rId22" Type="http://schemas.openxmlformats.org/officeDocument/2006/relationships/image" Target="../media/image972.png"/><Relationship Id="rId27" Type="http://schemas.openxmlformats.org/officeDocument/2006/relationships/customXml" Target="../ink/ink75.xml"/><Relationship Id="rId30" Type="http://schemas.openxmlformats.org/officeDocument/2006/relationships/image" Target="../media/image1012.png"/><Relationship Id="rId35" Type="http://schemas.openxmlformats.org/officeDocument/2006/relationships/customXml" Target="../ink/ink79.xml"/><Relationship Id="rId43" Type="http://schemas.openxmlformats.org/officeDocument/2006/relationships/customXml" Target="../ink/ink83.xml"/><Relationship Id="rId48" Type="http://schemas.openxmlformats.org/officeDocument/2006/relationships/image" Target="../media/image1102.png"/><Relationship Id="rId8" Type="http://schemas.openxmlformats.org/officeDocument/2006/relationships/image" Target="../media/image902.png"/><Relationship Id="rId3" Type="http://schemas.openxmlformats.org/officeDocument/2006/relationships/image" Target="../media/image20.png"/><Relationship Id="rId12" Type="http://schemas.openxmlformats.org/officeDocument/2006/relationships/image" Target="../media/image922.png"/><Relationship Id="rId17" Type="http://schemas.openxmlformats.org/officeDocument/2006/relationships/customXml" Target="../ink/ink70.xml"/><Relationship Id="rId25" Type="http://schemas.openxmlformats.org/officeDocument/2006/relationships/customXml" Target="../ink/ink74.xml"/><Relationship Id="rId33" Type="http://schemas.openxmlformats.org/officeDocument/2006/relationships/customXml" Target="../ink/ink78.xml"/><Relationship Id="rId38" Type="http://schemas.openxmlformats.org/officeDocument/2006/relationships/image" Target="../media/image1052.png"/><Relationship Id="rId46" Type="http://schemas.openxmlformats.org/officeDocument/2006/relationships/image" Target="../media/image1092.png"/><Relationship Id="rId20" Type="http://schemas.openxmlformats.org/officeDocument/2006/relationships/image" Target="../media/image962.png"/><Relationship Id="rId41" Type="http://schemas.openxmlformats.org/officeDocument/2006/relationships/customXml" Target="../ink/ink8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2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31.png"/><Relationship Id="rId21" Type="http://schemas.openxmlformats.org/officeDocument/2006/relationships/customXml" Target="../ink/ink95.xml"/><Relationship Id="rId42" Type="http://schemas.openxmlformats.org/officeDocument/2006/relationships/image" Target="../media/image1310.png"/><Relationship Id="rId47" Type="http://schemas.openxmlformats.org/officeDocument/2006/relationships/customXml" Target="../ink/ink108.xml"/><Relationship Id="rId63" Type="http://schemas.openxmlformats.org/officeDocument/2006/relationships/customXml" Target="../ink/ink116.xml"/><Relationship Id="rId68" Type="http://schemas.openxmlformats.org/officeDocument/2006/relationships/image" Target="../media/image1440.png"/><Relationship Id="rId84" Type="http://schemas.openxmlformats.org/officeDocument/2006/relationships/image" Target="../media/image1520.png"/><Relationship Id="rId89" Type="http://schemas.openxmlformats.org/officeDocument/2006/relationships/customXml" Target="../ink/ink129.xml"/><Relationship Id="rId16" Type="http://schemas.openxmlformats.org/officeDocument/2006/relationships/image" Target="../media/image1182.png"/><Relationship Id="rId11" Type="http://schemas.openxmlformats.org/officeDocument/2006/relationships/customXml" Target="../ink/ink90.xml"/><Relationship Id="rId32" Type="http://schemas.openxmlformats.org/officeDocument/2006/relationships/image" Target="../media/image1261.png"/><Relationship Id="rId37" Type="http://schemas.openxmlformats.org/officeDocument/2006/relationships/customXml" Target="../ink/ink103.xml"/><Relationship Id="rId53" Type="http://schemas.openxmlformats.org/officeDocument/2006/relationships/customXml" Target="../ink/ink111.xml"/><Relationship Id="rId58" Type="http://schemas.openxmlformats.org/officeDocument/2006/relationships/image" Target="../media/image1390.png"/><Relationship Id="rId74" Type="http://schemas.openxmlformats.org/officeDocument/2006/relationships/image" Target="../media/image1470.png"/><Relationship Id="rId79" Type="http://schemas.openxmlformats.org/officeDocument/2006/relationships/customXml" Target="../ink/ink124.xml"/><Relationship Id="rId90" Type="http://schemas.openxmlformats.org/officeDocument/2006/relationships/image" Target="../media/image1550.png"/><Relationship Id="rId95" Type="http://schemas.openxmlformats.org/officeDocument/2006/relationships/customXml" Target="../ink/ink132.xml"/><Relationship Id="rId22" Type="http://schemas.openxmlformats.org/officeDocument/2006/relationships/image" Target="../media/image1211.png"/><Relationship Id="rId27" Type="http://schemas.openxmlformats.org/officeDocument/2006/relationships/customXml" Target="../ink/ink98.xml"/><Relationship Id="rId43" Type="http://schemas.openxmlformats.org/officeDocument/2006/relationships/customXml" Target="../ink/ink106.xml"/><Relationship Id="rId48" Type="http://schemas.openxmlformats.org/officeDocument/2006/relationships/image" Target="../media/image1340.png"/><Relationship Id="rId64" Type="http://schemas.openxmlformats.org/officeDocument/2006/relationships/image" Target="../media/image1420.png"/><Relationship Id="rId69" Type="http://schemas.openxmlformats.org/officeDocument/2006/relationships/customXml" Target="../ink/ink119.xml"/><Relationship Id="rId80" Type="http://schemas.openxmlformats.org/officeDocument/2006/relationships/image" Target="../media/image1500.png"/><Relationship Id="rId85" Type="http://schemas.openxmlformats.org/officeDocument/2006/relationships/customXml" Target="../ink/ink127.xml"/><Relationship Id="rId3" Type="http://schemas.openxmlformats.org/officeDocument/2006/relationships/image" Target="../media/image10.png"/><Relationship Id="rId12" Type="http://schemas.openxmlformats.org/officeDocument/2006/relationships/image" Target="../media/image1162.png"/><Relationship Id="rId17" Type="http://schemas.openxmlformats.org/officeDocument/2006/relationships/customXml" Target="../ink/ink93.xml"/><Relationship Id="rId25" Type="http://schemas.openxmlformats.org/officeDocument/2006/relationships/customXml" Target="../ink/ink97.xml"/><Relationship Id="rId33" Type="http://schemas.openxmlformats.org/officeDocument/2006/relationships/customXml" Target="../ink/ink101.xml"/><Relationship Id="rId38" Type="http://schemas.openxmlformats.org/officeDocument/2006/relationships/image" Target="../media/image1290.png"/><Relationship Id="rId46" Type="http://schemas.openxmlformats.org/officeDocument/2006/relationships/image" Target="../media/image1330.png"/><Relationship Id="rId59" Type="http://schemas.openxmlformats.org/officeDocument/2006/relationships/customXml" Target="../ink/ink114.xml"/><Relationship Id="rId67" Type="http://schemas.openxmlformats.org/officeDocument/2006/relationships/customXml" Target="../ink/ink118.xml"/><Relationship Id="rId20" Type="http://schemas.openxmlformats.org/officeDocument/2006/relationships/image" Target="../media/image1201.png"/><Relationship Id="rId41" Type="http://schemas.openxmlformats.org/officeDocument/2006/relationships/customXml" Target="../ink/ink105.xml"/><Relationship Id="rId54" Type="http://schemas.openxmlformats.org/officeDocument/2006/relationships/image" Target="../media/image1370.png"/><Relationship Id="rId62" Type="http://schemas.openxmlformats.org/officeDocument/2006/relationships/image" Target="../media/image1410.png"/><Relationship Id="rId70" Type="http://schemas.openxmlformats.org/officeDocument/2006/relationships/image" Target="../media/image1450.png"/><Relationship Id="rId75" Type="http://schemas.openxmlformats.org/officeDocument/2006/relationships/customXml" Target="../ink/ink122.xml"/><Relationship Id="rId83" Type="http://schemas.openxmlformats.org/officeDocument/2006/relationships/customXml" Target="../ink/ink126.xml"/><Relationship Id="rId88" Type="http://schemas.openxmlformats.org/officeDocument/2006/relationships/image" Target="../media/image1540.png"/><Relationship Id="rId91" Type="http://schemas.openxmlformats.org/officeDocument/2006/relationships/customXml" Target="../ink/ink130.xml"/><Relationship Id="rId96" Type="http://schemas.openxmlformats.org/officeDocument/2006/relationships/image" Target="../media/image15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2.png"/><Relationship Id="rId15" Type="http://schemas.openxmlformats.org/officeDocument/2006/relationships/customXml" Target="../ink/ink92.xml"/><Relationship Id="rId23" Type="http://schemas.openxmlformats.org/officeDocument/2006/relationships/customXml" Target="../ink/ink96.xml"/><Relationship Id="rId28" Type="http://schemas.openxmlformats.org/officeDocument/2006/relationships/image" Target="../media/image1241.png"/><Relationship Id="rId36" Type="http://schemas.openxmlformats.org/officeDocument/2006/relationships/image" Target="../media/image1281.png"/><Relationship Id="rId49" Type="http://schemas.openxmlformats.org/officeDocument/2006/relationships/customXml" Target="../ink/ink109.xml"/><Relationship Id="rId57" Type="http://schemas.openxmlformats.org/officeDocument/2006/relationships/customXml" Target="../ink/ink113.xml"/><Relationship Id="rId10" Type="http://schemas.openxmlformats.org/officeDocument/2006/relationships/image" Target="../media/image1152.png"/><Relationship Id="rId31" Type="http://schemas.openxmlformats.org/officeDocument/2006/relationships/customXml" Target="../ink/ink100.xml"/><Relationship Id="rId44" Type="http://schemas.openxmlformats.org/officeDocument/2006/relationships/image" Target="../media/image1320.png"/><Relationship Id="rId52" Type="http://schemas.openxmlformats.org/officeDocument/2006/relationships/image" Target="../media/image1360.png"/><Relationship Id="rId60" Type="http://schemas.openxmlformats.org/officeDocument/2006/relationships/image" Target="../media/image1400.png"/><Relationship Id="rId65" Type="http://schemas.openxmlformats.org/officeDocument/2006/relationships/customXml" Target="../ink/ink117.xml"/><Relationship Id="rId73" Type="http://schemas.openxmlformats.org/officeDocument/2006/relationships/customXml" Target="../ink/ink121.xml"/><Relationship Id="rId78" Type="http://schemas.openxmlformats.org/officeDocument/2006/relationships/image" Target="../media/image1490.png"/><Relationship Id="rId81" Type="http://schemas.openxmlformats.org/officeDocument/2006/relationships/customXml" Target="../ink/ink125.xml"/><Relationship Id="rId86" Type="http://schemas.openxmlformats.org/officeDocument/2006/relationships/image" Target="../media/image1530.png"/><Relationship Id="rId94" Type="http://schemas.openxmlformats.org/officeDocument/2006/relationships/image" Target="../media/image1570.png"/><Relationship Id="rId99" Type="http://schemas.openxmlformats.org/officeDocument/2006/relationships/customXml" Target="../ink/ink134.xml"/><Relationship Id="rId4" Type="http://schemas.openxmlformats.org/officeDocument/2006/relationships/customXml" Target="../ink/ink87.xml"/><Relationship Id="rId9" Type="http://schemas.openxmlformats.org/officeDocument/2006/relationships/customXml" Target="../ink/ink89.xml"/><Relationship Id="rId13" Type="http://schemas.openxmlformats.org/officeDocument/2006/relationships/customXml" Target="../ink/ink91.xml"/><Relationship Id="rId18" Type="http://schemas.openxmlformats.org/officeDocument/2006/relationships/image" Target="../media/image1192.png"/><Relationship Id="rId39" Type="http://schemas.openxmlformats.org/officeDocument/2006/relationships/customXml" Target="../ink/ink104.xml"/><Relationship Id="rId34" Type="http://schemas.openxmlformats.org/officeDocument/2006/relationships/image" Target="../media/image1271.png"/><Relationship Id="rId50" Type="http://schemas.openxmlformats.org/officeDocument/2006/relationships/image" Target="../media/image1350.png"/><Relationship Id="rId55" Type="http://schemas.openxmlformats.org/officeDocument/2006/relationships/customXml" Target="../ink/ink112.xml"/><Relationship Id="rId76" Type="http://schemas.openxmlformats.org/officeDocument/2006/relationships/image" Target="../media/image1480.png"/><Relationship Id="rId97" Type="http://schemas.openxmlformats.org/officeDocument/2006/relationships/customXml" Target="../ink/ink133.xml"/><Relationship Id="rId7" Type="http://schemas.openxmlformats.org/officeDocument/2006/relationships/customXml" Target="../ink/ink88.xml"/><Relationship Id="rId71" Type="http://schemas.openxmlformats.org/officeDocument/2006/relationships/customXml" Target="../ink/ink120.xml"/><Relationship Id="rId92" Type="http://schemas.openxmlformats.org/officeDocument/2006/relationships/image" Target="../media/image1560.png"/><Relationship Id="rId2" Type="http://schemas.openxmlformats.org/officeDocument/2006/relationships/image" Target="../media/image21.png"/><Relationship Id="rId29" Type="http://schemas.openxmlformats.org/officeDocument/2006/relationships/customXml" Target="../ink/ink99.xml"/><Relationship Id="rId24" Type="http://schemas.openxmlformats.org/officeDocument/2006/relationships/image" Target="../media/image1221.png"/><Relationship Id="rId40" Type="http://schemas.openxmlformats.org/officeDocument/2006/relationships/image" Target="../media/image1300.png"/><Relationship Id="rId45" Type="http://schemas.openxmlformats.org/officeDocument/2006/relationships/customXml" Target="../ink/ink107.xml"/><Relationship Id="rId66" Type="http://schemas.openxmlformats.org/officeDocument/2006/relationships/image" Target="../media/image1430.png"/><Relationship Id="rId87" Type="http://schemas.openxmlformats.org/officeDocument/2006/relationships/customXml" Target="../ink/ink128.xml"/><Relationship Id="rId61" Type="http://schemas.openxmlformats.org/officeDocument/2006/relationships/customXml" Target="../ink/ink115.xml"/><Relationship Id="rId82" Type="http://schemas.openxmlformats.org/officeDocument/2006/relationships/image" Target="../media/image1511.png"/><Relationship Id="rId19" Type="http://schemas.openxmlformats.org/officeDocument/2006/relationships/customXml" Target="../ink/ink94.xml"/><Relationship Id="rId14" Type="http://schemas.openxmlformats.org/officeDocument/2006/relationships/image" Target="../media/image1172.png"/><Relationship Id="rId30" Type="http://schemas.openxmlformats.org/officeDocument/2006/relationships/image" Target="../media/image1251.png"/><Relationship Id="rId35" Type="http://schemas.openxmlformats.org/officeDocument/2006/relationships/customXml" Target="../ink/ink102.xml"/><Relationship Id="rId56" Type="http://schemas.openxmlformats.org/officeDocument/2006/relationships/image" Target="../media/image1380.png"/><Relationship Id="rId77" Type="http://schemas.openxmlformats.org/officeDocument/2006/relationships/customXml" Target="../ink/ink123.xml"/><Relationship Id="rId100" Type="http://schemas.openxmlformats.org/officeDocument/2006/relationships/image" Target="../media/image1600.png"/><Relationship Id="rId8" Type="http://schemas.openxmlformats.org/officeDocument/2006/relationships/image" Target="../media/image1142.png"/><Relationship Id="rId51" Type="http://schemas.openxmlformats.org/officeDocument/2006/relationships/customXml" Target="../ink/ink110.xml"/><Relationship Id="rId72" Type="http://schemas.openxmlformats.org/officeDocument/2006/relationships/image" Target="../media/image1460.png"/><Relationship Id="rId93" Type="http://schemas.openxmlformats.org/officeDocument/2006/relationships/customXml" Target="../ink/ink131.xml"/><Relationship Id="rId98" Type="http://schemas.openxmlformats.org/officeDocument/2006/relationships/image" Target="../media/image159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71.png"/><Relationship Id="rId18" Type="http://schemas.openxmlformats.org/officeDocument/2006/relationships/customXml" Target="../ink/ink142.xml"/><Relationship Id="rId26" Type="http://schemas.openxmlformats.org/officeDocument/2006/relationships/customXml" Target="../ink/ink146.xml"/><Relationship Id="rId39" Type="http://schemas.openxmlformats.org/officeDocument/2006/relationships/customXml" Target="../ink/ink152.xml"/><Relationship Id="rId21" Type="http://schemas.openxmlformats.org/officeDocument/2006/relationships/image" Target="../media/image1712.png"/><Relationship Id="rId34" Type="http://schemas.openxmlformats.org/officeDocument/2006/relationships/image" Target="../media/image1770.png"/><Relationship Id="rId42" Type="http://schemas.openxmlformats.org/officeDocument/2006/relationships/image" Target="../media/image1811.png"/><Relationship Id="rId47" Type="http://schemas.openxmlformats.org/officeDocument/2006/relationships/customXml" Target="../ink/ink156.xml"/><Relationship Id="rId50" Type="http://schemas.openxmlformats.org/officeDocument/2006/relationships/image" Target="../media/image1850.png"/><Relationship Id="rId55" Type="http://schemas.openxmlformats.org/officeDocument/2006/relationships/customXml" Target="../ink/ink160.xml"/><Relationship Id="rId7" Type="http://schemas.openxmlformats.org/officeDocument/2006/relationships/image" Target="../media/image1640.png"/><Relationship Id="rId2" Type="http://schemas.openxmlformats.org/officeDocument/2006/relationships/image" Target="../media/image23.png"/><Relationship Id="rId16" Type="http://schemas.openxmlformats.org/officeDocument/2006/relationships/customXml" Target="../ink/ink141.xml"/><Relationship Id="rId29" Type="http://schemas.openxmlformats.org/officeDocument/2006/relationships/image" Target="../media/image1750.png"/><Relationship Id="rId11" Type="http://schemas.openxmlformats.org/officeDocument/2006/relationships/image" Target="../media/image1661.png"/><Relationship Id="rId24" Type="http://schemas.openxmlformats.org/officeDocument/2006/relationships/customXml" Target="../ink/ink145.xml"/><Relationship Id="rId32" Type="http://schemas.openxmlformats.org/officeDocument/2006/relationships/image" Target="../media/image1760.png"/><Relationship Id="rId37" Type="http://schemas.openxmlformats.org/officeDocument/2006/relationships/customXml" Target="../ink/ink151.xml"/><Relationship Id="rId40" Type="http://schemas.openxmlformats.org/officeDocument/2006/relationships/image" Target="../media/image1800.png"/><Relationship Id="rId45" Type="http://schemas.openxmlformats.org/officeDocument/2006/relationships/customXml" Target="../ink/ink155.xml"/><Relationship Id="rId53" Type="http://schemas.openxmlformats.org/officeDocument/2006/relationships/customXml" Target="../ink/ink159.xml"/><Relationship Id="rId58" Type="http://schemas.openxmlformats.org/officeDocument/2006/relationships/customXml" Target="../ink/ink162.xml"/><Relationship Id="rId5" Type="http://schemas.openxmlformats.org/officeDocument/2006/relationships/image" Target="../media/image1630.png"/><Relationship Id="rId19" Type="http://schemas.openxmlformats.org/officeDocument/2006/relationships/image" Target="../media/image1701.png"/><Relationship Id="rId9" Type="http://schemas.openxmlformats.org/officeDocument/2006/relationships/image" Target="../media/image1650.png"/><Relationship Id="rId14" Type="http://schemas.openxmlformats.org/officeDocument/2006/relationships/customXml" Target="../ink/ink140.xml"/><Relationship Id="rId22" Type="http://schemas.openxmlformats.org/officeDocument/2006/relationships/customXml" Target="../ink/ink144.xml"/><Relationship Id="rId27" Type="http://schemas.openxmlformats.org/officeDocument/2006/relationships/image" Target="../media/image1740.png"/><Relationship Id="rId30" Type="http://schemas.openxmlformats.org/officeDocument/2006/relationships/image" Target="../media/image20.png"/><Relationship Id="rId35" Type="http://schemas.openxmlformats.org/officeDocument/2006/relationships/customXml" Target="../ink/ink150.xml"/><Relationship Id="rId43" Type="http://schemas.openxmlformats.org/officeDocument/2006/relationships/customXml" Target="../ink/ink154.xml"/><Relationship Id="rId48" Type="http://schemas.openxmlformats.org/officeDocument/2006/relationships/image" Target="../media/image1840.png"/><Relationship Id="rId56" Type="http://schemas.openxmlformats.org/officeDocument/2006/relationships/image" Target="../media/image1880.png"/><Relationship Id="rId8" Type="http://schemas.openxmlformats.org/officeDocument/2006/relationships/customXml" Target="../ink/ink137.xml"/><Relationship Id="rId51" Type="http://schemas.openxmlformats.org/officeDocument/2006/relationships/customXml" Target="../ink/ink158.xml"/><Relationship Id="rId3" Type="http://schemas.openxmlformats.org/officeDocument/2006/relationships/customXml" Target="../ink/ink135.xml"/><Relationship Id="rId12" Type="http://schemas.openxmlformats.org/officeDocument/2006/relationships/customXml" Target="../ink/ink139.xml"/><Relationship Id="rId17" Type="http://schemas.openxmlformats.org/officeDocument/2006/relationships/image" Target="../media/image1691.png"/><Relationship Id="rId25" Type="http://schemas.openxmlformats.org/officeDocument/2006/relationships/image" Target="../media/image1730.png"/><Relationship Id="rId33" Type="http://schemas.openxmlformats.org/officeDocument/2006/relationships/customXml" Target="../ink/ink149.xml"/><Relationship Id="rId38" Type="http://schemas.openxmlformats.org/officeDocument/2006/relationships/image" Target="../media/image1790.png"/><Relationship Id="rId46" Type="http://schemas.openxmlformats.org/officeDocument/2006/relationships/image" Target="../media/image1830.png"/><Relationship Id="rId59" Type="http://schemas.openxmlformats.org/officeDocument/2006/relationships/customXml" Target="../ink/ink163.xml"/><Relationship Id="rId20" Type="http://schemas.openxmlformats.org/officeDocument/2006/relationships/customXml" Target="../ink/ink143.xml"/><Relationship Id="rId41" Type="http://schemas.openxmlformats.org/officeDocument/2006/relationships/customXml" Target="../ink/ink153.xml"/><Relationship Id="rId54" Type="http://schemas.openxmlformats.org/officeDocument/2006/relationships/image" Target="../media/image187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6.xml"/><Relationship Id="rId15" Type="http://schemas.openxmlformats.org/officeDocument/2006/relationships/image" Target="../media/image1681.png"/><Relationship Id="rId23" Type="http://schemas.openxmlformats.org/officeDocument/2006/relationships/image" Target="../media/image1721.png"/><Relationship Id="rId28" Type="http://schemas.openxmlformats.org/officeDocument/2006/relationships/customXml" Target="../ink/ink147.xml"/><Relationship Id="rId36" Type="http://schemas.openxmlformats.org/officeDocument/2006/relationships/image" Target="../media/image1780.png"/><Relationship Id="rId49" Type="http://schemas.openxmlformats.org/officeDocument/2006/relationships/customXml" Target="../ink/ink157.xml"/><Relationship Id="rId57" Type="http://schemas.openxmlformats.org/officeDocument/2006/relationships/customXml" Target="../ink/ink161.xml"/><Relationship Id="rId10" Type="http://schemas.openxmlformats.org/officeDocument/2006/relationships/customXml" Target="../ink/ink138.xml"/><Relationship Id="rId31" Type="http://schemas.openxmlformats.org/officeDocument/2006/relationships/customXml" Target="../ink/ink148.xml"/><Relationship Id="rId44" Type="http://schemas.openxmlformats.org/officeDocument/2006/relationships/image" Target="../media/image1820.png"/><Relationship Id="rId52" Type="http://schemas.openxmlformats.org/officeDocument/2006/relationships/image" Target="../media/image1860.png"/><Relationship Id="rId60" Type="http://schemas.openxmlformats.org/officeDocument/2006/relationships/image" Target="../media/image189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7.xml"/><Relationship Id="rId3" Type="http://schemas.openxmlformats.org/officeDocument/2006/relationships/image" Target="../media/image1900.png"/><Relationship Id="rId7" Type="http://schemas.openxmlformats.org/officeDocument/2006/relationships/image" Target="../media/image1920.png"/><Relationship Id="rId2" Type="http://schemas.openxmlformats.org/officeDocument/2006/relationships/customXml" Target="../ink/ink16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6.xml"/><Relationship Id="rId5" Type="http://schemas.openxmlformats.org/officeDocument/2006/relationships/image" Target="../media/image1911.png"/><Relationship Id="rId4" Type="http://schemas.openxmlformats.org/officeDocument/2006/relationships/customXml" Target="../ink/ink165.xml"/><Relationship Id="rId9" Type="http://schemas.openxmlformats.org/officeDocument/2006/relationships/image" Target="../media/image1930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73.xml"/><Relationship Id="rId18" Type="http://schemas.openxmlformats.org/officeDocument/2006/relationships/image" Target="../media/image2000.png"/><Relationship Id="rId26" Type="http://schemas.openxmlformats.org/officeDocument/2006/relationships/image" Target="../media/image2040.png"/><Relationship Id="rId39" Type="http://schemas.openxmlformats.org/officeDocument/2006/relationships/customXml" Target="../ink/ink186.xml"/><Relationship Id="rId21" Type="http://schemas.openxmlformats.org/officeDocument/2006/relationships/customXml" Target="../ink/ink177.xml"/><Relationship Id="rId34" Type="http://schemas.openxmlformats.org/officeDocument/2006/relationships/image" Target="../media/image2080.png"/><Relationship Id="rId42" Type="http://schemas.openxmlformats.org/officeDocument/2006/relationships/image" Target="../media/image2120.png"/><Relationship Id="rId47" Type="http://schemas.openxmlformats.org/officeDocument/2006/relationships/customXml" Target="../ink/ink190.xml"/><Relationship Id="rId50" Type="http://schemas.openxmlformats.org/officeDocument/2006/relationships/image" Target="../media/image2160.png"/><Relationship Id="rId55" Type="http://schemas.openxmlformats.org/officeDocument/2006/relationships/customXml" Target="../ink/ink194.xml"/><Relationship Id="rId63" Type="http://schemas.openxmlformats.org/officeDocument/2006/relationships/customXml" Target="../ink/ink198.xml"/><Relationship Id="rId7" Type="http://schemas.openxmlformats.org/officeDocument/2006/relationships/customXml" Target="../ink/ink170.xml"/><Relationship Id="rId2" Type="http://schemas.openxmlformats.org/officeDocument/2006/relationships/image" Target="../media/image23.png"/><Relationship Id="rId16" Type="http://schemas.openxmlformats.org/officeDocument/2006/relationships/image" Target="../media/image1990.png"/><Relationship Id="rId29" Type="http://schemas.openxmlformats.org/officeDocument/2006/relationships/customXml" Target="../ink/ink181.xml"/><Relationship Id="rId11" Type="http://schemas.openxmlformats.org/officeDocument/2006/relationships/customXml" Target="../ink/ink172.xml"/><Relationship Id="rId24" Type="http://schemas.openxmlformats.org/officeDocument/2006/relationships/image" Target="../media/image2030.png"/><Relationship Id="rId32" Type="http://schemas.openxmlformats.org/officeDocument/2006/relationships/image" Target="../media/image2070.png"/><Relationship Id="rId37" Type="http://schemas.openxmlformats.org/officeDocument/2006/relationships/customXml" Target="../ink/ink185.xml"/><Relationship Id="rId40" Type="http://schemas.openxmlformats.org/officeDocument/2006/relationships/image" Target="../media/image2111.png"/><Relationship Id="rId45" Type="http://schemas.openxmlformats.org/officeDocument/2006/relationships/customXml" Target="../ink/ink189.xml"/><Relationship Id="rId53" Type="http://schemas.openxmlformats.org/officeDocument/2006/relationships/customXml" Target="../ink/ink193.xml"/><Relationship Id="rId58" Type="http://schemas.openxmlformats.org/officeDocument/2006/relationships/image" Target="../media/image2200.png"/><Relationship Id="rId5" Type="http://schemas.openxmlformats.org/officeDocument/2006/relationships/customXml" Target="../ink/ink169.xml"/><Relationship Id="rId61" Type="http://schemas.openxmlformats.org/officeDocument/2006/relationships/customXml" Target="../ink/ink197.xml"/><Relationship Id="rId19" Type="http://schemas.openxmlformats.org/officeDocument/2006/relationships/customXml" Target="../ink/ink176.xml"/><Relationship Id="rId14" Type="http://schemas.openxmlformats.org/officeDocument/2006/relationships/image" Target="../media/image1980.png"/><Relationship Id="rId22" Type="http://schemas.openxmlformats.org/officeDocument/2006/relationships/image" Target="../media/image2020.png"/><Relationship Id="rId27" Type="http://schemas.openxmlformats.org/officeDocument/2006/relationships/customXml" Target="../ink/ink180.xml"/><Relationship Id="rId30" Type="http://schemas.openxmlformats.org/officeDocument/2006/relationships/image" Target="../media/image2060.png"/><Relationship Id="rId35" Type="http://schemas.openxmlformats.org/officeDocument/2006/relationships/customXml" Target="../ink/ink184.xml"/><Relationship Id="rId43" Type="http://schemas.openxmlformats.org/officeDocument/2006/relationships/customXml" Target="../ink/ink188.xml"/><Relationship Id="rId48" Type="http://schemas.openxmlformats.org/officeDocument/2006/relationships/image" Target="../media/image2150.png"/><Relationship Id="rId56" Type="http://schemas.openxmlformats.org/officeDocument/2006/relationships/image" Target="../media/image2190.png"/><Relationship Id="rId64" Type="http://schemas.openxmlformats.org/officeDocument/2006/relationships/image" Target="../media/image2230.png"/><Relationship Id="rId8" Type="http://schemas.openxmlformats.org/officeDocument/2006/relationships/image" Target="../media/image1950.png"/><Relationship Id="rId51" Type="http://schemas.openxmlformats.org/officeDocument/2006/relationships/customXml" Target="../ink/ink192.xml"/><Relationship Id="rId3" Type="http://schemas.openxmlformats.org/officeDocument/2006/relationships/customXml" Target="../ink/ink168.xml"/><Relationship Id="rId12" Type="http://schemas.openxmlformats.org/officeDocument/2006/relationships/image" Target="../media/image1970.png"/><Relationship Id="rId17" Type="http://schemas.openxmlformats.org/officeDocument/2006/relationships/customXml" Target="../ink/ink175.xml"/><Relationship Id="rId25" Type="http://schemas.openxmlformats.org/officeDocument/2006/relationships/customXml" Target="../ink/ink179.xml"/><Relationship Id="rId33" Type="http://schemas.openxmlformats.org/officeDocument/2006/relationships/customXml" Target="../ink/ink183.xml"/><Relationship Id="rId38" Type="http://schemas.openxmlformats.org/officeDocument/2006/relationships/image" Target="../media/image2100.png"/><Relationship Id="rId46" Type="http://schemas.openxmlformats.org/officeDocument/2006/relationships/image" Target="../media/image2140.png"/><Relationship Id="rId59" Type="http://schemas.openxmlformats.org/officeDocument/2006/relationships/customXml" Target="../ink/ink196.xml"/><Relationship Id="rId20" Type="http://schemas.openxmlformats.org/officeDocument/2006/relationships/image" Target="../media/image2011.png"/><Relationship Id="rId41" Type="http://schemas.openxmlformats.org/officeDocument/2006/relationships/customXml" Target="../ink/ink187.xml"/><Relationship Id="rId54" Type="http://schemas.openxmlformats.org/officeDocument/2006/relationships/image" Target="../media/image2180.png"/><Relationship Id="rId62" Type="http://schemas.openxmlformats.org/officeDocument/2006/relationships/image" Target="../media/image22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40.png"/><Relationship Id="rId15" Type="http://schemas.openxmlformats.org/officeDocument/2006/relationships/customXml" Target="../ink/ink174.xml"/><Relationship Id="rId23" Type="http://schemas.openxmlformats.org/officeDocument/2006/relationships/customXml" Target="../ink/ink178.xml"/><Relationship Id="rId28" Type="http://schemas.openxmlformats.org/officeDocument/2006/relationships/image" Target="../media/image2050.png"/><Relationship Id="rId36" Type="http://schemas.openxmlformats.org/officeDocument/2006/relationships/image" Target="../media/image2090.png"/><Relationship Id="rId49" Type="http://schemas.openxmlformats.org/officeDocument/2006/relationships/customXml" Target="../ink/ink191.xml"/><Relationship Id="rId57" Type="http://schemas.openxmlformats.org/officeDocument/2006/relationships/customXml" Target="../ink/ink195.xml"/><Relationship Id="rId10" Type="http://schemas.openxmlformats.org/officeDocument/2006/relationships/image" Target="../media/image1960.png"/><Relationship Id="rId31" Type="http://schemas.openxmlformats.org/officeDocument/2006/relationships/customXml" Target="../ink/ink182.xml"/><Relationship Id="rId44" Type="http://schemas.openxmlformats.org/officeDocument/2006/relationships/image" Target="../media/image2130.png"/><Relationship Id="rId52" Type="http://schemas.openxmlformats.org/officeDocument/2006/relationships/image" Target="../media/image2170.png"/><Relationship Id="rId60" Type="http://schemas.openxmlformats.org/officeDocument/2006/relationships/image" Target="../media/image2211.png"/><Relationship Id="rId4" Type="http://schemas.openxmlformats.org/officeDocument/2006/relationships/image" Target="../media/image412.png"/><Relationship Id="rId9" Type="http://schemas.openxmlformats.org/officeDocument/2006/relationships/customXml" Target="../ink/ink171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90.png"/><Relationship Id="rId18" Type="http://schemas.openxmlformats.org/officeDocument/2006/relationships/customXml" Target="../ink/ink206.xml"/><Relationship Id="rId26" Type="http://schemas.openxmlformats.org/officeDocument/2006/relationships/customXml" Target="../ink/ink210.xml"/><Relationship Id="rId39" Type="http://schemas.openxmlformats.org/officeDocument/2006/relationships/image" Target="../media/image2420.png"/><Relationship Id="rId21" Type="http://schemas.openxmlformats.org/officeDocument/2006/relationships/image" Target="../media/image2330.png"/><Relationship Id="rId34" Type="http://schemas.openxmlformats.org/officeDocument/2006/relationships/customXml" Target="../ink/ink214.xml"/><Relationship Id="rId42" Type="http://schemas.openxmlformats.org/officeDocument/2006/relationships/customXml" Target="../ink/ink218.xml"/><Relationship Id="rId47" Type="http://schemas.openxmlformats.org/officeDocument/2006/relationships/image" Target="../media/image2460.png"/><Relationship Id="rId50" Type="http://schemas.openxmlformats.org/officeDocument/2006/relationships/customXml" Target="../ink/ink222.xml"/><Relationship Id="rId55" Type="http://schemas.openxmlformats.org/officeDocument/2006/relationships/image" Target="../media/image2500.png"/><Relationship Id="rId7" Type="http://schemas.openxmlformats.org/officeDocument/2006/relationships/image" Target="../media/image2260.png"/><Relationship Id="rId2" Type="http://schemas.openxmlformats.org/officeDocument/2006/relationships/image" Target="../media/image24.png"/><Relationship Id="rId16" Type="http://schemas.openxmlformats.org/officeDocument/2006/relationships/customXml" Target="../ink/ink205.xml"/><Relationship Id="rId29" Type="http://schemas.openxmlformats.org/officeDocument/2006/relationships/image" Target="../media/image2370.png"/><Relationship Id="rId11" Type="http://schemas.openxmlformats.org/officeDocument/2006/relationships/image" Target="../media/image2280.png"/><Relationship Id="rId24" Type="http://schemas.openxmlformats.org/officeDocument/2006/relationships/customXml" Target="../ink/ink209.xml"/><Relationship Id="rId32" Type="http://schemas.openxmlformats.org/officeDocument/2006/relationships/customXml" Target="../ink/ink213.xml"/><Relationship Id="rId37" Type="http://schemas.openxmlformats.org/officeDocument/2006/relationships/image" Target="../media/image2411.png"/><Relationship Id="rId40" Type="http://schemas.openxmlformats.org/officeDocument/2006/relationships/customXml" Target="../ink/ink217.xml"/><Relationship Id="rId45" Type="http://schemas.openxmlformats.org/officeDocument/2006/relationships/image" Target="../media/image2450.png"/><Relationship Id="rId53" Type="http://schemas.openxmlformats.org/officeDocument/2006/relationships/image" Target="../media/image2490.png"/><Relationship Id="rId5" Type="http://schemas.openxmlformats.org/officeDocument/2006/relationships/image" Target="../media/image2250.png"/><Relationship Id="rId10" Type="http://schemas.openxmlformats.org/officeDocument/2006/relationships/customXml" Target="../ink/ink202.xml"/><Relationship Id="rId19" Type="http://schemas.openxmlformats.org/officeDocument/2006/relationships/image" Target="../media/image2320.png"/><Relationship Id="rId31" Type="http://schemas.openxmlformats.org/officeDocument/2006/relationships/image" Target="../media/image2380.png"/><Relationship Id="rId44" Type="http://schemas.openxmlformats.org/officeDocument/2006/relationships/customXml" Target="../ink/ink219.xml"/><Relationship Id="rId52" Type="http://schemas.openxmlformats.org/officeDocument/2006/relationships/customXml" Target="../ink/ink223.xml"/><Relationship Id="rId9" Type="http://schemas.openxmlformats.org/officeDocument/2006/relationships/image" Target="../media/image2270.png"/><Relationship Id="rId14" Type="http://schemas.openxmlformats.org/officeDocument/2006/relationships/customXml" Target="../ink/ink204.xml"/><Relationship Id="rId22" Type="http://schemas.openxmlformats.org/officeDocument/2006/relationships/customXml" Target="../ink/ink208.xml"/><Relationship Id="rId27" Type="http://schemas.openxmlformats.org/officeDocument/2006/relationships/image" Target="../media/image2360.png"/><Relationship Id="rId30" Type="http://schemas.openxmlformats.org/officeDocument/2006/relationships/customXml" Target="../ink/ink212.xml"/><Relationship Id="rId35" Type="http://schemas.openxmlformats.org/officeDocument/2006/relationships/image" Target="../media/image2400.png"/><Relationship Id="rId43" Type="http://schemas.openxmlformats.org/officeDocument/2006/relationships/image" Target="../media/image2440.png"/><Relationship Id="rId48" Type="http://schemas.openxmlformats.org/officeDocument/2006/relationships/customXml" Target="../ink/ink221.xml"/><Relationship Id="rId8" Type="http://schemas.openxmlformats.org/officeDocument/2006/relationships/customXml" Target="../ink/ink201.xml"/><Relationship Id="rId51" Type="http://schemas.openxmlformats.org/officeDocument/2006/relationships/image" Target="../media/image2480.png"/><Relationship Id="rId3" Type="http://schemas.openxmlformats.org/officeDocument/2006/relationships/customXml" Target="../ink/ink199.xml"/><Relationship Id="rId12" Type="http://schemas.openxmlformats.org/officeDocument/2006/relationships/customXml" Target="../ink/ink203.xml"/><Relationship Id="rId17" Type="http://schemas.openxmlformats.org/officeDocument/2006/relationships/image" Target="../media/image2311.png"/><Relationship Id="rId25" Type="http://schemas.openxmlformats.org/officeDocument/2006/relationships/image" Target="../media/image2350.png"/><Relationship Id="rId33" Type="http://schemas.openxmlformats.org/officeDocument/2006/relationships/image" Target="../media/image2390.png"/><Relationship Id="rId38" Type="http://schemas.openxmlformats.org/officeDocument/2006/relationships/customXml" Target="../ink/ink216.xml"/><Relationship Id="rId46" Type="http://schemas.openxmlformats.org/officeDocument/2006/relationships/customXml" Target="../ink/ink220.xml"/><Relationship Id="rId20" Type="http://schemas.openxmlformats.org/officeDocument/2006/relationships/customXml" Target="../ink/ink207.xml"/><Relationship Id="rId41" Type="http://schemas.openxmlformats.org/officeDocument/2006/relationships/image" Target="../media/image2430.png"/><Relationship Id="rId54" Type="http://schemas.openxmlformats.org/officeDocument/2006/relationships/customXml" Target="../ink/ink22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0.xml"/><Relationship Id="rId15" Type="http://schemas.openxmlformats.org/officeDocument/2006/relationships/image" Target="../media/image2300.png"/><Relationship Id="rId23" Type="http://schemas.openxmlformats.org/officeDocument/2006/relationships/image" Target="../media/image2340.png"/><Relationship Id="rId28" Type="http://schemas.openxmlformats.org/officeDocument/2006/relationships/customXml" Target="../ink/ink211.xml"/><Relationship Id="rId36" Type="http://schemas.openxmlformats.org/officeDocument/2006/relationships/customXml" Target="../ink/ink215.xml"/><Relationship Id="rId49" Type="http://schemas.openxmlformats.org/officeDocument/2006/relationships/image" Target="../media/image2470.png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6300.png"/><Relationship Id="rId21" Type="http://schemas.openxmlformats.org/officeDocument/2006/relationships/customXml" Target="../ink/ink233.xml"/><Relationship Id="rId42" Type="http://schemas.openxmlformats.org/officeDocument/2006/relationships/image" Target="../media/image2711.png"/><Relationship Id="rId47" Type="http://schemas.openxmlformats.org/officeDocument/2006/relationships/customXml" Target="../ink/ink246.xml"/><Relationship Id="rId63" Type="http://schemas.openxmlformats.org/officeDocument/2006/relationships/customXml" Target="../ink/ink254.xml"/><Relationship Id="rId68" Type="http://schemas.openxmlformats.org/officeDocument/2006/relationships/image" Target="../media/image28400.png"/><Relationship Id="rId84" Type="http://schemas.openxmlformats.org/officeDocument/2006/relationships/image" Target="../media/image2920.png"/><Relationship Id="rId16" Type="http://schemas.openxmlformats.org/officeDocument/2006/relationships/image" Target="../media/image2580.png"/><Relationship Id="rId11" Type="http://schemas.openxmlformats.org/officeDocument/2006/relationships/customXml" Target="../ink/ink228.xml"/><Relationship Id="rId32" Type="http://schemas.openxmlformats.org/officeDocument/2006/relationships/image" Target="../media/image26600.png"/><Relationship Id="rId37" Type="http://schemas.openxmlformats.org/officeDocument/2006/relationships/customXml" Target="../ink/ink241.xml"/><Relationship Id="rId53" Type="http://schemas.openxmlformats.org/officeDocument/2006/relationships/customXml" Target="../ink/ink249.xml"/><Relationship Id="rId58" Type="http://schemas.openxmlformats.org/officeDocument/2006/relationships/image" Target="../media/image2790.png"/><Relationship Id="rId74" Type="http://schemas.openxmlformats.org/officeDocument/2006/relationships/image" Target="../media/image28700.png"/><Relationship Id="rId79" Type="http://schemas.openxmlformats.org/officeDocument/2006/relationships/customXml" Target="../ink/ink262.xml"/><Relationship Id="rId19" Type="http://schemas.openxmlformats.org/officeDocument/2006/relationships/customXml" Target="../ink/ink232.xml"/><Relationship Id="rId14" Type="http://schemas.openxmlformats.org/officeDocument/2006/relationships/image" Target="../media/image2570.png"/><Relationship Id="rId22" Type="http://schemas.openxmlformats.org/officeDocument/2006/relationships/image" Target="../media/image2611.png"/><Relationship Id="rId27" Type="http://schemas.openxmlformats.org/officeDocument/2006/relationships/customXml" Target="../ink/ink236.xml"/><Relationship Id="rId30" Type="http://schemas.openxmlformats.org/officeDocument/2006/relationships/image" Target="../media/image26500.png"/><Relationship Id="rId35" Type="http://schemas.openxmlformats.org/officeDocument/2006/relationships/customXml" Target="../ink/ink240.xml"/><Relationship Id="rId43" Type="http://schemas.openxmlformats.org/officeDocument/2006/relationships/customXml" Target="../ink/ink244.xml"/><Relationship Id="rId48" Type="http://schemas.openxmlformats.org/officeDocument/2006/relationships/image" Target="../media/image2740.png"/><Relationship Id="rId56" Type="http://schemas.openxmlformats.org/officeDocument/2006/relationships/image" Target="../media/image2780.png"/><Relationship Id="rId64" Type="http://schemas.openxmlformats.org/officeDocument/2006/relationships/image" Target="../media/image2820.png"/><Relationship Id="rId69" Type="http://schemas.openxmlformats.org/officeDocument/2006/relationships/customXml" Target="../ink/ink257.xml"/><Relationship Id="rId77" Type="http://schemas.openxmlformats.org/officeDocument/2006/relationships/customXml" Target="../ink/ink261.xml"/><Relationship Id="rId8" Type="http://schemas.openxmlformats.org/officeDocument/2006/relationships/image" Target="../media/image2540.png"/><Relationship Id="rId51" Type="http://schemas.openxmlformats.org/officeDocument/2006/relationships/customXml" Target="../ink/ink248.xml"/><Relationship Id="rId72" Type="http://schemas.openxmlformats.org/officeDocument/2006/relationships/image" Target="../media/image28600.png"/><Relationship Id="rId80" Type="http://schemas.openxmlformats.org/officeDocument/2006/relationships/image" Target="../media/image29000.png"/><Relationship Id="rId85" Type="http://schemas.openxmlformats.org/officeDocument/2006/relationships/customXml" Target="../ink/ink265.xml"/><Relationship Id="rId3" Type="http://schemas.openxmlformats.org/officeDocument/2006/relationships/image" Target="../media/image26.png"/><Relationship Id="rId12" Type="http://schemas.openxmlformats.org/officeDocument/2006/relationships/image" Target="../media/image2560.png"/><Relationship Id="rId17" Type="http://schemas.openxmlformats.org/officeDocument/2006/relationships/customXml" Target="../ink/ink231.xml"/><Relationship Id="rId25" Type="http://schemas.openxmlformats.org/officeDocument/2006/relationships/customXml" Target="../ink/ink235.xml"/><Relationship Id="rId33" Type="http://schemas.openxmlformats.org/officeDocument/2006/relationships/customXml" Target="../ink/ink239.xml"/><Relationship Id="rId38" Type="http://schemas.openxmlformats.org/officeDocument/2006/relationships/image" Target="../media/image26900.png"/><Relationship Id="rId46" Type="http://schemas.openxmlformats.org/officeDocument/2006/relationships/image" Target="../media/image2730.png"/><Relationship Id="rId59" Type="http://schemas.openxmlformats.org/officeDocument/2006/relationships/customXml" Target="../ink/ink252.xml"/><Relationship Id="rId67" Type="http://schemas.openxmlformats.org/officeDocument/2006/relationships/customXml" Target="../ink/ink256.xml"/><Relationship Id="rId20" Type="http://schemas.openxmlformats.org/officeDocument/2006/relationships/image" Target="../media/image26000.png"/><Relationship Id="rId41" Type="http://schemas.openxmlformats.org/officeDocument/2006/relationships/customXml" Target="../ink/ink243.xml"/><Relationship Id="rId54" Type="http://schemas.openxmlformats.org/officeDocument/2006/relationships/image" Target="../media/image27700.png"/><Relationship Id="rId62" Type="http://schemas.openxmlformats.org/officeDocument/2006/relationships/image" Target="../media/image2811.png"/><Relationship Id="rId70" Type="http://schemas.openxmlformats.org/officeDocument/2006/relationships/image" Target="../media/image28500.png"/><Relationship Id="rId75" Type="http://schemas.openxmlformats.org/officeDocument/2006/relationships/customXml" Target="../ink/ink260.xml"/><Relationship Id="rId83" Type="http://schemas.openxmlformats.org/officeDocument/2006/relationships/customXml" Target="../ink/ink26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30.png"/><Relationship Id="rId15" Type="http://schemas.openxmlformats.org/officeDocument/2006/relationships/customXml" Target="../ink/ink230.xml"/><Relationship Id="rId23" Type="http://schemas.openxmlformats.org/officeDocument/2006/relationships/customXml" Target="../ink/ink234.xml"/><Relationship Id="rId28" Type="http://schemas.openxmlformats.org/officeDocument/2006/relationships/image" Target="../media/image26400.png"/><Relationship Id="rId36" Type="http://schemas.openxmlformats.org/officeDocument/2006/relationships/image" Target="../media/image26800.png"/><Relationship Id="rId49" Type="http://schemas.openxmlformats.org/officeDocument/2006/relationships/customXml" Target="../ink/ink247.xml"/><Relationship Id="rId57" Type="http://schemas.openxmlformats.org/officeDocument/2006/relationships/customXml" Target="../ink/ink251.xml"/><Relationship Id="rId10" Type="http://schemas.openxmlformats.org/officeDocument/2006/relationships/image" Target="../media/image2550.png"/><Relationship Id="rId31" Type="http://schemas.openxmlformats.org/officeDocument/2006/relationships/customXml" Target="../ink/ink238.xml"/><Relationship Id="rId44" Type="http://schemas.openxmlformats.org/officeDocument/2006/relationships/image" Target="../media/image2720.png"/><Relationship Id="rId52" Type="http://schemas.openxmlformats.org/officeDocument/2006/relationships/image" Target="../media/image2760.png"/><Relationship Id="rId60" Type="http://schemas.openxmlformats.org/officeDocument/2006/relationships/image" Target="../media/image2800.png"/><Relationship Id="rId65" Type="http://schemas.openxmlformats.org/officeDocument/2006/relationships/customXml" Target="../ink/ink255.xml"/><Relationship Id="rId73" Type="http://schemas.openxmlformats.org/officeDocument/2006/relationships/customXml" Target="../ink/ink259.xml"/><Relationship Id="rId78" Type="http://schemas.openxmlformats.org/officeDocument/2006/relationships/image" Target="../media/image28900.png"/><Relationship Id="rId81" Type="http://schemas.openxmlformats.org/officeDocument/2006/relationships/customXml" Target="../ink/ink263.xml"/><Relationship Id="rId86" Type="http://schemas.openxmlformats.org/officeDocument/2006/relationships/image" Target="../media/image2930.png"/><Relationship Id="rId4" Type="http://schemas.openxmlformats.org/officeDocument/2006/relationships/customXml" Target="../ink/ink225.xml"/><Relationship Id="rId9" Type="http://schemas.openxmlformats.org/officeDocument/2006/relationships/customXml" Target="../ink/ink227.xml"/><Relationship Id="rId13" Type="http://schemas.openxmlformats.org/officeDocument/2006/relationships/customXml" Target="../ink/ink229.xml"/><Relationship Id="rId18" Type="http://schemas.openxmlformats.org/officeDocument/2006/relationships/image" Target="../media/image2590.png"/><Relationship Id="rId39" Type="http://schemas.openxmlformats.org/officeDocument/2006/relationships/customXml" Target="../ink/ink242.xml"/><Relationship Id="rId34" Type="http://schemas.openxmlformats.org/officeDocument/2006/relationships/image" Target="../media/image26700.png"/><Relationship Id="rId50" Type="http://schemas.openxmlformats.org/officeDocument/2006/relationships/image" Target="../media/image2750.png"/><Relationship Id="rId55" Type="http://schemas.openxmlformats.org/officeDocument/2006/relationships/customXml" Target="../ink/ink250.xml"/><Relationship Id="rId76" Type="http://schemas.openxmlformats.org/officeDocument/2006/relationships/image" Target="../media/image28800.png"/><Relationship Id="rId7" Type="http://schemas.openxmlformats.org/officeDocument/2006/relationships/customXml" Target="../ink/ink226.xml"/><Relationship Id="rId71" Type="http://schemas.openxmlformats.org/officeDocument/2006/relationships/customXml" Target="../ink/ink258.xml"/><Relationship Id="rId2" Type="http://schemas.openxmlformats.org/officeDocument/2006/relationships/image" Target="../media/image25.png"/><Relationship Id="rId29" Type="http://schemas.openxmlformats.org/officeDocument/2006/relationships/customXml" Target="../ink/ink237.xml"/><Relationship Id="rId24" Type="http://schemas.openxmlformats.org/officeDocument/2006/relationships/image" Target="../media/image26200.png"/><Relationship Id="rId40" Type="http://schemas.openxmlformats.org/officeDocument/2006/relationships/image" Target="../media/image27000.png"/><Relationship Id="rId45" Type="http://schemas.openxmlformats.org/officeDocument/2006/relationships/customXml" Target="../ink/ink245.xml"/><Relationship Id="rId66" Type="http://schemas.openxmlformats.org/officeDocument/2006/relationships/image" Target="../media/image28300.png"/><Relationship Id="rId61" Type="http://schemas.openxmlformats.org/officeDocument/2006/relationships/customXml" Target="../ink/ink253.xml"/><Relationship Id="rId82" Type="http://schemas.openxmlformats.org/officeDocument/2006/relationships/image" Target="../media/image29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1" Type="http://schemas.openxmlformats.org/officeDocument/2006/relationships/image" Target="../media/image2910.png"/><Relationship Id="rId42" Type="http://schemas.openxmlformats.org/officeDocument/2006/relationships/customXml" Target="../ink/ink284.xml"/><Relationship Id="rId63" Type="http://schemas.openxmlformats.org/officeDocument/2006/relationships/image" Target="../media/image50.png"/><Relationship Id="rId84" Type="http://schemas.openxmlformats.org/officeDocument/2006/relationships/customXml" Target="../ink/ink305.xml"/><Relationship Id="rId138" Type="http://schemas.openxmlformats.org/officeDocument/2006/relationships/customXml" Target="../ink/ink332.xml"/><Relationship Id="rId107" Type="http://schemas.openxmlformats.org/officeDocument/2006/relationships/image" Target="../media/image139.png"/><Relationship Id="rId11" Type="http://schemas.openxmlformats.org/officeDocument/2006/relationships/image" Target="../media/image245.png"/><Relationship Id="rId32" Type="http://schemas.openxmlformats.org/officeDocument/2006/relationships/customXml" Target="../ink/ink279.xml"/><Relationship Id="rId37" Type="http://schemas.openxmlformats.org/officeDocument/2006/relationships/image" Target="../media/image37.png"/><Relationship Id="rId53" Type="http://schemas.openxmlformats.org/officeDocument/2006/relationships/image" Target="../media/image45.png"/><Relationship Id="rId58" Type="http://schemas.openxmlformats.org/officeDocument/2006/relationships/customXml" Target="../ink/ink292.xml"/><Relationship Id="rId74" Type="http://schemas.openxmlformats.org/officeDocument/2006/relationships/customXml" Target="../ink/ink300.xml"/><Relationship Id="rId79" Type="http://schemas.openxmlformats.org/officeDocument/2006/relationships/image" Target="../media/image109.png"/><Relationship Id="rId102" Type="http://schemas.openxmlformats.org/officeDocument/2006/relationships/customXml" Target="../ink/ink314.xml"/><Relationship Id="rId123" Type="http://schemas.openxmlformats.org/officeDocument/2006/relationships/image" Target="../media/image147.png"/><Relationship Id="rId128" Type="http://schemas.openxmlformats.org/officeDocument/2006/relationships/customXml" Target="../ink/ink327.xml"/><Relationship Id="rId5" Type="http://schemas.openxmlformats.org/officeDocument/2006/relationships/customXml" Target="../ink/ink266.xml"/><Relationship Id="rId90" Type="http://schemas.openxmlformats.org/officeDocument/2006/relationships/customXml" Target="../ink/ink308.xml"/><Relationship Id="rId95" Type="http://schemas.openxmlformats.org/officeDocument/2006/relationships/image" Target="../media/image133.png"/><Relationship Id="rId22" Type="http://schemas.openxmlformats.org/officeDocument/2006/relationships/customXml" Target="../ink/ink274.xml"/><Relationship Id="rId27" Type="http://schemas.openxmlformats.org/officeDocument/2006/relationships/image" Target="../media/image3210.png"/><Relationship Id="rId43" Type="http://schemas.openxmlformats.org/officeDocument/2006/relationships/image" Target="../media/image40.png"/><Relationship Id="rId48" Type="http://schemas.openxmlformats.org/officeDocument/2006/relationships/customXml" Target="../ink/ink287.xml"/><Relationship Id="rId64" Type="http://schemas.openxmlformats.org/officeDocument/2006/relationships/customXml" Target="../ink/ink295.xml"/><Relationship Id="rId69" Type="http://schemas.openxmlformats.org/officeDocument/2006/relationships/image" Target="../media/image53.png"/><Relationship Id="rId113" Type="http://schemas.openxmlformats.org/officeDocument/2006/relationships/image" Target="../media/image142.png"/><Relationship Id="rId118" Type="http://schemas.openxmlformats.org/officeDocument/2006/relationships/customXml" Target="../ink/ink322.xml"/><Relationship Id="rId134" Type="http://schemas.openxmlformats.org/officeDocument/2006/relationships/customXml" Target="../ink/ink330.xml"/><Relationship Id="rId139" Type="http://schemas.openxmlformats.org/officeDocument/2006/relationships/image" Target="../media/image155.png"/><Relationship Id="rId80" Type="http://schemas.openxmlformats.org/officeDocument/2006/relationships/customXml" Target="../ink/ink303.xml"/><Relationship Id="rId85" Type="http://schemas.openxmlformats.org/officeDocument/2006/relationships/image" Target="../media/image112.png"/><Relationship Id="rId12" Type="http://schemas.openxmlformats.org/officeDocument/2006/relationships/customXml" Target="../ink/ink269.xml"/><Relationship Id="rId17" Type="http://schemas.openxmlformats.org/officeDocument/2006/relationships/image" Target="../media/image2710.png"/><Relationship Id="rId33" Type="http://schemas.openxmlformats.org/officeDocument/2006/relationships/image" Target="../media/image35.png"/><Relationship Id="rId38" Type="http://schemas.openxmlformats.org/officeDocument/2006/relationships/customXml" Target="../ink/ink282.xml"/><Relationship Id="rId59" Type="http://schemas.openxmlformats.org/officeDocument/2006/relationships/image" Target="../media/image48.png"/><Relationship Id="rId103" Type="http://schemas.openxmlformats.org/officeDocument/2006/relationships/image" Target="../media/image137.png"/><Relationship Id="rId108" Type="http://schemas.openxmlformats.org/officeDocument/2006/relationships/customXml" Target="../ink/ink317.xml"/><Relationship Id="rId124" Type="http://schemas.openxmlformats.org/officeDocument/2006/relationships/customXml" Target="../ink/ink325.xml"/><Relationship Id="rId129" Type="http://schemas.openxmlformats.org/officeDocument/2006/relationships/image" Target="../media/image150.png"/><Relationship Id="rId54" Type="http://schemas.openxmlformats.org/officeDocument/2006/relationships/customXml" Target="../ink/ink290.xml"/><Relationship Id="rId70" Type="http://schemas.openxmlformats.org/officeDocument/2006/relationships/customXml" Target="../ink/ink298.xml"/><Relationship Id="rId75" Type="http://schemas.openxmlformats.org/officeDocument/2006/relationships/image" Target="../media/image56.png"/><Relationship Id="rId91" Type="http://schemas.openxmlformats.org/officeDocument/2006/relationships/image" Target="../media/image131.png"/><Relationship Id="rId96" Type="http://schemas.openxmlformats.org/officeDocument/2006/relationships/customXml" Target="../ink/ink311.xml"/><Relationship Id="rId140" Type="http://schemas.openxmlformats.org/officeDocument/2006/relationships/customXml" Target="../ink/ink333.xml"/><Relationship Id="rId1" Type="http://schemas.openxmlformats.org/officeDocument/2006/relationships/slideLayout" Target="../slideLayouts/slideLayout7.xml"/><Relationship Id="rId23" Type="http://schemas.openxmlformats.org/officeDocument/2006/relationships/image" Target="../media/image309.png"/><Relationship Id="rId28" Type="http://schemas.openxmlformats.org/officeDocument/2006/relationships/customXml" Target="../ink/ink277.xml"/><Relationship Id="rId49" Type="http://schemas.openxmlformats.org/officeDocument/2006/relationships/image" Target="../media/image43.png"/><Relationship Id="rId114" Type="http://schemas.openxmlformats.org/officeDocument/2006/relationships/customXml" Target="../ink/ink320.xml"/><Relationship Id="rId119" Type="http://schemas.openxmlformats.org/officeDocument/2006/relationships/image" Target="../media/image145.png"/><Relationship Id="rId44" Type="http://schemas.openxmlformats.org/officeDocument/2006/relationships/customXml" Target="../ink/ink285.xml"/><Relationship Id="rId60" Type="http://schemas.openxmlformats.org/officeDocument/2006/relationships/customXml" Target="../ink/ink293.xml"/><Relationship Id="rId65" Type="http://schemas.openxmlformats.org/officeDocument/2006/relationships/image" Target="../media/image51.png"/><Relationship Id="rId81" Type="http://schemas.openxmlformats.org/officeDocument/2006/relationships/image" Target="../media/image110.png"/><Relationship Id="rId86" Type="http://schemas.openxmlformats.org/officeDocument/2006/relationships/customXml" Target="../ink/ink306.xml"/><Relationship Id="rId130" Type="http://schemas.openxmlformats.org/officeDocument/2006/relationships/customXml" Target="../ink/ink328.xml"/><Relationship Id="rId135" Type="http://schemas.openxmlformats.org/officeDocument/2006/relationships/image" Target="../media/image153.png"/><Relationship Id="rId13" Type="http://schemas.openxmlformats.org/officeDocument/2006/relationships/image" Target="../media/image2510.png"/><Relationship Id="rId18" Type="http://schemas.openxmlformats.org/officeDocument/2006/relationships/customXml" Target="../ink/ink272.xml"/><Relationship Id="rId39" Type="http://schemas.openxmlformats.org/officeDocument/2006/relationships/image" Target="../media/image38.png"/><Relationship Id="rId109" Type="http://schemas.openxmlformats.org/officeDocument/2006/relationships/image" Target="../media/image140.png"/><Relationship Id="rId34" Type="http://schemas.openxmlformats.org/officeDocument/2006/relationships/customXml" Target="../ink/ink280.xml"/><Relationship Id="rId50" Type="http://schemas.openxmlformats.org/officeDocument/2006/relationships/customXml" Target="../ink/ink288.xml"/><Relationship Id="rId55" Type="http://schemas.openxmlformats.org/officeDocument/2006/relationships/image" Target="../media/image46.png"/><Relationship Id="rId76" Type="http://schemas.openxmlformats.org/officeDocument/2006/relationships/customXml" Target="../ink/ink301.xml"/><Relationship Id="rId97" Type="http://schemas.openxmlformats.org/officeDocument/2006/relationships/image" Target="../media/image134.png"/><Relationship Id="rId104" Type="http://schemas.openxmlformats.org/officeDocument/2006/relationships/customXml" Target="../ink/ink315.xml"/><Relationship Id="rId120" Type="http://schemas.openxmlformats.org/officeDocument/2006/relationships/customXml" Target="../ink/ink323.xml"/><Relationship Id="rId125" Type="http://schemas.openxmlformats.org/officeDocument/2006/relationships/image" Target="../media/image148.png"/><Relationship Id="rId141" Type="http://schemas.openxmlformats.org/officeDocument/2006/relationships/image" Target="../media/image156.png"/><Relationship Id="rId7" Type="http://schemas.openxmlformats.org/officeDocument/2006/relationships/image" Target="../media/image221.png"/><Relationship Id="rId71" Type="http://schemas.openxmlformats.org/officeDocument/2006/relationships/image" Target="../media/image54.png"/><Relationship Id="rId92" Type="http://schemas.openxmlformats.org/officeDocument/2006/relationships/customXml" Target="../ink/ink309.xml"/><Relationship Id="rId2" Type="http://schemas.openxmlformats.org/officeDocument/2006/relationships/image" Target="../media/image23.png"/><Relationship Id="rId29" Type="http://schemas.openxmlformats.org/officeDocument/2006/relationships/image" Target="../media/image3310.png"/><Relationship Id="rId24" Type="http://schemas.openxmlformats.org/officeDocument/2006/relationships/customXml" Target="../ink/ink275.xml"/><Relationship Id="rId40" Type="http://schemas.openxmlformats.org/officeDocument/2006/relationships/customXml" Target="../ink/ink283.xml"/><Relationship Id="rId45" Type="http://schemas.openxmlformats.org/officeDocument/2006/relationships/image" Target="../media/image41.png"/><Relationship Id="rId66" Type="http://schemas.openxmlformats.org/officeDocument/2006/relationships/customXml" Target="../ink/ink296.xml"/><Relationship Id="rId87" Type="http://schemas.openxmlformats.org/officeDocument/2006/relationships/image" Target="../media/image129.png"/><Relationship Id="rId110" Type="http://schemas.openxmlformats.org/officeDocument/2006/relationships/customXml" Target="../ink/ink318.xml"/><Relationship Id="rId115" Type="http://schemas.openxmlformats.org/officeDocument/2006/relationships/image" Target="../media/image143.png"/><Relationship Id="rId131" Type="http://schemas.openxmlformats.org/officeDocument/2006/relationships/image" Target="../media/image151.png"/><Relationship Id="rId136" Type="http://schemas.openxmlformats.org/officeDocument/2006/relationships/customXml" Target="../ink/ink331.xml"/><Relationship Id="rId61" Type="http://schemas.openxmlformats.org/officeDocument/2006/relationships/image" Target="../media/image49.png"/><Relationship Id="rId82" Type="http://schemas.openxmlformats.org/officeDocument/2006/relationships/customXml" Target="../ink/ink304.xml"/><Relationship Id="rId19" Type="http://schemas.openxmlformats.org/officeDocument/2006/relationships/image" Target="../media/image2810.png"/><Relationship Id="rId14" Type="http://schemas.openxmlformats.org/officeDocument/2006/relationships/customXml" Target="../ink/ink270.xml"/><Relationship Id="rId30" Type="http://schemas.openxmlformats.org/officeDocument/2006/relationships/customXml" Target="../ink/ink278.xml"/><Relationship Id="rId35" Type="http://schemas.openxmlformats.org/officeDocument/2006/relationships/image" Target="../media/image36.png"/><Relationship Id="rId56" Type="http://schemas.openxmlformats.org/officeDocument/2006/relationships/customXml" Target="../ink/ink291.xml"/><Relationship Id="rId77" Type="http://schemas.openxmlformats.org/officeDocument/2006/relationships/image" Target="../media/image88.png"/><Relationship Id="rId100" Type="http://schemas.openxmlformats.org/officeDocument/2006/relationships/customXml" Target="../ink/ink313.xml"/><Relationship Id="rId105" Type="http://schemas.openxmlformats.org/officeDocument/2006/relationships/image" Target="../media/image138.png"/><Relationship Id="rId126" Type="http://schemas.openxmlformats.org/officeDocument/2006/relationships/customXml" Target="../ink/ink326.xml"/><Relationship Id="rId8" Type="http://schemas.openxmlformats.org/officeDocument/2006/relationships/customXml" Target="../ink/ink267.xml"/><Relationship Id="rId51" Type="http://schemas.openxmlformats.org/officeDocument/2006/relationships/image" Target="../media/image44.png"/><Relationship Id="rId72" Type="http://schemas.openxmlformats.org/officeDocument/2006/relationships/customXml" Target="../ink/ink299.xml"/><Relationship Id="rId93" Type="http://schemas.openxmlformats.org/officeDocument/2006/relationships/image" Target="../media/image132.png"/><Relationship Id="rId98" Type="http://schemas.openxmlformats.org/officeDocument/2006/relationships/customXml" Target="../ink/ink312.xml"/><Relationship Id="rId121" Type="http://schemas.openxmlformats.org/officeDocument/2006/relationships/image" Target="../media/image146.png"/><Relationship Id="rId142" Type="http://schemas.openxmlformats.org/officeDocument/2006/relationships/customXml" Target="../ink/ink334.xml"/><Relationship Id="rId3" Type="http://schemas.openxmlformats.org/officeDocument/2006/relationships/image" Target="../media/image32.png"/><Relationship Id="rId25" Type="http://schemas.openxmlformats.org/officeDocument/2006/relationships/image" Target="../media/image310.png"/><Relationship Id="rId46" Type="http://schemas.openxmlformats.org/officeDocument/2006/relationships/customXml" Target="../ink/ink286.xml"/><Relationship Id="rId67" Type="http://schemas.openxmlformats.org/officeDocument/2006/relationships/image" Target="../media/image52.png"/><Relationship Id="rId116" Type="http://schemas.openxmlformats.org/officeDocument/2006/relationships/customXml" Target="../ink/ink321.xml"/><Relationship Id="rId137" Type="http://schemas.openxmlformats.org/officeDocument/2006/relationships/image" Target="../media/image154.png"/><Relationship Id="rId20" Type="http://schemas.openxmlformats.org/officeDocument/2006/relationships/customXml" Target="../ink/ink273.xml"/><Relationship Id="rId41" Type="http://schemas.openxmlformats.org/officeDocument/2006/relationships/image" Target="../media/image39.png"/><Relationship Id="rId62" Type="http://schemas.openxmlformats.org/officeDocument/2006/relationships/customXml" Target="../ink/ink294.xml"/><Relationship Id="rId83" Type="http://schemas.openxmlformats.org/officeDocument/2006/relationships/image" Target="../media/image111.png"/><Relationship Id="rId88" Type="http://schemas.openxmlformats.org/officeDocument/2006/relationships/customXml" Target="../ink/ink307.xml"/><Relationship Id="rId111" Type="http://schemas.openxmlformats.org/officeDocument/2006/relationships/image" Target="../media/image141.png"/><Relationship Id="rId132" Type="http://schemas.openxmlformats.org/officeDocument/2006/relationships/customXml" Target="../ink/ink329.xml"/><Relationship Id="rId15" Type="http://schemas.openxmlformats.org/officeDocument/2006/relationships/image" Target="../media/image2610.png"/><Relationship Id="rId36" Type="http://schemas.openxmlformats.org/officeDocument/2006/relationships/customXml" Target="../ink/ink281.xml"/><Relationship Id="rId57" Type="http://schemas.openxmlformats.org/officeDocument/2006/relationships/image" Target="../media/image47.png"/><Relationship Id="rId106" Type="http://schemas.openxmlformats.org/officeDocument/2006/relationships/customXml" Target="../ink/ink316.xml"/><Relationship Id="rId127" Type="http://schemas.openxmlformats.org/officeDocument/2006/relationships/image" Target="../media/image149.png"/><Relationship Id="rId10" Type="http://schemas.openxmlformats.org/officeDocument/2006/relationships/customXml" Target="../ink/ink268.xml"/><Relationship Id="rId31" Type="http://schemas.openxmlformats.org/officeDocument/2006/relationships/image" Target="../media/image34.png"/><Relationship Id="rId52" Type="http://schemas.openxmlformats.org/officeDocument/2006/relationships/customXml" Target="../ink/ink289.xml"/><Relationship Id="rId73" Type="http://schemas.openxmlformats.org/officeDocument/2006/relationships/image" Target="../media/image55.png"/><Relationship Id="rId78" Type="http://schemas.openxmlformats.org/officeDocument/2006/relationships/customXml" Target="../ink/ink302.xml"/><Relationship Id="rId94" Type="http://schemas.openxmlformats.org/officeDocument/2006/relationships/customXml" Target="../ink/ink310.xml"/><Relationship Id="rId99" Type="http://schemas.openxmlformats.org/officeDocument/2006/relationships/image" Target="../media/image135.png"/><Relationship Id="rId101" Type="http://schemas.openxmlformats.org/officeDocument/2006/relationships/image" Target="../media/image136.png"/><Relationship Id="rId122" Type="http://schemas.openxmlformats.org/officeDocument/2006/relationships/customXml" Target="../ink/ink324.xml"/><Relationship Id="rId143" Type="http://schemas.openxmlformats.org/officeDocument/2006/relationships/image" Target="../media/image157.png"/><Relationship Id="rId4" Type="http://schemas.openxmlformats.org/officeDocument/2006/relationships/image" Target="../media/image33.png"/><Relationship Id="rId9" Type="http://schemas.openxmlformats.org/officeDocument/2006/relationships/image" Target="../media/image2310.png"/><Relationship Id="rId26" Type="http://schemas.openxmlformats.org/officeDocument/2006/relationships/customXml" Target="../ink/ink276.xml"/><Relationship Id="rId47" Type="http://schemas.openxmlformats.org/officeDocument/2006/relationships/image" Target="../media/image42.png"/><Relationship Id="rId68" Type="http://schemas.openxmlformats.org/officeDocument/2006/relationships/customXml" Target="../ink/ink297.xml"/><Relationship Id="rId89" Type="http://schemas.openxmlformats.org/officeDocument/2006/relationships/image" Target="../media/image130.png"/><Relationship Id="rId112" Type="http://schemas.openxmlformats.org/officeDocument/2006/relationships/customXml" Target="../ink/ink319.xml"/><Relationship Id="rId133" Type="http://schemas.openxmlformats.org/officeDocument/2006/relationships/image" Target="../media/image152.png"/><Relationship Id="rId16" Type="http://schemas.openxmlformats.org/officeDocument/2006/relationships/customXml" Target="../ink/ink27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37.xml"/><Relationship Id="rId13" Type="http://schemas.openxmlformats.org/officeDocument/2006/relationships/image" Target="../media/image162.png"/><Relationship Id="rId3" Type="http://schemas.openxmlformats.org/officeDocument/2006/relationships/customXml" Target="../ink/ink335.xml"/><Relationship Id="rId7" Type="http://schemas.openxmlformats.org/officeDocument/2006/relationships/image" Target="../media/image159.png"/><Relationship Id="rId12" Type="http://schemas.openxmlformats.org/officeDocument/2006/relationships/customXml" Target="../ink/ink339.xml"/><Relationship Id="rId17" Type="http://schemas.openxmlformats.org/officeDocument/2006/relationships/image" Target="../media/image164.png"/><Relationship Id="rId2" Type="http://schemas.openxmlformats.org/officeDocument/2006/relationships/image" Target="../media/image57.png"/><Relationship Id="rId16" Type="http://schemas.openxmlformats.org/officeDocument/2006/relationships/customXml" Target="../ink/ink34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36.xml"/><Relationship Id="rId11" Type="http://schemas.openxmlformats.org/officeDocument/2006/relationships/image" Target="../media/image161.png"/><Relationship Id="rId5" Type="http://schemas.openxmlformats.org/officeDocument/2006/relationships/image" Target="../media/image158.png"/><Relationship Id="rId15" Type="http://schemas.openxmlformats.org/officeDocument/2006/relationships/image" Target="../media/image163.png"/><Relationship Id="rId10" Type="http://schemas.openxmlformats.org/officeDocument/2006/relationships/customXml" Target="../ink/ink338.xml"/><Relationship Id="rId9" Type="http://schemas.openxmlformats.org/officeDocument/2006/relationships/image" Target="../media/image160.png"/><Relationship Id="rId14" Type="http://schemas.openxmlformats.org/officeDocument/2006/relationships/customXml" Target="../ink/ink340.xml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5.png"/><Relationship Id="rId21" Type="http://schemas.openxmlformats.org/officeDocument/2006/relationships/customXml" Target="../ink/ink351.xml"/><Relationship Id="rId42" Type="http://schemas.openxmlformats.org/officeDocument/2006/relationships/image" Target="../media/image183.png"/><Relationship Id="rId47" Type="http://schemas.openxmlformats.org/officeDocument/2006/relationships/customXml" Target="../ink/ink364.xml"/><Relationship Id="rId63" Type="http://schemas.openxmlformats.org/officeDocument/2006/relationships/customXml" Target="../ink/ink372.xml"/><Relationship Id="rId68" Type="http://schemas.openxmlformats.org/officeDocument/2006/relationships/image" Target="../media/image196.png"/><Relationship Id="rId84" Type="http://schemas.openxmlformats.org/officeDocument/2006/relationships/image" Target="../media/image204.png"/><Relationship Id="rId89" Type="http://schemas.openxmlformats.org/officeDocument/2006/relationships/customXml" Target="../ink/ink385.xml"/><Relationship Id="rId16" Type="http://schemas.openxmlformats.org/officeDocument/2006/relationships/image" Target="../media/image170.png"/><Relationship Id="rId11" Type="http://schemas.openxmlformats.org/officeDocument/2006/relationships/customXml" Target="../ink/ink346.xml"/><Relationship Id="rId32" Type="http://schemas.openxmlformats.org/officeDocument/2006/relationships/image" Target="../media/image178.png"/><Relationship Id="rId37" Type="http://schemas.openxmlformats.org/officeDocument/2006/relationships/customXml" Target="../ink/ink359.xml"/><Relationship Id="rId53" Type="http://schemas.openxmlformats.org/officeDocument/2006/relationships/customXml" Target="../ink/ink367.xml"/><Relationship Id="rId58" Type="http://schemas.openxmlformats.org/officeDocument/2006/relationships/image" Target="../media/image191.png"/><Relationship Id="rId74" Type="http://schemas.openxmlformats.org/officeDocument/2006/relationships/image" Target="../media/image199.png"/><Relationship Id="rId79" Type="http://schemas.openxmlformats.org/officeDocument/2006/relationships/customXml" Target="../ink/ink380.xml"/><Relationship Id="rId5" Type="http://schemas.openxmlformats.org/officeDocument/2006/relationships/customXml" Target="../ink/ink343.xml"/><Relationship Id="rId90" Type="http://schemas.openxmlformats.org/officeDocument/2006/relationships/image" Target="../media/image207.png"/><Relationship Id="rId95" Type="http://schemas.openxmlformats.org/officeDocument/2006/relationships/customXml" Target="../ink/ink388.xml"/><Relationship Id="rId22" Type="http://schemas.openxmlformats.org/officeDocument/2006/relationships/image" Target="../media/image173.png"/><Relationship Id="rId27" Type="http://schemas.openxmlformats.org/officeDocument/2006/relationships/customXml" Target="../ink/ink354.xml"/><Relationship Id="rId43" Type="http://schemas.openxmlformats.org/officeDocument/2006/relationships/customXml" Target="../ink/ink362.xml"/><Relationship Id="rId48" Type="http://schemas.openxmlformats.org/officeDocument/2006/relationships/image" Target="../media/image186.png"/><Relationship Id="rId64" Type="http://schemas.openxmlformats.org/officeDocument/2006/relationships/image" Target="../media/image194.png"/><Relationship Id="rId69" Type="http://schemas.openxmlformats.org/officeDocument/2006/relationships/customXml" Target="../ink/ink375.xml"/><Relationship Id="rId8" Type="http://schemas.openxmlformats.org/officeDocument/2006/relationships/image" Target="../media/image166.png"/><Relationship Id="rId51" Type="http://schemas.openxmlformats.org/officeDocument/2006/relationships/customXml" Target="../ink/ink366.xml"/><Relationship Id="rId72" Type="http://schemas.openxmlformats.org/officeDocument/2006/relationships/image" Target="../media/image198.png"/><Relationship Id="rId80" Type="http://schemas.openxmlformats.org/officeDocument/2006/relationships/image" Target="../media/image202.png"/><Relationship Id="rId85" Type="http://schemas.openxmlformats.org/officeDocument/2006/relationships/customXml" Target="../ink/ink383.xml"/><Relationship Id="rId93" Type="http://schemas.openxmlformats.org/officeDocument/2006/relationships/customXml" Target="../ink/ink387.xml"/><Relationship Id="rId12" Type="http://schemas.openxmlformats.org/officeDocument/2006/relationships/image" Target="../media/image168.png"/><Relationship Id="rId17" Type="http://schemas.openxmlformats.org/officeDocument/2006/relationships/customXml" Target="../ink/ink349.xml"/><Relationship Id="rId25" Type="http://schemas.openxmlformats.org/officeDocument/2006/relationships/customXml" Target="../ink/ink353.xml"/><Relationship Id="rId33" Type="http://schemas.openxmlformats.org/officeDocument/2006/relationships/customXml" Target="../ink/ink357.xml"/><Relationship Id="rId38" Type="http://schemas.openxmlformats.org/officeDocument/2006/relationships/image" Target="../media/image181.png"/><Relationship Id="rId46" Type="http://schemas.openxmlformats.org/officeDocument/2006/relationships/image" Target="../media/image185.png"/><Relationship Id="rId59" Type="http://schemas.openxmlformats.org/officeDocument/2006/relationships/customXml" Target="../ink/ink370.xml"/><Relationship Id="rId67" Type="http://schemas.openxmlformats.org/officeDocument/2006/relationships/customXml" Target="../ink/ink374.xml"/><Relationship Id="rId20" Type="http://schemas.openxmlformats.org/officeDocument/2006/relationships/image" Target="../media/image172.png"/><Relationship Id="rId41" Type="http://schemas.openxmlformats.org/officeDocument/2006/relationships/customXml" Target="../ink/ink361.xml"/><Relationship Id="rId54" Type="http://schemas.openxmlformats.org/officeDocument/2006/relationships/image" Target="../media/image189.png"/><Relationship Id="rId62" Type="http://schemas.openxmlformats.org/officeDocument/2006/relationships/image" Target="../media/image193.png"/><Relationship Id="rId70" Type="http://schemas.openxmlformats.org/officeDocument/2006/relationships/image" Target="../media/image197.png"/><Relationship Id="rId75" Type="http://schemas.openxmlformats.org/officeDocument/2006/relationships/customXml" Target="../ink/ink378.xml"/><Relationship Id="rId83" Type="http://schemas.openxmlformats.org/officeDocument/2006/relationships/customXml" Target="../ink/ink382.xml"/><Relationship Id="rId88" Type="http://schemas.openxmlformats.org/officeDocument/2006/relationships/image" Target="../media/image206.png"/><Relationship Id="rId91" Type="http://schemas.openxmlformats.org/officeDocument/2006/relationships/customXml" Target="../ink/ink386.xml"/><Relationship Id="rId96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5.png"/><Relationship Id="rId15" Type="http://schemas.openxmlformats.org/officeDocument/2006/relationships/customXml" Target="../ink/ink348.xml"/><Relationship Id="rId23" Type="http://schemas.openxmlformats.org/officeDocument/2006/relationships/customXml" Target="../ink/ink352.xml"/><Relationship Id="rId28" Type="http://schemas.openxmlformats.org/officeDocument/2006/relationships/image" Target="../media/image176.png"/><Relationship Id="rId36" Type="http://schemas.openxmlformats.org/officeDocument/2006/relationships/image" Target="../media/image180.png"/><Relationship Id="rId49" Type="http://schemas.openxmlformats.org/officeDocument/2006/relationships/customXml" Target="../ink/ink365.xml"/><Relationship Id="rId57" Type="http://schemas.openxmlformats.org/officeDocument/2006/relationships/customXml" Target="../ink/ink369.xml"/><Relationship Id="rId10" Type="http://schemas.openxmlformats.org/officeDocument/2006/relationships/image" Target="../media/image167.png"/><Relationship Id="rId31" Type="http://schemas.openxmlformats.org/officeDocument/2006/relationships/customXml" Target="../ink/ink356.xml"/><Relationship Id="rId44" Type="http://schemas.openxmlformats.org/officeDocument/2006/relationships/image" Target="../media/image184.png"/><Relationship Id="rId52" Type="http://schemas.openxmlformats.org/officeDocument/2006/relationships/image" Target="../media/image188.png"/><Relationship Id="rId60" Type="http://schemas.openxmlformats.org/officeDocument/2006/relationships/image" Target="../media/image192.png"/><Relationship Id="rId65" Type="http://schemas.openxmlformats.org/officeDocument/2006/relationships/customXml" Target="../ink/ink373.xml"/><Relationship Id="rId73" Type="http://schemas.openxmlformats.org/officeDocument/2006/relationships/customXml" Target="../ink/ink377.xml"/><Relationship Id="rId78" Type="http://schemas.openxmlformats.org/officeDocument/2006/relationships/image" Target="../media/image201.png"/><Relationship Id="rId81" Type="http://schemas.openxmlformats.org/officeDocument/2006/relationships/customXml" Target="../ink/ink381.xml"/><Relationship Id="rId86" Type="http://schemas.openxmlformats.org/officeDocument/2006/relationships/image" Target="../media/image205.png"/><Relationship Id="rId94" Type="http://schemas.openxmlformats.org/officeDocument/2006/relationships/image" Target="../media/image209.png"/><Relationship Id="rId4" Type="http://schemas.openxmlformats.org/officeDocument/2006/relationships/image" Target="../media/image158.png"/><Relationship Id="rId9" Type="http://schemas.openxmlformats.org/officeDocument/2006/relationships/customXml" Target="../ink/ink345.xml"/><Relationship Id="rId13" Type="http://schemas.openxmlformats.org/officeDocument/2006/relationships/customXml" Target="../ink/ink347.xml"/><Relationship Id="rId18" Type="http://schemas.openxmlformats.org/officeDocument/2006/relationships/image" Target="../media/image171.png"/><Relationship Id="rId39" Type="http://schemas.openxmlformats.org/officeDocument/2006/relationships/customXml" Target="../ink/ink360.xml"/><Relationship Id="rId34" Type="http://schemas.openxmlformats.org/officeDocument/2006/relationships/image" Target="../media/image179.png"/><Relationship Id="rId50" Type="http://schemas.openxmlformats.org/officeDocument/2006/relationships/image" Target="../media/image187.png"/><Relationship Id="rId55" Type="http://schemas.openxmlformats.org/officeDocument/2006/relationships/customXml" Target="../ink/ink368.xml"/><Relationship Id="rId76" Type="http://schemas.openxmlformats.org/officeDocument/2006/relationships/image" Target="../media/image200.png"/><Relationship Id="rId7" Type="http://schemas.openxmlformats.org/officeDocument/2006/relationships/customXml" Target="../ink/ink344.xml"/><Relationship Id="rId71" Type="http://schemas.openxmlformats.org/officeDocument/2006/relationships/customXml" Target="../ink/ink376.xml"/><Relationship Id="rId92" Type="http://schemas.openxmlformats.org/officeDocument/2006/relationships/image" Target="../media/image208.png"/><Relationship Id="rId2" Type="http://schemas.openxmlformats.org/officeDocument/2006/relationships/customXml" Target="../ink/ink342.xml"/><Relationship Id="rId29" Type="http://schemas.openxmlformats.org/officeDocument/2006/relationships/customXml" Target="../ink/ink355.xml"/><Relationship Id="rId24" Type="http://schemas.openxmlformats.org/officeDocument/2006/relationships/image" Target="../media/image174.png"/><Relationship Id="rId40" Type="http://schemas.openxmlformats.org/officeDocument/2006/relationships/image" Target="../media/image182.png"/><Relationship Id="rId45" Type="http://schemas.openxmlformats.org/officeDocument/2006/relationships/customXml" Target="../ink/ink363.xml"/><Relationship Id="rId66" Type="http://schemas.openxmlformats.org/officeDocument/2006/relationships/image" Target="../media/image195.png"/><Relationship Id="rId87" Type="http://schemas.openxmlformats.org/officeDocument/2006/relationships/customXml" Target="../ink/ink384.xml"/><Relationship Id="rId61" Type="http://schemas.openxmlformats.org/officeDocument/2006/relationships/customXml" Target="../ink/ink371.xml"/><Relationship Id="rId82" Type="http://schemas.openxmlformats.org/officeDocument/2006/relationships/image" Target="../media/image203.png"/><Relationship Id="rId19" Type="http://schemas.openxmlformats.org/officeDocument/2006/relationships/customXml" Target="../ink/ink350.xml"/><Relationship Id="rId14" Type="http://schemas.openxmlformats.org/officeDocument/2006/relationships/image" Target="../media/image169.png"/><Relationship Id="rId30" Type="http://schemas.openxmlformats.org/officeDocument/2006/relationships/image" Target="../media/image177.png"/><Relationship Id="rId35" Type="http://schemas.openxmlformats.org/officeDocument/2006/relationships/customXml" Target="../ink/ink358.xml"/><Relationship Id="rId56" Type="http://schemas.openxmlformats.org/officeDocument/2006/relationships/image" Target="../media/image190.png"/><Relationship Id="rId77" Type="http://schemas.openxmlformats.org/officeDocument/2006/relationships/customXml" Target="../ink/ink379.xml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94.xml"/><Relationship Id="rId18" Type="http://schemas.openxmlformats.org/officeDocument/2006/relationships/image" Target="../media/image211.png"/><Relationship Id="rId26" Type="http://schemas.openxmlformats.org/officeDocument/2006/relationships/image" Target="../media/image215.png"/><Relationship Id="rId21" Type="http://schemas.openxmlformats.org/officeDocument/2006/relationships/customXml" Target="../ink/ink398.xml"/><Relationship Id="rId34" Type="http://schemas.openxmlformats.org/officeDocument/2006/relationships/image" Target="../media/image219.png"/><Relationship Id="rId7" Type="http://schemas.openxmlformats.org/officeDocument/2006/relationships/customXml" Target="../ink/ink391.xml"/><Relationship Id="rId12" Type="http://schemas.openxmlformats.org/officeDocument/2006/relationships/image" Target="../media/image168.png"/><Relationship Id="rId17" Type="http://schemas.openxmlformats.org/officeDocument/2006/relationships/customXml" Target="../ink/ink396.xml"/><Relationship Id="rId25" Type="http://schemas.openxmlformats.org/officeDocument/2006/relationships/customXml" Target="../ink/ink400.xml"/><Relationship Id="rId33" Type="http://schemas.openxmlformats.org/officeDocument/2006/relationships/customXml" Target="../ink/ink404.xml"/><Relationship Id="rId2" Type="http://schemas.openxmlformats.org/officeDocument/2006/relationships/customXml" Target="../ink/ink389.xml"/><Relationship Id="rId16" Type="http://schemas.openxmlformats.org/officeDocument/2006/relationships/image" Target="../media/image171.png"/><Relationship Id="rId20" Type="http://schemas.openxmlformats.org/officeDocument/2006/relationships/image" Target="../media/image212.png"/><Relationship Id="rId29" Type="http://schemas.openxmlformats.org/officeDocument/2006/relationships/customXml" Target="../ink/ink40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5.png"/><Relationship Id="rId11" Type="http://schemas.openxmlformats.org/officeDocument/2006/relationships/customXml" Target="../ink/ink393.xml"/><Relationship Id="rId24" Type="http://schemas.openxmlformats.org/officeDocument/2006/relationships/image" Target="../media/image214.png"/><Relationship Id="rId32" Type="http://schemas.openxmlformats.org/officeDocument/2006/relationships/image" Target="../media/image218.png"/><Relationship Id="rId5" Type="http://schemas.openxmlformats.org/officeDocument/2006/relationships/customXml" Target="../ink/ink390.xml"/><Relationship Id="rId15" Type="http://schemas.openxmlformats.org/officeDocument/2006/relationships/customXml" Target="../ink/ink395.xml"/><Relationship Id="rId23" Type="http://schemas.openxmlformats.org/officeDocument/2006/relationships/customXml" Target="../ink/ink399.xml"/><Relationship Id="rId28" Type="http://schemas.openxmlformats.org/officeDocument/2006/relationships/image" Target="../media/image216.png"/><Relationship Id="rId36" Type="http://schemas.openxmlformats.org/officeDocument/2006/relationships/image" Target="../media/image220.png"/><Relationship Id="rId10" Type="http://schemas.openxmlformats.org/officeDocument/2006/relationships/image" Target="../media/image167.png"/><Relationship Id="rId19" Type="http://schemas.openxmlformats.org/officeDocument/2006/relationships/customXml" Target="../ink/ink397.xml"/><Relationship Id="rId31" Type="http://schemas.openxmlformats.org/officeDocument/2006/relationships/customXml" Target="../ink/ink403.xml"/><Relationship Id="rId4" Type="http://schemas.openxmlformats.org/officeDocument/2006/relationships/image" Target="../media/image158.png"/><Relationship Id="rId9" Type="http://schemas.openxmlformats.org/officeDocument/2006/relationships/customXml" Target="../ink/ink392.xml"/><Relationship Id="rId14" Type="http://schemas.openxmlformats.org/officeDocument/2006/relationships/image" Target="../media/image169.png"/><Relationship Id="rId22" Type="http://schemas.openxmlformats.org/officeDocument/2006/relationships/image" Target="../media/image213.png"/><Relationship Id="rId27" Type="http://schemas.openxmlformats.org/officeDocument/2006/relationships/customXml" Target="../ink/ink401.xml"/><Relationship Id="rId30" Type="http://schemas.openxmlformats.org/officeDocument/2006/relationships/image" Target="../media/image217.png"/><Relationship Id="rId35" Type="http://schemas.openxmlformats.org/officeDocument/2006/relationships/customXml" Target="../ink/ink405.xml"/><Relationship Id="rId8" Type="http://schemas.openxmlformats.org/officeDocument/2006/relationships/image" Target="../media/image16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9.png"/><Relationship Id="rId18" Type="http://schemas.openxmlformats.org/officeDocument/2006/relationships/customXml" Target="../ink/ink412.xml"/><Relationship Id="rId26" Type="http://schemas.openxmlformats.org/officeDocument/2006/relationships/customXml" Target="../ink/ink416.xml"/><Relationship Id="rId39" Type="http://schemas.openxmlformats.org/officeDocument/2006/relationships/image" Target="../media/image242.png"/><Relationship Id="rId21" Type="http://schemas.openxmlformats.org/officeDocument/2006/relationships/image" Target="../media/image233.png"/><Relationship Id="rId34" Type="http://schemas.openxmlformats.org/officeDocument/2006/relationships/customXml" Target="../ink/ink420.xml"/><Relationship Id="rId42" Type="http://schemas.openxmlformats.org/officeDocument/2006/relationships/customXml" Target="../ink/ink424.xml"/><Relationship Id="rId7" Type="http://schemas.openxmlformats.org/officeDocument/2006/relationships/image" Target="../media/image226.png"/><Relationship Id="rId2" Type="http://schemas.openxmlformats.org/officeDocument/2006/relationships/image" Target="../media/image60.png"/><Relationship Id="rId16" Type="http://schemas.openxmlformats.org/officeDocument/2006/relationships/customXml" Target="../ink/ink411.xml"/><Relationship Id="rId20" Type="http://schemas.openxmlformats.org/officeDocument/2006/relationships/customXml" Target="../ink/ink413.xml"/><Relationship Id="rId29" Type="http://schemas.openxmlformats.org/officeDocument/2006/relationships/image" Target="../media/image237.png"/><Relationship Id="rId41" Type="http://schemas.openxmlformats.org/officeDocument/2006/relationships/image" Target="../media/image243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28.png"/><Relationship Id="rId24" Type="http://schemas.openxmlformats.org/officeDocument/2006/relationships/customXml" Target="../ink/ink415.xml"/><Relationship Id="rId32" Type="http://schemas.openxmlformats.org/officeDocument/2006/relationships/customXml" Target="../ink/ink419.xml"/><Relationship Id="rId37" Type="http://schemas.openxmlformats.org/officeDocument/2006/relationships/image" Target="../media/image241.png"/><Relationship Id="rId40" Type="http://schemas.openxmlformats.org/officeDocument/2006/relationships/customXml" Target="../ink/ink423.xml"/><Relationship Id="rId5" Type="http://schemas.openxmlformats.org/officeDocument/2006/relationships/customXml" Target="../ink/ink406.xml"/><Relationship Id="rId15" Type="http://schemas.openxmlformats.org/officeDocument/2006/relationships/image" Target="../media/image230.png"/><Relationship Id="rId23" Type="http://schemas.openxmlformats.org/officeDocument/2006/relationships/image" Target="../media/image234.png"/><Relationship Id="rId28" Type="http://schemas.openxmlformats.org/officeDocument/2006/relationships/customXml" Target="../ink/ink417.xml"/><Relationship Id="rId36" Type="http://schemas.openxmlformats.org/officeDocument/2006/relationships/customXml" Target="../ink/ink421.xml"/><Relationship Id="rId10" Type="http://schemas.openxmlformats.org/officeDocument/2006/relationships/customXml" Target="../ink/ink408.xml"/><Relationship Id="rId19" Type="http://schemas.openxmlformats.org/officeDocument/2006/relationships/image" Target="../media/image232.png"/><Relationship Id="rId31" Type="http://schemas.openxmlformats.org/officeDocument/2006/relationships/image" Target="../media/image238.png"/><Relationship Id="rId4" Type="http://schemas.openxmlformats.org/officeDocument/2006/relationships/image" Target="../media/image62.png"/><Relationship Id="rId9" Type="http://schemas.openxmlformats.org/officeDocument/2006/relationships/image" Target="../media/image227.png"/><Relationship Id="rId14" Type="http://schemas.openxmlformats.org/officeDocument/2006/relationships/customXml" Target="../ink/ink410.xml"/><Relationship Id="rId22" Type="http://schemas.openxmlformats.org/officeDocument/2006/relationships/customXml" Target="../ink/ink414.xml"/><Relationship Id="rId27" Type="http://schemas.openxmlformats.org/officeDocument/2006/relationships/image" Target="../media/image236.png"/><Relationship Id="rId30" Type="http://schemas.openxmlformats.org/officeDocument/2006/relationships/customXml" Target="../ink/ink418.xml"/><Relationship Id="rId35" Type="http://schemas.openxmlformats.org/officeDocument/2006/relationships/image" Target="../media/image240.png"/><Relationship Id="rId43" Type="http://schemas.openxmlformats.org/officeDocument/2006/relationships/image" Target="../media/image244.png"/><Relationship Id="rId8" Type="http://schemas.openxmlformats.org/officeDocument/2006/relationships/customXml" Target="../ink/ink407.xml"/><Relationship Id="rId3" Type="http://schemas.openxmlformats.org/officeDocument/2006/relationships/image" Target="../media/image61.png"/><Relationship Id="rId12" Type="http://schemas.openxmlformats.org/officeDocument/2006/relationships/customXml" Target="../ink/ink409.xml"/><Relationship Id="rId17" Type="http://schemas.openxmlformats.org/officeDocument/2006/relationships/image" Target="../media/image231.png"/><Relationship Id="rId25" Type="http://schemas.openxmlformats.org/officeDocument/2006/relationships/image" Target="../media/image235.png"/><Relationship Id="rId33" Type="http://schemas.openxmlformats.org/officeDocument/2006/relationships/image" Target="../media/image239.png"/><Relationship Id="rId38" Type="http://schemas.openxmlformats.org/officeDocument/2006/relationships/customXml" Target="../ink/ink422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29.xml"/><Relationship Id="rId18" Type="http://schemas.openxmlformats.org/officeDocument/2006/relationships/image" Target="../media/image253.png"/><Relationship Id="rId26" Type="http://schemas.openxmlformats.org/officeDocument/2006/relationships/image" Target="../media/image257.png"/><Relationship Id="rId39" Type="http://schemas.openxmlformats.org/officeDocument/2006/relationships/customXml" Target="../ink/ink442.xml"/><Relationship Id="rId21" Type="http://schemas.openxmlformats.org/officeDocument/2006/relationships/customXml" Target="../ink/ink433.xml"/><Relationship Id="rId34" Type="http://schemas.openxmlformats.org/officeDocument/2006/relationships/image" Target="../media/image261.png"/><Relationship Id="rId42" Type="http://schemas.openxmlformats.org/officeDocument/2006/relationships/image" Target="../media/image265.png"/><Relationship Id="rId7" Type="http://schemas.openxmlformats.org/officeDocument/2006/relationships/customXml" Target="../ink/ink426.xml"/><Relationship Id="rId2" Type="http://schemas.openxmlformats.org/officeDocument/2006/relationships/image" Target="../media/image63.png"/><Relationship Id="rId16" Type="http://schemas.openxmlformats.org/officeDocument/2006/relationships/image" Target="../media/image252.png"/><Relationship Id="rId20" Type="http://schemas.openxmlformats.org/officeDocument/2006/relationships/image" Target="../media/image254.png"/><Relationship Id="rId29" Type="http://schemas.openxmlformats.org/officeDocument/2006/relationships/customXml" Target="../ink/ink437.xml"/><Relationship Id="rId41" Type="http://schemas.openxmlformats.org/officeDocument/2006/relationships/customXml" Target="../ink/ink4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7.png"/><Relationship Id="rId11" Type="http://schemas.openxmlformats.org/officeDocument/2006/relationships/customXml" Target="../ink/ink428.xml"/><Relationship Id="rId24" Type="http://schemas.openxmlformats.org/officeDocument/2006/relationships/image" Target="../media/image256.png"/><Relationship Id="rId32" Type="http://schemas.openxmlformats.org/officeDocument/2006/relationships/image" Target="../media/image260.png"/><Relationship Id="rId37" Type="http://schemas.openxmlformats.org/officeDocument/2006/relationships/customXml" Target="../ink/ink441.xml"/><Relationship Id="rId40" Type="http://schemas.openxmlformats.org/officeDocument/2006/relationships/image" Target="../media/image264.png"/><Relationship Id="rId15" Type="http://schemas.openxmlformats.org/officeDocument/2006/relationships/customXml" Target="../ink/ink430.xml"/><Relationship Id="rId23" Type="http://schemas.openxmlformats.org/officeDocument/2006/relationships/customXml" Target="../ink/ink434.xml"/><Relationship Id="rId28" Type="http://schemas.openxmlformats.org/officeDocument/2006/relationships/image" Target="../media/image258.png"/><Relationship Id="rId36" Type="http://schemas.openxmlformats.org/officeDocument/2006/relationships/image" Target="../media/image262.png"/><Relationship Id="rId10" Type="http://schemas.openxmlformats.org/officeDocument/2006/relationships/image" Target="../media/image249.png"/><Relationship Id="rId19" Type="http://schemas.openxmlformats.org/officeDocument/2006/relationships/customXml" Target="../ink/ink432.xml"/><Relationship Id="rId31" Type="http://schemas.openxmlformats.org/officeDocument/2006/relationships/customXml" Target="../ink/ink438.xml"/><Relationship Id="rId4" Type="http://schemas.openxmlformats.org/officeDocument/2006/relationships/customXml" Target="../ink/ink425.xml"/><Relationship Id="rId9" Type="http://schemas.openxmlformats.org/officeDocument/2006/relationships/customXml" Target="../ink/ink427.xml"/><Relationship Id="rId14" Type="http://schemas.openxmlformats.org/officeDocument/2006/relationships/image" Target="../media/image251.png"/><Relationship Id="rId22" Type="http://schemas.openxmlformats.org/officeDocument/2006/relationships/image" Target="../media/image255.png"/><Relationship Id="rId27" Type="http://schemas.openxmlformats.org/officeDocument/2006/relationships/customXml" Target="../ink/ink436.xml"/><Relationship Id="rId30" Type="http://schemas.openxmlformats.org/officeDocument/2006/relationships/image" Target="../media/image259.png"/><Relationship Id="rId35" Type="http://schemas.openxmlformats.org/officeDocument/2006/relationships/customXml" Target="../ink/ink440.xml"/><Relationship Id="rId8" Type="http://schemas.openxmlformats.org/officeDocument/2006/relationships/image" Target="../media/image248.png"/><Relationship Id="rId3" Type="http://schemas.openxmlformats.org/officeDocument/2006/relationships/image" Target="../media/image64.png"/><Relationship Id="rId12" Type="http://schemas.openxmlformats.org/officeDocument/2006/relationships/image" Target="../media/image250.png"/><Relationship Id="rId17" Type="http://schemas.openxmlformats.org/officeDocument/2006/relationships/customXml" Target="../ink/ink431.xml"/><Relationship Id="rId25" Type="http://schemas.openxmlformats.org/officeDocument/2006/relationships/customXml" Target="../ink/ink435.xml"/><Relationship Id="rId33" Type="http://schemas.openxmlformats.org/officeDocument/2006/relationships/customXml" Target="../ink/ink439.xml"/><Relationship Id="rId38" Type="http://schemas.openxmlformats.org/officeDocument/2006/relationships/image" Target="../media/image263.png"/></Relationships>
</file>

<file path=ppt/slides/_rels/slide3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56.xml"/><Relationship Id="rId21" Type="http://schemas.openxmlformats.org/officeDocument/2006/relationships/image" Target="../media/image275.png"/><Relationship Id="rId42" Type="http://schemas.openxmlformats.org/officeDocument/2006/relationships/customXml" Target="../ink/ink464.xml"/><Relationship Id="rId47" Type="http://schemas.openxmlformats.org/officeDocument/2006/relationships/image" Target="../media/image288.png"/><Relationship Id="rId63" Type="http://schemas.openxmlformats.org/officeDocument/2006/relationships/image" Target="../media/image296.png"/><Relationship Id="rId68" Type="http://schemas.openxmlformats.org/officeDocument/2006/relationships/customXml" Target="../ink/ink477.xml"/><Relationship Id="rId84" Type="http://schemas.openxmlformats.org/officeDocument/2006/relationships/customXml" Target="../ink/ink485.xml"/><Relationship Id="rId16" Type="http://schemas.openxmlformats.org/officeDocument/2006/relationships/customXml" Target="../ink/ink451.xml"/><Relationship Id="rId11" Type="http://schemas.openxmlformats.org/officeDocument/2006/relationships/image" Target="../media/image270.png"/><Relationship Id="rId32" Type="http://schemas.openxmlformats.org/officeDocument/2006/relationships/customXml" Target="../ink/ink459.xml"/><Relationship Id="rId37" Type="http://schemas.openxmlformats.org/officeDocument/2006/relationships/image" Target="../media/image283.png"/><Relationship Id="rId53" Type="http://schemas.openxmlformats.org/officeDocument/2006/relationships/image" Target="../media/image291.png"/><Relationship Id="rId58" Type="http://schemas.openxmlformats.org/officeDocument/2006/relationships/customXml" Target="../ink/ink472.xml"/><Relationship Id="rId74" Type="http://schemas.openxmlformats.org/officeDocument/2006/relationships/customXml" Target="../ink/ink480.xml"/><Relationship Id="rId79" Type="http://schemas.openxmlformats.org/officeDocument/2006/relationships/image" Target="../media/image304.png"/><Relationship Id="rId5" Type="http://schemas.openxmlformats.org/officeDocument/2006/relationships/image" Target="../media/image267.png"/><Relationship Id="rId19" Type="http://schemas.openxmlformats.org/officeDocument/2006/relationships/image" Target="../media/image274.png"/><Relationship Id="rId14" Type="http://schemas.openxmlformats.org/officeDocument/2006/relationships/customXml" Target="../ink/ink450.xml"/><Relationship Id="rId22" Type="http://schemas.openxmlformats.org/officeDocument/2006/relationships/customXml" Target="../ink/ink454.xml"/><Relationship Id="rId27" Type="http://schemas.openxmlformats.org/officeDocument/2006/relationships/image" Target="../media/image278.png"/><Relationship Id="rId30" Type="http://schemas.openxmlformats.org/officeDocument/2006/relationships/customXml" Target="../ink/ink458.xml"/><Relationship Id="rId35" Type="http://schemas.openxmlformats.org/officeDocument/2006/relationships/image" Target="../media/image282.png"/><Relationship Id="rId43" Type="http://schemas.openxmlformats.org/officeDocument/2006/relationships/image" Target="../media/image286.png"/><Relationship Id="rId48" Type="http://schemas.openxmlformats.org/officeDocument/2006/relationships/customXml" Target="../ink/ink467.xml"/><Relationship Id="rId56" Type="http://schemas.openxmlformats.org/officeDocument/2006/relationships/customXml" Target="../ink/ink471.xml"/><Relationship Id="rId64" Type="http://schemas.openxmlformats.org/officeDocument/2006/relationships/customXml" Target="../ink/ink475.xml"/><Relationship Id="rId69" Type="http://schemas.openxmlformats.org/officeDocument/2006/relationships/image" Target="../media/image299.png"/><Relationship Id="rId77" Type="http://schemas.openxmlformats.org/officeDocument/2006/relationships/image" Target="../media/image303.png"/><Relationship Id="rId8" Type="http://schemas.openxmlformats.org/officeDocument/2006/relationships/customXml" Target="../ink/ink447.xml"/><Relationship Id="rId51" Type="http://schemas.openxmlformats.org/officeDocument/2006/relationships/image" Target="../media/image290.png"/><Relationship Id="rId72" Type="http://schemas.openxmlformats.org/officeDocument/2006/relationships/customXml" Target="../ink/ink479.xml"/><Relationship Id="rId80" Type="http://schemas.openxmlformats.org/officeDocument/2006/relationships/customXml" Target="../ink/ink483.xml"/><Relationship Id="rId85" Type="http://schemas.openxmlformats.org/officeDocument/2006/relationships/image" Target="../media/image307.png"/><Relationship Id="rId3" Type="http://schemas.openxmlformats.org/officeDocument/2006/relationships/image" Target="../media/image266.png"/><Relationship Id="rId12" Type="http://schemas.openxmlformats.org/officeDocument/2006/relationships/customXml" Target="../ink/ink449.xml"/><Relationship Id="rId17" Type="http://schemas.openxmlformats.org/officeDocument/2006/relationships/image" Target="../media/image273.png"/><Relationship Id="rId25" Type="http://schemas.openxmlformats.org/officeDocument/2006/relationships/image" Target="../media/image277.png"/><Relationship Id="rId33" Type="http://schemas.openxmlformats.org/officeDocument/2006/relationships/image" Target="../media/image281.png"/><Relationship Id="rId38" Type="http://schemas.openxmlformats.org/officeDocument/2006/relationships/customXml" Target="../ink/ink462.xml"/><Relationship Id="rId46" Type="http://schemas.openxmlformats.org/officeDocument/2006/relationships/customXml" Target="../ink/ink466.xml"/><Relationship Id="rId59" Type="http://schemas.openxmlformats.org/officeDocument/2006/relationships/image" Target="../media/image294.png"/><Relationship Id="rId67" Type="http://schemas.openxmlformats.org/officeDocument/2006/relationships/image" Target="../media/image298.png"/><Relationship Id="rId20" Type="http://schemas.openxmlformats.org/officeDocument/2006/relationships/customXml" Target="../ink/ink453.xml"/><Relationship Id="rId41" Type="http://schemas.openxmlformats.org/officeDocument/2006/relationships/image" Target="../media/image285.png"/><Relationship Id="rId54" Type="http://schemas.openxmlformats.org/officeDocument/2006/relationships/customXml" Target="../ink/ink470.xml"/><Relationship Id="rId62" Type="http://schemas.openxmlformats.org/officeDocument/2006/relationships/customXml" Target="../ink/ink474.xml"/><Relationship Id="rId70" Type="http://schemas.openxmlformats.org/officeDocument/2006/relationships/customXml" Target="../ink/ink478.xml"/><Relationship Id="rId75" Type="http://schemas.openxmlformats.org/officeDocument/2006/relationships/image" Target="../media/image302.png"/><Relationship Id="rId83" Type="http://schemas.openxmlformats.org/officeDocument/2006/relationships/image" Target="../media/image30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46.xml"/><Relationship Id="rId15" Type="http://schemas.openxmlformats.org/officeDocument/2006/relationships/image" Target="../media/image272.png"/><Relationship Id="rId23" Type="http://schemas.openxmlformats.org/officeDocument/2006/relationships/image" Target="../media/image276.png"/><Relationship Id="rId28" Type="http://schemas.openxmlformats.org/officeDocument/2006/relationships/customXml" Target="../ink/ink457.xml"/><Relationship Id="rId36" Type="http://schemas.openxmlformats.org/officeDocument/2006/relationships/customXml" Target="../ink/ink461.xml"/><Relationship Id="rId49" Type="http://schemas.openxmlformats.org/officeDocument/2006/relationships/image" Target="../media/image289.png"/><Relationship Id="rId57" Type="http://schemas.openxmlformats.org/officeDocument/2006/relationships/image" Target="../media/image293.png"/><Relationship Id="rId10" Type="http://schemas.openxmlformats.org/officeDocument/2006/relationships/customXml" Target="../ink/ink448.xml"/><Relationship Id="rId31" Type="http://schemas.openxmlformats.org/officeDocument/2006/relationships/image" Target="../media/image280.png"/><Relationship Id="rId44" Type="http://schemas.openxmlformats.org/officeDocument/2006/relationships/customXml" Target="../ink/ink465.xml"/><Relationship Id="rId52" Type="http://schemas.openxmlformats.org/officeDocument/2006/relationships/customXml" Target="../ink/ink469.xml"/><Relationship Id="rId60" Type="http://schemas.openxmlformats.org/officeDocument/2006/relationships/customXml" Target="../ink/ink473.xml"/><Relationship Id="rId65" Type="http://schemas.openxmlformats.org/officeDocument/2006/relationships/image" Target="../media/image297.png"/><Relationship Id="rId73" Type="http://schemas.openxmlformats.org/officeDocument/2006/relationships/image" Target="../media/image301.png"/><Relationship Id="rId78" Type="http://schemas.openxmlformats.org/officeDocument/2006/relationships/customXml" Target="../ink/ink482.xml"/><Relationship Id="rId81" Type="http://schemas.openxmlformats.org/officeDocument/2006/relationships/image" Target="../media/image305.png"/><Relationship Id="rId86" Type="http://schemas.openxmlformats.org/officeDocument/2006/relationships/customXml" Target="../ink/ink486.xml"/><Relationship Id="rId4" Type="http://schemas.openxmlformats.org/officeDocument/2006/relationships/customXml" Target="../ink/ink445.xml"/><Relationship Id="rId9" Type="http://schemas.openxmlformats.org/officeDocument/2006/relationships/image" Target="../media/image269.png"/><Relationship Id="rId13" Type="http://schemas.openxmlformats.org/officeDocument/2006/relationships/image" Target="../media/image271.png"/><Relationship Id="rId18" Type="http://schemas.openxmlformats.org/officeDocument/2006/relationships/customXml" Target="../ink/ink452.xml"/><Relationship Id="rId39" Type="http://schemas.openxmlformats.org/officeDocument/2006/relationships/image" Target="../media/image284.png"/><Relationship Id="rId34" Type="http://schemas.openxmlformats.org/officeDocument/2006/relationships/customXml" Target="../ink/ink460.xml"/><Relationship Id="rId50" Type="http://schemas.openxmlformats.org/officeDocument/2006/relationships/customXml" Target="../ink/ink468.xml"/><Relationship Id="rId55" Type="http://schemas.openxmlformats.org/officeDocument/2006/relationships/image" Target="../media/image292.png"/><Relationship Id="rId76" Type="http://schemas.openxmlformats.org/officeDocument/2006/relationships/customXml" Target="../ink/ink481.xml"/><Relationship Id="rId7" Type="http://schemas.openxmlformats.org/officeDocument/2006/relationships/image" Target="../media/image268.png"/><Relationship Id="rId71" Type="http://schemas.openxmlformats.org/officeDocument/2006/relationships/image" Target="../media/image300.png"/><Relationship Id="rId2" Type="http://schemas.openxmlformats.org/officeDocument/2006/relationships/customXml" Target="../ink/ink444.xml"/><Relationship Id="rId29" Type="http://schemas.openxmlformats.org/officeDocument/2006/relationships/image" Target="../media/image279.png"/><Relationship Id="rId24" Type="http://schemas.openxmlformats.org/officeDocument/2006/relationships/customXml" Target="../ink/ink455.xml"/><Relationship Id="rId40" Type="http://schemas.openxmlformats.org/officeDocument/2006/relationships/customXml" Target="../ink/ink463.xml"/><Relationship Id="rId45" Type="http://schemas.openxmlformats.org/officeDocument/2006/relationships/image" Target="../media/image287.png"/><Relationship Id="rId66" Type="http://schemas.openxmlformats.org/officeDocument/2006/relationships/customXml" Target="../ink/ink476.xml"/><Relationship Id="rId87" Type="http://schemas.openxmlformats.org/officeDocument/2006/relationships/image" Target="../media/image308.png"/><Relationship Id="rId61" Type="http://schemas.openxmlformats.org/officeDocument/2006/relationships/image" Target="../media/image295.png"/><Relationship Id="rId82" Type="http://schemas.openxmlformats.org/officeDocument/2006/relationships/customXml" Target="../ink/ink48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98.xml"/><Relationship Id="rId21" Type="http://schemas.openxmlformats.org/officeDocument/2006/relationships/image" Target="../media/image319.png"/><Relationship Id="rId42" Type="http://schemas.openxmlformats.org/officeDocument/2006/relationships/customXml" Target="../ink/ink506.xml"/><Relationship Id="rId47" Type="http://schemas.openxmlformats.org/officeDocument/2006/relationships/image" Target="../media/image332.png"/><Relationship Id="rId63" Type="http://schemas.openxmlformats.org/officeDocument/2006/relationships/image" Target="../media/image340.png"/><Relationship Id="rId68" Type="http://schemas.openxmlformats.org/officeDocument/2006/relationships/customXml" Target="../ink/ink519.xml"/><Relationship Id="rId84" Type="http://schemas.openxmlformats.org/officeDocument/2006/relationships/customXml" Target="../ink/ink527.xml"/><Relationship Id="rId89" Type="http://schemas.openxmlformats.org/officeDocument/2006/relationships/image" Target="../media/image353.png"/><Relationship Id="rId112" Type="http://schemas.openxmlformats.org/officeDocument/2006/relationships/customXml" Target="../ink/ink541.xml"/><Relationship Id="rId16" Type="http://schemas.openxmlformats.org/officeDocument/2006/relationships/customXml" Target="../ink/ink493.xml"/><Relationship Id="rId107" Type="http://schemas.openxmlformats.org/officeDocument/2006/relationships/image" Target="../media/image362.png"/><Relationship Id="rId11" Type="http://schemas.openxmlformats.org/officeDocument/2006/relationships/image" Target="../media/image314.png"/><Relationship Id="rId32" Type="http://schemas.openxmlformats.org/officeDocument/2006/relationships/customXml" Target="../ink/ink501.xml"/><Relationship Id="rId37" Type="http://schemas.openxmlformats.org/officeDocument/2006/relationships/image" Target="../media/image327.png"/><Relationship Id="rId53" Type="http://schemas.openxmlformats.org/officeDocument/2006/relationships/image" Target="../media/image335.png"/><Relationship Id="rId58" Type="http://schemas.openxmlformats.org/officeDocument/2006/relationships/customXml" Target="../ink/ink514.xml"/><Relationship Id="rId74" Type="http://schemas.openxmlformats.org/officeDocument/2006/relationships/customXml" Target="../ink/ink522.xml"/><Relationship Id="rId79" Type="http://schemas.openxmlformats.org/officeDocument/2006/relationships/image" Target="../media/image348.png"/><Relationship Id="rId102" Type="http://schemas.openxmlformats.org/officeDocument/2006/relationships/customXml" Target="../ink/ink536.xml"/><Relationship Id="rId5" Type="http://schemas.openxmlformats.org/officeDocument/2006/relationships/image" Target="../media/image311.png"/><Relationship Id="rId90" Type="http://schemas.openxmlformats.org/officeDocument/2006/relationships/customXml" Target="../ink/ink530.xml"/><Relationship Id="rId95" Type="http://schemas.openxmlformats.org/officeDocument/2006/relationships/image" Target="../media/image356.png"/><Relationship Id="rId22" Type="http://schemas.openxmlformats.org/officeDocument/2006/relationships/customXml" Target="../ink/ink496.xml"/><Relationship Id="rId27" Type="http://schemas.openxmlformats.org/officeDocument/2006/relationships/image" Target="../media/image322.png"/><Relationship Id="rId43" Type="http://schemas.openxmlformats.org/officeDocument/2006/relationships/image" Target="../media/image330.png"/><Relationship Id="rId48" Type="http://schemas.openxmlformats.org/officeDocument/2006/relationships/customXml" Target="../ink/ink509.xml"/><Relationship Id="rId64" Type="http://schemas.openxmlformats.org/officeDocument/2006/relationships/customXml" Target="../ink/ink517.xml"/><Relationship Id="rId69" Type="http://schemas.openxmlformats.org/officeDocument/2006/relationships/image" Target="../media/image343.png"/><Relationship Id="rId113" Type="http://schemas.openxmlformats.org/officeDocument/2006/relationships/image" Target="../media/image365.png"/><Relationship Id="rId80" Type="http://schemas.openxmlformats.org/officeDocument/2006/relationships/customXml" Target="../ink/ink525.xml"/><Relationship Id="rId85" Type="http://schemas.openxmlformats.org/officeDocument/2006/relationships/image" Target="../media/image351.png"/><Relationship Id="rId12" Type="http://schemas.openxmlformats.org/officeDocument/2006/relationships/customXml" Target="../ink/ink491.xml"/><Relationship Id="rId17" Type="http://schemas.openxmlformats.org/officeDocument/2006/relationships/image" Target="../media/image317.png"/><Relationship Id="rId33" Type="http://schemas.openxmlformats.org/officeDocument/2006/relationships/image" Target="../media/image325.png"/><Relationship Id="rId38" Type="http://schemas.openxmlformats.org/officeDocument/2006/relationships/customXml" Target="../ink/ink504.xml"/><Relationship Id="rId59" Type="http://schemas.openxmlformats.org/officeDocument/2006/relationships/image" Target="../media/image338.png"/><Relationship Id="rId103" Type="http://schemas.openxmlformats.org/officeDocument/2006/relationships/image" Target="../media/image360.png"/><Relationship Id="rId108" Type="http://schemas.openxmlformats.org/officeDocument/2006/relationships/customXml" Target="../ink/ink539.xml"/><Relationship Id="rId54" Type="http://schemas.openxmlformats.org/officeDocument/2006/relationships/customXml" Target="../ink/ink512.xml"/><Relationship Id="rId70" Type="http://schemas.openxmlformats.org/officeDocument/2006/relationships/customXml" Target="../ink/ink520.xml"/><Relationship Id="rId75" Type="http://schemas.openxmlformats.org/officeDocument/2006/relationships/image" Target="../media/image346.png"/><Relationship Id="rId91" Type="http://schemas.openxmlformats.org/officeDocument/2006/relationships/image" Target="../media/image354.png"/><Relationship Id="rId96" Type="http://schemas.openxmlformats.org/officeDocument/2006/relationships/customXml" Target="../ink/ink53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8.xml"/><Relationship Id="rId15" Type="http://schemas.openxmlformats.org/officeDocument/2006/relationships/image" Target="../media/image316.png"/><Relationship Id="rId23" Type="http://schemas.openxmlformats.org/officeDocument/2006/relationships/image" Target="../media/image320.png"/><Relationship Id="rId28" Type="http://schemas.openxmlformats.org/officeDocument/2006/relationships/customXml" Target="../ink/ink499.xml"/><Relationship Id="rId36" Type="http://schemas.openxmlformats.org/officeDocument/2006/relationships/customXml" Target="../ink/ink503.xml"/><Relationship Id="rId49" Type="http://schemas.openxmlformats.org/officeDocument/2006/relationships/image" Target="../media/image333.png"/><Relationship Id="rId57" Type="http://schemas.openxmlformats.org/officeDocument/2006/relationships/image" Target="../media/image337.png"/><Relationship Id="rId106" Type="http://schemas.openxmlformats.org/officeDocument/2006/relationships/customXml" Target="../ink/ink538.xml"/><Relationship Id="rId114" Type="http://schemas.openxmlformats.org/officeDocument/2006/relationships/customXml" Target="../ink/ink542.xml"/><Relationship Id="rId10" Type="http://schemas.openxmlformats.org/officeDocument/2006/relationships/customXml" Target="../ink/ink490.xml"/><Relationship Id="rId31" Type="http://schemas.openxmlformats.org/officeDocument/2006/relationships/image" Target="../media/image324.png"/><Relationship Id="rId44" Type="http://schemas.openxmlformats.org/officeDocument/2006/relationships/customXml" Target="../ink/ink507.xml"/><Relationship Id="rId52" Type="http://schemas.openxmlformats.org/officeDocument/2006/relationships/customXml" Target="../ink/ink511.xml"/><Relationship Id="rId60" Type="http://schemas.openxmlformats.org/officeDocument/2006/relationships/customXml" Target="../ink/ink515.xml"/><Relationship Id="rId65" Type="http://schemas.openxmlformats.org/officeDocument/2006/relationships/image" Target="../media/image341.png"/><Relationship Id="rId73" Type="http://schemas.openxmlformats.org/officeDocument/2006/relationships/image" Target="../media/image345.png"/><Relationship Id="rId78" Type="http://schemas.openxmlformats.org/officeDocument/2006/relationships/customXml" Target="../ink/ink524.xml"/><Relationship Id="rId81" Type="http://schemas.openxmlformats.org/officeDocument/2006/relationships/image" Target="../media/image349.png"/><Relationship Id="rId86" Type="http://schemas.openxmlformats.org/officeDocument/2006/relationships/customXml" Target="../ink/ink528.xml"/><Relationship Id="rId94" Type="http://schemas.openxmlformats.org/officeDocument/2006/relationships/customXml" Target="../ink/ink532.xml"/><Relationship Id="rId99" Type="http://schemas.openxmlformats.org/officeDocument/2006/relationships/image" Target="../media/image358.png"/><Relationship Id="rId101" Type="http://schemas.openxmlformats.org/officeDocument/2006/relationships/image" Target="../media/image359.png"/><Relationship Id="rId9" Type="http://schemas.openxmlformats.org/officeDocument/2006/relationships/image" Target="../media/image313.png"/><Relationship Id="rId13" Type="http://schemas.openxmlformats.org/officeDocument/2006/relationships/image" Target="../media/image315.png"/><Relationship Id="rId18" Type="http://schemas.openxmlformats.org/officeDocument/2006/relationships/customXml" Target="../ink/ink494.xml"/><Relationship Id="rId39" Type="http://schemas.openxmlformats.org/officeDocument/2006/relationships/image" Target="../media/image328.png"/><Relationship Id="rId109" Type="http://schemas.openxmlformats.org/officeDocument/2006/relationships/image" Target="../media/image363.png"/><Relationship Id="rId34" Type="http://schemas.openxmlformats.org/officeDocument/2006/relationships/customXml" Target="../ink/ink502.xml"/><Relationship Id="rId50" Type="http://schemas.openxmlformats.org/officeDocument/2006/relationships/customXml" Target="../ink/ink510.xml"/><Relationship Id="rId55" Type="http://schemas.openxmlformats.org/officeDocument/2006/relationships/image" Target="../media/image336.png"/><Relationship Id="rId76" Type="http://schemas.openxmlformats.org/officeDocument/2006/relationships/customXml" Target="../ink/ink523.xml"/><Relationship Id="rId97" Type="http://schemas.openxmlformats.org/officeDocument/2006/relationships/image" Target="../media/image357.png"/><Relationship Id="rId104" Type="http://schemas.openxmlformats.org/officeDocument/2006/relationships/customXml" Target="../ink/ink537.xml"/><Relationship Id="rId7" Type="http://schemas.openxmlformats.org/officeDocument/2006/relationships/image" Target="../media/image312.png"/><Relationship Id="rId71" Type="http://schemas.openxmlformats.org/officeDocument/2006/relationships/image" Target="../media/image344.png"/><Relationship Id="rId92" Type="http://schemas.openxmlformats.org/officeDocument/2006/relationships/customXml" Target="../ink/ink531.xml"/><Relationship Id="rId2" Type="http://schemas.openxmlformats.org/officeDocument/2006/relationships/image" Target="../media/image66.png"/><Relationship Id="rId29" Type="http://schemas.openxmlformats.org/officeDocument/2006/relationships/image" Target="../media/image323.png"/><Relationship Id="rId24" Type="http://schemas.openxmlformats.org/officeDocument/2006/relationships/customXml" Target="../ink/ink497.xml"/><Relationship Id="rId40" Type="http://schemas.openxmlformats.org/officeDocument/2006/relationships/customXml" Target="../ink/ink505.xml"/><Relationship Id="rId45" Type="http://schemas.openxmlformats.org/officeDocument/2006/relationships/image" Target="../media/image331.png"/><Relationship Id="rId66" Type="http://schemas.openxmlformats.org/officeDocument/2006/relationships/customXml" Target="../ink/ink518.xml"/><Relationship Id="rId87" Type="http://schemas.openxmlformats.org/officeDocument/2006/relationships/image" Target="../media/image352.png"/><Relationship Id="rId110" Type="http://schemas.openxmlformats.org/officeDocument/2006/relationships/customXml" Target="../ink/ink540.xml"/><Relationship Id="rId115" Type="http://schemas.openxmlformats.org/officeDocument/2006/relationships/image" Target="../media/image366.png"/><Relationship Id="rId61" Type="http://schemas.openxmlformats.org/officeDocument/2006/relationships/image" Target="../media/image339.png"/><Relationship Id="rId82" Type="http://schemas.openxmlformats.org/officeDocument/2006/relationships/customXml" Target="../ink/ink526.xml"/><Relationship Id="rId19" Type="http://schemas.openxmlformats.org/officeDocument/2006/relationships/image" Target="../media/image318.png"/><Relationship Id="rId14" Type="http://schemas.openxmlformats.org/officeDocument/2006/relationships/customXml" Target="../ink/ink492.xml"/><Relationship Id="rId30" Type="http://schemas.openxmlformats.org/officeDocument/2006/relationships/customXml" Target="../ink/ink500.xml"/><Relationship Id="rId35" Type="http://schemas.openxmlformats.org/officeDocument/2006/relationships/image" Target="../media/image326.png"/><Relationship Id="rId56" Type="http://schemas.openxmlformats.org/officeDocument/2006/relationships/customXml" Target="../ink/ink513.xml"/><Relationship Id="rId77" Type="http://schemas.openxmlformats.org/officeDocument/2006/relationships/image" Target="../media/image347.png"/><Relationship Id="rId100" Type="http://schemas.openxmlformats.org/officeDocument/2006/relationships/customXml" Target="../ink/ink535.xml"/><Relationship Id="rId105" Type="http://schemas.openxmlformats.org/officeDocument/2006/relationships/image" Target="../media/image361.png"/><Relationship Id="rId8" Type="http://schemas.openxmlformats.org/officeDocument/2006/relationships/customXml" Target="../ink/ink489.xml"/><Relationship Id="rId51" Type="http://schemas.openxmlformats.org/officeDocument/2006/relationships/image" Target="../media/image334.png"/><Relationship Id="rId72" Type="http://schemas.openxmlformats.org/officeDocument/2006/relationships/customXml" Target="../ink/ink521.xml"/><Relationship Id="rId93" Type="http://schemas.openxmlformats.org/officeDocument/2006/relationships/image" Target="../media/image355.png"/><Relationship Id="rId98" Type="http://schemas.openxmlformats.org/officeDocument/2006/relationships/customXml" Target="../ink/ink534.xml"/><Relationship Id="rId3" Type="http://schemas.openxmlformats.org/officeDocument/2006/relationships/customXml" Target="../ink/ink487.xml"/><Relationship Id="rId25" Type="http://schemas.openxmlformats.org/officeDocument/2006/relationships/image" Target="../media/image321.png"/><Relationship Id="rId46" Type="http://schemas.openxmlformats.org/officeDocument/2006/relationships/customXml" Target="../ink/ink508.xml"/><Relationship Id="rId67" Type="http://schemas.openxmlformats.org/officeDocument/2006/relationships/image" Target="../media/image342.png"/><Relationship Id="rId20" Type="http://schemas.openxmlformats.org/officeDocument/2006/relationships/customXml" Target="../ink/ink495.xml"/><Relationship Id="rId41" Type="http://schemas.openxmlformats.org/officeDocument/2006/relationships/image" Target="../media/image329.png"/><Relationship Id="rId62" Type="http://schemas.openxmlformats.org/officeDocument/2006/relationships/customXml" Target="../ink/ink516.xml"/><Relationship Id="rId83" Type="http://schemas.openxmlformats.org/officeDocument/2006/relationships/image" Target="../media/image350.png"/><Relationship Id="rId88" Type="http://schemas.openxmlformats.org/officeDocument/2006/relationships/customXml" Target="../ink/ink529.xml"/><Relationship Id="rId111" Type="http://schemas.openxmlformats.org/officeDocument/2006/relationships/image" Target="../media/image36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Automate Programabile</a:t>
            </a: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</a:t>
            </a:r>
            <a:r>
              <a:rPr lang="en-US" sz="3600" b="1" dirty="0">
                <a:solidFill>
                  <a:srgbClr val="FF0000"/>
                </a:solidFill>
              </a:rPr>
              <a:t>8</a:t>
            </a:r>
            <a:r>
              <a:rPr lang="ro-RO" sz="3600" b="1" dirty="0">
                <a:solidFill>
                  <a:srgbClr val="FF0000"/>
                </a:solidFill>
              </a:rPr>
              <a:t>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an de studii: C3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</a:t>
            </a:r>
            <a:r>
              <a:rPr lang="en-US" sz="3200" b="1" dirty="0">
                <a:solidFill>
                  <a:srgbClr val="0000FF"/>
                </a:solidFill>
              </a:rPr>
              <a:t>8</a:t>
            </a:r>
            <a:r>
              <a:rPr lang="ro-RO" sz="3200" b="1" dirty="0">
                <a:solidFill>
                  <a:srgbClr val="0000FF"/>
                </a:solidFill>
              </a:rPr>
              <a:t>         1</a:t>
            </a:r>
            <a:r>
              <a:rPr lang="en-US" sz="3200" b="1" dirty="0">
                <a:solidFill>
                  <a:srgbClr val="0000FF"/>
                </a:solidFill>
              </a:rPr>
              <a:t>7 </a:t>
            </a:r>
            <a:r>
              <a:rPr lang="en-US" sz="3200" b="1" dirty="0" err="1">
                <a:solidFill>
                  <a:srgbClr val="0000FF"/>
                </a:solidFill>
              </a:rPr>
              <a:t>Noiembrie</a:t>
            </a:r>
            <a:r>
              <a:rPr lang="en-US" sz="3200" b="1" dirty="0">
                <a:solidFill>
                  <a:srgbClr val="0000FF"/>
                </a:solidFill>
              </a:rPr>
              <a:t> </a:t>
            </a:r>
            <a:r>
              <a:rPr lang="ro-RO" sz="3200" b="1" dirty="0">
                <a:solidFill>
                  <a:srgbClr val="0000FF"/>
                </a:solidFill>
              </a:rPr>
              <a:t>202</a:t>
            </a:r>
            <a:r>
              <a:rPr lang="en-US" sz="3200" b="1" dirty="0">
                <a:solidFill>
                  <a:srgbClr val="0000FF"/>
                </a:solidFill>
              </a:rPr>
              <a:t>5</a:t>
            </a:r>
            <a:r>
              <a:rPr lang="ro-RO" sz="3200" b="1" dirty="0">
                <a:solidFill>
                  <a:srgbClr val="0000FF"/>
                </a:solidFill>
              </a:rPr>
              <a:t>             11:</a:t>
            </a:r>
            <a:r>
              <a:rPr lang="en-US" sz="3200" b="1" dirty="0">
                <a:solidFill>
                  <a:srgbClr val="0000FF"/>
                </a:solidFill>
              </a:rPr>
              <a:t>0</a:t>
            </a:r>
            <a:r>
              <a:rPr lang="ro-RO" sz="3200" b="1" dirty="0">
                <a:solidFill>
                  <a:srgbClr val="0000FF"/>
                </a:solidFill>
              </a:rPr>
              <a:t>0 – </a:t>
            </a:r>
            <a:r>
              <a:rPr lang="en-US" sz="3200" b="1" dirty="0">
                <a:solidFill>
                  <a:srgbClr val="0000FF"/>
                </a:solidFill>
              </a:rPr>
              <a:t>1</a:t>
            </a:r>
            <a:r>
              <a:rPr lang="ro-RO" sz="3200" b="1" dirty="0">
                <a:solidFill>
                  <a:srgbClr val="0000FF"/>
                </a:solidFill>
              </a:rPr>
              <a:t>3:</a:t>
            </a:r>
            <a:r>
              <a:rPr lang="en-US" sz="3200" b="1" dirty="0">
                <a:solidFill>
                  <a:srgbClr val="0000FF"/>
                </a:solidFill>
              </a:rPr>
              <a:t>0</a:t>
            </a:r>
            <a:r>
              <a:rPr lang="ro-RO" sz="3200" b="1" dirty="0">
                <a:solidFill>
                  <a:srgbClr val="0000FF"/>
                </a:solidFill>
              </a:rPr>
              <a:t>0</a:t>
            </a:r>
          </a:p>
          <a:p>
            <a:pPr lvl="0" algn="ctr">
              <a:spcBef>
                <a:spcPts val="1800"/>
              </a:spcBef>
              <a:defRPr/>
            </a:pPr>
            <a:r>
              <a:rPr lang="ro-RO" b="1" i="1" dirty="0">
                <a:solidFill>
                  <a:prstClr val="black"/>
                </a:solidFill>
              </a:rPr>
              <a:t>ionel.bostan@upit.ro</a:t>
            </a:r>
            <a:endParaRPr lang="en-US" b="1" i="1" dirty="0">
              <a:solidFill>
                <a:prstClr val="black"/>
              </a:solidFill>
            </a:endParaRPr>
          </a:p>
          <a:p>
            <a:pPr algn="ctr">
              <a:spcBef>
                <a:spcPts val="1800"/>
              </a:spcBef>
              <a:defRPr/>
            </a:pPr>
            <a:r>
              <a:rPr lang="ro-RO" b="1" i="1" dirty="0" err="1">
                <a:solidFill>
                  <a:prstClr val="black"/>
                </a:solidFill>
              </a:rPr>
              <a:t>ionel.bostan@up</a:t>
            </a:r>
            <a:r>
              <a:rPr lang="en-US" b="1" i="1" dirty="0">
                <a:solidFill>
                  <a:prstClr val="black"/>
                </a:solidFill>
              </a:rPr>
              <a:t>b</a:t>
            </a:r>
            <a:r>
              <a:rPr lang="ro-RO" b="1" i="1" dirty="0">
                <a:solidFill>
                  <a:prstClr val="black"/>
                </a:solidFill>
              </a:rPr>
              <a:t>.</a:t>
            </a:r>
            <a:r>
              <a:rPr lang="ro-RO" b="1" i="1" dirty="0" err="1">
                <a:solidFill>
                  <a:prstClr val="black"/>
                </a:solidFill>
              </a:rPr>
              <a:t>ro</a:t>
            </a:r>
            <a:endParaRPr lang="ro-RO" i="1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21882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1432611" y="777269"/>
            <a:ext cx="10407326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endParaRPr lang="ro-RO" sz="2400" b="1" dirty="0">
              <a:solidFill>
                <a:srgbClr val="0000FF"/>
              </a:solidFill>
            </a:endParaRPr>
          </a:p>
          <a:p>
            <a:r>
              <a:rPr lang="ro-RO" sz="2400" b="1" dirty="0" err="1">
                <a:solidFill>
                  <a:srgbClr val="0000FF"/>
                </a:solidFill>
              </a:rPr>
              <a:t>Secvențiatoare</a:t>
            </a:r>
            <a:r>
              <a:rPr lang="ro-RO" sz="2400" b="1" dirty="0">
                <a:solidFill>
                  <a:srgbClr val="0000FF"/>
                </a:solidFill>
              </a:rPr>
              <a:t> </a:t>
            </a:r>
          </a:p>
          <a:p>
            <a:pPr lvl="2"/>
            <a:r>
              <a:rPr lang="ro-RO" sz="2400" dirty="0"/>
              <a:t>- Proiectarea aplicațiilor de tip </a:t>
            </a:r>
            <a:r>
              <a:rPr lang="ro-RO" sz="2400" i="1" dirty="0"/>
              <a:t>Event </a:t>
            </a:r>
            <a:r>
              <a:rPr lang="ro-RO" sz="2400" i="1" dirty="0" err="1"/>
              <a:t>Driven</a:t>
            </a:r>
            <a:endParaRPr lang="ro-RO" sz="2400" i="1" dirty="0"/>
          </a:p>
          <a:p>
            <a:pPr lvl="3"/>
            <a:r>
              <a:rPr lang="ro-RO" sz="2400" i="1" dirty="0"/>
              <a:t>Exemplu: Sistem de control pentru un vas de reacție din ind. chimică  </a:t>
            </a:r>
          </a:p>
          <a:p>
            <a:pPr lvl="2"/>
            <a:r>
              <a:rPr lang="ro-RO" sz="2400" i="1" dirty="0"/>
              <a:t>       	</a:t>
            </a:r>
          </a:p>
          <a:p>
            <a:pPr marL="1257300" lvl="2" indent="-342900">
              <a:buFontTx/>
              <a:buChar char="-"/>
            </a:pPr>
            <a:r>
              <a:rPr lang="ro-RO" sz="2400" dirty="0"/>
              <a:t>Utilizarea subrutinelor în scrierea programelor </a:t>
            </a:r>
            <a:r>
              <a:rPr lang="ro-RO" sz="2400" dirty="0" err="1"/>
              <a:t>ladder</a:t>
            </a:r>
            <a:r>
              <a:rPr lang="ro-RO" sz="2400" dirty="0"/>
              <a:t> de dimensiuni mari</a:t>
            </a:r>
          </a:p>
          <a:p>
            <a:pPr marL="1257300" lvl="2" indent="-342900">
              <a:buFontTx/>
              <a:buChar char="-"/>
            </a:pPr>
            <a:r>
              <a:rPr lang="ro-RO" sz="2400" dirty="0"/>
              <a:t>  </a:t>
            </a:r>
            <a:endParaRPr lang="ro-RO" sz="2400" dirty="0">
              <a:solidFill>
                <a:srgbClr val="FF0000"/>
              </a:solidFill>
            </a:endParaRPr>
          </a:p>
          <a:p>
            <a:pPr marL="2286000" lvl="4" indent="-457200">
              <a:buFontTx/>
              <a:buChar char="-"/>
            </a:pPr>
            <a:endParaRPr lang="ro-RO" sz="2400" b="1" dirty="0"/>
          </a:p>
          <a:p>
            <a:pPr marL="1371600" lvl="2" indent="-457200">
              <a:buFontTx/>
              <a:buChar char="-"/>
            </a:pPr>
            <a:endParaRPr lang="ro-RO" sz="2400" b="1" dirty="0"/>
          </a:p>
          <a:p>
            <a:pPr marL="1371600" lvl="2" indent="-457200">
              <a:buFontTx/>
              <a:buChar char="-"/>
            </a:pPr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3891933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335344" y="685830"/>
            <a:ext cx="1142987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3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Proiectarea aplicațiilor </a:t>
            </a:r>
            <a:r>
              <a:rPr kumimoji="0" lang="ro-RO" sz="32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Event </a:t>
            </a:r>
            <a:r>
              <a:rPr kumimoji="0" lang="ro-RO" sz="32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Driven</a:t>
            </a:r>
            <a:r>
              <a:rPr kumimoji="0" lang="ro-RO" sz="32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folosind instrucțiunea SQO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sz="2800" b="1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sz="2800" b="1" dirty="0">
                <a:solidFill>
                  <a:srgbClr val="FF0000"/>
                </a:solidFill>
                <a:latin typeface="Calibri" panose="020F0502020204030204"/>
              </a:rPr>
              <a:t>= Aplicație: Sistem de control pentru un vas de reacție =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22BE9A6D-4885-4CF5-9F9F-35E05B70F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3703317"/>
            <a:ext cx="11544300" cy="2476500"/>
          </a:xfrm>
          <a:prstGeom prst="rect">
            <a:avLst/>
          </a:prstGeom>
        </p:spPr>
      </p:pic>
      <p:sp>
        <p:nvSpPr>
          <p:cNvPr id="5" name="CasetăText 4">
            <a:extLst>
              <a:ext uri="{FF2B5EF4-FFF2-40B4-BE49-F238E27FC236}">
                <a16:creationId xmlns:a16="http://schemas.microsoft.com/office/drawing/2014/main" id="{2F541B82-E04B-493A-872C-5EDFAB3E4E51}"/>
              </a:ext>
            </a:extLst>
          </p:cNvPr>
          <p:cNvSpPr txBox="1"/>
          <p:nvPr/>
        </p:nvSpPr>
        <p:spPr>
          <a:xfrm>
            <a:off x="518221" y="228635"/>
            <a:ext cx="1069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Proiectarea aplicațiilor de tip </a:t>
            </a:r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“Event Driven”</a:t>
            </a:r>
            <a:r>
              <a:rPr lang="ro-RO" b="1" dirty="0">
                <a:solidFill>
                  <a:srgbClr val="FF0000"/>
                </a:solidFill>
                <a:latin typeface="Calibri" panose="020F0502020204030204"/>
              </a:rPr>
              <a:t> </a:t>
            </a: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- f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olosind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instruc</a:t>
            </a:r>
            <a:r>
              <a:rPr kumimoji="0" lang="ro-RO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ț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iunea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SQO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6242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9EF27D4B-D468-467C-905D-4587D5898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50" y="1308516"/>
            <a:ext cx="7668546" cy="5386870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EB95A6BB-B6B9-4691-ABDD-8C6934327A0C}"/>
              </a:ext>
            </a:extLst>
          </p:cNvPr>
          <p:cNvSpPr txBox="1"/>
          <p:nvPr/>
        </p:nvSpPr>
        <p:spPr>
          <a:xfrm>
            <a:off x="518221" y="228635"/>
            <a:ext cx="1069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Proiectarea aplicațiilor de tip </a:t>
            </a:r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“Event Driven”</a:t>
            </a:r>
            <a:r>
              <a:rPr lang="ro-RO" b="1" dirty="0">
                <a:solidFill>
                  <a:srgbClr val="FF0000"/>
                </a:solidFill>
                <a:latin typeface="Calibri" panose="020F0502020204030204"/>
              </a:rPr>
              <a:t> </a:t>
            </a: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- f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olosind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instruc</a:t>
            </a:r>
            <a:r>
              <a:rPr kumimoji="0" lang="ro-RO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ț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iunea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SQO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9BAEDA2C-9046-4599-85EB-2D98FC390C9B}"/>
              </a:ext>
            </a:extLst>
          </p:cNvPr>
          <p:cNvSpPr txBox="1"/>
          <p:nvPr/>
        </p:nvSpPr>
        <p:spPr>
          <a:xfrm>
            <a:off x="518221" y="685830"/>
            <a:ext cx="1069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latin typeface="Calibri" panose="020F0502020204030204"/>
              </a:rPr>
              <a:t>Pas 1: Cunoașterea instalației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34249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2B21001D-ED63-4C7B-8394-831FB42F7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1600220"/>
            <a:ext cx="11191875" cy="3848100"/>
          </a:xfrm>
          <a:prstGeom prst="rect">
            <a:avLst/>
          </a:prstGeom>
        </p:spPr>
      </p:pic>
      <p:sp>
        <p:nvSpPr>
          <p:cNvPr id="5" name="CasetăText 4">
            <a:extLst>
              <a:ext uri="{FF2B5EF4-FFF2-40B4-BE49-F238E27FC236}">
                <a16:creationId xmlns:a16="http://schemas.microsoft.com/office/drawing/2014/main" id="{C3251138-7684-47BE-AA0B-E27234C44FCF}"/>
              </a:ext>
            </a:extLst>
          </p:cNvPr>
          <p:cNvSpPr txBox="1"/>
          <p:nvPr/>
        </p:nvSpPr>
        <p:spPr>
          <a:xfrm>
            <a:off x="518221" y="228635"/>
            <a:ext cx="1069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Proiectarea aplicațiilor de tip </a:t>
            </a:r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“Event Driven”</a:t>
            </a:r>
            <a:r>
              <a:rPr lang="ro-RO" b="1" dirty="0">
                <a:solidFill>
                  <a:srgbClr val="FF0000"/>
                </a:solidFill>
                <a:latin typeface="Calibri" panose="020F0502020204030204"/>
              </a:rPr>
              <a:t> </a:t>
            </a: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- f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olosind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instruc</a:t>
            </a:r>
            <a:r>
              <a:rPr kumimoji="0" lang="ro-RO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ț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iunea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SQO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asetăText 5">
            <a:extLst>
              <a:ext uri="{FF2B5EF4-FFF2-40B4-BE49-F238E27FC236}">
                <a16:creationId xmlns:a16="http://schemas.microsoft.com/office/drawing/2014/main" id="{5EECB959-47F7-4E29-A285-698FA38D542C}"/>
              </a:ext>
            </a:extLst>
          </p:cNvPr>
          <p:cNvSpPr txBox="1"/>
          <p:nvPr/>
        </p:nvSpPr>
        <p:spPr>
          <a:xfrm>
            <a:off x="518221" y="685830"/>
            <a:ext cx="1069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latin typeface="Calibri" panose="020F0502020204030204"/>
              </a:rPr>
              <a:t>Pas 2: Descrierea programului de lucru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92569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08CFCAD2-D632-46D8-975E-79D0F070A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1143025"/>
            <a:ext cx="11134725" cy="320992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0A8A64D9-EDD2-49BD-B5B9-5B949ED64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30" y="4526268"/>
            <a:ext cx="4648200" cy="20193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1B4F61E3-CCB7-4D75-8DF5-B5273B88F928}"/>
                  </a:ext>
                </a:extLst>
              </p14:cNvPr>
              <p14:cNvContentPartPr/>
              <p14:nvPr/>
            </p14:nvContentPartPr>
            <p14:xfrm>
              <a:off x="8750241" y="4088884"/>
              <a:ext cx="3195000" cy="85896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1B4F61E3-CCB7-4D75-8DF5-B5273B88F92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32601" y="4071244"/>
                <a:ext cx="3230640" cy="89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F84F2255-29F4-46F5-BACE-616A9278FAFA}"/>
                  </a:ext>
                </a:extLst>
              </p14:cNvPr>
              <p14:cNvContentPartPr/>
              <p14:nvPr/>
            </p14:nvContentPartPr>
            <p14:xfrm>
              <a:off x="9182961" y="5274724"/>
              <a:ext cx="153720" cy="1368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F84F2255-29F4-46F5-BACE-616A9278FAF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65321" y="5257084"/>
                <a:ext cx="1893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42CBE5DF-12BA-4F2F-B42E-32B997249645}"/>
                  </a:ext>
                </a:extLst>
              </p14:cNvPr>
              <p14:cNvContentPartPr/>
              <p14:nvPr/>
            </p14:nvContentPartPr>
            <p14:xfrm>
              <a:off x="10854441" y="4999684"/>
              <a:ext cx="1303560" cy="33624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42CBE5DF-12BA-4F2F-B42E-32B99724964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836801" y="4981684"/>
                <a:ext cx="133920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0777693B-178A-4CCB-BD0C-B601A6CA023F}"/>
                  </a:ext>
                </a:extLst>
              </p14:cNvPr>
              <p14:cNvContentPartPr/>
              <p14:nvPr/>
            </p14:nvContentPartPr>
            <p14:xfrm>
              <a:off x="9617481" y="5046124"/>
              <a:ext cx="918360" cy="32364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0777693B-178A-4CCB-BD0C-B601A6CA023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99841" y="5028464"/>
                <a:ext cx="954000" cy="35932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CasetăText 8">
            <a:extLst>
              <a:ext uri="{FF2B5EF4-FFF2-40B4-BE49-F238E27FC236}">
                <a16:creationId xmlns:a16="http://schemas.microsoft.com/office/drawing/2014/main" id="{843A4333-5905-4C2F-9393-0A07A53AAB80}"/>
              </a:ext>
            </a:extLst>
          </p:cNvPr>
          <p:cNvSpPr txBox="1"/>
          <p:nvPr/>
        </p:nvSpPr>
        <p:spPr>
          <a:xfrm>
            <a:off x="335343" y="45757"/>
            <a:ext cx="1069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Proiectarea aplicațiilor de tip </a:t>
            </a:r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“Event Driven”</a:t>
            </a:r>
            <a:r>
              <a:rPr lang="ro-RO" b="1" dirty="0">
                <a:solidFill>
                  <a:srgbClr val="FF0000"/>
                </a:solidFill>
                <a:latin typeface="Calibri" panose="020F0502020204030204"/>
              </a:rPr>
              <a:t> </a:t>
            </a: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- f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olosind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instruc</a:t>
            </a:r>
            <a:r>
              <a:rPr kumimoji="0" lang="ro-RO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ț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iunea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SQO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asetăText 9">
            <a:extLst>
              <a:ext uri="{FF2B5EF4-FFF2-40B4-BE49-F238E27FC236}">
                <a16:creationId xmlns:a16="http://schemas.microsoft.com/office/drawing/2014/main" id="{088C6DCE-34D8-4356-8437-6243920FAD59}"/>
              </a:ext>
            </a:extLst>
          </p:cNvPr>
          <p:cNvSpPr txBox="1"/>
          <p:nvPr/>
        </p:nvSpPr>
        <p:spPr>
          <a:xfrm>
            <a:off x="518221" y="685830"/>
            <a:ext cx="1069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latin typeface="Calibri" panose="020F0502020204030204"/>
              </a:rPr>
              <a:t>Pas 2: Descrierea programului de lucru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4847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AB4B248B-E7C4-4A21-8B26-1531B1FEE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777269"/>
            <a:ext cx="10850828" cy="55106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7F77B056-5347-44FE-ACCE-A213024B707B}"/>
                  </a:ext>
                </a:extLst>
              </p14:cNvPr>
              <p14:cNvContentPartPr/>
              <p14:nvPr/>
            </p14:nvContentPartPr>
            <p14:xfrm>
              <a:off x="3047481" y="4579924"/>
              <a:ext cx="307800" cy="2084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7F77B056-5347-44FE-ACCE-A213024B70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29841" y="4562284"/>
                <a:ext cx="34344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EC8E744A-80DD-4EB5-BBC4-27A8C45BF1D9}"/>
                  </a:ext>
                </a:extLst>
              </p14:cNvPr>
              <p14:cNvContentPartPr/>
              <p14:nvPr/>
            </p14:nvContentPartPr>
            <p14:xfrm>
              <a:off x="1438641" y="2368444"/>
              <a:ext cx="3337560" cy="10440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EC8E744A-80DD-4EB5-BBC4-27A8C45BF1D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20641" y="2350798"/>
                <a:ext cx="3373200" cy="10796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A23D5772-64D7-49EE-B429-17F54EE92992}"/>
                  </a:ext>
                </a:extLst>
              </p14:cNvPr>
              <p14:cNvContentPartPr/>
              <p14:nvPr/>
            </p14:nvContentPartPr>
            <p14:xfrm>
              <a:off x="4315761" y="1906924"/>
              <a:ext cx="360000" cy="26136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A23D5772-64D7-49EE-B429-17F54EE9299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98121" y="1889284"/>
                <a:ext cx="39564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B231BBEB-FFED-43A6-BA3C-B8EB52D45F03}"/>
                  </a:ext>
                </a:extLst>
              </p14:cNvPr>
              <p14:cNvContentPartPr/>
              <p14:nvPr/>
            </p14:nvContentPartPr>
            <p14:xfrm>
              <a:off x="10162521" y="3099604"/>
              <a:ext cx="269640" cy="2246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B231BBEB-FFED-43A6-BA3C-B8EB52D45F0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144521" y="3081604"/>
                <a:ext cx="30528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85107F48-77FE-4146-BB8C-E09C0F5EC48B}"/>
                  </a:ext>
                </a:extLst>
              </p14:cNvPr>
              <p14:cNvContentPartPr/>
              <p14:nvPr/>
            </p14:nvContentPartPr>
            <p14:xfrm>
              <a:off x="5510601" y="3426484"/>
              <a:ext cx="360" cy="3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85107F48-77FE-4146-BB8C-E09C0F5EC48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92961" y="340848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5E6D5545-3B08-4702-AB71-66661094596A}"/>
                  </a:ext>
                </a:extLst>
              </p14:cNvPr>
              <p14:cNvContentPartPr/>
              <p14:nvPr/>
            </p14:nvContentPartPr>
            <p14:xfrm>
              <a:off x="4196961" y="3598204"/>
              <a:ext cx="1300320" cy="6066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5E6D5545-3B08-4702-AB71-66661094596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79321" y="3580215"/>
                <a:ext cx="1335960" cy="642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7FBA340D-0887-4235-8DE3-C56C43D2C163}"/>
                  </a:ext>
                </a:extLst>
              </p14:cNvPr>
              <p14:cNvContentPartPr/>
              <p14:nvPr/>
            </p14:nvContentPartPr>
            <p14:xfrm>
              <a:off x="6620841" y="266404"/>
              <a:ext cx="944640" cy="41148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7FBA340D-0887-4235-8DE3-C56C43D2C16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603208" y="248764"/>
                <a:ext cx="980266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4A857EB3-8BBD-419E-BB5B-60CEDC72F601}"/>
                  </a:ext>
                </a:extLst>
              </p14:cNvPr>
              <p14:cNvContentPartPr/>
              <p14:nvPr/>
            </p14:nvContentPartPr>
            <p14:xfrm>
              <a:off x="7707321" y="261364"/>
              <a:ext cx="263880" cy="38304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4A857EB3-8BBD-419E-BB5B-60CEDC72F60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689681" y="243724"/>
                <a:ext cx="29952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21CEA8F4-93CA-48B9-A68B-B2527E32735C}"/>
                  </a:ext>
                </a:extLst>
              </p14:cNvPr>
              <p14:cNvContentPartPr/>
              <p14:nvPr/>
            </p14:nvContentPartPr>
            <p14:xfrm>
              <a:off x="6255081" y="186484"/>
              <a:ext cx="214560" cy="60264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21CEA8F4-93CA-48B9-A68B-B2527E32735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237441" y="168844"/>
                <a:ext cx="250200" cy="63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9C7D9A13-070C-4F80-B0F2-0CBABFBA8C42}"/>
                  </a:ext>
                </a:extLst>
              </p14:cNvPr>
              <p14:cNvContentPartPr/>
              <p14:nvPr/>
            </p14:nvContentPartPr>
            <p14:xfrm>
              <a:off x="8141481" y="108004"/>
              <a:ext cx="1638720" cy="217800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9C7D9A13-070C-4F80-B0F2-0CBABFBA8C4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123841" y="90004"/>
                <a:ext cx="1674360" cy="22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1AA70E89-BDFF-490E-865B-27CC2ECE8154}"/>
                  </a:ext>
                </a:extLst>
              </p14:cNvPr>
              <p14:cNvContentPartPr/>
              <p14:nvPr/>
            </p14:nvContentPartPr>
            <p14:xfrm>
              <a:off x="11646081" y="275044"/>
              <a:ext cx="122400" cy="21348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1AA70E89-BDFF-490E-865B-27CC2ECE815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628081" y="257404"/>
                <a:ext cx="15804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D1D17D6C-DEF5-45BA-AB50-0206C452F29F}"/>
                  </a:ext>
                </a:extLst>
              </p14:cNvPr>
              <p14:cNvContentPartPr/>
              <p14:nvPr/>
            </p14:nvContentPartPr>
            <p14:xfrm>
              <a:off x="9946161" y="144724"/>
              <a:ext cx="1438200" cy="26604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D1D17D6C-DEF5-45BA-AB50-0206C452F29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928517" y="127084"/>
                <a:ext cx="1473849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F4FA34F8-08EF-4C29-9CF1-DDAC80CE6541}"/>
                  </a:ext>
                </a:extLst>
              </p14:cNvPr>
              <p14:cNvContentPartPr/>
              <p14:nvPr/>
            </p14:nvContentPartPr>
            <p14:xfrm>
              <a:off x="10473561" y="495004"/>
              <a:ext cx="556560" cy="19296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F4FA34F8-08EF-4C29-9CF1-DDAC80CE654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455561" y="477004"/>
                <a:ext cx="59220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188C68D3-82B9-4332-8001-C4C80613C155}"/>
                  </a:ext>
                </a:extLst>
              </p14:cNvPr>
              <p14:cNvContentPartPr/>
              <p14:nvPr/>
            </p14:nvContentPartPr>
            <p14:xfrm>
              <a:off x="11262681" y="6090484"/>
              <a:ext cx="283320" cy="4968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188C68D3-82B9-4332-8001-C4C80613C15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244681" y="6072484"/>
                <a:ext cx="31896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0F339BD6-3679-4471-A216-6BCBE5AACC5E}"/>
                  </a:ext>
                </a:extLst>
              </p14:cNvPr>
              <p14:cNvContentPartPr/>
              <p14:nvPr/>
            </p14:nvContentPartPr>
            <p14:xfrm>
              <a:off x="1865961" y="3637444"/>
              <a:ext cx="858240" cy="126972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0F339BD6-3679-4471-A216-6BCBE5AACC5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847961" y="3619799"/>
                <a:ext cx="893880" cy="1305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64E1884D-1640-4C04-A8F2-C532BF720370}"/>
                  </a:ext>
                </a:extLst>
              </p14:cNvPr>
              <p14:cNvContentPartPr/>
              <p14:nvPr/>
            </p14:nvContentPartPr>
            <p14:xfrm>
              <a:off x="2334681" y="5069524"/>
              <a:ext cx="3254400" cy="64512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64E1884D-1640-4C04-A8F2-C532BF72037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317041" y="5051534"/>
                <a:ext cx="3290040" cy="6807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4A77A760-2AD7-4FB1-ACBE-BA6E8BBC8434}"/>
                  </a:ext>
                </a:extLst>
              </p14:cNvPr>
              <p14:cNvContentPartPr/>
              <p14:nvPr/>
            </p14:nvContentPartPr>
            <p14:xfrm>
              <a:off x="1203921" y="4996084"/>
              <a:ext cx="898200" cy="69696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4A77A760-2AD7-4FB1-ACBE-BA6E8BBC843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86281" y="4978084"/>
                <a:ext cx="933840" cy="73260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CasetăText 20">
            <a:extLst>
              <a:ext uri="{FF2B5EF4-FFF2-40B4-BE49-F238E27FC236}">
                <a16:creationId xmlns:a16="http://schemas.microsoft.com/office/drawing/2014/main" id="{49B8A523-D306-49E5-BAF0-763098B8D9F5}"/>
              </a:ext>
            </a:extLst>
          </p:cNvPr>
          <p:cNvSpPr txBox="1"/>
          <p:nvPr/>
        </p:nvSpPr>
        <p:spPr>
          <a:xfrm>
            <a:off x="335343" y="137196"/>
            <a:ext cx="1069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latin typeface="Calibri" panose="020F0502020204030204"/>
              </a:rPr>
              <a:t>Pas 3: Descrierea schemei bloc a sistemului de control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44506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71127356-1CE2-46DE-B47F-F814D8EC7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1" y="320073"/>
            <a:ext cx="11703249" cy="594353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57704D73-6750-4D1C-982D-A945B33DF0B0}"/>
                  </a:ext>
                </a:extLst>
              </p14:cNvPr>
              <p14:cNvContentPartPr/>
              <p14:nvPr/>
            </p14:nvContentPartPr>
            <p14:xfrm>
              <a:off x="1240787" y="3180145"/>
              <a:ext cx="1551240" cy="334800"/>
            </p14:xfrm>
          </p:contentPart>
        </mc:Choice>
        <mc:Fallback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57704D73-6750-4D1C-982D-A945B33DF0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2783" y="3162164"/>
                <a:ext cx="1586888" cy="370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7DB5EE65-CB1F-4339-A124-376F2D352A9F}"/>
                  </a:ext>
                </a:extLst>
              </p14:cNvPr>
              <p14:cNvContentPartPr/>
              <p14:nvPr/>
            </p14:nvContentPartPr>
            <p14:xfrm>
              <a:off x="1407827" y="3594145"/>
              <a:ext cx="1343880" cy="408240"/>
            </p14:xfrm>
          </p:contentPart>
        </mc:Choice>
        <mc:Fallback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7DB5EE65-CB1F-4339-A124-376F2D352A9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90182" y="3576505"/>
                <a:ext cx="1379530" cy="44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9984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AB68234A-4DE6-4B89-A0AB-3673171EA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594391"/>
            <a:ext cx="11334750" cy="614362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47E6304E-B02C-4195-837E-6C20E66C9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073" y="3520439"/>
            <a:ext cx="4952492" cy="2834609"/>
          </a:xfrm>
          <a:prstGeom prst="rect">
            <a:avLst/>
          </a:prstGeom>
        </p:spPr>
      </p:pic>
      <p:sp>
        <p:nvSpPr>
          <p:cNvPr id="7" name="CasetăText 6">
            <a:extLst>
              <a:ext uri="{FF2B5EF4-FFF2-40B4-BE49-F238E27FC236}">
                <a16:creationId xmlns:a16="http://schemas.microsoft.com/office/drawing/2014/main" id="{F9BDCD74-B623-4830-98BF-4684960823C2}"/>
              </a:ext>
            </a:extLst>
          </p:cNvPr>
          <p:cNvSpPr txBox="1"/>
          <p:nvPr/>
        </p:nvSpPr>
        <p:spPr>
          <a:xfrm>
            <a:off x="335343" y="137196"/>
            <a:ext cx="1069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latin typeface="Calibri" panose="020F0502020204030204"/>
              </a:rPr>
              <a:t>Pas 3: Descrierea schemei bloc a sistemului de control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8209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A019C166-7665-4045-94BC-5F829899D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94391"/>
            <a:ext cx="3873540" cy="60999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C9D9FA85-5D93-4EB7-A8C5-9A2E79C756F3}"/>
                  </a:ext>
                </a:extLst>
              </p14:cNvPr>
              <p14:cNvContentPartPr/>
              <p14:nvPr/>
            </p14:nvContentPartPr>
            <p14:xfrm>
              <a:off x="4965201" y="1571404"/>
              <a:ext cx="587160" cy="169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C9D9FA85-5D93-4EB7-A8C5-9A2E79C756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47201" y="1553404"/>
                <a:ext cx="62280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23372AE6-B953-4C22-A689-F2A851BD05A8}"/>
                  </a:ext>
                </a:extLst>
              </p14:cNvPr>
              <p14:cNvContentPartPr/>
              <p14:nvPr/>
            </p14:nvContentPartPr>
            <p14:xfrm>
              <a:off x="5641641" y="1224004"/>
              <a:ext cx="48960" cy="5220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23372AE6-B953-4C22-A689-F2A851BD05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24001" y="1206364"/>
                <a:ext cx="8460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2CAEAC7A-BC21-48A6-B67D-5CBA27C5149F}"/>
                  </a:ext>
                </a:extLst>
              </p14:cNvPr>
              <p14:cNvContentPartPr/>
              <p14:nvPr/>
            </p14:nvContentPartPr>
            <p14:xfrm>
              <a:off x="5703201" y="1377004"/>
              <a:ext cx="41760" cy="457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2CAEAC7A-BC21-48A6-B67D-5CBA27C5149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85201" y="1359364"/>
                <a:ext cx="7740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47EB79F4-3543-4758-A99D-91F5DE2CEC4B}"/>
                  </a:ext>
                </a:extLst>
              </p14:cNvPr>
              <p14:cNvContentPartPr/>
              <p14:nvPr/>
            </p14:nvContentPartPr>
            <p14:xfrm>
              <a:off x="4956201" y="1130404"/>
              <a:ext cx="519120" cy="30168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47EB79F4-3543-4758-A99D-91F5DE2CEC4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38201" y="1112764"/>
                <a:ext cx="55476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94B49930-2669-492E-B362-AC0BBB6BBBDC}"/>
                  </a:ext>
                </a:extLst>
              </p14:cNvPr>
              <p14:cNvContentPartPr/>
              <p14:nvPr/>
            </p14:nvContentPartPr>
            <p14:xfrm>
              <a:off x="10634481" y="1525324"/>
              <a:ext cx="351000" cy="2955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94B49930-2669-492E-B362-AC0BBB6BBBD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616841" y="1507324"/>
                <a:ext cx="38664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00784A73-6A12-414E-9EF9-BA6B480A272F}"/>
                  </a:ext>
                </a:extLst>
              </p14:cNvPr>
              <p14:cNvContentPartPr/>
              <p14:nvPr/>
            </p14:nvContentPartPr>
            <p14:xfrm>
              <a:off x="7884801" y="1483924"/>
              <a:ext cx="2429640" cy="4914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00784A73-6A12-414E-9EF9-BA6B480A272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867158" y="1466284"/>
                <a:ext cx="2465285" cy="52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569CD518-2542-43BA-A45B-6EDF083E99E8}"/>
                  </a:ext>
                </a:extLst>
              </p14:cNvPr>
              <p14:cNvContentPartPr/>
              <p14:nvPr/>
            </p14:nvContentPartPr>
            <p14:xfrm>
              <a:off x="6661161" y="1693444"/>
              <a:ext cx="600120" cy="3247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569CD518-2542-43BA-A45B-6EDF083E99E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643521" y="1675444"/>
                <a:ext cx="63576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E641F124-3CA4-402E-AD09-5904C517BC59}"/>
                  </a:ext>
                </a:extLst>
              </p14:cNvPr>
              <p14:cNvContentPartPr/>
              <p14:nvPr/>
            </p14:nvContentPartPr>
            <p14:xfrm>
              <a:off x="5787441" y="1761844"/>
              <a:ext cx="546120" cy="31536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E641F124-3CA4-402E-AD09-5904C517BC5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769453" y="1743844"/>
                <a:ext cx="581737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0638112B-87CD-4F43-9537-98021421E08D}"/>
                  </a:ext>
                </a:extLst>
              </p14:cNvPr>
              <p14:cNvContentPartPr/>
              <p14:nvPr/>
            </p14:nvContentPartPr>
            <p14:xfrm>
              <a:off x="7526241" y="2290684"/>
              <a:ext cx="535680" cy="27576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0638112B-87CD-4F43-9537-98021421E08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08601" y="2273044"/>
                <a:ext cx="57132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CF1D8B4A-7369-4265-9A21-47A303C70D29}"/>
                  </a:ext>
                </a:extLst>
              </p14:cNvPr>
              <p14:cNvContentPartPr/>
              <p14:nvPr/>
            </p14:nvContentPartPr>
            <p14:xfrm>
              <a:off x="5761521" y="2261164"/>
              <a:ext cx="948240" cy="60192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CF1D8B4A-7369-4265-9A21-47A303C70D2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743521" y="2243175"/>
                <a:ext cx="983880" cy="6375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B75DA55F-3CAE-40A2-ACCE-7260AABE0F0A}"/>
                  </a:ext>
                </a:extLst>
              </p14:cNvPr>
              <p14:cNvContentPartPr/>
              <p14:nvPr/>
            </p14:nvContentPartPr>
            <p14:xfrm>
              <a:off x="9649881" y="2310484"/>
              <a:ext cx="207000" cy="9540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B75DA55F-3CAE-40A2-ACCE-7260AABE0F0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632241" y="2292484"/>
                <a:ext cx="24264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5B378B07-35C4-44C9-95BC-895F46A401B9}"/>
                  </a:ext>
                </a:extLst>
              </p14:cNvPr>
              <p14:cNvContentPartPr/>
              <p14:nvPr/>
            </p14:nvContentPartPr>
            <p14:xfrm>
              <a:off x="10146681" y="2156044"/>
              <a:ext cx="793440" cy="31860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5B378B07-35C4-44C9-95BC-895F46A401B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128681" y="2138404"/>
                <a:ext cx="82908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9BED6CEF-5E57-414D-BCE9-9109459D0626}"/>
                  </a:ext>
                </a:extLst>
              </p14:cNvPr>
              <p14:cNvContentPartPr/>
              <p14:nvPr/>
            </p14:nvContentPartPr>
            <p14:xfrm>
              <a:off x="8253801" y="2193124"/>
              <a:ext cx="1259640" cy="29340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9BED6CEF-5E57-414D-BCE9-9109459D062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236161" y="2175146"/>
                <a:ext cx="1295280" cy="3289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51D0AA8F-51E6-453B-8395-946DFA60A9CD}"/>
                  </a:ext>
                </a:extLst>
              </p14:cNvPr>
              <p14:cNvContentPartPr/>
              <p14:nvPr/>
            </p14:nvContentPartPr>
            <p14:xfrm>
              <a:off x="5212161" y="1897204"/>
              <a:ext cx="321840" cy="25632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51D0AA8F-51E6-453B-8395-946DFA60A9C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194501" y="1879564"/>
                <a:ext cx="35752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CBBB6431-C1EA-4746-A198-63FE53561032}"/>
                  </a:ext>
                </a:extLst>
              </p14:cNvPr>
              <p14:cNvContentPartPr/>
              <p14:nvPr/>
            </p14:nvContentPartPr>
            <p14:xfrm>
              <a:off x="5195961" y="3077284"/>
              <a:ext cx="360360" cy="17568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CBBB6431-C1EA-4746-A198-63FE5356103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177961" y="3059284"/>
                <a:ext cx="39600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7832FE66-194D-46DE-832B-92E63DC4BA05}"/>
                  </a:ext>
                </a:extLst>
              </p14:cNvPr>
              <p14:cNvContentPartPr/>
              <p14:nvPr/>
            </p14:nvContentPartPr>
            <p14:xfrm>
              <a:off x="7078761" y="2916004"/>
              <a:ext cx="577080" cy="31608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7832FE66-194D-46DE-832B-92E63DC4BA0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061121" y="2898364"/>
                <a:ext cx="61272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245E1168-AC1B-49D8-B31D-CCFF2E644E09}"/>
                  </a:ext>
                </a:extLst>
              </p14:cNvPr>
              <p14:cNvContentPartPr/>
              <p14:nvPr/>
            </p14:nvContentPartPr>
            <p14:xfrm>
              <a:off x="5884281" y="3005284"/>
              <a:ext cx="638640" cy="34632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245E1168-AC1B-49D8-B31D-CCFF2E644E0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866631" y="2987626"/>
                <a:ext cx="674300" cy="3819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645F7720-8A59-4275-A89C-9FF4833FE14A}"/>
                  </a:ext>
                </a:extLst>
              </p14:cNvPr>
              <p14:cNvContentPartPr/>
              <p14:nvPr/>
            </p14:nvContentPartPr>
            <p14:xfrm>
              <a:off x="10711521" y="2725924"/>
              <a:ext cx="259200" cy="31716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645F7720-8A59-4275-A89C-9FF4833FE14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693521" y="2708284"/>
                <a:ext cx="29484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37A2A42E-A690-45D7-AA88-0BCF2E9B7FDB}"/>
                  </a:ext>
                </a:extLst>
              </p14:cNvPr>
              <p14:cNvContentPartPr/>
              <p14:nvPr/>
            </p14:nvContentPartPr>
            <p14:xfrm>
              <a:off x="11233161" y="2718364"/>
              <a:ext cx="690840" cy="50796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37A2A42E-A690-45D7-AA88-0BCF2E9B7FD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215521" y="2700724"/>
                <a:ext cx="726480" cy="54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34470C75-9823-41BC-99AB-EBA55EF14872}"/>
                  </a:ext>
                </a:extLst>
              </p14:cNvPr>
              <p14:cNvContentPartPr/>
              <p14:nvPr/>
            </p14:nvContentPartPr>
            <p14:xfrm>
              <a:off x="8062641" y="2737084"/>
              <a:ext cx="2418120" cy="43920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34470C75-9823-41BC-99AB-EBA55EF1487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044641" y="2719084"/>
                <a:ext cx="2453760" cy="4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D44B1A2A-4D38-4C7F-91EF-120CCDA3CF86}"/>
                  </a:ext>
                </a:extLst>
              </p14:cNvPr>
              <p14:cNvContentPartPr/>
              <p14:nvPr/>
            </p14:nvContentPartPr>
            <p14:xfrm>
              <a:off x="6263001" y="3452044"/>
              <a:ext cx="1687320" cy="46908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D44B1A2A-4D38-4C7F-91EF-120CCDA3CF8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245005" y="3434044"/>
                <a:ext cx="1722952" cy="50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37CD0841-F510-4CC9-BDB9-52A996C54EC6}"/>
                  </a:ext>
                </a:extLst>
              </p14:cNvPr>
              <p14:cNvContentPartPr/>
              <p14:nvPr/>
            </p14:nvContentPartPr>
            <p14:xfrm>
              <a:off x="8225361" y="3647524"/>
              <a:ext cx="57960" cy="17460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37CD0841-F510-4CC9-BDB9-52A996C54EC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207361" y="3629884"/>
                <a:ext cx="9360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69B93574-3CE5-4EFE-87E6-287B6B9B1B7D}"/>
                  </a:ext>
                </a:extLst>
              </p14:cNvPr>
              <p14:cNvContentPartPr/>
              <p14:nvPr/>
            </p14:nvContentPartPr>
            <p14:xfrm>
              <a:off x="8484921" y="3367804"/>
              <a:ext cx="908640" cy="33876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69B93574-3CE5-4EFE-87E6-287B6B9B1B7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467274" y="3349823"/>
                <a:ext cx="944294" cy="3743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70BC0B75-A10F-4CF2-B640-BED6EE9E0AE7}"/>
                  </a:ext>
                </a:extLst>
              </p14:cNvPr>
              <p14:cNvContentPartPr/>
              <p14:nvPr/>
            </p14:nvContentPartPr>
            <p14:xfrm>
              <a:off x="5303961" y="4188244"/>
              <a:ext cx="444960" cy="25848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70BC0B75-A10F-4CF2-B640-BED6EE9E0AE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286307" y="4170604"/>
                <a:ext cx="480629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6B5C7A4A-B3C6-4567-B79B-6EC3B1466C67}"/>
                  </a:ext>
                </a:extLst>
              </p14:cNvPr>
              <p14:cNvContentPartPr/>
              <p14:nvPr/>
            </p14:nvContentPartPr>
            <p14:xfrm>
              <a:off x="5972841" y="4067284"/>
              <a:ext cx="6135120" cy="168228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6B5C7A4A-B3C6-4567-B79B-6EC3B1466C6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955201" y="4049288"/>
                <a:ext cx="6170760" cy="17179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AEFEC7C7-4BAD-49E8-BFFC-44B14E9A9920}"/>
                  </a:ext>
                </a:extLst>
              </p14:cNvPr>
              <p14:cNvContentPartPr/>
              <p14:nvPr/>
            </p14:nvContentPartPr>
            <p14:xfrm>
              <a:off x="7029801" y="6022084"/>
              <a:ext cx="410760" cy="26496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AEFEC7C7-4BAD-49E8-BFFC-44B14E9A992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012161" y="6004444"/>
                <a:ext cx="44640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B583E9D0-2CD2-40F2-9364-093C0891F9D7}"/>
                  </a:ext>
                </a:extLst>
              </p14:cNvPr>
              <p14:cNvContentPartPr/>
              <p14:nvPr/>
            </p14:nvContentPartPr>
            <p14:xfrm>
              <a:off x="10895841" y="6184084"/>
              <a:ext cx="4320" cy="36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B583E9D0-2CD2-40F2-9364-093C0891F9D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877841" y="6166444"/>
                <a:ext cx="39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DF7CA26B-4799-4C1D-BAE2-FDB5BD507F62}"/>
                  </a:ext>
                </a:extLst>
              </p14:cNvPr>
              <p14:cNvContentPartPr/>
              <p14:nvPr/>
            </p14:nvContentPartPr>
            <p14:xfrm>
              <a:off x="10439361" y="5953684"/>
              <a:ext cx="309960" cy="25056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DF7CA26B-4799-4C1D-BAE2-FDB5BD507F6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421382" y="5936044"/>
                <a:ext cx="345559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E3F060B1-2CBD-4E8A-A4DA-FABF3D06B6CF}"/>
                  </a:ext>
                </a:extLst>
              </p14:cNvPr>
              <p14:cNvContentPartPr/>
              <p14:nvPr/>
            </p14:nvContentPartPr>
            <p14:xfrm>
              <a:off x="9800721" y="6003724"/>
              <a:ext cx="493200" cy="21708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E3F060B1-2CBD-4E8A-A4DA-FABF3D06B6C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783081" y="5986084"/>
                <a:ext cx="52884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F04D4E5D-B2E4-4EE5-ADEF-FCFA518E3644}"/>
                  </a:ext>
                </a:extLst>
              </p14:cNvPr>
              <p14:cNvContentPartPr/>
              <p14:nvPr/>
            </p14:nvContentPartPr>
            <p14:xfrm>
              <a:off x="7659081" y="5950804"/>
              <a:ext cx="1508040" cy="32040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F04D4E5D-B2E4-4EE5-ADEF-FCFA518E364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641081" y="5932804"/>
                <a:ext cx="154368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A9094FC5-BEB8-4A35-A3E9-ECD6A5B2074B}"/>
                  </a:ext>
                </a:extLst>
              </p14:cNvPr>
              <p14:cNvContentPartPr/>
              <p14:nvPr/>
            </p14:nvContentPartPr>
            <p14:xfrm>
              <a:off x="9739521" y="6355084"/>
              <a:ext cx="1004760" cy="21888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A9094FC5-BEB8-4A35-A3E9-ECD6A5B2074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721881" y="6337444"/>
                <a:ext cx="1040400" cy="25452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CasetăText 34">
            <a:extLst>
              <a:ext uri="{FF2B5EF4-FFF2-40B4-BE49-F238E27FC236}">
                <a16:creationId xmlns:a16="http://schemas.microsoft.com/office/drawing/2014/main" id="{8F429E81-0877-4707-B601-F6A761D03550}"/>
              </a:ext>
            </a:extLst>
          </p:cNvPr>
          <p:cNvSpPr txBox="1"/>
          <p:nvPr/>
        </p:nvSpPr>
        <p:spPr>
          <a:xfrm>
            <a:off x="335343" y="137196"/>
            <a:ext cx="1069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latin typeface="Calibri" panose="020F0502020204030204"/>
              </a:rPr>
              <a:t>Pas 4: Trasarea diagramei de tranziție a stărilor 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55282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C8AB207E-ADBB-4551-9601-9276E4CB6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94391"/>
            <a:ext cx="3873540" cy="6099920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533E0472-F036-4E4E-A96A-6D3B9D9C0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9" y="594391"/>
            <a:ext cx="3873540" cy="60999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31067482-8656-4FAF-BC6C-22BA73A3BF66}"/>
                  </a:ext>
                </a:extLst>
              </p14:cNvPr>
              <p14:cNvContentPartPr/>
              <p14:nvPr/>
            </p14:nvContentPartPr>
            <p14:xfrm>
              <a:off x="1159787" y="107185"/>
              <a:ext cx="1321560" cy="379080"/>
            </p14:xfrm>
          </p:contentPart>
        </mc:Choice>
        <mc:Fallback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31067482-8656-4FAF-BC6C-22BA73A3BF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1787" y="89185"/>
                <a:ext cx="135720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88FCD744-512C-41A4-BF9D-7BC96C1B8374}"/>
                  </a:ext>
                </a:extLst>
              </p14:cNvPr>
              <p14:cNvContentPartPr/>
              <p14:nvPr/>
            </p14:nvContentPartPr>
            <p14:xfrm>
              <a:off x="719867" y="191065"/>
              <a:ext cx="260640" cy="363960"/>
            </p14:xfrm>
          </p:contentPart>
        </mc:Choice>
        <mc:Fallback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88FCD744-512C-41A4-BF9D-7BC96C1B837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2227" y="173425"/>
                <a:ext cx="29628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DC31DFDA-26EE-4745-B1A3-D5EB2E3A87E4}"/>
                  </a:ext>
                </a:extLst>
              </p14:cNvPr>
              <p14:cNvContentPartPr/>
              <p14:nvPr/>
            </p14:nvContentPartPr>
            <p14:xfrm>
              <a:off x="5499227" y="76945"/>
              <a:ext cx="219240" cy="342720"/>
            </p14:xfrm>
          </p:contentPart>
        </mc:Choice>
        <mc:Fallback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DC31DFDA-26EE-4745-B1A3-D5EB2E3A87E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81257" y="59305"/>
                <a:ext cx="254822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03E882A4-B8DE-4C48-85C8-43596B4D73D1}"/>
                  </a:ext>
                </a:extLst>
              </p14:cNvPr>
              <p14:cNvContentPartPr/>
              <p14:nvPr/>
            </p14:nvContentPartPr>
            <p14:xfrm>
              <a:off x="5929787" y="78385"/>
              <a:ext cx="2239200" cy="484560"/>
            </p14:xfrm>
          </p:contentPart>
        </mc:Choice>
        <mc:Fallback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03E882A4-B8DE-4C48-85C8-43596B4D73D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12147" y="60732"/>
                <a:ext cx="2274840" cy="5202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CD1B753F-2CE3-48F6-88A5-250CCAD88B59}"/>
                  </a:ext>
                </a:extLst>
              </p14:cNvPr>
              <p14:cNvContentPartPr/>
              <p14:nvPr/>
            </p14:nvContentPartPr>
            <p14:xfrm>
              <a:off x="7385987" y="1179265"/>
              <a:ext cx="852480" cy="452520"/>
            </p14:xfrm>
          </p:contentPart>
        </mc:Choice>
        <mc:Fallback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CD1B753F-2CE3-48F6-88A5-250CCAD88B5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68347" y="1161625"/>
                <a:ext cx="888120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21517E6C-7CEA-466A-A2C3-A7E313FECAF1}"/>
                  </a:ext>
                </a:extLst>
              </p14:cNvPr>
              <p14:cNvContentPartPr/>
              <p14:nvPr/>
            </p14:nvContentPartPr>
            <p14:xfrm>
              <a:off x="6081707" y="1298785"/>
              <a:ext cx="1128600" cy="381960"/>
            </p14:xfrm>
          </p:contentPart>
        </mc:Choice>
        <mc:Fallback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21517E6C-7CEA-466A-A2C3-A7E313FECAF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064067" y="1281145"/>
                <a:ext cx="116424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5C7A07D2-636D-4247-8056-45D74E4068EA}"/>
                  </a:ext>
                </a:extLst>
              </p14:cNvPr>
              <p14:cNvContentPartPr/>
              <p14:nvPr/>
            </p14:nvContentPartPr>
            <p14:xfrm>
              <a:off x="7555547" y="5159065"/>
              <a:ext cx="660960" cy="366840"/>
            </p14:xfrm>
          </p:contentPart>
        </mc:Choice>
        <mc:Fallback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5C7A07D2-636D-4247-8056-45D74E4068E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37557" y="5141065"/>
                <a:ext cx="696581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A3E4F1A9-8133-44A9-8047-C0994933866F}"/>
                  </a:ext>
                </a:extLst>
              </p14:cNvPr>
              <p14:cNvContentPartPr/>
              <p14:nvPr/>
            </p14:nvContentPartPr>
            <p14:xfrm>
              <a:off x="4369547" y="3897985"/>
              <a:ext cx="2885400" cy="2473560"/>
            </p14:xfrm>
          </p:contentPart>
        </mc:Choice>
        <mc:Fallback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A3E4F1A9-8133-44A9-8047-C0994933866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351905" y="3879988"/>
                <a:ext cx="2921044" cy="2509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020CD65E-5724-441E-AE7D-A20513DD514E}"/>
                  </a:ext>
                </a:extLst>
              </p14:cNvPr>
              <p14:cNvContentPartPr/>
              <p14:nvPr/>
            </p14:nvContentPartPr>
            <p14:xfrm>
              <a:off x="9321707" y="1234464"/>
              <a:ext cx="2623897" cy="1522321"/>
            </p14:xfrm>
          </p:contentPart>
        </mc:Choice>
        <mc:Fallback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020CD65E-5724-441E-AE7D-A20513DD514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304066" y="1216825"/>
                <a:ext cx="2659540" cy="155795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9945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A019C166-7665-4045-94BC-5F829899D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502952"/>
            <a:ext cx="3977485" cy="6263609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8CD03559-8626-4F3F-A0D0-F8F003777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488" y="502952"/>
            <a:ext cx="5219700" cy="40576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D8258C5B-C590-4A72-ACB1-88BBB192EBDD}"/>
                  </a:ext>
                </a:extLst>
              </p14:cNvPr>
              <p14:cNvContentPartPr/>
              <p14:nvPr/>
            </p14:nvContentPartPr>
            <p14:xfrm>
              <a:off x="4856841" y="5145844"/>
              <a:ext cx="560880" cy="61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D8258C5B-C590-4A72-ACB1-88BBB192EBD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39201" y="5128204"/>
                <a:ext cx="5965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D2C8F5C4-7068-4FBD-9266-A91AA98A3696}"/>
                  </a:ext>
                </a:extLst>
              </p14:cNvPr>
              <p14:cNvContentPartPr/>
              <p14:nvPr/>
            </p14:nvContentPartPr>
            <p14:xfrm>
              <a:off x="5526801" y="4883044"/>
              <a:ext cx="47160" cy="309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D2C8F5C4-7068-4FBD-9266-A91AA98A369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08801" y="4865044"/>
                <a:ext cx="8280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DC0B8CDB-B3D1-4A6F-AAF8-677C9B47EBBC}"/>
                  </a:ext>
                </a:extLst>
              </p14:cNvPr>
              <p14:cNvContentPartPr/>
              <p14:nvPr/>
            </p14:nvContentPartPr>
            <p14:xfrm>
              <a:off x="5569641" y="5046124"/>
              <a:ext cx="51480" cy="421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DC0B8CDB-B3D1-4A6F-AAF8-677C9B47EBB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52001" y="5028484"/>
                <a:ext cx="8712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9FAA83F8-DB3A-420C-82AE-E2DBD6222CE8}"/>
                  </a:ext>
                </a:extLst>
              </p14:cNvPr>
              <p14:cNvContentPartPr/>
              <p14:nvPr/>
            </p14:nvContentPartPr>
            <p14:xfrm>
              <a:off x="4896441" y="4774324"/>
              <a:ext cx="477000" cy="26784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9FAA83F8-DB3A-420C-82AE-E2DBD6222CE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78455" y="4756684"/>
                <a:ext cx="512613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9DF01F70-58DD-454B-B9F5-836696DF0230}"/>
                  </a:ext>
                </a:extLst>
              </p14:cNvPr>
              <p14:cNvContentPartPr/>
              <p14:nvPr/>
            </p14:nvContentPartPr>
            <p14:xfrm>
              <a:off x="5953401" y="4970164"/>
              <a:ext cx="238680" cy="1044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9DF01F70-58DD-454B-B9F5-836696DF023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935401" y="4952164"/>
                <a:ext cx="27432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862A4046-368F-4900-A4F5-2E9481811E66}"/>
                  </a:ext>
                </a:extLst>
              </p14:cNvPr>
              <p14:cNvContentPartPr/>
              <p14:nvPr/>
            </p14:nvContentPartPr>
            <p14:xfrm>
              <a:off x="10298961" y="4622404"/>
              <a:ext cx="527760" cy="3049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862A4046-368F-4900-A4F5-2E9481811E6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280961" y="4604404"/>
                <a:ext cx="56340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FF2590D8-FA14-42FF-BD5A-564D646BCB43}"/>
                  </a:ext>
                </a:extLst>
              </p14:cNvPr>
              <p14:cNvContentPartPr/>
              <p14:nvPr/>
            </p14:nvContentPartPr>
            <p14:xfrm>
              <a:off x="8460441" y="4618084"/>
              <a:ext cx="1523520" cy="3819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FF2590D8-FA14-42FF-BD5A-564D646BCB4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442801" y="4600084"/>
                <a:ext cx="155916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C0F092CB-12D4-49CF-896F-9791B98FE8F3}"/>
                  </a:ext>
                </a:extLst>
              </p14:cNvPr>
              <p14:cNvContentPartPr/>
              <p14:nvPr/>
            </p14:nvContentPartPr>
            <p14:xfrm>
              <a:off x="6475041" y="4758484"/>
              <a:ext cx="1650600" cy="2754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C0F092CB-12D4-49CF-896F-9791B98FE8F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457397" y="4740844"/>
                <a:ext cx="1686248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D48E1FE9-418E-4025-9870-7C207A208520}"/>
                  </a:ext>
                </a:extLst>
              </p14:cNvPr>
              <p14:cNvContentPartPr/>
              <p14:nvPr/>
            </p14:nvContentPartPr>
            <p14:xfrm>
              <a:off x="11041281" y="4608364"/>
              <a:ext cx="1078200" cy="37692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D48E1FE9-418E-4025-9870-7C207A20852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023641" y="4590381"/>
                <a:ext cx="1113840" cy="4125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BC8C47ED-8472-45C7-86AC-6CF9F1E0E38B}"/>
                  </a:ext>
                </a:extLst>
              </p14:cNvPr>
              <p14:cNvContentPartPr/>
              <p14:nvPr/>
            </p14:nvContentPartPr>
            <p14:xfrm>
              <a:off x="5877441" y="5432044"/>
              <a:ext cx="222120" cy="1296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BC8C47ED-8472-45C7-86AC-6CF9F1E0E38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859441" y="5414404"/>
                <a:ext cx="25776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397ABC4D-2047-45DC-87CA-B99C76A0BDCF}"/>
                  </a:ext>
                </a:extLst>
              </p14:cNvPr>
              <p14:cNvContentPartPr/>
              <p14:nvPr/>
            </p14:nvContentPartPr>
            <p14:xfrm>
              <a:off x="9907641" y="5282644"/>
              <a:ext cx="272520" cy="28980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397ABC4D-2047-45DC-87CA-B99C76A0BDC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889641" y="5265004"/>
                <a:ext cx="30816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B4699E65-097B-4B07-999B-3249B7ABD015}"/>
                  </a:ext>
                </a:extLst>
              </p14:cNvPr>
              <p14:cNvContentPartPr/>
              <p14:nvPr/>
            </p14:nvContentPartPr>
            <p14:xfrm>
              <a:off x="10665801" y="5299564"/>
              <a:ext cx="2160" cy="270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B4699E65-097B-4B07-999B-3249B7ABD01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648161" y="5281564"/>
                <a:ext cx="3780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BBE2998A-0EE7-4CB6-9493-2FA58310441E}"/>
                  </a:ext>
                </a:extLst>
              </p14:cNvPr>
              <p14:cNvContentPartPr/>
              <p14:nvPr/>
            </p14:nvContentPartPr>
            <p14:xfrm>
              <a:off x="10692441" y="5378044"/>
              <a:ext cx="806400" cy="25128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BBE2998A-0EE7-4CB6-9493-2FA58310441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674793" y="5360404"/>
                <a:ext cx="842056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BDF39771-0D61-4581-9172-4FC27E57AD8E}"/>
                  </a:ext>
                </a:extLst>
              </p14:cNvPr>
              <p14:cNvContentPartPr/>
              <p14:nvPr/>
            </p14:nvContentPartPr>
            <p14:xfrm>
              <a:off x="11346201" y="5746684"/>
              <a:ext cx="746280" cy="22500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BDF39771-0D61-4581-9172-4FC27E57AD8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1328201" y="5729044"/>
                <a:ext cx="78192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4E03C373-3C55-49B5-B4F3-6D33C1968104}"/>
                  </a:ext>
                </a:extLst>
              </p14:cNvPr>
              <p14:cNvContentPartPr/>
              <p14:nvPr/>
            </p14:nvContentPartPr>
            <p14:xfrm>
              <a:off x="10519641" y="5753884"/>
              <a:ext cx="507240" cy="23544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4E03C373-3C55-49B5-B4F3-6D33C196810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502001" y="5735884"/>
                <a:ext cx="54288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71EE6D20-9027-47F6-88AB-16AFBB09AF19}"/>
                  </a:ext>
                </a:extLst>
              </p14:cNvPr>
              <p14:cNvContentPartPr/>
              <p14:nvPr/>
            </p14:nvContentPartPr>
            <p14:xfrm>
              <a:off x="9851481" y="5889244"/>
              <a:ext cx="374760" cy="11196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71EE6D20-9027-47F6-88AB-16AFBB09AF1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833824" y="5871244"/>
                <a:ext cx="410434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F8B03431-510C-4348-B92C-2C6C26BBF582}"/>
                  </a:ext>
                </a:extLst>
              </p14:cNvPr>
              <p14:cNvContentPartPr/>
              <p14:nvPr/>
            </p14:nvContentPartPr>
            <p14:xfrm>
              <a:off x="6277761" y="5186524"/>
              <a:ext cx="3283200" cy="89820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F8B03431-510C-4348-B92C-2C6C26BBF58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259761" y="5168524"/>
                <a:ext cx="3318840" cy="9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FF2EC8EA-C322-48B4-9B75-5BBACEB14B9D}"/>
                  </a:ext>
                </a:extLst>
              </p14:cNvPr>
              <p14:cNvContentPartPr/>
              <p14:nvPr/>
            </p14:nvContentPartPr>
            <p14:xfrm>
              <a:off x="6395481" y="6149884"/>
              <a:ext cx="756720" cy="18072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FF2EC8EA-C322-48B4-9B75-5BBACEB14B9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377849" y="6132244"/>
                <a:ext cx="792343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595088F5-9E1D-4F10-87CE-46589B5B65F8}"/>
                  </a:ext>
                </a:extLst>
              </p14:cNvPr>
              <p14:cNvContentPartPr/>
              <p14:nvPr/>
            </p14:nvContentPartPr>
            <p14:xfrm>
              <a:off x="2004201" y="1232644"/>
              <a:ext cx="611280" cy="29196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595088F5-9E1D-4F10-87CE-46589B5B65F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986201" y="1215004"/>
                <a:ext cx="64692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C507A311-0253-405F-BA4A-08CEE12D0A17}"/>
                  </a:ext>
                </a:extLst>
              </p14:cNvPr>
              <p14:cNvContentPartPr/>
              <p14:nvPr/>
            </p14:nvContentPartPr>
            <p14:xfrm>
              <a:off x="1984401" y="5275084"/>
              <a:ext cx="591120" cy="25740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C507A311-0253-405F-BA4A-08CEE12D0A1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966761" y="5257084"/>
                <a:ext cx="62676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FFD77BF7-C7BC-458C-AE91-8897C481CD9A}"/>
                  </a:ext>
                </a:extLst>
              </p14:cNvPr>
              <p14:cNvContentPartPr/>
              <p14:nvPr/>
            </p14:nvContentPartPr>
            <p14:xfrm>
              <a:off x="8519121" y="1524604"/>
              <a:ext cx="402120" cy="936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FFD77BF7-C7BC-458C-AE91-8897C481CD9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501481" y="1488964"/>
                <a:ext cx="43776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3A071098-1776-4719-B3B2-E13838AE6C91}"/>
                  </a:ext>
                </a:extLst>
              </p14:cNvPr>
              <p14:cNvContentPartPr/>
              <p14:nvPr/>
            </p14:nvContentPartPr>
            <p14:xfrm>
              <a:off x="8400681" y="1420564"/>
              <a:ext cx="198000" cy="22104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3A071098-1776-4719-B3B2-E13838AE6C9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383041" y="1384564"/>
                <a:ext cx="23364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48AFA3AB-EF2A-4157-8EB8-DBB9DCAD83B4}"/>
                  </a:ext>
                </a:extLst>
              </p14:cNvPr>
              <p14:cNvContentPartPr/>
              <p14:nvPr/>
            </p14:nvContentPartPr>
            <p14:xfrm>
              <a:off x="5818041" y="1313284"/>
              <a:ext cx="1584720" cy="37368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48AFA3AB-EF2A-4157-8EB8-DBB9DCAD83B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800041" y="1277284"/>
                <a:ext cx="1620360" cy="44532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CasetăText 29">
            <a:extLst>
              <a:ext uri="{FF2B5EF4-FFF2-40B4-BE49-F238E27FC236}">
                <a16:creationId xmlns:a16="http://schemas.microsoft.com/office/drawing/2014/main" id="{81E7D037-31ED-49C1-81E7-B6F67CD92593}"/>
              </a:ext>
            </a:extLst>
          </p:cNvPr>
          <p:cNvSpPr txBox="1"/>
          <p:nvPr/>
        </p:nvSpPr>
        <p:spPr>
          <a:xfrm>
            <a:off x="335343" y="137196"/>
            <a:ext cx="1069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latin typeface="Calibri" panose="020F0502020204030204"/>
              </a:rPr>
              <a:t>Pas 4: Trasarea diagramei de tranziție a stărilor 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13608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19639182-0E9B-4BF6-A8AD-214F42D6B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35" y="777269"/>
            <a:ext cx="9117797" cy="4937360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44841E55-4BF8-47A7-9317-6D67C22CE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6" y="777269"/>
            <a:ext cx="2729061" cy="42976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BFB6E949-83BB-4EC5-B7D3-1E5A57C411F6}"/>
                  </a:ext>
                </a:extLst>
              </p14:cNvPr>
              <p14:cNvContentPartPr/>
              <p14:nvPr/>
            </p14:nvContentPartPr>
            <p14:xfrm>
              <a:off x="10323441" y="131404"/>
              <a:ext cx="1419120" cy="13716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BFB6E949-83BB-4EC5-B7D3-1E5A57C411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305801" y="113409"/>
                <a:ext cx="1454760" cy="14072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A575E7C8-B5AB-4DAB-B5D6-9A30646DC0AD}"/>
                  </a:ext>
                </a:extLst>
              </p14:cNvPr>
              <p14:cNvContentPartPr/>
              <p14:nvPr/>
            </p14:nvContentPartPr>
            <p14:xfrm>
              <a:off x="8998281" y="872644"/>
              <a:ext cx="127440" cy="61704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A575E7C8-B5AB-4DAB-B5D6-9A30646DC0A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80641" y="854644"/>
                <a:ext cx="163080" cy="65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69D436FC-DB68-4454-97FB-AA6A2F23AF2F}"/>
                  </a:ext>
                </a:extLst>
              </p14:cNvPr>
              <p14:cNvContentPartPr/>
              <p14:nvPr/>
            </p14:nvContentPartPr>
            <p14:xfrm>
              <a:off x="8959761" y="189004"/>
              <a:ext cx="926640" cy="4384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69D436FC-DB68-4454-97FB-AA6A2F23AF2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41761" y="171364"/>
                <a:ext cx="962280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34CCB73A-1B71-428C-B3ED-39DDFB15E5B3}"/>
                  </a:ext>
                </a:extLst>
              </p14:cNvPr>
              <p14:cNvContentPartPr/>
              <p14:nvPr/>
            </p14:nvContentPartPr>
            <p14:xfrm>
              <a:off x="7629561" y="316084"/>
              <a:ext cx="444240" cy="2433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34CCB73A-1B71-428C-B3ED-39DDFB15E5B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11907" y="298111"/>
                <a:ext cx="479909" cy="2789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C0299E73-49AC-4C70-92C5-757467FE6764}"/>
                  </a:ext>
                </a:extLst>
              </p14:cNvPr>
              <p14:cNvContentPartPr/>
              <p14:nvPr/>
            </p14:nvContentPartPr>
            <p14:xfrm>
              <a:off x="4041081" y="97204"/>
              <a:ext cx="3310560" cy="142596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C0299E73-49AC-4C70-92C5-757467FE676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023083" y="79204"/>
                <a:ext cx="3346196" cy="146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18382B60-A72F-42A5-865A-77E7FE58B25F}"/>
                  </a:ext>
                </a:extLst>
              </p14:cNvPr>
              <p14:cNvContentPartPr/>
              <p14:nvPr/>
            </p14:nvContentPartPr>
            <p14:xfrm>
              <a:off x="3543921" y="6171484"/>
              <a:ext cx="539640" cy="4428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18382B60-A72F-42A5-865A-77E7FE58B25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526281" y="6153484"/>
                <a:ext cx="57528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03B329E7-A7C7-4097-BFB9-12D0F296FED4}"/>
                  </a:ext>
                </a:extLst>
              </p14:cNvPr>
              <p14:cNvContentPartPr/>
              <p14:nvPr/>
            </p14:nvContentPartPr>
            <p14:xfrm>
              <a:off x="4286601" y="5990044"/>
              <a:ext cx="51840" cy="7848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03B329E7-A7C7-4097-BFB9-12D0F296FED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268601" y="5972044"/>
                <a:ext cx="8748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BB42105D-D9FC-464F-88F2-E9DEC01BFBEA}"/>
                  </a:ext>
                </a:extLst>
              </p14:cNvPr>
              <p14:cNvContentPartPr/>
              <p14:nvPr/>
            </p14:nvContentPartPr>
            <p14:xfrm>
              <a:off x="4319361" y="6117484"/>
              <a:ext cx="49320" cy="5652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BB42105D-D9FC-464F-88F2-E9DEC01BFBE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01721" y="6099844"/>
                <a:ext cx="8496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9B7FE28B-191F-4F32-9ABF-A287087D0685}"/>
                  </a:ext>
                </a:extLst>
              </p14:cNvPr>
              <p14:cNvContentPartPr/>
              <p14:nvPr/>
            </p14:nvContentPartPr>
            <p14:xfrm>
              <a:off x="3501441" y="5840284"/>
              <a:ext cx="559080" cy="25884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9B7FE28B-191F-4F32-9ABF-A287087D068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483441" y="5822309"/>
                <a:ext cx="594720" cy="2944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B2A89354-911F-4AC3-B40E-EE2604F5F10A}"/>
                  </a:ext>
                </a:extLst>
              </p14:cNvPr>
              <p14:cNvContentPartPr/>
              <p14:nvPr/>
            </p14:nvContentPartPr>
            <p14:xfrm>
              <a:off x="4606281" y="6061324"/>
              <a:ext cx="309240" cy="13500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B2A89354-911F-4AC3-B40E-EE2604F5F10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588302" y="6043324"/>
                <a:ext cx="344839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E5BA71C5-866F-47D7-A8B5-735A4E94A0E8}"/>
                  </a:ext>
                </a:extLst>
              </p14:cNvPr>
              <p14:cNvContentPartPr/>
              <p14:nvPr/>
            </p14:nvContentPartPr>
            <p14:xfrm>
              <a:off x="8194761" y="6041524"/>
              <a:ext cx="176400" cy="576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E5BA71C5-866F-47D7-A8B5-735A4E94A0E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177121" y="6023884"/>
                <a:ext cx="21204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FA919964-8FFF-4100-BD05-DD76DEA12B3F}"/>
                  </a:ext>
                </a:extLst>
              </p14:cNvPr>
              <p14:cNvContentPartPr/>
              <p14:nvPr/>
            </p14:nvContentPartPr>
            <p14:xfrm>
              <a:off x="8229321" y="6105604"/>
              <a:ext cx="198000" cy="1584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FA919964-8FFF-4100-BD05-DD76DEA12B3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211681" y="6087604"/>
                <a:ext cx="2336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E705D968-B66C-4E38-82DA-370087104089}"/>
                  </a:ext>
                </a:extLst>
              </p14:cNvPr>
              <p14:cNvContentPartPr/>
              <p14:nvPr/>
            </p14:nvContentPartPr>
            <p14:xfrm>
              <a:off x="6734241" y="5842444"/>
              <a:ext cx="1024920" cy="57132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E705D968-B66C-4E38-82DA-37008710408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716595" y="5824455"/>
                <a:ext cx="1060573" cy="6069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FF7CCA3C-651D-4BCE-8A29-FDED6F3288A7}"/>
                  </a:ext>
                </a:extLst>
              </p14:cNvPr>
              <p14:cNvContentPartPr/>
              <p14:nvPr/>
            </p14:nvContentPartPr>
            <p14:xfrm>
              <a:off x="5275881" y="5833084"/>
              <a:ext cx="1137600" cy="36612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FF7CCA3C-651D-4BCE-8A29-FDED6F3288A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257881" y="5815084"/>
                <a:ext cx="117324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14C658DA-7242-4826-B34E-EBB63ADD72AD}"/>
                  </a:ext>
                </a:extLst>
              </p14:cNvPr>
              <p14:cNvContentPartPr/>
              <p14:nvPr/>
            </p14:nvContentPartPr>
            <p14:xfrm>
              <a:off x="8927361" y="6017404"/>
              <a:ext cx="574200" cy="13284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14C658DA-7242-4826-B34E-EBB63ADD72A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909721" y="5999764"/>
                <a:ext cx="60984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80CC87F1-5FEF-413F-9518-47F93C293051}"/>
                  </a:ext>
                </a:extLst>
              </p14:cNvPr>
              <p14:cNvContentPartPr/>
              <p14:nvPr/>
            </p14:nvContentPartPr>
            <p14:xfrm>
              <a:off x="9856881" y="6001564"/>
              <a:ext cx="941760" cy="18468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80CC87F1-5FEF-413F-9518-47F93C29305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838881" y="5983924"/>
                <a:ext cx="97740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47B0D77A-B3B1-4E8D-8FE1-1FCD1F23FAD5}"/>
                  </a:ext>
                </a:extLst>
              </p14:cNvPr>
              <p14:cNvContentPartPr/>
              <p14:nvPr/>
            </p14:nvContentPartPr>
            <p14:xfrm>
              <a:off x="4113801" y="2166844"/>
              <a:ext cx="1132560" cy="32508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47B0D77A-B3B1-4E8D-8FE1-1FCD1F23FAD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095801" y="2148844"/>
                <a:ext cx="116820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A3E62E2C-8BC3-4427-B480-CD67A5144276}"/>
                  </a:ext>
                </a:extLst>
              </p14:cNvPr>
              <p14:cNvContentPartPr/>
              <p14:nvPr/>
            </p14:nvContentPartPr>
            <p14:xfrm>
              <a:off x="3303441" y="2688124"/>
              <a:ext cx="347400" cy="1044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A3E62E2C-8BC3-4427-B480-CD67A514427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285441" y="2652484"/>
                <a:ext cx="3830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6BF3387B-36B9-4F28-96B1-69A0F0463F1D}"/>
                  </a:ext>
                </a:extLst>
              </p14:cNvPr>
              <p14:cNvContentPartPr/>
              <p14:nvPr/>
            </p14:nvContentPartPr>
            <p14:xfrm>
              <a:off x="3338001" y="2816644"/>
              <a:ext cx="354960" cy="1548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6BF3387B-36B9-4F28-96B1-69A0F0463F1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320001" y="2780644"/>
                <a:ext cx="39060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9860696C-1858-46CC-8ACA-D97A1EA693E1}"/>
                  </a:ext>
                </a:extLst>
              </p14:cNvPr>
              <p14:cNvContentPartPr/>
              <p14:nvPr/>
            </p14:nvContentPartPr>
            <p14:xfrm>
              <a:off x="3534561" y="2600284"/>
              <a:ext cx="228960" cy="34992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9860696C-1858-46CC-8ACA-D97A1EA693E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516561" y="2564644"/>
                <a:ext cx="264600" cy="42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5798A2EE-CF84-4F7E-BC7A-BD4C1752B385}"/>
                  </a:ext>
                </a:extLst>
              </p14:cNvPr>
              <p14:cNvContentPartPr/>
              <p14:nvPr/>
            </p14:nvContentPartPr>
            <p14:xfrm>
              <a:off x="1635921" y="776524"/>
              <a:ext cx="222480" cy="32364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5798A2EE-CF84-4F7E-BC7A-BD4C1752B38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617921" y="740524"/>
                <a:ext cx="25812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65FBFAF9-04A9-45E5-8787-14534AB3E43E}"/>
                  </a:ext>
                </a:extLst>
              </p14:cNvPr>
              <p14:cNvContentPartPr/>
              <p14:nvPr/>
            </p14:nvContentPartPr>
            <p14:xfrm>
              <a:off x="1554561" y="1002604"/>
              <a:ext cx="204840" cy="14688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65FBFAF9-04A9-45E5-8787-14534AB3E43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536561" y="966964"/>
                <a:ext cx="24048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2A61392B-15FB-46B8-BAAE-939660B3CA5D}"/>
                  </a:ext>
                </a:extLst>
              </p14:cNvPr>
              <p14:cNvContentPartPr/>
              <p14:nvPr/>
            </p14:nvContentPartPr>
            <p14:xfrm>
              <a:off x="8086401" y="2545924"/>
              <a:ext cx="266040" cy="34020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2A61392B-15FB-46B8-BAAE-939660B3CA5D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068761" y="2510284"/>
                <a:ext cx="301680" cy="4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9B3B633A-853E-4796-89F7-43958A9CA5B2}"/>
                  </a:ext>
                </a:extLst>
              </p14:cNvPr>
              <p14:cNvContentPartPr/>
              <p14:nvPr/>
            </p14:nvContentPartPr>
            <p14:xfrm>
              <a:off x="6291081" y="2580844"/>
              <a:ext cx="307080" cy="31536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9B3B633A-853E-4796-89F7-43958A9CA5B2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273081" y="2544844"/>
                <a:ext cx="34272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EA2BBAAD-C575-412E-9372-54304F09BB61}"/>
                  </a:ext>
                </a:extLst>
              </p14:cNvPr>
              <p14:cNvContentPartPr/>
              <p14:nvPr/>
            </p14:nvContentPartPr>
            <p14:xfrm>
              <a:off x="4119561" y="2600284"/>
              <a:ext cx="1225440" cy="31536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EA2BBAAD-C575-412E-9372-54304F09BB6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101561" y="2564284"/>
                <a:ext cx="126108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4D896CAD-5606-4E1F-99F6-3766BFFD2378}"/>
                  </a:ext>
                </a:extLst>
              </p14:cNvPr>
              <p14:cNvContentPartPr/>
              <p14:nvPr/>
            </p14:nvContentPartPr>
            <p14:xfrm>
              <a:off x="1445121" y="5535364"/>
              <a:ext cx="360" cy="36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4D896CAD-5606-4E1F-99F6-3766BFFD237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427481" y="5499724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29291369-DAA5-4BCF-9028-BA2678F8BEB5}"/>
                  </a:ext>
                </a:extLst>
              </p14:cNvPr>
              <p14:cNvContentPartPr/>
              <p14:nvPr/>
            </p14:nvContentPartPr>
            <p14:xfrm>
              <a:off x="872001" y="3377164"/>
              <a:ext cx="56880" cy="36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29291369-DAA5-4BCF-9028-BA2678F8BEB5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54361" y="3341164"/>
                <a:ext cx="925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E6FCB438-40CE-474C-A6CC-F4CE605E7CE7}"/>
                  </a:ext>
                </a:extLst>
              </p14:cNvPr>
              <p14:cNvContentPartPr/>
              <p14:nvPr/>
            </p14:nvContentPartPr>
            <p14:xfrm>
              <a:off x="697761" y="3361324"/>
              <a:ext cx="384120" cy="2448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E6FCB438-40CE-474C-A6CC-F4CE605E7CE7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80121" y="3325684"/>
                <a:ext cx="41976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81A20BF8-1B5F-487D-B5D9-0F2CA9F9105F}"/>
                  </a:ext>
                </a:extLst>
              </p14:cNvPr>
              <p14:cNvContentPartPr/>
              <p14:nvPr/>
            </p14:nvContentPartPr>
            <p14:xfrm>
              <a:off x="909081" y="3283564"/>
              <a:ext cx="223920" cy="19044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81A20BF8-1B5F-487D-B5D9-0F2CA9F9105F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91441" y="3247564"/>
                <a:ext cx="25956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EE628357-F244-4977-ADE9-42D71069A4C2}"/>
                  </a:ext>
                </a:extLst>
              </p14:cNvPr>
              <p14:cNvContentPartPr/>
              <p14:nvPr/>
            </p14:nvContentPartPr>
            <p14:xfrm>
              <a:off x="3411441" y="4272484"/>
              <a:ext cx="318600" cy="2052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EE628357-F244-4977-ADE9-42D71069A4C2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393441" y="4236484"/>
                <a:ext cx="35424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CFC29AEF-62FD-4896-9835-BDCC6F4376F4}"/>
                  </a:ext>
                </a:extLst>
              </p14:cNvPr>
              <p14:cNvContentPartPr/>
              <p14:nvPr/>
            </p14:nvContentPartPr>
            <p14:xfrm>
              <a:off x="3455001" y="4383724"/>
              <a:ext cx="282960" cy="1008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CFC29AEF-62FD-4896-9835-BDCC6F4376F4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437361" y="4348084"/>
                <a:ext cx="31860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87231028-A3B0-4CEC-A616-F4BB2F31AC73}"/>
                  </a:ext>
                </a:extLst>
              </p14:cNvPr>
              <p14:cNvContentPartPr/>
              <p14:nvPr/>
            </p14:nvContentPartPr>
            <p14:xfrm>
              <a:off x="3662361" y="4197604"/>
              <a:ext cx="150480" cy="25920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87231028-A3B0-4CEC-A616-F4BB2F31AC73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644361" y="4161964"/>
                <a:ext cx="18612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A4B5F1D5-3F7C-4F46-94D2-3FE6A409B78E}"/>
                  </a:ext>
                </a:extLst>
              </p14:cNvPr>
              <p14:cNvContentPartPr/>
              <p14:nvPr/>
            </p14:nvContentPartPr>
            <p14:xfrm>
              <a:off x="3657321" y="4203724"/>
              <a:ext cx="38160" cy="23328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A4B5F1D5-3F7C-4F46-94D2-3FE6A409B78E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639681" y="4168084"/>
                <a:ext cx="7380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45551DBB-24ED-43D4-992D-5CC3BDA321FC}"/>
                  </a:ext>
                </a:extLst>
              </p14:cNvPr>
              <p14:cNvContentPartPr/>
              <p14:nvPr/>
            </p14:nvContentPartPr>
            <p14:xfrm>
              <a:off x="11223081" y="4409284"/>
              <a:ext cx="529560" cy="2556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45551DBB-24ED-43D4-992D-5CC3BDA321FC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1205441" y="4373644"/>
                <a:ext cx="56520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C99797A6-1DEA-400F-8F21-65D0E7A76993}"/>
                  </a:ext>
                </a:extLst>
              </p14:cNvPr>
              <p14:cNvContentPartPr/>
              <p14:nvPr/>
            </p14:nvContentPartPr>
            <p14:xfrm>
              <a:off x="11089161" y="4182844"/>
              <a:ext cx="760320" cy="26424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C99797A6-1DEA-400F-8F21-65D0E7A76993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1071161" y="4146844"/>
                <a:ext cx="79596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55E66862-B046-47C0-9317-7F4E533E5F74}"/>
                  </a:ext>
                </a:extLst>
              </p14:cNvPr>
              <p14:cNvContentPartPr/>
              <p14:nvPr/>
            </p14:nvContentPartPr>
            <p14:xfrm>
              <a:off x="10627641" y="4153324"/>
              <a:ext cx="306360" cy="27792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55E66862-B046-47C0-9317-7F4E533E5F74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610001" y="4117324"/>
                <a:ext cx="34200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96C505F7-63A2-47A2-B93E-7E2C4125D727}"/>
                  </a:ext>
                </a:extLst>
              </p14:cNvPr>
              <p14:cNvContentPartPr/>
              <p14:nvPr/>
            </p14:nvContentPartPr>
            <p14:xfrm>
              <a:off x="10234881" y="4286884"/>
              <a:ext cx="160920" cy="1260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96C505F7-63A2-47A2-B93E-7E2C4125D727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217241" y="4250884"/>
                <a:ext cx="19656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6DB6A508-A7C2-469B-8C85-704790190DD7}"/>
                  </a:ext>
                </a:extLst>
              </p14:cNvPr>
              <p14:cNvContentPartPr/>
              <p14:nvPr/>
            </p14:nvContentPartPr>
            <p14:xfrm>
              <a:off x="9807201" y="4286884"/>
              <a:ext cx="90720" cy="540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6DB6A508-A7C2-469B-8C85-704790190DD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789561" y="4250884"/>
                <a:ext cx="1263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71E8987E-30E7-4FDF-A4EC-281C16C68399}"/>
                  </a:ext>
                </a:extLst>
              </p14:cNvPr>
              <p14:cNvContentPartPr/>
              <p14:nvPr/>
            </p14:nvContentPartPr>
            <p14:xfrm>
              <a:off x="9394281" y="4316044"/>
              <a:ext cx="143640" cy="540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71E8987E-30E7-4FDF-A4EC-281C16C68399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376641" y="4280404"/>
                <a:ext cx="17928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0BDD0C0C-7E37-45DD-A6F5-5A1B0EAA359D}"/>
                  </a:ext>
                </a:extLst>
              </p14:cNvPr>
              <p14:cNvContentPartPr/>
              <p14:nvPr/>
            </p14:nvContentPartPr>
            <p14:xfrm>
              <a:off x="8906841" y="4163404"/>
              <a:ext cx="258120" cy="26712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0BDD0C0C-7E37-45DD-A6F5-5A1B0EAA359D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889201" y="4127404"/>
                <a:ext cx="29376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2678B036-F2EC-4C70-ACAA-40A04EE0D322}"/>
                  </a:ext>
                </a:extLst>
              </p14:cNvPr>
              <p14:cNvContentPartPr/>
              <p14:nvPr/>
            </p14:nvContentPartPr>
            <p14:xfrm>
              <a:off x="8470521" y="4167364"/>
              <a:ext cx="265680" cy="28368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2678B036-F2EC-4C70-ACAA-40A04EE0D322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452521" y="4131364"/>
                <a:ext cx="30132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A578B597-59BF-40BB-8547-0471AB2BEACA}"/>
                  </a:ext>
                </a:extLst>
              </p14:cNvPr>
              <p14:cNvContentPartPr/>
              <p14:nvPr/>
            </p14:nvContentPartPr>
            <p14:xfrm>
              <a:off x="8091441" y="4311364"/>
              <a:ext cx="183960" cy="540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A578B597-59BF-40BB-8547-0471AB2BEACA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073801" y="4275364"/>
                <a:ext cx="21960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ABD4BA28-FF06-48AA-8DBF-A78B7F511AEB}"/>
                  </a:ext>
                </a:extLst>
              </p14:cNvPr>
              <p14:cNvContentPartPr/>
              <p14:nvPr/>
            </p14:nvContentPartPr>
            <p14:xfrm>
              <a:off x="7598961" y="4178524"/>
              <a:ext cx="312120" cy="25704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ABD4BA28-FF06-48AA-8DBF-A78B7F511AEB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7580961" y="4142884"/>
                <a:ext cx="34776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D96F4755-722B-47B4-A308-572D820190C5}"/>
                  </a:ext>
                </a:extLst>
              </p14:cNvPr>
              <p14:cNvContentPartPr/>
              <p14:nvPr/>
            </p14:nvContentPartPr>
            <p14:xfrm>
              <a:off x="6355161" y="4316044"/>
              <a:ext cx="151560" cy="540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D96F4755-722B-47B4-A308-572D820190C5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337161" y="4280404"/>
                <a:ext cx="18720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AA72DC29-4F2A-470B-A07F-B78704936E28}"/>
                  </a:ext>
                </a:extLst>
              </p14:cNvPr>
              <p14:cNvContentPartPr/>
              <p14:nvPr/>
            </p14:nvContentPartPr>
            <p14:xfrm>
              <a:off x="5933601" y="4335844"/>
              <a:ext cx="124200" cy="720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AA72DC29-4F2A-470B-A07F-B78704936E28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915601" y="4299844"/>
                <a:ext cx="15984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E6E4028B-5206-4ECC-B9F3-EAA3A6FEB778}"/>
                  </a:ext>
                </a:extLst>
              </p14:cNvPr>
              <p14:cNvContentPartPr/>
              <p14:nvPr/>
            </p14:nvContentPartPr>
            <p14:xfrm>
              <a:off x="5441121" y="4141084"/>
              <a:ext cx="278640" cy="28872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E6E4028B-5206-4ECC-B9F3-EAA3A6FEB778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423481" y="4105084"/>
                <a:ext cx="31428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2AEBB598-2008-4DB4-A167-9487133CA61D}"/>
                  </a:ext>
                </a:extLst>
              </p14:cNvPr>
              <p14:cNvContentPartPr/>
              <p14:nvPr/>
            </p14:nvContentPartPr>
            <p14:xfrm>
              <a:off x="1567521" y="3465004"/>
              <a:ext cx="457560" cy="27180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2AEBB598-2008-4DB4-A167-9487133CA61D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549881" y="3429004"/>
                <a:ext cx="49320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888DBBD6-49B4-466B-92DC-C8E633E71291}"/>
                  </a:ext>
                </a:extLst>
              </p14:cNvPr>
              <p14:cNvContentPartPr/>
              <p14:nvPr/>
            </p14:nvContentPartPr>
            <p14:xfrm>
              <a:off x="4162761" y="4079884"/>
              <a:ext cx="1122840" cy="37908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888DBBD6-49B4-466B-92DC-C8E633E71291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144761" y="4043884"/>
                <a:ext cx="1158480" cy="450720"/>
              </a:xfrm>
              <a:prstGeom prst="rect">
                <a:avLst/>
              </a:prstGeom>
            </p:spPr>
          </p:pic>
        </mc:Fallback>
      </mc:AlternateContent>
      <p:sp>
        <p:nvSpPr>
          <p:cNvPr id="53" name="CasetăText 52">
            <a:extLst>
              <a:ext uri="{FF2B5EF4-FFF2-40B4-BE49-F238E27FC236}">
                <a16:creationId xmlns:a16="http://schemas.microsoft.com/office/drawing/2014/main" id="{CC75D081-0B0D-4785-8328-1E2DB216C99E}"/>
              </a:ext>
            </a:extLst>
          </p:cNvPr>
          <p:cNvSpPr txBox="1"/>
          <p:nvPr/>
        </p:nvSpPr>
        <p:spPr>
          <a:xfrm>
            <a:off x="335343" y="137196"/>
            <a:ext cx="4297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latin typeface="Calibri" panose="020F0502020204030204"/>
              </a:rPr>
              <a:t>Pas 5: Scrierea memoriei interne a SQO  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5443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194E2B10-1B7D-4269-995C-5D1900B11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001" y="137196"/>
            <a:ext cx="9089271" cy="6631019"/>
          </a:xfrm>
          <a:prstGeom prst="rect">
            <a:avLst/>
          </a:prstGeom>
        </p:spPr>
      </p:pic>
      <p:sp>
        <p:nvSpPr>
          <p:cNvPr id="3" name="CasetăText 2">
            <a:extLst>
              <a:ext uri="{FF2B5EF4-FFF2-40B4-BE49-F238E27FC236}">
                <a16:creationId xmlns:a16="http://schemas.microsoft.com/office/drawing/2014/main" id="{7F5C4D3F-36A4-463A-AA71-D6DFF5D811BE}"/>
              </a:ext>
            </a:extLst>
          </p:cNvPr>
          <p:cNvSpPr txBox="1"/>
          <p:nvPr/>
        </p:nvSpPr>
        <p:spPr>
          <a:xfrm>
            <a:off x="335344" y="137196"/>
            <a:ext cx="18287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latin typeface="Calibri" panose="020F0502020204030204"/>
              </a:rPr>
              <a:t>Pas 5: Scrierea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latin typeface="Calibri" panose="020F0502020204030204"/>
              </a:rPr>
              <a:t>           memoriei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latin typeface="Calibri" panose="020F0502020204030204"/>
              </a:rPr>
              <a:t>           interne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latin typeface="Calibri" panose="020F0502020204030204"/>
              </a:rPr>
              <a:t>           a SQO  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87148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FDAFC49D-7FA5-40DE-8105-1568A1F62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37" y="590550"/>
            <a:ext cx="7477125" cy="56769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AA55B394-E637-4CC8-9359-E19D2FB93499}"/>
                  </a:ext>
                </a:extLst>
              </p14:cNvPr>
              <p14:cNvContentPartPr/>
              <p14:nvPr/>
            </p14:nvContentPartPr>
            <p14:xfrm>
              <a:off x="10238481" y="5181124"/>
              <a:ext cx="11880" cy="23184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AA55B394-E637-4CC8-9359-E19D2FB934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20481" y="5145484"/>
                <a:ext cx="4752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59949543-314E-4CF8-B035-CF182ED0F960}"/>
                  </a:ext>
                </a:extLst>
              </p14:cNvPr>
              <p14:cNvContentPartPr/>
              <p14:nvPr/>
            </p14:nvContentPartPr>
            <p14:xfrm>
              <a:off x="10197441" y="5078524"/>
              <a:ext cx="168480" cy="1281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59949543-314E-4CF8-B035-CF182ED0F96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79801" y="5042524"/>
                <a:ext cx="20412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DAD44E0B-AB77-4C2E-A580-5F31770129D5}"/>
                  </a:ext>
                </a:extLst>
              </p14:cNvPr>
              <p14:cNvContentPartPr/>
              <p14:nvPr/>
            </p14:nvContentPartPr>
            <p14:xfrm>
              <a:off x="10407321" y="5034244"/>
              <a:ext cx="34560" cy="4089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DAD44E0B-AB77-4C2E-A580-5F31770129D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89681" y="4998244"/>
                <a:ext cx="7020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5CCFCC37-EB66-482E-ADA2-C6FDAA32A9B5}"/>
                  </a:ext>
                </a:extLst>
              </p14:cNvPr>
              <p14:cNvContentPartPr/>
              <p14:nvPr/>
            </p14:nvContentPartPr>
            <p14:xfrm>
              <a:off x="10303641" y="5269324"/>
              <a:ext cx="175320" cy="1548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5CCFCC37-EB66-482E-ADA2-C6FDAA32A9B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86001" y="5233684"/>
                <a:ext cx="2109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2DEEB456-03AE-4499-A9D7-D060EE6FF7B4}"/>
                  </a:ext>
                </a:extLst>
              </p14:cNvPr>
              <p14:cNvContentPartPr/>
              <p14:nvPr/>
            </p14:nvContentPartPr>
            <p14:xfrm>
              <a:off x="10530081" y="5217844"/>
              <a:ext cx="381600" cy="2271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2DEEB456-03AE-4499-A9D7-D060EE6FF7B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512441" y="5182204"/>
                <a:ext cx="41724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2183E4BC-5BEA-4DF3-B326-10B9B14228E6}"/>
                  </a:ext>
                </a:extLst>
              </p14:cNvPr>
              <p14:cNvContentPartPr/>
              <p14:nvPr/>
            </p14:nvContentPartPr>
            <p14:xfrm>
              <a:off x="10123281" y="5828404"/>
              <a:ext cx="188640" cy="3409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2183E4BC-5BEA-4DF3-B326-10B9B14228E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105641" y="5792404"/>
                <a:ext cx="22428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02E1B795-7C8B-4255-97B7-F6B21ECC9256}"/>
                  </a:ext>
                </a:extLst>
              </p14:cNvPr>
              <p14:cNvContentPartPr/>
              <p14:nvPr/>
            </p14:nvContentPartPr>
            <p14:xfrm>
              <a:off x="10469241" y="5825164"/>
              <a:ext cx="147240" cy="3499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02E1B795-7C8B-4255-97B7-F6B21ECC925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451241" y="5789524"/>
                <a:ext cx="182880" cy="42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AC17FC3A-FF5E-490D-BC9F-6D01C9528913}"/>
                  </a:ext>
                </a:extLst>
              </p14:cNvPr>
              <p14:cNvContentPartPr/>
              <p14:nvPr/>
            </p14:nvContentPartPr>
            <p14:xfrm>
              <a:off x="10721961" y="5889244"/>
              <a:ext cx="206640" cy="29592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AC17FC3A-FF5E-490D-BC9F-6D01C952891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703961" y="5853244"/>
                <a:ext cx="24228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9D1C9203-E6C9-42AF-8CD1-3A771D62AF88}"/>
                  </a:ext>
                </a:extLst>
              </p14:cNvPr>
              <p14:cNvContentPartPr/>
              <p14:nvPr/>
            </p14:nvContentPartPr>
            <p14:xfrm>
              <a:off x="10669401" y="5844964"/>
              <a:ext cx="239760" cy="3502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9D1C9203-E6C9-42AF-8CD1-3A771D62AF8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651761" y="5808964"/>
                <a:ext cx="27540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6148EA33-C7A0-4EF4-AC85-0B10A4347843}"/>
                  </a:ext>
                </a:extLst>
              </p14:cNvPr>
              <p14:cNvContentPartPr/>
              <p14:nvPr/>
            </p14:nvContentPartPr>
            <p14:xfrm>
              <a:off x="11256921" y="5807884"/>
              <a:ext cx="182520" cy="3693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6148EA33-C7A0-4EF4-AC85-0B10A434784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239281" y="5771884"/>
                <a:ext cx="21816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2C552C24-F977-4936-96A2-6A603C932968}"/>
                  </a:ext>
                </a:extLst>
              </p14:cNvPr>
              <p14:cNvContentPartPr/>
              <p14:nvPr/>
            </p14:nvContentPartPr>
            <p14:xfrm>
              <a:off x="11584521" y="5872684"/>
              <a:ext cx="80280" cy="900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2C552C24-F977-4936-96A2-6A603C93296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566521" y="5836684"/>
                <a:ext cx="11592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3A8C5F05-7706-4089-B090-57879DAFC31C}"/>
                  </a:ext>
                </a:extLst>
              </p14:cNvPr>
              <p14:cNvContentPartPr/>
              <p14:nvPr/>
            </p14:nvContentPartPr>
            <p14:xfrm>
              <a:off x="11576961" y="6096964"/>
              <a:ext cx="47880" cy="702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3A8C5F05-7706-4089-B090-57879DAFC31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559321" y="6061324"/>
                <a:ext cx="8352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2E9A5C9D-4A58-498D-8D27-A386884F5AE0}"/>
                  </a:ext>
                </a:extLst>
              </p14:cNvPr>
              <p14:cNvContentPartPr/>
              <p14:nvPr/>
            </p14:nvContentPartPr>
            <p14:xfrm>
              <a:off x="11734641" y="5826964"/>
              <a:ext cx="111240" cy="3859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2E9A5C9D-4A58-498D-8D27-A386884F5AE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716641" y="5809324"/>
                <a:ext cx="146880" cy="421560"/>
              </a:xfrm>
              <a:prstGeom prst="rect">
                <a:avLst/>
              </a:prstGeom>
            </p:spPr>
          </p:pic>
        </mc:Fallback>
      </mc:AlternateContent>
      <p:pic>
        <p:nvPicPr>
          <p:cNvPr id="52" name="Imagine 51">
            <a:extLst>
              <a:ext uri="{FF2B5EF4-FFF2-40B4-BE49-F238E27FC236}">
                <a16:creationId xmlns:a16="http://schemas.microsoft.com/office/drawing/2014/main" id="{526F2F2E-9C6B-4942-B8B3-FF06A277CAD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18221" y="4251951"/>
            <a:ext cx="3025164" cy="23516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A74EFA4D-8395-43DB-BAA9-2F9FC67F0AE0}"/>
                  </a:ext>
                </a:extLst>
              </p14:cNvPr>
              <p14:cNvContentPartPr/>
              <p14:nvPr/>
            </p14:nvContentPartPr>
            <p14:xfrm>
              <a:off x="6010641" y="2743924"/>
              <a:ext cx="780840" cy="66456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A74EFA4D-8395-43DB-BAA9-2F9FC67F0AE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992641" y="2708284"/>
                <a:ext cx="816480" cy="73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B920EAF4-4461-4189-85C9-B66301D661FF}"/>
                  </a:ext>
                </a:extLst>
              </p14:cNvPr>
              <p14:cNvContentPartPr/>
              <p14:nvPr/>
            </p14:nvContentPartPr>
            <p14:xfrm>
              <a:off x="557001" y="2586604"/>
              <a:ext cx="233280" cy="35928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B920EAF4-4461-4189-85C9-B66301D661F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39001" y="2550604"/>
                <a:ext cx="26892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BE716AA0-C623-4390-BB47-0B18B8342FE1}"/>
                  </a:ext>
                </a:extLst>
              </p14:cNvPr>
              <p14:cNvContentPartPr/>
              <p14:nvPr/>
            </p14:nvContentPartPr>
            <p14:xfrm>
              <a:off x="889641" y="2569684"/>
              <a:ext cx="132840" cy="42120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BE716AA0-C623-4390-BB47-0B18B8342FE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71641" y="2534044"/>
                <a:ext cx="168480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BD9ACC36-437B-4E48-8FA6-D815BCAD2B54}"/>
                  </a:ext>
                </a:extLst>
              </p14:cNvPr>
              <p14:cNvContentPartPr/>
              <p14:nvPr/>
            </p14:nvContentPartPr>
            <p14:xfrm>
              <a:off x="963081" y="2959204"/>
              <a:ext cx="221760" cy="5760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BD9ACC36-437B-4E48-8FA6-D815BCAD2B5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45081" y="2923564"/>
                <a:ext cx="25740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9B2C43F2-93B5-447F-9EB7-5CB5E5B85CB6}"/>
                  </a:ext>
                </a:extLst>
              </p14:cNvPr>
              <p14:cNvContentPartPr/>
              <p14:nvPr/>
            </p14:nvContentPartPr>
            <p14:xfrm>
              <a:off x="1228401" y="2576524"/>
              <a:ext cx="297720" cy="41940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9B2C43F2-93B5-447F-9EB7-5CB5E5B85CB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210761" y="2540884"/>
                <a:ext cx="333360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638CB662-B458-4338-A58B-1A64DA5ACC23}"/>
                  </a:ext>
                </a:extLst>
              </p14:cNvPr>
              <p14:cNvContentPartPr/>
              <p14:nvPr/>
            </p14:nvContentPartPr>
            <p14:xfrm>
              <a:off x="1656441" y="2959204"/>
              <a:ext cx="360" cy="36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638CB662-B458-4338-A58B-1A64DA5ACC2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638441" y="2923564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2E21A8A2-BB6F-415E-A3F2-6C3277180E1E}"/>
                  </a:ext>
                </a:extLst>
              </p14:cNvPr>
              <p14:cNvContentPartPr/>
              <p14:nvPr/>
            </p14:nvContentPartPr>
            <p14:xfrm>
              <a:off x="3120921" y="765004"/>
              <a:ext cx="905760" cy="80820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2E21A8A2-BB6F-415E-A3F2-6C3277180E1E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102921" y="729004"/>
                <a:ext cx="941400" cy="87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7B175CCA-579B-4667-9935-A0EB56199692}"/>
                  </a:ext>
                </a:extLst>
              </p14:cNvPr>
              <p14:cNvContentPartPr/>
              <p14:nvPr/>
            </p14:nvContentPartPr>
            <p14:xfrm>
              <a:off x="3439161" y="1706764"/>
              <a:ext cx="163800" cy="26136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7B175CCA-579B-4667-9935-A0EB5619969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421161" y="1671124"/>
                <a:ext cx="19944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3AFD5434-D97C-4040-BD2F-85DBF636A808}"/>
                  </a:ext>
                </a:extLst>
              </p14:cNvPr>
              <p14:cNvContentPartPr/>
              <p14:nvPr/>
            </p14:nvContentPartPr>
            <p14:xfrm>
              <a:off x="4304961" y="2791444"/>
              <a:ext cx="766080" cy="63540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3AFD5434-D97C-4040-BD2F-85DBF636A80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287321" y="2755804"/>
                <a:ext cx="801720" cy="70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3EBFD091-EE6B-469A-B7AE-AC034AEF613C}"/>
                  </a:ext>
                </a:extLst>
              </p14:cNvPr>
              <p14:cNvContentPartPr/>
              <p14:nvPr/>
            </p14:nvContentPartPr>
            <p14:xfrm>
              <a:off x="4055481" y="3134884"/>
              <a:ext cx="243360" cy="30780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3EBFD091-EE6B-469A-B7AE-AC034AEF613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037481" y="3099244"/>
                <a:ext cx="27900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3F7AF14D-6239-45A3-974F-41C7054B377D}"/>
                  </a:ext>
                </a:extLst>
              </p14:cNvPr>
              <p14:cNvContentPartPr/>
              <p14:nvPr/>
            </p14:nvContentPartPr>
            <p14:xfrm>
              <a:off x="5155641" y="2752564"/>
              <a:ext cx="726120" cy="70524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3F7AF14D-6239-45A3-974F-41C7054B377D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138001" y="2716564"/>
                <a:ext cx="761760" cy="77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3379D1FE-F830-4B2F-B8FF-2F69AEC068F9}"/>
                  </a:ext>
                </a:extLst>
              </p14:cNvPr>
              <p14:cNvContentPartPr/>
              <p14:nvPr/>
            </p14:nvContentPartPr>
            <p14:xfrm>
              <a:off x="5058441" y="3332524"/>
              <a:ext cx="149040" cy="25488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3379D1FE-F830-4B2F-B8FF-2F69AEC068F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040441" y="3296884"/>
                <a:ext cx="1846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09AE84D5-0063-42F7-822D-7AF395BE0DFB}"/>
                  </a:ext>
                </a:extLst>
              </p14:cNvPr>
              <p14:cNvContentPartPr/>
              <p14:nvPr/>
            </p14:nvContentPartPr>
            <p14:xfrm>
              <a:off x="3569121" y="1292764"/>
              <a:ext cx="10080" cy="36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09AE84D5-0063-42F7-822D-7AF395BE0DF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551121" y="1256764"/>
                <a:ext cx="457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0782CD59-A17E-4872-9AE5-5F4E32F70C67}"/>
                  </a:ext>
                </a:extLst>
              </p14:cNvPr>
              <p14:cNvContentPartPr/>
              <p14:nvPr/>
            </p14:nvContentPartPr>
            <p14:xfrm>
              <a:off x="4507641" y="3106804"/>
              <a:ext cx="360" cy="36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0782CD59-A17E-4872-9AE5-5F4E32F70C6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490001" y="3071164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DEF5F2AF-891D-49DB-B7A9-16E542B96E3D}"/>
                  </a:ext>
                </a:extLst>
              </p14:cNvPr>
              <p14:cNvContentPartPr/>
              <p14:nvPr/>
            </p14:nvContentPartPr>
            <p14:xfrm>
              <a:off x="5490801" y="3096724"/>
              <a:ext cx="360" cy="36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DEF5F2AF-891D-49DB-B7A9-16E542B96E3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473161" y="3061084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FD46C195-1361-4A8C-9E6B-18A18958407A}"/>
                  </a:ext>
                </a:extLst>
              </p14:cNvPr>
              <p14:cNvContentPartPr/>
              <p14:nvPr/>
            </p14:nvContentPartPr>
            <p14:xfrm>
              <a:off x="225801" y="137164"/>
              <a:ext cx="10675800" cy="658872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FD46C195-1361-4A8C-9E6B-18A18958407A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08161" y="119523"/>
                <a:ext cx="10711440" cy="6624362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CasetăText 33">
            <a:extLst>
              <a:ext uri="{FF2B5EF4-FFF2-40B4-BE49-F238E27FC236}">
                <a16:creationId xmlns:a16="http://schemas.microsoft.com/office/drawing/2014/main" id="{C1AF26D2-C2B9-43B5-82D7-9736D5467E9D}"/>
              </a:ext>
            </a:extLst>
          </p:cNvPr>
          <p:cNvSpPr txBox="1"/>
          <p:nvPr/>
        </p:nvSpPr>
        <p:spPr>
          <a:xfrm>
            <a:off x="335343" y="137196"/>
            <a:ext cx="4297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latin typeface="Calibri" panose="020F0502020204030204"/>
              </a:rPr>
              <a:t>Pas 6: Scrierea programului </a:t>
            </a:r>
            <a:r>
              <a:rPr lang="ro-RO" b="1" dirty="0" err="1">
                <a:latin typeface="Calibri" panose="020F0502020204030204"/>
              </a:rPr>
              <a:t>Ladder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41350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22" name="Cerneală 221">
                <a:extLst>
                  <a:ext uri="{FF2B5EF4-FFF2-40B4-BE49-F238E27FC236}">
                    <a16:creationId xmlns:a16="http://schemas.microsoft.com/office/drawing/2014/main" id="{23236767-9081-4A7C-9F81-D07EB7F1B8D5}"/>
                  </a:ext>
                </a:extLst>
              </p14:cNvPr>
              <p14:cNvContentPartPr/>
              <p14:nvPr/>
            </p14:nvContentPartPr>
            <p14:xfrm>
              <a:off x="215721" y="151924"/>
              <a:ext cx="2702520" cy="3146760"/>
            </p14:xfrm>
          </p:contentPart>
        </mc:Choice>
        <mc:Fallback xmlns="">
          <p:pic>
            <p:nvPicPr>
              <p:cNvPr id="222" name="Cerneală 221">
                <a:extLst>
                  <a:ext uri="{FF2B5EF4-FFF2-40B4-BE49-F238E27FC236}">
                    <a16:creationId xmlns:a16="http://schemas.microsoft.com/office/drawing/2014/main" id="{23236767-9081-4A7C-9F81-D07EB7F1B8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081" y="134282"/>
                <a:ext cx="2738160" cy="31824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5" name="Cerneală 264">
                <a:extLst>
                  <a:ext uri="{FF2B5EF4-FFF2-40B4-BE49-F238E27FC236}">
                    <a16:creationId xmlns:a16="http://schemas.microsoft.com/office/drawing/2014/main" id="{F24FD9E1-2D96-447B-BD35-D00C9512171B}"/>
                  </a:ext>
                </a:extLst>
              </p14:cNvPr>
              <p14:cNvContentPartPr/>
              <p14:nvPr/>
            </p14:nvContentPartPr>
            <p14:xfrm>
              <a:off x="11247561" y="4262044"/>
              <a:ext cx="450000" cy="156600"/>
            </p14:xfrm>
          </p:contentPart>
        </mc:Choice>
        <mc:Fallback xmlns="">
          <p:pic>
            <p:nvPicPr>
              <p:cNvPr id="265" name="Cerneală 264">
                <a:extLst>
                  <a:ext uri="{FF2B5EF4-FFF2-40B4-BE49-F238E27FC236}">
                    <a16:creationId xmlns:a16="http://schemas.microsoft.com/office/drawing/2014/main" id="{F24FD9E1-2D96-447B-BD35-D00C951217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29575" y="4244404"/>
                <a:ext cx="485612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3" name="Cerneală 302">
                <a:extLst>
                  <a:ext uri="{FF2B5EF4-FFF2-40B4-BE49-F238E27FC236}">
                    <a16:creationId xmlns:a16="http://schemas.microsoft.com/office/drawing/2014/main" id="{0FE38ED2-5D97-412B-AF75-C29EA3B5454C}"/>
                  </a:ext>
                </a:extLst>
              </p14:cNvPr>
              <p14:cNvContentPartPr/>
              <p14:nvPr/>
            </p14:nvContentPartPr>
            <p14:xfrm>
              <a:off x="3543921" y="207724"/>
              <a:ext cx="7251120" cy="5987880"/>
            </p14:xfrm>
          </p:contentPart>
        </mc:Choice>
        <mc:Fallback xmlns="">
          <p:pic>
            <p:nvPicPr>
              <p:cNvPr id="303" name="Cerneală 302">
                <a:extLst>
                  <a:ext uri="{FF2B5EF4-FFF2-40B4-BE49-F238E27FC236}">
                    <a16:creationId xmlns:a16="http://schemas.microsoft.com/office/drawing/2014/main" id="{0FE38ED2-5D97-412B-AF75-C29EA3B5454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26281" y="189725"/>
                <a:ext cx="7286760" cy="60235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4" name="Cerneală 303">
                <a:extLst>
                  <a:ext uri="{FF2B5EF4-FFF2-40B4-BE49-F238E27FC236}">
                    <a16:creationId xmlns:a16="http://schemas.microsoft.com/office/drawing/2014/main" id="{B49F9781-2A4C-48A6-9E7B-F02BCEB73B6A}"/>
                  </a:ext>
                </a:extLst>
              </p14:cNvPr>
              <p14:cNvContentPartPr/>
              <p14:nvPr/>
            </p14:nvContentPartPr>
            <p14:xfrm>
              <a:off x="3173841" y="4090324"/>
              <a:ext cx="46080" cy="19800"/>
            </p14:xfrm>
          </p:contentPart>
        </mc:Choice>
        <mc:Fallback xmlns="">
          <p:pic>
            <p:nvPicPr>
              <p:cNvPr id="304" name="Cerneală 303">
                <a:extLst>
                  <a:ext uri="{FF2B5EF4-FFF2-40B4-BE49-F238E27FC236}">
                    <a16:creationId xmlns:a16="http://schemas.microsoft.com/office/drawing/2014/main" id="{B49F9781-2A4C-48A6-9E7B-F02BCEB73B6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55841" y="4054324"/>
                <a:ext cx="81720" cy="914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CasetăText 5">
            <a:extLst>
              <a:ext uri="{FF2B5EF4-FFF2-40B4-BE49-F238E27FC236}">
                <a16:creationId xmlns:a16="http://schemas.microsoft.com/office/drawing/2014/main" id="{14D35270-47C7-48D6-B9B3-1740C9825554}"/>
              </a:ext>
            </a:extLst>
          </p:cNvPr>
          <p:cNvSpPr txBox="1"/>
          <p:nvPr/>
        </p:nvSpPr>
        <p:spPr>
          <a:xfrm>
            <a:off x="335343" y="137196"/>
            <a:ext cx="4297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latin typeface="Calibri" panose="020F0502020204030204"/>
              </a:rPr>
              <a:t>Pas 6: Scrierea programului </a:t>
            </a:r>
            <a:r>
              <a:rPr lang="ro-RO" b="1" dirty="0" err="1">
                <a:latin typeface="Calibri" panose="020F0502020204030204"/>
              </a:rPr>
              <a:t>Ladder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87852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ine 33">
            <a:extLst>
              <a:ext uri="{FF2B5EF4-FFF2-40B4-BE49-F238E27FC236}">
                <a16:creationId xmlns:a16="http://schemas.microsoft.com/office/drawing/2014/main" id="{1E2FC1FF-E0EA-4B65-A1A2-1A34C8121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594391"/>
            <a:ext cx="7477125" cy="56769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A8B6808D-AA0C-45D3-9B03-BA9D1073E05E}"/>
                  </a:ext>
                </a:extLst>
              </p14:cNvPr>
              <p14:cNvContentPartPr/>
              <p14:nvPr/>
            </p14:nvContentPartPr>
            <p14:xfrm>
              <a:off x="10505601" y="3303364"/>
              <a:ext cx="360" cy="3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A8B6808D-AA0C-45D3-9B03-BA9D1073E0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87601" y="328572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EE2272BB-B0AC-4486-9B52-D0CE88991081}"/>
                  </a:ext>
                </a:extLst>
              </p14:cNvPr>
              <p14:cNvContentPartPr/>
              <p14:nvPr/>
            </p14:nvContentPartPr>
            <p14:xfrm>
              <a:off x="6985881" y="599404"/>
              <a:ext cx="921600" cy="10443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EE2272BB-B0AC-4486-9B52-D0CE889910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68241" y="581404"/>
                <a:ext cx="957240" cy="10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CAAFE458-710B-4D2B-9BF4-846AE1BE2FD4}"/>
                  </a:ext>
                </a:extLst>
              </p14:cNvPr>
              <p14:cNvContentPartPr/>
              <p14:nvPr/>
            </p14:nvContentPartPr>
            <p14:xfrm>
              <a:off x="8953641" y="578884"/>
              <a:ext cx="1277280" cy="37008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CAAFE458-710B-4D2B-9BF4-846AE1BE2FD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35641" y="561244"/>
                <a:ext cx="131292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1391DED1-E57B-456F-8C0B-FFF3DB742AD0}"/>
                  </a:ext>
                </a:extLst>
              </p14:cNvPr>
              <p14:cNvContentPartPr/>
              <p14:nvPr/>
            </p14:nvContentPartPr>
            <p14:xfrm>
              <a:off x="9787761" y="155884"/>
              <a:ext cx="187920" cy="2476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1391DED1-E57B-456F-8C0B-FFF3DB742AD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769761" y="138218"/>
                <a:ext cx="223560" cy="2833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ED08D9B4-4B19-490E-B5DE-0605DB39484E}"/>
                  </a:ext>
                </a:extLst>
              </p14:cNvPr>
              <p14:cNvContentPartPr/>
              <p14:nvPr/>
            </p14:nvContentPartPr>
            <p14:xfrm>
              <a:off x="9340281" y="151204"/>
              <a:ext cx="295560" cy="2631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ED08D9B4-4B19-490E-B5DE-0605DB39484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322641" y="133204"/>
                <a:ext cx="33120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60DE2F73-0EA8-4C7E-B264-30900B0B486E}"/>
                  </a:ext>
                </a:extLst>
              </p14:cNvPr>
              <p14:cNvContentPartPr/>
              <p14:nvPr/>
            </p14:nvContentPartPr>
            <p14:xfrm>
              <a:off x="8558721" y="170284"/>
              <a:ext cx="585000" cy="2390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60DE2F73-0EA8-4C7E-B264-30900B0B486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540732" y="152644"/>
                <a:ext cx="620618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6A96677C-A4EA-4DB2-AC37-F4A150843EFB}"/>
                  </a:ext>
                </a:extLst>
              </p14:cNvPr>
              <p14:cNvContentPartPr/>
              <p14:nvPr/>
            </p14:nvContentPartPr>
            <p14:xfrm>
              <a:off x="7719561" y="137164"/>
              <a:ext cx="406800" cy="37008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6A96677C-A4EA-4DB2-AC37-F4A150843EF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01561" y="119524"/>
                <a:ext cx="44244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5E96D6BA-6FB8-4F7A-A0AC-44347B45B552}"/>
                  </a:ext>
                </a:extLst>
              </p14:cNvPr>
              <p14:cNvContentPartPr/>
              <p14:nvPr/>
            </p14:nvContentPartPr>
            <p14:xfrm>
              <a:off x="11056401" y="760684"/>
              <a:ext cx="156600" cy="3564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5E96D6BA-6FB8-4F7A-A0AC-44347B45B55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038401" y="743044"/>
                <a:ext cx="19224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E58BBA9B-44F3-47F6-BE95-219F5F0F37B6}"/>
                  </a:ext>
                </a:extLst>
              </p14:cNvPr>
              <p14:cNvContentPartPr/>
              <p14:nvPr/>
            </p14:nvContentPartPr>
            <p14:xfrm>
              <a:off x="11069361" y="663484"/>
              <a:ext cx="11880" cy="2772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E58BBA9B-44F3-47F6-BE95-219F5F0F37B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051721" y="645484"/>
                <a:ext cx="4752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F8E42C7C-C77C-4061-9E93-F014A57DDCFD}"/>
                  </a:ext>
                </a:extLst>
              </p14:cNvPr>
              <p14:cNvContentPartPr/>
              <p14:nvPr/>
            </p14:nvContentPartPr>
            <p14:xfrm>
              <a:off x="11106081" y="855364"/>
              <a:ext cx="16560" cy="1224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F8E42C7C-C77C-4061-9E93-F014A57DDCF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088081" y="837364"/>
                <a:ext cx="5220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4FC8D6CD-D772-45A3-998D-B5B2845B1730}"/>
                  </a:ext>
                </a:extLst>
              </p14:cNvPr>
              <p14:cNvContentPartPr/>
              <p14:nvPr/>
            </p14:nvContentPartPr>
            <p14:xfrm>
              <a:off x="11341881" y="694804"/>
              <a:ext cx="135720" cy="1587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4FC8D6CD-D772-45A3-998D-B5B2845B173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324241" y="676804"/>
                <a:ext cx="17136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C593E2C8-554D-4CC9-92C6-95C0C6C47AFC}"/>
                  </a:ext>
                </a:extLst>
              </p14:cNvPr>
              <p14:cNvContentPartPr/>
              <p14:nvPr/>
            </p14:nvContentPartPr>
            <p14:xfrm>
              <a:off x="11567241" y="680044"/>
              <a:ext cx="24480" cy="18360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C593E2C8-554D-4CC9-92C6-95C0C6C47AF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1549601" y="662404"/>
                <a:ext cx="6012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9E311492-AF91-431E-A6A6-BD69597761A3}"/>
                  </a:ext>
                </a:extLst>
              </p14:cNvPr>
              <p14:cNvContentPartPr/>
              <p14:nvPr/>
            </p14:nvContentPartPr>
            <p14:xfrm>
              <a:off x="11680641" y="675724"/>
              <a:ext cx="41400" cy="22320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9E311492-AF91-431E-A6A6-BD69597761A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1662641" y="658084"/>
                <a:ext cx="7704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88949313-679E-41F4-BCB4-E6F9F2F1C8A4}"/>
                  </a:ext>
                </a:extLst>
              </p14:cNvPr>
              <p14:cNvContentPartPr/>
              <p14:nvPr/>
            </p14:nvContentPartPr>
            <p14:xfrm>
              <a:off x="10459521" y="735484"/>
              <a:ext cx="427680" cy="16020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88949313-679E-41F4-BCB4-E6F9F2F1C8A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441881" y="717484"/>
                <a:ext cx="4633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B0D432FC-3C84-4C50-BB30-0CF2A0243AB7}"/>
                  </a:ext>
                </a:extLst>
              </p14:cNvPr>
              <p14:cNvContentPartPr/>
              <p14:nvPr/>
            </p14:nvContentPartPr>
            <p14:xfrm>
              <a:off x="6041601" y="5930644"/>
              <a:ext cx="240840" cy="3780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B0D432FC-3C84-4C50-BB30-0CF2A0243AB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023961" y="5912644"/>
                <a:ext cx="27648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329001ED-E455-4C4C-87A4-7877832FB04A}"/>
                  </a:ext>
                </a:extLst>
              </p14:cNvPr>
              <p14:cNvContentPartPr/>
              <p14:nvPr/>
            </p14:nvContentPartPr>
            <p14:xfrm>
              <a:off x="6141681" y="5840284"/>
              <a:ext cx="57600" cy="3384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329001ED-E455-4C4C-87A4-7877832FB04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124041" y="5822284"/>
                <a:ext cx="9324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AA31CA71-8D92-434A-A03B-E19381345D9B}"/>
                  </a:ext>
                </a:extLst>
              </p14:cNvPr>
              <p14:cNvContentPartPr/>
              <p14:nvPr/>
            </p14:nvContentPartPr>
            <p14:xfrm>
              <a:off x="6205401" y="6046564"/>
              <a:ext cx="41040" cy="3888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AA31CA71-8D92-434A-A03B-E19381345D9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187761" y="6028924"/>
                <a:ext cx="766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222C564E-219C-4642-8C04-805BAA631398}"/>
                  </a:ext>
                </a:extLst>
              </p14:cNvPr>
              <p14:cNvContentPartPr/>
              <p14:nvPr/>
            </p14:nvContentPartPr>
            <p14:xfrm>
              <a:off x="6549561" y="5767204"/>
              <a:ext cx="293040" cy="29268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222C564E-219C-4642-8C04-805BAA63139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531561" y="5749564"/>
                <a:ext cx="32868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A9BAD90C-C58B-4274-AE9F-341F787A0751}"/>
                  </a:ext>
                </a:extLst>
              </p14:cNvPr>
              <p14:cNvContentPartPr/>
              <p14:nvPr/>
            </p14:nvContentPartPr>
            <p14:xfrm>
              <a:off x="5396121" y="5894644"/>
              <a:ext cx="477360" cy="25776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A9BAD90C-C58B-4274-AE9F-341F787A075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378121" y="5877004"/>
                <a:ext cx="51300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3AF1EABA-1ED6-4EB2-98A9-0A72279D225D}"/>
                  </a:ext>
                </a:extLst>
              </p14:cNvPr>
              <p14:cNvContentPartPr/>
              <p14:nvPr/>
            </p14:nvContentPartPr>
            <p14:xfrm>
              <a:off x="5087961" y="5135404"/>
              <a:ext cx="1539000" cy="48816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3AF1EABA-1ED6-4EB2-98A9-0A72279D225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070321" y="5117764"/>
                <a:ext cx="1574640" cy="5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C8E96AB8-2E35-4711-9460-E9D6C8B46C39}"/>
                  </a:ext>
                </a:extLst>
              </p14:cNvPr>
              <p14:cNvContentPartPr/>
              <p14:nvPr/>
            </p14:nvContentPartPr>
            <p14:xfrm>
              <a:off x="1611801" y="349564"/>
              <a:ext cx="3284640" cy="614016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C8E96AB8-2E35-4711-9460-E9D6C8B46C3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594161" y="331923"/>
                <a:ext cx="3320280" cy="61758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488A7774-35C8-42DD-B152-A656D45CEE1B}"/>
                  </a:ext>
                </a:extLst>
              </p14:cNvPr>
              <p14:cNvContentPartPr/>
              <p14:nvPr/>
            </p14:nvContentPartPr>
            <p14:xfrm>
              <a:off x="6783561" y="3258364"/>
              <a:ext cx="1038960" cy="124380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488A7774-35C8-42DD-B152-A656D45CEE1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765561" y="3240364"/>
                <a:ext cx="1074600" cy="12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2B877EC4-3AE5-4329-921D-13B9D3F50D93}"/>
                  </a:ext>
                </a:extLst>
              </p14:cNvPr>
              <p14:cNvContentPartPr/>
              <p14:nvPr/>
            </p14:nvContentPartPr>
            <p14:xfrm>
              <a:off x="8214561" y="3972964"/>
              <a:ext cx="68760" cy="28440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2B877EC4-3AE5-4329-921D-13B9D3F50D9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196561" y="3955324"/>
                <a:ext cx="10440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A3942F97-5808-4C34-BF1C-437051A7F78A}"/>
                  </a:ext>
                </a:extLst>
              </p14:cNvPr>
              <p14:cNvContentPartPr/>
              <p14:nvPr/>
            </p14:nvContentPartPr>
            <p14:xfrm>
              <a:off x="9237681" y="3870364"/>
              <a:ext cx="194400" cy="29664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A3942F97-5808-4C34-BF1C-437051A7F78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220041" y="3852724"/>
                <a:ext cx="23004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67B10162-C24B-4BFF-B4F6-0C47ED3F00B5}"/>
                  </a:ext>
                </a:extLst>
              </p14:cNvPr>
              <p14:cNvContentPartPr/>
              <p14:nvPr/>
            </p14:nvContentPartPr>
            <p14:xfrm>
              <a:off x="10256481" y="3796564"/>
              <a:ext cx="157680" cy="25020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67B10162-C24B-4BFF-B4F6-0C47ED3F00B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238481" y="3778924"/>
                <a:ext cx="19332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26D9843D-BC8D-41AE-A87C-DBBA2B34DE27}"/>
                  </a:ext>
                </a:extLst>
              </p14:cNvPr>
              <p14:cNvContentPartPr/>
              <p14:nvPr/>
            </p14:nvContentPartPr>
            <p14:xfrm>
              <a:off x="11070801" y="3981604"/>
              <a:ext cx="10440" cy="36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26D9843D-BC8D-41AE-A87C-DBBA2B34DE27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1053161" y="3963964"/>
                <a:ext cx="460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1426F2B1-0C5A-4E83-9FE7-2A53C4427604}"/>
                  </a:ext>
                </a:extLst>
              </p14:cNvPr>
              <p14:cNvContentPartPr/>
              <p14:nvPr/>
            </p14:nvContentPartPr>
            <p14:xfrm>
              <a:off x="10534761" y="4008244"/>
              <a:ext cx="37080" cy="2304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1426F2B1-0C5A-4E83-9FE7-2A53C442760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517121" y="3990244"/>
                <a:ext cx="7272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302204D7-6FD2-4E6E-AB1B-E48984B6A260}"/>
                  </a:ext>
                </a:extLst>
              </p14:cNvPr>
              <p14:cNvContentPartPr/>
              <p14:nvPr/>
            </p14:nvContentPartPr>
            <p14:xfrm>
              <a:off x="10533321" y="3831124"/>
              <a:ext cx="51480" cy="3636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302204D7-6FD2-4E6E-AB1B-E48984B6A260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515321" y="3813308"/>
                <a:ext cx="87120" cy="72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A3744C03-9671-4B59-9B8C-6AF91B1A4F14}"/>
                  </a:ext>
                </a:extLst>
              </p14:cNvPr>
              <p14:cNvContentPartPr/>
              <p14:nvPr/>
            </p14:nvContentPartPr>
            <p14:xfrm>
              <a:off x="10736721" y="3773524"/>
              <a:ext cx="120960" cy="26280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A3744C03-9671-4B59-9B8C-6AF91B1A4F1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0718721" y="3755884"/>
                <a:ext cx="15660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4B5DAFAD-4BAC-435E-A741-45172E9EC4B9}"/>
                  </a:ext>
                </a:extLst>
              </p14:cNvPr>
              <p14:cNvContentPartPr/>
              <p14:nvPr/>
            </p14:nvContentPartPr>
            <p14:xfrm>
              <a:off x="9551601" y="3866404"/>
              <a:ext cx="408240" cy="2538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4B5DAFAD-4BAC-435E-A741-45172E9EC4B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533601" y="3848764"/>
                <a:ext cx="44388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17912585-D6F1-4622-9B94-260520C7B9B5}"/>
                  </a:ext>
                </a:extLst>
              </p14:cNvPr>
              <p14:cNvContentPartPr/>
              <p14:nvPr/>
            </p14:nvContentPartPr>
            <p14:xfrm>
              <a:off x="8392041" y="3927604"/>
              <a:ext cx="400680" cy="47808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17912585-D6F1-4622-9B94-260520C7B9B5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374401" y="3909964"/>
                <a:ext cx="436320" cy="51372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CasetăText 34">
            <a:extLst>
              <a:ext uri="{FF2B5EF4-FFF2-40B4-BE49-F238E27FC236}">
                <a16:creationId xmlns:a16="http://schemas.microsoft.com/office/drawing/2014/main" id="{7A7086C0-3472-49C9-8CF3-ED5C04A86D9A}"/>
              </a:ext>
            </a:extLst>
          </p:cNvPr>
          <p:cNvSpPr txBox="1"/>
          <p:nvPr/>
        </p:nvSpPr>
        <p:spPr>
          <a:xfrm>
            <a:off x="335343" y="137196"/>
            <a:ext cx="4297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latin typeface="Calibri" panose="020F0502020204030204"/>
              </a:rPr>
              <a:t>Pas 6: Scrierea programului </a:t>
            </a:r>
            <a:r>
              <a:rPr lang="ro-RO" b="1" dirty="0" err="1">
                <a:latin typeface="Calibri" panose="020F0502020204030204"/>
              </a:rPr>
              <a:t>Ladder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9533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FFEB0AE5-8F52-425C-90D4-35DCB91F3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7" y="728662"/>
            <a:ext cx="11172825" cy="54006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534A7ECE-E363-4B50-A2A9-49BD11EE955E}"/>
                  </a:ext>
                </a:extLst>
              </p14:cNvPr>
              <p14:cNvContentPartPr/>
              <p14:nvPr/>
            </p14:nvContentPartPr>
            <p14:xfrm>
              <a:off x="6390441" y="1689124"/>
              <a:ext cx="461880" cy="2466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534A7ECE-E363-4B50-A2A9-49BD11EE95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72801" y="1671484"/>
                <a:ext cx="49752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456A410B-7A12-4022-A8F8-76BD0FF22F2D}"/>
                  </a:ext>
                </a:extLst>
              </p14:cNvPr>
              <p14:cNvContentPartPr/>
              <p14:nvPr/>
            </p14:nvContentPartPr>
            <p14:xfrm>
              <a:off x="6912081" y="3010324"/>
              <a:ext cx="2866320" cy="18817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456A410B-7A12-4022-A8F8-76BD0FF22F2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94439" y="2992324"/>
                <a:ext cx="2901964" cy="19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DF7D5BD2-F0C8-4AB6-93D3-7324F3D7A701}"/>
                  </a:ext>
                </a:extLst>
              </p14:cNvPr>
              <p14:cNvContentPartPr/>
              <p14:nvPr/>
            </p14:nvContentPartPr>
            <p14:xfrm>
              <a:off x="10077921" y="5082124"/>
              <a:ext cx="1190880" cy="41904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DF7D5BD2-F0C8-4AB6-93D3-7324F3D7A70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59926" y="5064484"/>
                <a:ext cx="1226509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625D459B-3160-4648-95C9-97AEFDDC07DB}"/>
                  </a:ext>
                </a:extLst>
              </p14:cNvPr>
              <p14:cNvContentPartPr/>
              <p14:nvPr/>
            </p14:nvContentPartPr>
            <p14:xfrm>
              <a:off x="9409401" y="5323324"/>
              <a:ext cx="267120" cy="21204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625D459B-3160-4648-95C9-97AEFDDC07D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391401" y="5305684"/>
                <a:ext cx="30276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04EA0AAC-865C-40F6-A2FC-DF17797929C0}"/>
                  </a:ext>
                </a:extLst>
              </p14:cNvPr>
              <p14:cNvContentPartPr/>
              <p14:nvPr/>
            </p14:nvContentPartPr>
            <p14:xfrm>
              <a:off x="8981721" y="5338804"/>
              <a:ext cx="312120" cy="23400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04EA0AAC-865C-40F6-A2FC-DF17797929C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963721" y="5320804"/>
                <a:ext cx="34776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7C7BE56E-5504-4A30-A871-E32F6C4615B1}"/>
                  </a:ext>
                </a:extLst>
              </p14:cNvPr>
              <p14:cNvContentPartPr/>
              <p14:nvPr/>
            </p14:nvContentPartPr>
            <p14:xfrm>
              <a:off x="8268921" y="5319004"/>
              <a:ext cx="371160" cy="2289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7C7BE56E-5504-4A30-A871-E32F6C4615B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50921" y="5301364"/>
                <a:ext cx="40680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288C80AC-FAA5-4D68-BAF4-6EE20749587C}"/>
                  </a:ext>
                </a:extLst>
              </p14:cNvPr>
              <p14:cNvContentPartPr/>
              <p14:nvPr/>
            </p14:nvContentPartPr>
            <p14:xfrm>
              <a:off x="6666201" y="5265004"/>
              <a:ext cx="1110600" cy="52524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288C80AC-FAA5-4D68-BAF4-6EE20749587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648201" y="5247004"/>
                <a:ext cx="1146240" cy="56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638FAC1B-0543-46A4-B7D7-C4D5EC7E024E}"/>
                  </a:ext>
                </a:extLst>
              </p14:cNvPr>
              <p14:cNvContentPartPr/>
              <p14:nvPr/>
            </p14:nvContentPartPr>
            <p14:xfrm>
              <a:off x="6776721" y="141124"/>
              <a:ext cx="1457640" cy="31788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638FAC1B-0543-46A4-B7D7-C4D5EC7E024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758725" y="123124"/>
                <a:ext cx="1493271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E0644950-A9B3-4465-8BA1-BA7B8522CA69}"/>
                  </a:ext>
                </a:extLst>
              </p14:cNvPr>
              <p14:cNvContentPartPr/>
              <p14:nvPr/>
            </p14:nvContentPartPr>
            <p14:xfrm>
              <a:off x="5972121" y="160924"/>
              <a:ext cx="509760" cy="44100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E0644950-A9B3-4465-8BA1-BA7B8522CA6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54134" y="142924"/>
                <a:ext cx="545375" cy="4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D091355A-FC18-4377-A0C3-FFAC19838D77}"/>
                  </a:ext>
                </a:extLst>
              </p14:cNvPr>
              <p14:cNvContentPartPr/>
              <p14:nvPr/>
            </p14:nvContentPartPr>
            <p14:xfrm>
              <a:off x="10333521" y="389884"/>
              <a:ext cx="3240" cy="1332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D091355A-FC18-4377-A0C3-FFAC19838D7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315521" y="371884"/>
                <a:ext cx="388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54877336-32CB-4795-AAE0-9030BBDC11E2}"/>
                  </a:ext>
                </a:extLst>
              </p14:cNvPr>
              <p14:cNvContentPartPr/>
              <p14:nvPr/>
            </p14:nvContentPartPr>
            <p14:xfrm>
              <a:off x="9610281" y="196204"/>
              <a:ext cx="549720" cy="27612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54877336-32CB-4795-AAE0-9030BBDC11E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592293" y="178204"/>
                <a:ext cx="585337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2A768574-EEFE-4758-800A-479B2FA51AB1}"/>
                  </a:ext>
                </a:extLst>
              </p14:cNvPr>
              <p14:cNvContentPartPr/>
              <p14:nvPr/>
            </p14:nvContentPartPr>
            <p14:xfrm>
              <a:off x="9029961" y="182884"/>
              <a:ext cx="433440" cy="26316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2A768574-EEFE-4758-800A-479B2FA51AB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011976" y="164884"/>
                <a:ext cx="46905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46D2E503-892E-48E1-8826-7A40B556AC4F}"/>
                  </a:ext>
                </a:extLst>
              </p14:cNvPr>
              <p14:cNvContentPartPr/>
              <p14:nvPr/>
            </p14:nvContentPartPr>
            <p14:xfrm>
              <a:off x="2895201" y="1636564"/>
              <a:ext cx="2318040" cy="29700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46D2E503-892E-48E1-8826-7A40B556AC4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877561" y="1618564"/>
                <a:ext cx="235368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F1CD6B44-EE6B-4D36-94B7-E35F00834E27}"/>
                  </a:ext>
                </a:extLst>
              </p14:cNvPr>
              <p14:cNvContentPartPr/>
              <p14:nvPr/>
            </p14:nvContentPartPr>
            <p14:xfrm>
              <a:off x="3327921" y="6284164"/>
              <a:ext cx="848520" cy="37224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F1CD6B44-EE6B-4D36-94B7-E35F00834E2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309929" y="6266524"/>
                <a:ext cx="884145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6DBFD14F-216A-43FF-B762-88AB1335D165}"/>
                  </a:ext>
                </a:extLst>
              </p14:cNvPr>
              <p14:cNvContentPartPr/>
              <p14:nvPr/>
            </p14:nvContentPartPr>
            <p14:xfrm>
              <a:off x="1792881" y="6242404"/>
              <a:ext cx="1005120" cy="38700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6DBFD14F-216A-43FF-B762-88AB1335D16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74881" y="6224764"/>
                <a:ext cx="104076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4F2AC132-FD64-4D28-9F91-BDA1B0AAFD2E}"/>
                  </a:ext>
                </a:extLst>
              </p14:cNvPr>
              <p14:cNvContentPartPr/>
              <p14:nvPr/>
            </p14:nvContentPartPr>
            <p14:xfrm>
              <a:off x="9020961" y="6561004"/>
              <a:ext cx="24840" cy="6012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4F2AC132-FD64-4D28-9F91-BDA1B0AAFD2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002961" y="6543004"/>
                <a:ext cx="6048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12FC7C02-260A-4D83-A90D-A2F39820BA64}"/>
                  </a:ext>
                </a:extLst>
              </p14:cNvPr>
              <p14:cNvContentPartPr/>
              <p14:nvPr/>
            </p14:nvContentPartPr>
            <p14:xfrm>
              <a:off x="9011961" y="6430684"/>
              <a:ext cx="35280" cy="2160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12FC7C02-260A-4D83-A90D-A2F39820BA6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993961" y="6412684"/>
                <a:ext cx="7092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8CB3C1A2-B1CC-4B3F-8D56-05439E6FB698}"/>
                  </a:ext>
                </a:extLst>
              </p14:cNvPr>
              <p14:cNvContentPartPr/>
              <p14:nvPr/>
            </p14:nvContentPartPr>
            <p14:xfrm>
              <a:off x="9236601" y="6421684"/>
              <a:ext cx="515160" cy="25452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8CB3C1A2-B1CC-4B3F-8D56-05439E6FB69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218949" y="6403684"/>
                <a:ext cx="550825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0988FFC6-FF17-44DE-B8B0-0F961325E726}"/>
                  </a:ext>
                </a:extLst>
              </p14:cNvPr>
              <p14:cNvContentPartPr/>
              <p14:nvPr/>
            </p14:nvContentPartPr>
            <p14:xfrm>
              <a:off x="8298081" y="6310804"/>
              <a:ext cx="561240" cy="30492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0988FFC6-FF17-44DE-B8B0-0F961325E72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280441" y="6292804"/>
                <a:ext cx="59688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BF36F628-D577-4C21-B4D0-8746C0799ECE}"/>
                  </a:ext>
                </a:extLst>
              </p14:cNvPr>
              <p14:cNvContentPartPr/>
              <p14:nvPr/>
            </p14:nvContentPartPr>
            <p14:xfrm>
              <a:off x="7236081" y="6390724"/>
              <a:ext cx="361440" cy="18648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BF36F628-D577-4C21-B4D0-8746C0799EC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218441" y="6373084"/>
                <a:ext cx="3970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640AB39F-5B93-4082-9126-3C317F37B8E3}"/>
                  </a:ext>
                </a:extLst>
              </p14:cNvPr>
              <p14:cNvContentPartPr/>
              <p14:nvPr/>
            </p14:nvContentPartPr>
            <p14:xfrm>
              <a:off x="6008481" y="6346444"/>
              <a:ext cx="762480" cy="31572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640AB39F-5B93-4082-9126-3C317F37B8E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990489" y="6328444"/>
                <a:ext cx="798103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1DADB442-47D1-4D17-A14F-83D9EA28F415}"/>
                  </a:ext>
                </a:extLst>
              </p14:cNvPr>
              <p14:cNvContentPartPr/>
              <p14:nvPr/>
            </p14:nvContentPartPr>
            <p14:xfrm>
              <a:off x="4649481" y="6371644"/>
              <a:ext cx="1240200" cy="27072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1DADB442-47D1-4D17-A14F-83D9EA28F41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631841" y="6354004"/>
                <a:ext cx="127584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C19AEAD7-F9BF-46DE-A7B7-F70B37E6CD86}"/>
                  </a:ext>
                </a:extLst>
              </p14:cNvPr>
              <p14:cNvContentPartPr/>
              <p14:nvPr/>
            </p14:nvContentPartPr>
            <p14:xfrm>
              <a:off x="4163481" y="3142084"/>
              <a:ext cx="210600" cy="25812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C19AEAD7-F9BF-46DE-A7B7-F70B37E6CD8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145841" y="3124444"/>
                <a:ext cx="24624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79E485AB-BDD0-49FF-9A59-83F7EE1470E9}"/>
                  </a:ext>
                </a:extLst>
              </p14:cNvPr>
              <p14:cNvContentPartPr/>
              <p14:nvPr/>
            </p14:nvContentPartPr>
            <p14:xfrm>
              <a:off x="4158801" y="5274724"/>
              <a:ext cx="159840" cy="21276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79E485AB-BDD0-49FF-9A59-83F7EE1470E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140801" y="5257084"/>
                <a:ext cx="19548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0E584904-B76C-4124-BE1D-E4342CBD79F4}"/>
                  </a:ext>
                </a:extLst>
              </p14:cNvPr>
              <p14:cNvContentPartPr/>
              <p14:nvPr/>
            </p14:nvContentPartPr>
            <p14:xfrm>
              <a:off x="1202121" y="2477164"/>
              <a:ext cx="1223280" cy="105984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0E584904-B76C-4124-BE1D-E4342CBD79F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84481" y="2459164"/>
                <a:ext cx="1258920" cy="10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1E1D1478-F232-414F-9A85-7A40ED9F47C2}"/>
                  </a:ext>
                </a:extLst>
              </p14:cNvPr>
              <p14:cNvContentPartPr/>
              <p14:nvPr/>
            </p14:nvContentPartPr>
            <p14:xfrm>
              <a:off x="1151361" y="4629964"/>
              <a:ext cx="1291680" cy="106416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1E1D1478-F232-414F-9A85-7A40ED9F47C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33721" y="4611964"/>
                <a:ext cx="1327320" cy="109980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CasetăText 29">
            <a:extLst>
              <a:ext uri="{FF2B5EF4-FFF2-40B4-BE49-F238E27FC236}">
                <a16:creationId xmlns:a16="http://schemas.microsoft.com/office/drawing/2014/main" id="{F91FF0CA-EEB3-46B4-9C31-41F398091F27}"/>
              </a:ext>
            </a:extLst>
          </p:cNvPr>
          <p:cNvSpPr txBox="1"/>
          <p:nvPr/>
        </p:nvSpPr>
        <p:spPr>
          <a:xfrm>
            <a:off x="335343" y="137196"/>
            <a:ext cx="4297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latin typeface="Calibri" panose="020F0502020204030204"/>
              </a:rPr>
              <a:t>Pas 6: Scrierea programului </a:t>
            </a:r>
            <a:r>
              <a:rPr lang="ro-RO" b="1" dirty="0" err="1">
                <a:latin typeface="Calibri" panose="020F0502020204030204"/>
              </a:rPr>
              <a:t>Ladder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5681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B4DF312E-3921-4180-9A40-A2C891096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94391"/>
            <a:ext cx="5000625" cy="2847975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917A25DD-7EEE-41B5-9127-441B7D731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56" y="320074"/>
            <a:ext cx="5421633" cy="63373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096DDE77-95F1-4BD1-A1FF-FB9ACE1E480E}"/>
                  </a:ext>
                </a:extLst>
              </p14:cNvPr>
              <p14:cNvContentPartPr/>
              <p14:nvPr/>
            </p14:nvContentPartPr>
            <p14:xfrm>
              <a:off x="4585401" y="509044"/>
              <a:ext cx="497880" cy="3495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096DDE77-95F1-4BD1-A1FF-FB9ACE1E480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67761" y="491404"/>
                <a:ext cx="53352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18E80036-2220-4E30-A831-115BD6AE750D}"/>
                  </a:ext>
                </a:extLst>
              </p14:cNvPr>
              <p14:cNvContentPartPr/>
              <p14:nvPr/>
            </p14:nvContentPartPr>
            <p14:xfrm>
              <a:off x="3454281" y="831244"/>
              <a:ext cx="887040" cy="91044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18E80036-2220-4E30-A831-115BD6AE75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36641" y="813604"/>
                <a:ext cx="922680" cy="9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964F06ED-94E8-45FF-A1B7-001F84433188}"/>
                  </a:ext>
                </a:extLst>
              </p14:cNvPr>
              <p14:cNvContentPartPr/>
              <p14:nvPr/>
            </p14:nvContentPartPr>
            <p14:xfrm>
              <a:off x="4182561" y="3751564"/>
              <a:ext cx="559440" cy="3308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964F06ED-94E8-45FF-A1B7-001F8443318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164561" y="3733924"/>
                <a:ext cx="59508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1F4660BC-82B6-4B07-AC4B-ACA2B9988409}"/>
                  </a:ext>
                </a:extLst>
              </p14:cNvPr>
              <p14:cNvContentPartPr/>
              <p14:nvPr/>
            </p14:nvContentPartPr>
            <p14:xfrm>
              <a:off x="3632481" y="3062524"/>
              <a:ext cx="345960" cy="8956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1F4660BC-82B6-4B07-AC4B-ACA2B998840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14841" y="3044884"/>
                <a:ext cx="381600" cy="9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BA491965-5F2E-4174-BBD7-3237720B92F2}"/>
                  </a:ext>
                </a:extLst>
              </p14:cNvPr>
              <p14:cNvContentPartPr/>
              <p14:nvPr/>
            </p14:nvContentPartPr>
            <p14:xfrm>
              <a:off x="622521" y="3601804"/>
              <a:ext cx="636840" cy="2685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BA491965-5F2E-4174-BBD7-3237720B92F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04521" y="3583804"/>
                <a:ext cx="67248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BE04BA28-633F-43F4-9789-5DE029CBC227}"/>
                  </a:ext>
                </a:extLst>
              </p14:cNvPr>
              <p14:cNvContentPartPr/>
              <p14:nvPr/>
            </p14:nvContentPartPr>
            <p14:xfrm>
              <a:off x="1292481" y="3685684"/>
              <a:ext cx="302760" cy="2995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BE04BA28-633F-43F4-9789-5DE029CBC22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74481" y="3667684"/>
                <a:ext cx="33840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B4514C30-79C4-4465-8584-35FE75AB6E04}"/>
                  </a:ext>
                </a:extLst>
              </p14:cNvPr>
              <p14:cNvContentPartPr/>
              <p14:nvPr/>
            </p14:nvContentPartPr>
            <p14:xfrm>
              <a:off x="1475001" y="3515044"/>
              <a:ext cx="63720" cy="414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B4514C30-79C4-4465-8584-35FE75AB6E0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457361" y="3497044"/>
                <a:ext cx="993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9DB1D11A-1125-408C-8FEB-62120D5EFA01}"/>
                  </a:ext>
                </a:extLst>
              </p14:cNvPr>
              <p14:cNvContentPartPr/>
              <p14:nvPr/>
            </p14:nvContentPartPr>
            <p14:xfrm>
              <a:off x="702801" y="4232524"/>
              <a:ext cx="15480" cy="10476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9DB1D11A-1125-408C-8FEB-62120D5EFA0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84801" y="4214524"/>
                <a:ext cx="511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DA64BD31-7FC6-42A7-AFE8-2A9F1EE584C5}"/>
                  </a:ext>
                </a:extLst>
              </p14:cNvPr>
              <p14:cNvContentPartPr/>
              <p14:nvPr/>
            </p14:nvContentPartPr>
            <p14:xfrm>
              <a:off x="599481" y="3992764"/>
              <a:ext cx="634320" cy="33120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DA64BD31-7FC6-42A7-AFE8-2A9F1EE584C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81481" y="3974764"/>
                <a:ext cx="66996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C7FAAAE2-2B16-4349-BF7F-26537328F44E}"/>
                  </a:ext>
                </a:extLst>
              </p14:cNvPr>
              <p14:cNvContentPartPr/>
              <p14:nvPr/>
            </p14:nvContentPartPr>
            <p14:xfrm>
              <a:off x="973161" y="4044964"/>
              <a:ext cx="183960" cy="601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C7FAAAE2-2B16-4349-BF7F-26537328F44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55521" y="4027324"/>
                <a:ext cx="21960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B0B4C447-A05A-4427-AEBD-487F94CA89E3}"/>
                  </a:ext>
                </a:extLst>
              </p14:cNvPr>
              <p14:cNvContentPartPr/>
              <p14:nvPr/>
            </p14:nvContentPartPr>
            <p14:xfrm>
              <a:off x="1306161" y="4103644"/>
              <a:ext cx="211320" cy="18144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B0B4C447-A05A-4427-AEBD-487F94CA89E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288161" y="4086004"/>
                <a:ext cx="24696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A2FD598B-D709-40D8-8371-4883E5D64490}"/>
                  </a:ext>
                </a:extLst>
              </p14:cNvPr>
              <p14:cNvContentPartPr/>
              <p14:nvPr/>
            </p14:nvContentPartPr>
            <p14:xfrm>
              <a:off x="1494081" y="4030564"/>
              <a:ext cx="461520" cy="17820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A2FD598B-D709-40D8-8371-4883E5D6449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476441" y="4012924"/>
                <a:ext cx="49716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D443A05B-62E7-4766-85FB-5C8D8F0338DE}"/>
                  </a:ext>
                </a:extLst>
              </p14:cNvPr>
              <p14:cNvContentPartPr/>
              <p14:nvPr/>
            </p14:nvContentPartPr>
            <p14:xfrm>
              <a:off x="7044561" y="111604"/>
              <a:ext cx="1269000" cy="622440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D443A05B-62E7-4766-85FB-5C8D8F0338D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026921" y="75964"/>
                <a:ext cx="1304640" cy="629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2FE375FA-2631-4628-9438-FAFF646912C3}"/>
                  </a:ext>
                </a:extLst>
              </p14:cNvPr>
              <p14:cNvContentPartPr/>
              <p14:nvPr/>
            </p14:nvContentPartPr>
            <p14:xfrm>
              <a:off x="5613921" y="4630684"/>
              <a:ext cx="1344600" cy="5511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2FE375FA-2631-4628-9438-FAFF646912C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596281" y="4594684"/>
                <a:ext cx="1380240" cy="62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D3F27EEC-0821-484A-84F5-76DE90711155}"/>
                  </a:ext>
                </a:extLst>
              </p14:cNvPr>
              <p14:cNvContentPartPr/>
              <p14:nvPr/>
            </p14:nvContentPartPr>
            <p14:xfrm>
              <a:off x="6632001" y="4570564"/>
              <a:ext cx="299160" cy="30312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D3F27EEC-0821-484A-84F5-76DE9071115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614361" y="4534924"/>
                <a:ext cx="33480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DF829D22-DBF9-474C-B1E4-97C2A16AB106}"/>
                  </a:ext>
                </a:extLst>
              </p14:cNvPr>
              <p14:cNvContentPartPr/>
              <p14:nvPr/>
            </p14:nvContentPartPr>
            <p14:xfrm>
              <a:off x="4549401" y="4341244"/>
              <a:ext cx="1032840" cy="5270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DF829D22-DBF9-474C-B1E4-97C2A16AB10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531761" y="4305244"/>
                <a:ext cx="1068480" cy="59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AD065DEB-F5AA-46CF-AA7F-88F24DA950B8}"/>
                  </a:ext>
                </a:extLst>
              </p14:cNvPr>
              <p14:cNvContentPartPr/>
              <p14:nvPr/>
            </p14:nvContentPartPr>
            <p14:xfrm>
              <a:off x="5574681" y="4230004"/>
              <a:ext cx="326880" cy="17064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AD065DEB-F5AA-46CF-AA7F-88F24DA950B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556681" y="4194364"/>
                <a:ext cx="36252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CC91781F-2998-4F85-B036-D99FE93C6E5A}"/>
                  </a:ext>
                </a:extLst>
              </p14:cNvPr>
              <p14:cNvContentPartPr/>
              <p14:nvPr/>
            </p14:nvContentPartPr>
            <p14:xfrm>
              <a:off x="5879241" y="4003924"/>
              <a:ext cx="496800" cy="3747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CC91781F-2998-4F85-B036-D99FE93C6E5A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861601" y="3968284"/>
                <a:ext cx="532440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B2A92C2D-5D8F-4DD6-AA84-AB9F8D0F6C63}"/>
                  </a:ext>
                </a:extLst>
              </p14:cNvPr>
              <p14:cNvContentPartPr/>
              <p14:nvPr/>
            </p14:nvContentPartPr>
            <p14:xfrm>
              <a:off x="6216561" y="3785044"/>
              <a:ext cx="56520" cy="4032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B2A92C2D-5D8F-4DD6-AA84-AB9F8D0F6C6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198921" y="3749404"/>
                <a:ext cx="9216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2DC195F6-7732-463C-B705-A150DD5A2C5E}"/>
                  </a:ext>
                </a:extLst>
              </p14:cNvPr>
              <p14:cNvContentPartPr/>
              <p14:nvPr/>
            </p14:nvContentPartPr>
            <p14:xfrm>
              <a:off x="4118481" y="5058364"/>
              <a:ext cx="869400" cy="7002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2DC195F6-7732-463C-B705-A150DD5A2C5E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100841" y="5022724"/>
                <a:ext cx="905040" cy="77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2213E96B-5D09-4DC1-ABCE-937676BAC4FD}"/>
                  </a:ext>
                </a:extLst>
              </p14:cNvPr>
              <p14:cNvContentPartPr/>
              <p14:nvPr/>
            </p14:nvContentPartPr>
            <p14:xfrm>
              <a:off x="4594041" y="5076364"/>
              <a:ext cx="326520" cy="21168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2213E96B-5D09-4DC1-ABCE-937676BAC4F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576041" y="5040724"/>
                <a:ext cx="36216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240B2C70-72CF-470F-9E38-8481D79AC4F7}"/>
                  </a:ext>
                </a:extLst>
              </p14:cNvPr>
              <p14:cNvContentPartPr/>
              <p14:nvPr/>
            </p14:nvContentPartPr>
            <p14:xfrm>
              <a:off x="5417721" y="4565164"/>
              <a:ext cx="487440" cy="44352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240B2C70-72CF-470F-9E38-8481D79AC4F7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400081" y="4529164"/>
                <a:ext cx="523080" cy="51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F74066EC-420A-4ECC-AB25-7BABCD1B0AB9}"/>
                  </a:ext>
                </a:extLst>
              </p14:cNvPr>
              <p14:cNvContentPartPr/>
              <p14:nvPr/>
            </p14:nvContentPartPr>
            <p14:xfrm>
              <a:off x="4891761" y="5780164"/>
              <a:ext cx="245520" cy="32328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F74066EC-420A-4ECC-AB25-7BABCD1B0AB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873761" y="5744524"/>
                <a:ext cx="28116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64E4E320-2FE4-4EB0-9426-EC471D8F66BA}"/>
                  </a:ext>
                </a:extLst>
              </p14:cNvPr>
              <p14:cNvContentPartPr/>
              <p14:nvPr/>
            </p14:nvContentPartPr>
            <p14:xfrm>
              <a:off x="5172921" y="5614924"/>
              <a:ext cx="334800" cy="32868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64E4E320-2FE4-4EB0-9426-EC471D8F66B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154921" y="5579284"/>
                <a:ext cx="37044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AF1A2B7B-C05F-421F-BBB2-9A0761929C84}"/>
                  </a:ext>
                </a:extLst>
              </p14:cNvPr>
              <p14:cNvContentPartPr/>
              <p14:nvPr/>
            </p14:nvContentPartPr>
            <p14:xfrm>
              <a:off x="5495841" y="5551924"/>
              <a:ext cx="218160" cy="28080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AF1A2B7B-C05F-421F-BBB2-9A0761929C84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478201" y="5515924"/>
                <a:ext cx="25380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FDDA8B47-3E4B-4154-909A-BEFBA75FEEEE}"/>
                  </a:ext>
                </a:extLst>
              </p14:cNvPr>
              <p14:cNvContentPartPr/>
              <p14:nvPr/>
            </p14:nvContentPartPr>
            <p14:xfrm>
              <a:off x="8091801" y="624604"/>
              <a:ext cx="1527840" cy="380376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FDDA8B47-3E4B-4154-909A-BEFBA75FEEE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074161" y="588604"/>
                <a:ext cx="1563480" cy="38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7CA83312-E84D-4978-8702-5635FF14FD36}"/>
                  </a:ext>
                </a:extLst>
              </p14:cNvPr>
              <p14:cNvContentPartPr/>
              <p14:nvPr/>
            </p14:nvContentPartPr>
            <p14:xfrm>
              <a:off x="1917081" y="6371284"/>
              <a:ext cx="13680" cy="20628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7CA83312-E84D-4978-8702-5635FF14FD36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899441" y="6335284"/>
                <a:ext cx="4932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D7D348CB-CA22-43D1-9FB1-910588DDA6E9}"/>
                  </a:ext>
                </a:extLst>
              </p14:cNvPr>
              <p14:cNvContentPartPr/>
              <p14:nvPr/>
            </p14:nvContentPartPr>
            <p14:xfrm>
              <a:off x="1814481" y="6188764"/>
              <a:ext cx="238320" cy="18144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D7D348CB-CA22-43D1-9FB1-910588DDA6E9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796481" y="6153124"/>
                <a:ext cx="27396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D0F7B751-7AA5-43C8-B778-1BAF7F853BBF}"/>
                  </a:ext>
                </a:extLst>
              </p14:cNvPr>
              <p14:cNvContentPartPr/>
              <p14:nvPr/>
            </p14:nvContentPartPr>
            <p14:xfrm>
              <a:off x="2039481" y="6424924"/>
              <a:ext cx="144000" cy="15300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D0F7B751-7AA5-43C8-B778-1BAF7F853BBF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021481" y="6389284"/>
                <a:ext cx="1796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FC25CA61-06FF-43AD-89D8-975F66DC915C}"/>
                  </a:ext>
                </a:extLst>
              </p14:cNvPr>
              <p14:cNvContentPartPr/>
              <p14:nvPr/>
            </p14:nvContentPartPr>
            <p14:xfrm>
              <a:off x="2285721" y="6101644"/>
              <a:ext cx="371160" cy="48600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FC25CA61-06FF-43AD-89D8-975F66DC915C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268081" y="6066004"/>
                <a:ext cx="406800" cy="55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D20DB5B8-EF10-4268-B56E-64CA0EBF65B3}"/>
                  </a:ext>
                </a:extLst>
              </p14:cNvPr>
              <p14:cNvContentPartPr/>
              <p14:nvPr/>
            </p14:nvContentPartPr>
            <p14:xfrm>
              <a:off x="2374281" y="6241324"/>
              <a:ext cx="314280" cy="72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D20DB5B8-EF10-4268-B56E-64CA0EBF65B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356281" y="6205684"/>
                <a:ext cx="34992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C9858E37-BEDE-426F-9D1A-9E9C4C47366B}"/>
                  </a:ext>
                </a:extLst>
              </p14:cNvPr>
              <p14:cNvContentPartPr/>
              <p14:nvPr/>
            </p14:nvContentPartPr>
            <p14:xfrm>
              <a:off x="3131361" y="6459484"/>
              <a:ext cx="14400" cy="25020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C9858E37-BEDE-426F-9D1A-9E9C4C47366B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113361" y="6423844"/>
                <a:ext cx="5004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3F3110D2-44F7-4773-B953-2AA422BAEA59}"/>
                  </a:ext>
                </a:extLst>
              </p14:cNvPr>
              <p14:cNvContentPartPr/>
              <p14:nvPr/>
            </p14:nvContentPartPr>
            <p14:xfrm>
              <a:off x="3081321" y="6419884"/>
              <a:ext cx="195120" cy="11448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3F3110D2-44F7-4773-B953-2AA422BAEA59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063681" y="6383884"/>
                <a:ext cx="23076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AAD68A5F-2FE1-42C0-8D34-683BF8D5F93B}"/>
                  </a:ext>
                </a:extLst>
              </p14:cNvPr>
              <p14:cNvContentPartPr/>
              <p14:nvPr/>
            </p14:nvContentPartPr>
            <p14:xfrm>
              <a:off x="3337641" y="6363724"/>
              <a:ext cx="520920" cy="21492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AAD68A5F-2FE1-42C0-8D34-683BF8D5F93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320001" y="6327724"/>
                <a:ext cx="55656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502BAC74-F289-4AD2-8BED-33FAB6BE9BCA}"/>
                  </a:ext>
                </a:extLst>
              </p14:cNvPr>
              <p14:cNvContentPartPr/>
              <p14:nvPr/>
            </p14:nvContentPartPr>
            <p14:xfrm>
              <a:off x="3961881" y="6406204"/>
              <a:ext cx="414720" cy="1983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502BAC74-F289-4AD2-8BED-33FAB6BE9BCA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943881" y="6370564"/>
                <a:ext cx="45036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7B377871-A72F-46B3-A9A5-30E7C9B5083D}"/>
                  </a:ext>
                </a:extLst>
              </p14:cNvPr>
              <p14:cNvContentPartPr/>
              <p14:nvPr/>
            </p14:nvContentPartPr>
            <p14:xfrm>
              <a:off x="4426281" y="6407644"/>
              <a:ext cx="434520" cy="24840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7B377871-A72F-46B3-A9A5-30E7C9B5083D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408641" y="6371644"/>
                <a:ext cx="47016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2C3DCC7B-A76F-42D8-82EB-B13FB4A08F2E}"/>
                  </a:ext>
                </a:extLst>
              </p14:cNvPr>
              <p14:cNvContentPartPr/>
              <p14:nvPr/>
            </p14:nvContentPartPr>
            <p14:xfrm>
              <a:off x="4724361" y="6282004"/>
              <a:ext cx="113040" cy="6516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2C3DCC7B-A76F-42D8-82EB-B13FB4A08F2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4706721" y="6246364"/>
                <a:ext cx="14868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5807A14B-FF48-4062-B2B1-0631EC8FC499}"/>
                  </a:ext>
                </a:extLst>
              </p14:cNvPr>
              <p14:cNvContentPartPr/>
              <p14:nvPr/>
            </p14:nvContentPartPr>
            <p14:xfrm>
              <a:off x="4906161" y="6399004"/>
              <a:ext cx="590040" cy="24300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5807A14B-FF48-4062-B2B1-0631EC8FC49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888161" y="6363004"/>
                <a:ext cx="62568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64CB666D-C629-4904-B3AE-8DAD77C66575}"/>
                  </a:ext>
                </a:extLst>
              </p14:cNvPr>
              <p14:cNvContentPartPr/>
              <p14:nvPr/>
            </p14:nvContentPartPr>
            <p14:xfrm>
              <a:off x="5393961" y="6251404"/>
              <a:ext cx="82440" cy="5112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64CB666D-C629-4904-B3AE-8DAD77C66575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376321" y="6215764"/>
                <a:ext cx="11808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03170E5C-7BEF-43E1-998D-DD126A0257E9}"/>
                  </a:ext>
                </a:extLst>
              </p14:cNvPr>
              <p14:cNvContentPartPr/>
              <p14:nvPr/>
            </p14:nvContentPartPr>
            <p14:xfrm>
              <a:off x="5731641" y="4577764"/>
              <a:ext cx="3243600" cy="201024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03170E5C-7BEF-43E1-998D-DD126A0257E9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714001" y="4541764"/>
                <a:ext cx="3279240" cy="20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3B9C77F5-F001-4102-B635-10303DB8F78A}"/>
                  </a:ext>
                </a:extLst>
              </p14:cNvPr>
              <p14:cNvContentPartPr/>
              <p14:nvPr/>
            </p14:nvContentPartPr>
            <p14:xfrm>
              <a:off x="8543601" y="55084"/>
              <a:ext cx="3142080" cy="630072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3B9C77F5-F001-4102-B635-10303DB8F78A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525961" y="37084"/>
                <a:ext cx="3177720" cy="6336360"/>
              </a:xfrm>
              <a:prstGeom prst="rect">
                <a:avLst/>
              </a:prstGeom>
            </p:spPr>
          </p:pic>
        </mc:Fallback>
      </mc:AlternateContent>
      <p:sp>
        <p:nvSpPr>
          <p:cNvPr id="59" name="CasetăText 58">
            <a:extLst>
              <a:ext uri="{FF2B5EF4-FFF2-40B4-BE49-F238E27FC236}">
                <a16:creationId xmlns:a16="http://schemas.microsoft.com/office/drawing/2014/main" id="{D30E16C2-D07E-489D-A072-D437CFAD7E81}"/>
              </a:ext>
            </a:extLst>
          </p:cNvPr>
          <p:cNvSpPr txBox="1"/>
          <p:nvPr/>
        </p:nvSpPr>
        <p:spPr>
          <a:xfrm>
            <a:off x="335343" y="137196"/>
            <a:ext cx="4297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latin typeface="Calibri" panose="020F0502020204030204"/>
              </a:rPr>
              <a:t>Pas 6: Scrierea programului </a:t>
            </a:r>
            <a:r>
              <a:rPr lang="ro-RO" b="1" dirty="0" err="1">
                <a:latin typeface="Calibri" panose="020F0502020204030204"/>
              </a:rPr>
              <a:t>Ladder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77721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411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390574AB-579D-4BCA-BEFB-845986492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685830"/>
            <a:ext cx="5176812" cy="5961436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046C84B5-9E35-4084-B9C0-4FC72C70E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74537"/>
            <a:ext cx="5238750" cy="2809875"/>
          </a:xfrm>
          <a:prstGeom prst="rect">
            <a:avLst/>
          </a:prstGeom>
        </p:spPr>
      </p:pic>
      <p:sp>
        <p:nvSpPr>
          <p:cNvPr id="6" name="CasetăText 5">
            <a:extLst>
              <a:ext uri="{FF2B5EF4-FFF2-40B4-BE49-F238E27FC236}">
                <a16:creationId xmlns:a16="http://schemas.microsoft.com/office/drawing/2014/main" id="{566B90A3-030F-4BEF-93A2-D3D079940A79}"/>
              </a:ext>
            </a:extLst>
          </p:cNvPr>
          <p:cNvSpPr txBox="1"/>
          <p:nvPr/>
        </p:nvSpPr>
        <p:spPr>
          <a:xfrm>
            <a:off x="335343" y="137196"/>
            <a:ext cx="923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Utilizarea subrutinelor în scrierea programelor </a:t>
            </a:r>
            <a:r>
              <a:rPr lang="ro-RO" b="1" dirty="0" err="1">
                <a:solidFill>
                  <a:srgbClr val="0000FF"/>
                </a:solidFill>
                <a:latin typeface="Calibri" panose="020F0502020204030204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 de dimensiuni mari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85232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046C84B5-9E35-4084-B9C0-4FC72C70E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868708"/>
            <a:ext cx="5238750" cy="280987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65E9083B-5A57-4307-85DF-D49BED5E3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561" y="685830"/>
            <a:ext cx="4933950" cy="5934075"/>
          </a:xfrm>
          <a:prstGeom prst="rect">
            <a:avLst/>
          </a:prstGeom>
        </p:spPr>
      </p:pic>
      <p:sp>
        <p:nvSpPr>
          <p:cNvPr id="7" name="CasetăText 6">
            <a:extLst>
              <a:ext uri="{FF2B5EF4-FFF2-40B4-BE49-F238E27FC236}">
                <a16:creationId xmlns:a16="http://schemas.microsoft.com/office/drawing/2014/main" id="{342BE5BE-2357-41E1-A442-F4FF59EC7EF5}"/>
              </a:ext>
            </a:extLst>
          </p:cNvPr>
          <p:cNvSpPr txBox="1"/>
          <p:nvPr/>
        </p:nvSpPr>
        <p:spPr>
          <a:xfrm>
            <a:off x="335343" y="137196"/>
            <a:ext cx="923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Utilizarea subrutinelor în scrierea programelor </a:t>
            </a:r>
            <a:r>
              <a:rPr lang="ro-RO" b="1" dirty="0" err="1">
                <a:solidFill>
                  <a:srgbClr val="0000FF"/>
                </a:solidFill>
                <a:latin typeface="Calibri" panose="020F0502020204030204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 de dimensiuni mari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19260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ine 6">
            <a:extLst>
              <a:ext uri="{FF2B5EF4-FFF2-40B4-BE49-F238E27FC236}">
                <a16:creationId xmlns:a16="http://schemas.microsoft.com/office/drawing/2014/main" id="{787A84E0-F85A-4A1D-A2A3-6D2023E31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658" y="685830"/>
            <a:ext cx="3677060" cy="5890266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65F6F517-57BB-4856-A408-0B0BC3F84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60" y="594391"/>
            <a:ext cx="3524899" cy="6172170"/>
          </a:xfrm>
          <a:prstGeom prst="rect">
            <a:avLst/>
          </a:prstGeom>
        </p:spPr>
      </p:pic>
      <p:sp>
        <p:nvSpPr>
          <p:cNvPr id="6" name="CasetăText 5">
            <a:extLst>
              <a:ext uri="{FF2B5EF4-FFF2-40B4-BE49-F238E27FC236}">
                <a16:creationId xmlns:a16="http://schemas.microsoft.com/office/drawing/2014/main" id="{DAA89EA2-554C-475C-9C3E-44FC17A0FE58}"/>
              </a:ext>
            </a:extLst>
          </p:cNvPr>
          <p:cNvSpPr txBox="1"/>
          <p:nvPr/>
        </p:nvSpPr>
        <p:spPr>
          <a:xfrm>
            <a:off x="335343" y="137196"/>
            <a:ext cx="923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Utilizarea subrutinelor în scrierea programelor </a:t>
            </a:r>
            <a:r>
              <a:rPr lang="ro-RO" b="1" dirty="0" err="1">
                <a:solidFill>
                  <a:srgbClr val="0000FF"/>
                </a:solidFill>
                <a:latin typeface="Calibri" panose="020F0502020204030204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 de dimensiuni mari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7693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585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sz="3600" b="1" dirty="0">
                <a:solidFill>
                  <a:srgbClr val="0000FF"/>
                </a:solidFill>
                <a:latin typeface="Calibri" panose="020F0502020204030204"/>
              </a:rPr>
              <a:t>Reproiectarea părții de selecție a condițiilor de test</a:t>
            </a:r>
            <a:endParaRPr lang="en-US" sz="3600" b="1" dirty="0">
              <a:solidFill>
                <a:srgbClr val="0000FF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1808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B7A06873-835A-4068-82DC-815249141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777269"/>
            <a:ext cx="5577779" cy="4234848"/>
          </a:xfrm>
          <a:prstGeom prst="rect">
            <a:avLst/>
          </a:prstGeom>
        </p:spPr>
      </p:pic>
      <p:pic>
        <p:nvPicPr>
          <p:cNvPr id="2" name="Imagine 1">
            <a:extLst>
              <a:ext uri="{FF2B5EF4-FFF2-40B4-BE49-F238E27FC236}">
                <a16:creationId xmlns:a16="http://schemas.microsoft.com/office/drawing/2014/main" id="{841370D4-9765-444A-B59A-76F69E98C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51586"/>
            <a:ext cx="5664030" cy="3474683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4205AB5B-EB83-4A90-96E0-BD2B04D39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904" y="5074902"/>
            <a:ext cx="4600555" cy="16995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60E4E470-1321-441F-BC1C-452076965CBE}"/>
                  </a:ext>
                </a:extLst>
              </p14:cNvPr>
              <p14:cNvContentPartPr/>
              <p14:nvPr/>
            </p14:nvContentPartPr>
            <p14:xfrm>
              <a:off x="5880714" y="435505"/>
              <a:ext cx="337320" cy="650124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60E4E470-1321-441F-BC1C-452076965CB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62714" y="399865"/>
                <a:ext cx="372960" cy="65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BEA37546-1326-402F-AC15-820CC36F83CB}"/>
                  </a:ext>
                </a:extLst>
              </p14:cNvPr>
              <p14:cNvContentPartPr/>
              <p14:nvPr/>
            </p14:nvContentPartPr>
            <p14:xfrm>
              <a:off x="3378354" y="4405888"/>
              <a:ext cx="123480" cy="3009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BEA37546-1326-402F-AC15-820CC36F83C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60354" y="4369888"/>
                <a:ext cx="15912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FAF76C93-823E-4E8B-8AF9-940A925C1AEB}"/>
                  </a:ext>
                </a:extLst>
              </p14:cNvPr>
              <p14:cNvContentPartPr/>
              <p14:nvPr/>
            </p14:nvContentPartPr>
            <p14:xfrm>
              <a:off x="3607674" y="4519648"/>
              <a:ext cx="465840" cy="2167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FAF76C93-823E-4E8B-8AF9-940A925C1AE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89674" y="4484008"/>
                <a:ext cx="50148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1D7D9397-37F0-47DD-A59D-8807D2419A95}"/>
                  </a:ext>
                </a:extLst>
              </p14:cNvPr>
              <p14:cNvContentPartPr/>
              <p14:nvPr/>
            </p14:nvContentPartPr>
            <p14:xfrm>
              <a:off x="4013394" y="4336048"/>
              <a:ext cx="4320" cy="136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1D7D9397-37F0-47DD-A59D-8807D2419A9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95754" y="4300048"/>
                <a:ext cx="3996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D14E6B7F-7BD0-4228-BC0C-72E6BA977B20}"/>
                  </a:ext>
                </a:extLst>
              </p14:cNvPr>
              <p14:cNvContentPartPr/>
              <p14:nvPr/>
            </p14:nvContentPartPr>
            <p14:xfrm>
              <a:off x="4177914" y="4030768"/>
              <a:ext cx="658800" cy="57384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D14E6B7F-7BD0-4228-BC0C-72E6BA977B2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60274" y="3994768"/>
                <a:ext cx="694440" cy="64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B0E9C866-45EA-4084-948F-50F80F390877}"/>
                  </a:ext>
                </a:extLst>
              </p14:cNvPr>
              <p14:cNvContentPartPr/>
              <p14:nvPr/>
            </p14:nvContentPartPr>
            <p14:xfrm>
              <a:off x="4580034" y="4115008"/>
              <a:ext cx="235800" cy="1173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B0E9C866-45EA-4084-948F-50F80F39087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562394" y="4079008"/>
                <a:ext cx="27144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46BE7403-85D4-42DC-BC89-CC8DC09FE6E1}"/>
                  </a:ext>
                </a:extLst>
              </p14:cNvPr>
              <p14:cNvContentPartPr/>
              <p14:nvPr/>
            </p14:nvContentPartPr>
            <p14:xfrm>
              <a:off x="4882794" y="4256128"/>
              <a:ext cx="329760" cy="1760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46BE7403-85D4-42DC-BC89-CC8DC09FE6E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64794" y="4220128"/>
                <a:ext cx="3654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4327CC6B-F82A-4D6C-A147-F4B10DE95D81}"/>
                  </a:ext>
                </a:extLst>
              </p14:cNvPr>
              <p14:cNvContentPartPr/>
              <p14:nvPr/>
            </p14:nvContentPartPr>
            <p14:xfrm>
              <a:off x="5176914" y="4623688"/>
              <a:ext cx="93600" cy="3366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4327CC6B-F82A-4D6C-A147-F4B10DE95D8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59274" y="4587688"/>
                <a:ext cx="12924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3DDA89FA-3E74-42FF-AFB5-D9B42165F324}"/>
                  </a:ext>
                </a:extLst>
              </p14:cNvPr>
              <p14:cNvContentPartPr/>
              <p14:nvPr/>
            </p14:nvContentPartPr>
            <p14:xfrm>
              <a:off x="5226234" y="4850848"/>
              <a:ext cx="245160" cy="1159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3DDA89FA-3E74-42FF-AFB5-D9B42165F32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208594" y="4814848"/>
                <a:ext cx="2808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46E6B510-4215-47D2-B665-6531E6F4687F}"/>
                  </a:ext>
                </a:extLst>
              </p14:cNvPr>
              <p14:cNvContentPartPr/>
              <p14:nvPr/>
            </p14:nvContentPartPr>
            <p14:xfrm>
              <a:off x="7733634" y="4634128"/>
              <a:ext cx="203760" cy="2991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46E6B510-4215-47D2-B665-6531E6F4687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715634" y="4598128"/>
                <a:ext cx="23940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123D3F4B-BA38-45CA-8FA0-894B9452882B}"/>
                  </a:ext>
                </a:extLst>
              </p14:cNvPr>
              <p14:cNvContentPartPr/>
              <p14:nvPr/>
            </p14:nvContentPartPr>
            <p14:xfrm>
              <a:off x="8045754" y="4822768"/>
              <a:ext cx="583560" cy="1911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123D3F4B-BA38-45CA-8FA0-894B9452882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027754" y="4786768"/>
                <a:ext cx="6192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7BC21467-27BE-4EF4-8804-C77DE909706F}"/>
                  </a:ext>
                </a:extLst>
              </p14:cNvPr>
              <p14:cNvContentPartPr/>
              <p14:nvPr/>
            </p14:nvContentPartPr>
            <p14:xfrm>
              <a:off x="8539674" y="4674088"/>
              <a:ext cx="55800" cy="1080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7BC21467-27BE-4EF4-8804-C77DE909706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522034" y="4638088"/>
                <a:ext cx="9144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5C0CB5F9-53D8-4990-9EA2-D4009B571D10}"/>
                  </a:ext>
                </a:extLst>
              </p14:cNvPr>
              <p14:cNvContentPartPr/>
              <p14:nvPr/>
            </p14:nvContentPartPr>
            <p14:xfrm>
              <a:off x="8769354" y="4628368"/>
              <a:ext cx="1039680" cy="3524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5C0CB5F9-53D8-4990-9EA2-D4009B571D1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751354" y="4592728"/>
                <a:ext cx="107532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DCAC70AD-48BC-4C4E-A48D-7AC37ED80AB8}"/>
                  </a:ext>
                </a:extLst>
              </p14:cNvPr>
              <p14:cNvContentPartPr/>
              <p14:nvPr/>
            </p14:nvContentPartPr>
            <p14:xfrm>
              <a:off x="9509514" y="4726288"/>
              <a:ext cx="291600" cy="381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DCAC70AD-48BC-4C4E-A48D-7AC37ED80AB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491874" y="4690288"/>
                <a:ext cx="32724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07359D62-442C-420D-926F-F784C6FCCA57}"/>
                  </a:ext>
                </a:extLst>
              </p14:cNvPr>
              <p14:cNvContentPartPr/>
              <p14:nvPr/>
            </p14:nvContentPartPr>
            <p14:xfrm>
              <a:off x="9864474" y="4819528"/>
              <a:ext cx="361800" cy="1256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07359D62-442C-420D-926F-F784C6FCCA5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846834" y="4783528"/>
                <a:ext cx="39744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7808FBD7-F910-4B7C-91B4-13844660294D}"/>
                  </a:ext>
                </a:extLst>
              </p14:cNvPr>
              <p14:cNvContentPartPr/>
              <p14:nvPr/>
            </p14:nvContentPartPr>
            <p14:xfrm>
              <a:off x="10438314" y="4723048"/>
              <a:ext cx="390600" cy="2350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7808FBD7-F910-4B7C-91B4-13844660294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420674" y="4687408"/>
                <a:ext cx="42624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616C891A-C907-4C14-B197-030D7BE9CAA0}"/>
                  </a:ext>
                </a:extLst>
              </p14:cNvPr>
              <p14:cNvContentPartPr/>
              <p14:nvPr/>
            </p14:nvContentPartPr>
            <p14:xfrm>
              <a:off x="8442834" y="5385088"/>
              <a:ext cx="212760" cy="46656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616C891A-C907-4C14-B197-030D7BE9CAA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424834" y="5349448"/>
                <a:ext cx="248400" cy="53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1A5EAD12-BE70-4200-88AE-ED0BF975592D}"/>
                  </a:ext>
                </a:extLst>
              </p14:cNvPr>
              <p14:cNvContentPartPr/>
              <p14:nvPr/>
            </p14:nvContentPartPr>
            <p14:xfrm>
              <a:off x="8848194" y="5231008"/>
              <a:ext cx="573120" cy="4287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1A5EAD12-BE70-4200-88AE-ED0BF975592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830554" y="5195008"/>
                <a:ext cx="608760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0C35EF0C-11CA-41B4-B553-0C1858A5E1AD}"/>
                  </a:ext>
                </a:extLst>
              </p14:cNvPr>
              <p14:cNvContentPartPr/>
              <p14:nvPr/>
            </p14:nvContentPartPr>
            <p14:xfrm>
              <a:off x="9138714" y="5348368"/>
              <a:ext cx="296280" cy="3744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0C35EF0C-11CA-41B4-B553-0C1858A5E1A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121074" y="5312368"/>
                <a:ext cx="33192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2AD80221-B7C4-40CD-B6A9-15E34A4DF007}"/>
                  </a:ext>
                </a:extLst>
              </p14:cNvPr>
              <p14:cNvContentPartPr/>
              <p14:nvPr/>
            </p14:nvContentPartPr>
            <p14:xfrm>
              <a:off x="9473514" y="5484088"/>
              <a:ext cx="161280" cy="15876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2AD80221-B7C4-40CD-B6A9-15E34A4DF00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455874" y="5448448"/>
                <a:ext cx="19692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0B65C446-147F-40C6-95B2-AD426C9C7974}"/>
                  </a:ext>
                </a:extLst>
              </p14:cNvPr>
              <p14:cNvContentPartPr/>
              <p14:nvPr/>
            </p14:nvContentPartPr>
            <p14:xfrm>
              <a:off x="9573234" y="5292568"/>
              <a:ext cx="47160" cy="604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0B65C446-147F-40C6-95B2-AD426C9C797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555234" y="5256928"/>
                <a:ext cx="8280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5392B941-450C-492E-87B5-4BD5D18E81FF}"/>
                  </a:ext>
                </a:extLst>
              </p14:cNvPr>
              <p14:cNvContentPartPr/>
              <p14:nvPr/>
            </p14:nvContentPartPr>
            <p14:xfrm>
              <a:off x="9706794" y="5577688"/>
              <a:ext cx="126360" cy="745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5392B941-450C-492E-87B5-4BD5D18E81F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688794" y="5541688"/>
                <a:ext cx="16200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A6CA6B2D-FDED-4BF4-9678-73A692BAB569}"/>
                  </a:ext>
                </a:extLst>
              </p14:cNvPr>
              <p14:cNvContentPartPr/>
              <p14:nvPr/>
            </p14:nvContentPartPr>
            <p14:xfrm>
              <a:off x="9860514" y="5443048"/>
              <a:ext cx="509040" cy="5259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A6CA6B2D-FDED-4BF4-9678-73A692BAB56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842874" y="5407048"/>
                <a:ext cx="544680" cy="59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3A7DE0B7-3AAE-41AC-8ED8-062266E54C63}"/>
                  </a:ext>
                </a:extLst>
              </p14:cNvPr>
              <p14:cNvContentPartPr/>
              <p14:nvPr/>
            </p14:nvContentPartPr>
            <p14:xfrm>
              <a:off x="10246434" y="5348728"/>
              <a:ext cx="57240" cy="230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3A7DE0B7-3AAE-41AC-8ED8-062266E54C6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228434" y="5313088"/>
                <a:ext cx="928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E569A4A1-B8B0-4979-BB98-EB7716562246}"/>
                  </a:ext>
                </a:extLst>
              </p14:cNvPr>
              <p14:cNvContentPartPr/>
              <p14:nvPr/>
            </p14:nvContentPartPr>
            <p14:xfrm>
              <a:off x="10537674" y="5183128"/>
              <a:ext cx="171000" cy="7462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E569A4A1-B8B0-4979-BB98-EB771656224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520034" y="5147128"/>
                <a:ext cx="206640" cy="81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2678B93F-00EF-443E-B4ED-124EA1767C4D}"/>
                  </a:ext>
                </a:extLst>
              </p14:cNvPr>
              <p14:cNvContentPartPr/>
              <p14:nvPr/>
            </p14:nvContentPartPr>
            <p14:xfrm>
              <a:off x="4390314" y="6034888"/>
              <a:ext cx="227880" cy="4374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2678B93F-00EF-443E-B4ED-124EA1767C4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372674" y="5999248"/>
                <a:ext cx="263520" cy="5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71042E70-CB57-4525-9BE0-2BFAE34005F0}"/>
                  </a:ext>
                </a:extLst>
              </p14:cNvPr>
              <p14:cNvContentPartPr/>
              <p14:nvPr/>
            </p14:nvContentPartPr>
            <p14:xfrm>
              <a:off x="4648074" y="5599648"/>
              <a:ext cx="533880" cy="6300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71042E70-CB57-4525-9BE0-2BFAE34005F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630074" y="5563648"/>
                <a:ext cx="569520" cy="70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6F14927A-F2A8-4EF0-9A29-47E097AD401F}"/>
                  </a:ext>
                </a:extLst>
              </p14:cNvPr>
              <p14:cNvContentPartPr/>
              <p14:nvPr/>
            </p14:nvContentPartPr>
            <p14:xfrm>
              <a:off x="4918074" y="5646448"/>
              <a:ext cx="636120" cy="21060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6F14927A-F2A8-4EF0-9A29-47E097AD401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900434" y="5610808"/>
                <a:ext cx="67176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DBE86C8A-7C81-4150-991F-7553403968C2}"/>
                  </a:ext>
                </a:extLst>
              </p14:cNvPr>
              <p14:cNvContentPartPr/>
              <p14:nvPr/>
            </p14:nvContentPartPr>
            <p14:xfrm>
              <a:off x="4966314" y="6328648"/>
              <a:ext cx="136440" cy="2862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DBE86C8A-7C81-4150-991F-7553403968C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948314" y="6292648"/>
                <a:ext cx="17208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FC79B031-3FAD-433B-88B9-D5736BF1D945}"/>
                  </a:ext>
                </a:extLst>
              </p14:cNvPr>
              <p14:cNvContentPartPr/>
              <p14:nvPr/>
            </p14:nvContentPartPr>
            <p14:xfrm>
              <a:off x="4937514" y="6409288"/>
              <a:ext cx="205920" cy="11664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FC79B031-3FAD-433B-88B9-D5736BF1D94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919514" y="6373648"/>
                <a:ext cx="24156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C3587EAB-DC25-4017-A7C9-21CEC31DC3FA}"/>
                  </a:ext>
                </a:extLst>
              </p14:cNvPr>
              <p14:cNvContentPartPr/>
              <p14:nvPr/>
            </p14:nvContentPartPr>
            <p14:xfrm>
              <a:off x="5186994" y="6293368"/>
              <a:ext cx="358560" cy="25668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C3587EAB-DC25-4017-A7C9-21CEC31DC3F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168994" y="6257728"/>
                <a:ext cx="39420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443B199A-10BB-4EF7-BCF3-B82E0DF08ACB}"/>
                  </a:ext>
                </a:extLst>
              </p14:cNvPr>
              <p14:cNvContentPartPr/>
              <p14:nvPr/>
            </p14:nvContentPartPr>
            <p14:xfrm>
              <a:off x="5523954" y="5819248"/>
              <a:ext cx="477720" cy="51300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443B199A-10BB-4EF7-BCF3-B82E0DF08AC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506314" y="5783248"/>
                <a:ext cx="513360" cy="58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756C66C4-294C-4AB7-A3B7-3AFE24D9BAC8}"/>
                  </a:ext>
                </a:extLst>
              </p14:cNvPr>
              <p14:cNvContentPartPr/>
              <p14:nvPr/>
            </p14:nvContentPartPr>
            <p14:xfrm>
              <a:off x="5716914" y="5843008"/>
              <a:ext cx="422280" cy="16164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756C66C4-294C-4AB7-A3B7-3AFE24D9BAC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699274" y="5807368"/>
                <a:ext cx="45792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75470305-2CA3-4AD3-8532-B2B5FE1BF8D3}"/>
                  </a:ext>
                </a:extLst>
              </p14:cNvPr>
              <p14:cNvContentPartPr/>
              <p14:nvPr/>
            </p14:nvContentPartPr>
            <p14:xfrm>
              <a:off x="6023274" y="5717368"/>
              <a:ext cx="73080" cy="1022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75470305-2CA3-4AD3-8532-B2B5FE1BF8D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005634" y="5681368"/>
                <a:ext cx="10872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3FCC37E3-87D0-4232-AB2A-4B7855845EF6}"/>
                  </a:ext>
                </a:extLst>
              </p14:cNvPr>
              <p14:cNvContentPartPr/>
              <p14:nvPr/>
            </p14:nvContentPartPr>
            <p14:xfrm>
              <a:off x="6193554" y="5861368"/>
              <a:ext cx="138960" cy="10368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3FCC37E3-87D0-4232-AB2A-4B7855845EF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175914" y="5825728"/>
                <a:ext cx="17460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C339FC51-94FC-4990-94C6-F1CDCDA1829A}"/>
                  </a:ext>
                </a:extLst>
              </p14:cNvPr>
              <p14:cNvContentPartPr/>
              <p14:nvPr/>
            </p14:nvContentPartPr>
            <p14:xfrm>
              <a:off x="6211914" y="5493088"/>
              <a:ext cx="328320" cy="68112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C339FC51-94FC-4990-94C6-F1CDCDA1829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194274" y="5457088"/>
                <a:ext cx="363960" cy="75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0B900C7C-84E6-4BFD-9785-B398310E0933}"/>
                  </a:ext>
                </a:extLst>
              </p14:cNvPr>
              <p14:cNvContentPartPr/>
              <p14:nvPr/>
            </p14:nvContentPartPr>
            <p14:xfrm>
              <a:off x="3166674" y="6429448"/>
              <a:ext cx="360" cy="54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0B900C7C-84E6-4BFD-9785-B398310E093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148674" y="6393448"/>
                <a:ext cx="3600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1A5ACCDB-628E-43F7-94A6-F3B0021D0ECB}"/>
                  </a:ext>
                </a:extLst>
              </p14:cNvPr>
              <p14:cNvContentPartPr/>
              <p14:nvPr/>
            </p14:nvContentPartPr>
            <p14:xfrm>
              <a:off x="795354" y="774928"/>
              <a:ext cx="2155320" cy="417780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1A5ACCDB-628E-43F7-94A6-F3B0021D0EC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77354" y="739288"/>
                <a:ext cx="2190960" cy="424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3CF0F0DF-DC58-4FA3-B52F-8E3776F1EE57}"/>
                  </a:ext>
                </a:extLst>
              </p14:cNvPr>
              <p14:cNvContentPartPr/>
              <p14:nvPr/>
            </p14:nvContentPartPr>
            <p14:xfrm>
              <a:off x="1241394" y="519328"/>
              <a:ext cx="8280" cy="16056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3CF0F0DF-DC58-4FA3-B52F-8E3776F1EE5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223394" y="483688"/>
                <a:ext cx="439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80123A84-9150-444C-82CF-F077D075DF39}"/>
                  </a:ext>
                </a:extLst>
              </p14:cNvPr>
              <p14:cNvContentPartPr/>
              <p14:nvPr/>
            </p14:nvContentPartPr>
            <p14:xfrm>
              <a:off x="1207554" y="492328"/>
              <a:ext cx="181080" cy="25056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80123A84-9150-444C-82CF-F077D075DF3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89554" y="456328"/>
                <a:ext cx="21672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DF4531D0-303C-4815-9434-3C168A04FA72}"/>
                  </a:ext>
                </a:extLst>
              </p14:cNvPr>
              <p14:cNvContentPartPr/>
              <p14:nvPr/>
            </p14:nvContentPartPr>
            <p14:xfrm>
              <a:off x="1495914" y="542008"/>
              <a:ext cx="5400" cy="16884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DF4531D0-303C-4815-9434-3C168A04FA7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477914" y="506008"/>
                <a:ext cx="4104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F0B87312-F722-47D8-BA6D-436AA09B6816}"/>
                  </a:ext>
                </a:extLst>
              </p14:cNvPr>
              <p14:cNvContentPartPr/>
              <p14:nvPr/>
            </p14:nvContentPartPr>
            <p14:xfrm>
              <a:off x="1578354" y="606088"/>
              <a:ext cx="90720" cy="15840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F0B87312-F722-47D8-BA6D-436AA09B681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560354" y="570088"/>
                <a:ext cx="12636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511439D3-01B2-4828-8708-BB85638BB2F9}"/>
                  </a:ext>
                </a:extLst>
              </p14:cNvPr>
              <p14:cNvContentPartPr/>
              <p14:nvPr/>
            </p14:nvContentPartPr>
            <p14:xfrm>
              <a:off x="1612194" y="499168"/>
              <a:ext cx="135720" cy="7344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511439D3-01B2-4828-8708-BB85638BB2F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594194" y="463528"/>
                <a:ext cx="17136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18A45A08-647E-4813-B353-CC81FFC0E7E8}"/>
                  </a:ext>
                </a:extLst>
              </p14:cNvPr>
              <p14:cNvContentPartPr/>
              <p14:nvPr/>
            </p14:nvContentPartPr>
            <p14:xfrm>
              <a:off x="1837914" y="656128"/>
              <a:ext cx="134640" cy="1044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18A45A08-647E-4813-B353-CC81FFC0E7E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820274" y="620128"/>
                <a:ext cx="17028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C86B41B9-F7EC-4895-A42C-3F40E33E279C}"/>
                  </a:ext>
                </a:extLst>
              </p14:cNvPr>
              <p14:cNvContentPartPr/>
              <p14:nvPr/>
            </p14:nvContentPartPr>
            <p14:xfrm>
              <a:off x="1874274" y="572608"/>
              <a:ext cx="11160" cy="504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C86B41B9-F7EC-4895-A42C-3F40E33E279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856634" y="536608"/>
                <a:ext cx="4680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7A31263A-A864-4D90-8C87-81404F767140}"/>
                  </a:ext>
                </a:extLst>
              </p14:cNvPr>
              <p14:cNvContentPartPr/>
              <p14:nvPr/>
            </p14:nvContentPartPr>
            <p14:xfrm>
              <a:off x="1910634" y="759808"/>
              <a:ext cx="4680" cy="3168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7A31263A-A864-4D90-8C87-81404F76714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892994" y="724168"/>
                <a:ext cx="4032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65BAF5E1-53D2-4FDD-B02B-FB559605DB05}"/>
                  </a:ext>
                </a:extLst>
              </p14:cNvPr>
              <p14:cNvContentPartPr/>
              <p14:nvPr/>
            </p14:nvContentPartPr>
            <p14:xfrm>
              <a:off x="2155794" y="500248"/>
              <a:ext cx="5040" cy="18900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65BAF5E1-53D2-4FDD-B02B-FB559605DB0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138154" y="464248"/>
                <a:ext cx="4068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B5E7C4D4-AAE1-4FA8-97FE-C0A24D098F61}"/>
                  </a:ext>
                </a:extLst>
              </p14:cNvPr>
              <p14:cNvContentPartPr/>
              <p14:nvPr/>
            </p14:nvContentPartPr>
            <p14:xfrm>
              <a:off x="2126634" y="495568"/>
              <a:ext cx="168120" cy="25704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B5E7C4D4-AAE1-4FA8-97FE-C0A24D098F6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108994" y="459568"/>
                <a:ext cx="20376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40B88A74-D0B7-4636-95BE-C188AE5F2C8E}"/>
                  </a:ext>
                </a:extLst>
              </p14:cNvPr>
              <p14:cNvContentPartPr/>
              <p14:nvPr/>
            </p14:nvContentPartPr>
            <p14:xfrm>
              <a:off x="2438394" y="549208"/>
              <a:ext cx="15840" cy="17964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40B88A74-D0B7-4636-95BE-C188AE5F2C8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420394" y="513568"/>
                <a:ext cx="5148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A07B5EB9-3A9A-4461-9ECD-377B6A1A2EB7}"/>
                  </a:ext>
                </a:extLst>
              </p14:cNvPr>
              <p14:cNvContentPartPr/>
              <p14:nvPr/>
            </p14:nvContentPartPr>
            <p14:xfrm>
              <a:off x="2516874" y="548488"/>
              <a:ext cx="170280" cy="19512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A07B5EB9-3A9A-4461-9ECD-377B6A1A2EB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498874" y="512848"/>
                <a:ext cx="20592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3D2CA3E5-E3FF-468D-A77E-9FF44F8F0B9D}"/>
                  </a:ext>
                </a:extLst>
              </p14:cNvPr>
              <p14:cNvContentPartPr/>
              <p14:nvPr/>
            </p14:nvContentPartPr>
            <p14:xfrm>
              <a:off x="2949234" y="827128"/>
              <a:ext cx="1787400" cy="358056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3D2CA3E5-E3FF-468D-A77E-9FF44F8F0B9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931234" y="791488"/>
                <a:ext cx="1823040" cy="36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6EE869E9-8473-45C7-AA3C-0F76E0B09889}"/>
                  </a:ext>
                </a:extLst>
              </p14:cNvPr>
              <p14:cNvContentPartPr/>
              <p14:nvPr/>
            </p14:nvContentPartPr>
            <p14:xfrm>
              <a:off x="3698394" y="554968"/>
              <a:ext cx="291600" cy="22968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6EE869E9-8473-45C7-AA3C-0F76E0B0988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680754" y="518968"/>
                <a:ext cx="32724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02BD097E-D609-47B1-810B-0A94273FCC7A}"/>
                  </a:ext>
                </a:extLst>
              </p14:cNvPr>
              <p14:cNvContentPartPr/>
              <p14:nvPr/>
            </p14:nvContentPartPr>
            <p14:xfrm>
              <a:off x="4051914" y="620488"/>
              <a:ext cx="218160" cy="12816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02BD097E-D609-47B1-810B-0A94273FCC7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034274" y="584848"/>
                <a:ext cx="25380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A9FDBF2A-AC57-4295-9AC0-7375C2E5DBE9}"/>
                  </a:ext>
                </a:extLst>
              </p14:cNvPr>
              <p14:cNvContentPartPr/>
              <p14:nvPr/>
            </p14:nvContentPartPr>
            <p14:xfrm>
              <a:off x="4311114" y="425368"/>
              <a:ext cx="360000" cy="30924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A9FDBF2A-AC57-4295-9AC0-7375C2E5DBE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293114" y="389728"/>
                <a:ext cx="39564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AAD943EA-523E-4E41-AD47-D24D23B945A1}"/>
                  </a:ext>
                </a:extLst>
              </p14:cNvPr>
              <p14:cNvContentPartPr/>
              <p14:nvPr/>
            </p14:nvContentPartPr>
            <p14:xfrm>
              <a:off x="4615674" y="456688"/>
              <a:ext cx="10440" cy="3492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AAD943EA-523E-4E41-AD47-D24D23B945A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598034" y="421048"/>
                <a:ext cx="4608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357D52F7-DA5B-41F2-8A39-788596D1AC6A}"/>
                  </a:ext>
                </a:extLst>
              </p14:cNvPr>
              <p14:cNvContentPartPr/>
              <p14:nvPr/>
            </p14:nvContentPartPr>
            <p14:xfrm>
              <a:off x="4730514" y="336448"/>
              <a:ext cx="317520" cy="41832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357D52F7-DA5B-41F2-8A39-788596D1AC6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712514" y="300448"/>
                <a:ext cx="353160" cy="48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47395E8E-E3D3-4D79-81BF-BA489FEA6B79}"/>
                  </a:ext>
                </a:extLst>
              </p14:cNvPr>
              <p14:cNvContentPartPr/>
              <p14:nvPr/>
            </p14:nvContentPartPr>
            <p14:xfrm>
              <a:off x="4996194" y="534088"/>
              <a:ext cx="13680" cy="396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47395E8E-E3D3-4D79-81BF-BA489FEA6B7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978554" y="498088"/>
                <a:ext cx="4932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E2B0C2E9-C89C-4548-8209-B13D8CAAC3F5}"/>
                  </a:ext>
                </a:extLst>
              </p14:cNvPr>
              <p14:cNvContentPartPr/>
              <p14:nvPr/>
            </p14:nvContentPartPr>
            <p14:xfrm>
              <a:off x="4788114" y="437608"/>
              <a:ext cx="185400" cy="5328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E2B0C2E9-C89C-4548-8209-B13D8CAAC3F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770474" y="401968"/>
                <a:ext cx="22104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A0C55281-4769-4C94-BC6A-A61D8E36B495}"/>
                  </a:ext>
                </a:extLst>
              </p14:cNvPr>
              <p14:cNvContentPartPr/>
              <p14:nvPr/>
            </p14:nvContentPartPr>
            <p14:xfrm>
              <a:off x="5093754" y="418168"/>
              <a:ext cx="56520" cy="30996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A0C55281-4769-4C94-BC6A-A61D8E36B49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076114" y="382528"/>
                <a:ext cx="9216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7B1799D6-ED1B-4110-985F-960924A0C8EA}"/>
                  </a:ext>
                </a:extLst>
              </p14:cNvPr>
              <p14:cNvContentPartPr/>
              <p14:nvPr/>
            </p14:nvContentPartPr>
            <p14:xfrm>
              <a:off x="5354034" y="356968"/>
              <a:ext cx="377280" cy="3333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7B1799D6-ED1B-4110-985F-960924A0C8E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336394" y="321328"/>
                <a:ext cx="41292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FE45328D-AD7C-468D-B871-C0699876A2C1}"/>
                  </a:ext>
                </a:extLst>
              </p14:cNvPr>
              <p14:cNvContentPartPr/>
              <p14:nvPr/>
            </p14:nvContentPartPr>
            <p14:xfrm>
              <a:off x="3840234" y="1053568"/>
              <a:ext cx="358560" cy="31788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FE45328D-AD7C-468D-B871-C0699876A2C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822234" y="1017568"/>
                <a:ext cx="394200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728D85C3-6630-4039-B716-1AD5269B7C52}"/>
                  </a:ext>
                </a:extLst>
              </p14:cNvPr>
              <p14:cNvContentPartPr/>
              <p14:nvPr/>
            </p14:nvContentPartPr>
            <p14:xfrm>
              <a:off x="3743754" y="1089208"/>
              <a:ext cx="281520" cy="11484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728D85C3-6630-4039-B716-1AD5269B7C5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726114" y="1053568"/>
                <a:ext cx="31716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0EF23B83-8EBC-4136-9CF2-73CC236B902C}"/>
                  </a:ext>
                </a:extLst>
              </p14:cNvPr>
              <p14:cNvContentPartPr/>
              <p14:nvPr/>
            </p14:nvContentPartPr>
            <p14:xfrm>
              <a:off x="4140834" y="840448"/>
              <a:ext cx="551880" cy="46332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0EF23B83-8EBC-4136-9CF2-73CC236B902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122834" y="804808"/>
                <a:ext cx="587520" cy="53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60698542-0DC2-491D-82E2-45599F22AB9C}"/>
                  </a:ext>
                </a:extLst>
              </p14:cNvPr>
              <p14:cNvContentPartPr/>
              <p14:nvPr/>
            </p14:nvContentPartPr>
            <p14:xfrm>
              <a:off x="4360074" y="825688"/>
              <a:ext cx="348480" cy="10692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60698542-0DC2-491D-82E2-45599F22AB9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342434" y="790048"/>
                <a:ext cx="38412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F70B7BC4-AE90-4DBF-9641-616AE8B864C1}"/>
                  </a:ext>
                </a:extLst>
              </p14:cNvPr>
              <p14:cNvContentPartPr/>
              <p14:nvPr/>
            </p14:nvContentPartPr>
            <p14:xfrm>
              <a:off x="981474" y="5497048"/>
              <a:ext cx="1055160" cy="127728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F70B7BC4-AE90-4DBF-9641-616AE8B864C1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63834" y="5479403"/>
                <a:ext cx="1090800" cy="13129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FFCD240C-1545-4ADF-83A0-8E60DCF36F55}"/>
                  </a:ext>
                </a:extLst>
              </p14:cNvPr>
              <p14:cNvContentPartPr/>
              <p14:nvPr/>
            </p14:nvContentPartPr>
            <p14:xfrm>
              <a:off x="490434" y="6270688"/>
              <a:ext cx="342000" cy="26424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FFCD240C-1545-4ADF-83A0-8E60DCF36F55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72794" y="6253048"/>
                <a:ext cx="37764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2F3C6DB4-518B-4D96-9084-F8325BE266FE}"/>
                  </a:ext>
                </a:extLst>
              </p14:cNvPr>
              <p14:cNvContentPartPr/>
              <p14:nvPr/>
            </p14:nvContentPartPr>
            <p14:xfrm>
              <a:off x="2952474" y="6160168"/>
              <a:ext cx="365760" cy="44388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2F3C6DB4-518B-4D96-9084-F8325BE266F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934834" y="6142183"/>
                <a:ext cx="401400" cy="4794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2E41E24E-1923-4E18-B0C6-B1E4FA30A577}"/>
                  </a:ext>
                </a:extLst>
              </p14:cNvPr>
              <p14:cNvContentPartPr/>
              <p14:nvPr/>
            </p14:nvContentPartPr>
            <p14:xfrm>
              <a:off x="2911074" y="5706568"/>
              <a:ext cx="483480" cy="31104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2E41E24E-1923-4E18-B0C6-B1E4FA30A57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893074" y="5688589"/>
                <a:ext cx="519120" cy="3466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B4DF4868-36F9-45E6-B5F5-B9D478E0E767}"/>
                  </a:ext>
                </a:extLst>
              </p14:cNvPr>
              <p14:cNvContentPartPr/>
              <p14:nvPr/>
            </p14:nvContentPartPr>
            <p14:xfrm>
              <a:off x="6660474" y="88048"/>
              <a:ext cx="4989240" cy="423432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B4DF4868-36F9-45E6-B5F5-B9D478E0E76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642834" y="70407"/>
                <a:ext cx="5024880" cy="4269963"/>
              </a:xfrm>
              <a:prstGeom prst="rect">
                <a:avLst/>
              </a:prstGeom>
            </p:spPr>
          </p:pic>
        </mc:Fallback>
      </mc:AlternateContent>
      <p:sp>
        <p:nvSpPr>
          <p:cNvPr id="78" name="CasetăText 77">
            <a:extLst>
              <a:ext uri="{FF2B5EF4-FFF2-40B4-BE49-F238E27FC236}">
                <a16:creationId xmlns:a16="http://schemas.microsoft.com/office/drawing/2014/main" id="{4B1E79C4-F485-4B14-A9C8-929931F3CD21}"/>
              </a:ext>
            </a:extLst>
          </p:cNvPr>
          <p:cNvSpPr txBox="1"/>
          <p:nvPr/>
        </p:nvSpPr>
        <p:spPr>
          <a:xfrm>
            <a:off x="335343" y="137196"/>
            <a:ext cx="557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Reproiectarea părții de selecție a condițiilor de test 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12615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ine 8">
            <a:extLst>
              <a:ext uri="{FF2B5EF4-FFF2-40B4-BE49-F238E27FC236}">
                <a16:creationId xmlns:a16="http://schemas.microsoft.com/office/drawing/2014/main" id="{42957C87-3A8B-4533-88F2-F8D98A3A7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6" y="777269"/>
            <a:ext cx="11241576" cy="58520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DEC5C05A-39BB-4C57-B746-D5259DB44152}"/>
                  </a:ext>
                </a:extLst>
              </p14:cNvPr>
              <p14:cNvContentPartPr/>
              <p14:nvPr/>
            </p14:nvContentPartPr>
            <p14:xfrm>
              <a:off x="5981874" y="245065"/>
              <a:ext cx="5587200" cy="3891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DEC5C05A-39BB-4C57-B746-D5259DB441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63875" y="227082"/>
                <a:ext cx="5622838" cy="4247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F7718D59-39FE-4B3F-AABE-3E53770C37DB}"/>
                  </a:ext>
                </a:extLst>
              </p14:cNvPr>
              <p14:cNvContentPartPr/>
              <p14:nvPr/>
            </p14:nvContentPartPr>
            <p14:xfrm>
              <a:off x="6284994" y="3308665"/>
              <a:ext cx="5693400" cy="190404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F7718D59-39FE-4B3F-AABE-3E53770C37D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66994" y="3291022"/>
                <a:ext cx="5729040" cy="19396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D49ACB79-1C9F-482F-9CE9-75C3F769DC01}"/>
                  </a:ext>
                </a:extLst>
              </p14:cNvPr>
              <p14:cNvContentPartPr/>
              <p14:nvPr/>
            </p14:nvContentPartPr>
            <p14:xfrm>
              <a:off x="1246074" y="6703825"/>
              <a:ext cx="8640" cy="684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D49ACB79-1C9F-482F-9CE9-75C3F769DC0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28074" y="6686185"/>
                <a:ext cx="4428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1F5BD7D4-60CA-47E7-AF2B-AEA8AA04604F}"/>
                  </a:ext>
                </a:extLst>
              </p14:cNvPr>
              <p14:cNvContentPartPr/>
              <p14:nvPr/>
            </p14:nvContentPartPr>
            <p14:xfrm>
              <a:off x="2048154" y="3171145"/>
              <a:ext cx="2679120" cy="341208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1F5BD7D4-60CA-47E7-AF2B-AEA8AA04604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30154" y="3153145"/>
                <a:ext cx="2714760" cy="344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AC561C33-BC40-4031-979C-1DBFEAA78212}"/>
                  </a:ext>
                </a:extLst>
              </p14:cNvPr>
              <p14:cNvContentPartPr/>
              <p14:nvPr/>
            </p14:nvContentPartPr>
            <p14:xfrm>
              <a:off x="10231314" y="5602225"/>
              <a:ext cx="479880" cy="53928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AC561C33-BC40-4031-979C-1DBFEAA7821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213674" y="5584225"/>
                <a:ext cx="515520" cy="57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672184D3-013B-42EC-A906-E7C45AAF18E2}"/>
                  </a:ext>
                </a:extLst>
              </p14:cNvPr>
              <p14:cNvContentPartPr/>
              <p14:nvPr/>
            </p14:nvContentPartPr>
            <p14:xfrm>
              <a:off x="8888514" y="5641105"/>
              <a:ext cx="923400" cy="46188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672184D3-013B-42EC-A906-E7C45AAF18E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70867" y="5623105"/>
                <a:ext cx="959054" cy="49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CCE67406-F7A3-4100-806E-6BCDDF6CBBF2}"/>
                  </a:ext>
                </a:extLst>
              </p14:cNvPr>
              <p14:cNvContentPartPr/>
              <p14:nvPr/>
            </p14:nvContentPartPr>
            <p14:xfrm>
              <a:off x="5727354" y="5812825"/>
              <a:ext cx="2866680" cy="89244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CCE67406-F7A3-4100-806E-6BCDDF6CBBF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09356" y="5794825"/>
                <a:ext cx="2902316" cy="9280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CasetăText 10">
            <a:extLst>
              <a:ext uri="{FF2B5EF4-FFF2-40B4-BE49-F238E27FC236}">
                <a16:creationId xmlns:a16="http://schemas.microsoft.com/office/drawing/2014/main" id="{E156AD1E-B251-4F0B-9172-F25ABE599C33}"/>
              </a:ext>
            </a:extLst>
          </p:cNvPr>
          <p:cNvSpPr txBox="1"/>
          <p:nvPr/>
        </p:nvSpPr>
        <p:spPr>
          <a:xfrm>
            <a:off x="335343" y="137196"/>
            <a:ext cx="557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Reproiectarea părții de selecție a condițiilor de test 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342695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DEC5C05A-39BB-4C57-B746-D5259DB44152}"/>
                  </a:ext>
                </a:extLst>
              </p14:cNvPr>
              <p14:cNvContentPartPr/>
              <p14:nvPr/>
            </p14:nvContentPartPr>
            <p14:xfrm>
              <a:off x="5981874" y="245065"/>
              <a:ext cx="5587200" cy="3891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DEC5C05A-39BB-4C57-B746-D5259DB441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63875" y="227082"/>
                <a:ext cx="5622838" cy="4247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ABA430A0-F89E-4095-B0F8-9C4FECC5635F}"/>
                  </a:ext>
                </a:extLst>
              </p14:cNvPr>
              <p14:cNvContentPartPr/>
              <p14:nvPr/>
            </p14:nvContentPartPr>
            <p14:xfrm>
              <a:off x="301434" y="1151545"/>
              <a:ext cx="156960" cy="21708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ABA430A0-F89E-4095-B0F8-9C4FECC5635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3794" y="1133905"/>
                <a:ext cx="19260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1D061CD1-71B4-42D9-B306-5B74DE1ACC55}"/>
                  </a:ext>
                </a:extLst>
              </p14:cNvPr>
              <p14:cNvContentPartPr/>
              <p14:nvPr/>
            </p14:nvContentPartPr>
            <p14:xfrm>
              <a:off x="594834" y="1131385"/>
              <a:ext cx="432360" cy="2412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1D061CD1-71B4-42D9-B306-5B74DE1ACC5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7179" y="1113719"/>
                <a:ext cx="468030" cy="2768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9C22F2B0-BB23-46DD-9161-93363C969014}"/>
                  </a:ext>
                </a:extLst>
              </p14:cNvPr>
              <p14:cNvContentPartPr/>
              <p14:nvPr/>
            </p14:nvContentPartPr>
            <p14:xfrm>
              <a:off x="1178754" y="1188625"/>
              <a:ext cx="7200" cy="144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9C22F2B0-BB23-46DD-9161-93363C96901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60754" y="1170985"/>
                <a:ext cx="428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86B3E640-1437-43DF-BEBB-3440E60D211A}"/>
                  </a:ext>
                </a:extLst>
              </p14:cNvPr>
              <p14:cNvContentPartPr/>
              <p14:nvPr/>
            </p14:nvContentPartPr>
            <p14:xfrm>
              <a:off x="1207554" y="1302025"/>
              <a:ext cx="14040" cy="277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86B3E640-1437-43DF-BEBB-3440E60D211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89554" y="1284385"/>
                <a:ext cx="496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9E56E566-0891-4D22-8E38-A24290BE8D97}"/>
                  </a:ext>
                </a:extLst>
              </p14:cNvPr>
              <p14:cNvContentPartPr/>
              <p14:nvPr/>
            </p14:nvContentPartPr>
            <p14:xfrm>
              <a:off x="1687434" y="855985"/>
              <a:ext cx="9180360" cy="7344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9E56E566-0891-4D22-8E38-A24290BE8D9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69794" y="837985"/>
                <a:ext cx="9216000" cy="77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74579989-07B7-412F-9865-D560BD55BAE9}"/>
                  </a:ext>
                </a:extLst>
              </p14:cNvPr>
              <p14:cNvContentPartPr/>
              <p14:nvPr/>
            </p14:nvContentPartPr>
            <p14:xfrm>
              <a:off x="1193514" y="1722505"/>
              <a:ext cx="10335960" cy="290736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74579989-07B7-412F-9865-D560BD55BAE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75514" y="1704505"/>
                <a:ext cx="10371600" cy="29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0FE0F05C-D1F1-44AA-AA25-BA7CC8F95547}"/>
                  </a:ext>
                </a:extLst>
              </p14:cNvPr>
              <p14:cNvContentPartPr/>
              <p14:nvPr/>
            </p14:nvContentPartPr>
            <p14:xfrm>
              <a:off x="8342394" y="691105"/>
              <a:ext cx="660240" cy="84852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0FE0F05C-D1F1-44AA-AA25-BA7CC8F9554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324754" y="655105"/>
                <a:ext cx="695880" cy="9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9B15D90E-51F2-434D-8D02-749BA2FA1290}"/>
                  </a:ext>
                </a:extLst>
              </p14:cNvPr>
              <p14:cNvContentPartPr/>
              <p14:nvPr/>
            </p14:nvContentPartPr>
            <p14:xfrm>
              <a:off x="1558914" y="5043505"/>
              <a:ext cx="299520" cy="1440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9B15D90E-51F2-434D-8D02-749BA2FA129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540914" y="5007865"/>
                <a:ext cx="33516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1C0B3513-3646-4153-A790-8C6A0BF0CA79}"/>
                  </a:ext>
                </a:extLst>
              </p14:cNvPr>
              <p14:cNvContentPartPr/>
              <p14:nvPr/>
            </p14:nvContentPartPr>
            <p14:xfrm>
              <a:off x="2213394" y="4932625"/>
              <a:ext cx="72360" cy="48060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1C0B3513-3646-4153-A790-8C6A0BF0CA7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195394" y="4896625"/>
                <a:ext cx="108000" cy="55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E6C365DE-0DAF-4DE5-9643-1A80C0885939}"/>
                  </a:ext>
                </a:extLst>
              </p14:cNvPr>
              <p14:cNvContentPartPr/>
              <p14:nvPr/>
            </p14:nvContentPartPr>
            <p14:xfrm>
              <a:off x="2168034" y="4989865"/>
              <a:ext cx="170280" cy="14544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E6C365DE-0DAF-4DE5-9643-1A80C088593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150394" y="4954225"/>
                <a:ext cx="20592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30C25352-1A41-4157-804D-CE7BC07D66A0}"/>
                  </a:ext>
                </a:extLst>
              </p14:cNvPr>
              <p14:cNvContentPartPr/>
              <p14:nvPr/>
            </p14:nvContentPartPr>
            <p14:xfrm>
              <a:off x="2432994" y="4978345"/>
              <a:ext cx="141840" cy="12240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30C25352-1A41-4157-804D-CE7BC07D66A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414994" y="4942705"/>
                <a:ext cx="1774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1BEEBE8E-4401-4BB7-B817-39F5539A7AB3}"/>
                  </a:ext>
                </a:extLst>
              </p14:cNvPr>
              <p14:cNvContentPartPr/>
              <p14:nvPr/>
            </p14:nvContentPartPr>
            <p14:xfrm>
              <a:off x="2656194" y="4890505"/>
              <a:ext cx="436680" cy="46296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1BEEBE8E-4401-4BB7-B817-39F5539A7AB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638194" y="4854505"/>
                <a:ext cx="472320" cy="53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C0D4DFFE-290B-41F0-B3F2-1CC319C6956C}"/>
                  </a:ext>
                </a:extLst>
              </p14:cNvPr>
              <p14:cNvContentPartPr/>
              <p14:nvPr/>
            </p14:nvContentPartPr>
            <p14:xfrm>
              <a:off x="2988834" y="4811305"/>
              <a:ext cx="6480" cy="144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C0D4DFFE-290B-41F0-B3F2-1CC319C6956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971194" y="4775665"/>
                <a:ext cx="4212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280C587D-2283-42A0-A77E-B5AF7D9805B9}"/>
                  </a:ext>
                </a:extLst>
              </p14:cNvPr>
              <p14:cNvContentPartPr/>
              <p14:nvPr/>
            </p14:nvContentPartPr>
            <p14:xfrm>
              <a:off x="3118434" y="4624105"/>
              <a:ext cx="379440" cy="45000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280C587D-2283-42A0-A77E-B5AF7D9805B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100434" y="4588105"/>
                <a:ext cx="415080" cy="52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FAB7FB5F-92F3-45A4-B77D-A07BBFD9F366}"/>
                  </a:ext>
                </a:extLst>
              </p14:cNvPr>
              <p14:cNvContentPartPr/>
              <p14:nvPr/>
            </p14:nvContentPartPr>
            <p14:xfrm>
              <a:off x="3374394" y="4816345"/>
              <a:ext cx="61920" cy="3456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FAB7FB5F-92F3-45A4-B77D-A07BBFD9F36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356754" y="4780705"/>
                <a:ext cx="975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D7E67681-C286-41BE-9DA0-25CDF8BF7274}"/>
                  </a:ext>
                </a:extLst>
              </p14:cNvPr>
              <p14:cNvContentPartPr/>
              <p14:nvPr/>
            </p14:nvContentPartPr>
            <p14:xfrm>
              <a:off x="3142554" y="4752985"/>
              <a:ext cx="274320" cy="2592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D7E67681-C286-41BE-9DA0-25CDF8BF727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124554" y="4717345"/>
                <a:ext cx="3099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956E84AB-4D8A-487C-910A-5C5EF4191F09}"/>
                  </a:ext>
                </a:extLst>
              </p14:cNvPr>
              <p14:cNvContentPartPr/>
              <p14:nvPr/>
            </p14:nvContentPartPr>
            <p14:xfrm>
              <a:off x="3586074" y="4931185"/>
              <a:ext cx="367200" cy="13104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956E84AB-4D8A-487C-910A-5C5EF4191F09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568434" y="4895185"/>
                <a:ext cx="40284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69E3ABE5-615B-4BFE-AF12-20A71B4A639D}"/>
                  </a:ext>
                </a:extLst>
              </p14:cNvPr>
              <p14:cNvContentPartPr/>
              <p14:nvPr/>
            </p14:nvContentPartPr>
            <p14:xfrm>
              <a:off x="4653114" y="4638865"/>
              <a:ext cx="357480" cy="41004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69E3ABE5-615B-4BFE-AF12-20A71B4A639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635474" y="4603225"/>
                <a:ext cx="393120" cy="4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601A83FA-E27B-4A02-9A4C-6F9BFF796865}"/>
                  </a:ext>
                </a:extLst>
              </p14:cNvPr>
              <p14:cNvContentPartPr/>
              <p14:nvPr/>
            </p14:nvContentPartPr>
            <p14:xfrm>
              <a:off x="4898994" y="4788265"/>
              <a:ext cx="15840" cy="1728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601A83FA-E27B-4A02-9A4C-6F9BFF79686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880994" y="4752265"/>
                <a:ext cx="5148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7F9F02BE-7326-4D50-AB7B-334F04AB651B}"/>
                  </a:ext>
                </a:extLst>
              </p14:cNvPr>
              <p14:cNvContentPartPr/>
              <p14:nvPr/>
            </p14:nvContentPartPr>
            <p14:xfrm>
              <a:off x="5113914" y="4670185"/>
              <a:ext cx="515880" cy="37548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7F9F02BE-7326-4D50-AB7B-334F04AB651B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095914" y="4634545"/>
                <a:ext cx="55152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E820B8CC-78EA-411C-9BBC-C8A70FB74275}"/>
                  </a:ext>
                </a:extLst>
              </p14:cNvPr>
              <p14:cNvContentPartPr/>
              <p14:nvPr/>
            </p14:nvContentPartPr>
            <p14:xfrm>
              <a:off x="5168634" y="4556785"/>
              <a:ext cx="1388520" cy="44964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E820B8CC-78EA-411C-9BBC-C8A70FB7427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150634" y="4520785"/>
                <a:ext cx="1424160" cy="52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071F1092-78E7-4617-B910-78F787D20FFC}"/>
                  </a:ext>
                </a:extLst>
              </p14:cNvPr>
              <p14:cNvContentPartPr/>
              <p14:nvPr/>
            </p14:nvContentPartPr>
            <p14:xfrm>
              <a:off x="6349074" y="4653625"/>
              <a:ext cx="13680" cy="7056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071F1092-78E7-4617-B910-78F787D20FF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331074" y="4617625"/>
                <a:ext cx="4932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10EC15BF-9677-49C3-AD0D-0E433F7B7B35}"/>
                  </a:ext>
                </a:extLst>
              </p14:cNvPr>
              <p14:cNvContentPartPr/>
              <p14:nvPr/>
            </p14:nvContentPartPr>
            <p14:xfrm>
              <a:off x="7024794" y="4822105"/>
              <a:ext cx="523800" cy="16344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10EC15BF-9677-49C3-AD0D-0E433F7B7B35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006794" y="4786105"/>
                <a:ext cx="55944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8267EDEB-2CAE-4557-9349-02D90FADE556}"/>
                  </a:ext>
                </a:extLst>
              </p14:cNvPr>
              <p14:cNvContentPartPr/>
              <p14:nvPr/>
            </p14:nvContentPartPr>
            <p14:xfrm>
              <a:off x="8040714" y="4552465"/>
              <a:ext cx="225720" cy="39708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8267EDEB-2CAE-4557-9349-02D90FADE556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023074" y="4516465"/>
                <a:ext cx="261360" cy="4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362FEF66-18BA-4A1D-A135-31D2823CA8A3}"/>
                  </a:ext>
                </a:extLst>
              </p14:cNvPr>
              <p14:cNvContentPartPr/>
              <p14:nvPr/>
            </p14:nvContentPartPr>
            <p14:xfrm>
              <a:off x="7922994" y="4723825"/>
              <a:ext cx="279000" cy="3132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362FEF66-18BA-4A1D-A135-31D2823CA8A3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905354" y="4688185"/>
                <a:ext cx="31464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756E8AD2-E465-4DDB-83C9-B86841139FD5}"/>
                  </a:ext>
                </a:extLst>
              </p14:cNvPr>
              <p14:cNvContentPartPr/>
              <p14:nvPr/>
            </p14:nvContentPartPr>
            <p14:xfrm>
              <a:off x="8287314" y="4790785"/>
              <a:ext cx="537480" cy="19044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756E8AD2-E465-4DDB-83C9-B86841139FD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269314" y="4754785"/>
                <a:ext cx="57312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DDB63C42-B7C9-429B-AA73-85F77EE5C895}"/>
                  </a:ext>
                </a:extLst>
              </p14:cNvPr>
              <p14:cNvContentPartPr/>
              <p14:nvPr/>
            </p14:nvContentPartPr>
            <p14:xfrm>
              <a:off x="8851794" y="4605385"/>
              <a:ext cx="769680" cy="35208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DDB63C42-B7C9-429B-AA73-85F77EE5C895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834154" y="4569745"/>
                <a:ext cx="80532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18255AC5-AE9E-4DEF-BA22-9F17213B86DA}"/>
                  </a:ext>
                </a:extLst>
              </p14:cNvPr>
              <p14:cNvContentPartPr/>
              <p14:nvPr/>
            </p14:nvContentPartPr>
            <p14:xfrm>
              <a:off x="9580794" y="4662985"/>
              <a:ext cx="10080" cy="2376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18255AC5-AE9E-4DEF-BA22-9F17213B86DA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563154" y="4627345"/>
                <a:ext cx="4572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8560A42D-9284-4A33-9AF8-6A007A6942BC}"/>
                  </a:ext>
                </a:extLst>
              </p14:cNvPr>
              <p14:cNvContentPartPr/>
              <p14:nvPr/>
            </p14:nvContentPartPr>
            <p14:xfrm>
              <a:off x="9663594" y="4783225"/>
              <a:ext cx="237240" cy="16308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8560A42D-9284-4A33-9AF8-6A007A6942B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645594" y="4747225"/>
                <a:ext cx="2728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BD67747E-3B46-4422-9E4B-A1E90DF072F9}"/>
                  </a:ext>
                </a:extLst>
              </p14:cNvPr>
              <p14:cNvContentPartPr/>
              <p14:nvPr/>
            </p14:nvContentPartPr>
            <p14:xfrm>
              <a:off x="10275594" y="4499545"/>
              <a:ext cx="257760" cy="38160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BD67747E-3B46-4422-9E4B-A1E90DF072F9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257594" y="4463905"/>
                <a:ext cx="29340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5AD83CA8-EB98-4596-9100-A7D0CD397593}"/>
                  </a:ext>
                </a:extLst>
              </p14:cNvPr>
              <p14:cNvContentPartPr/>
              <p14:nvPr/>
            </p14:nvContentPartPr>
            <p14:xfrm>
              <a:off x="10207194" y="4620145"/>
              <a:ext cx="285480" cy="1008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5AD83CA8-EB98-4596-9100-A7D0CD39759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189554" y="4584145"/>
                <a:ext cx="3211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5DAC5700-2BA6-40EF-9D63-2A54F4750FA8}"/>
                  </a:ext>
                </a:extLst>
              </p14:cNvPr>
              <p14:cNvContentPartPr/>
              <p14:nvPr/>
            </p14:nvContentPartPr>
            <p14:xfrm>
              <a:off x="10577634" y="4316665"/>
              <a:ext cx="390240" cy="52164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5DAC5700-2BA6-40EF-9D63-2A54F4750FA8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559994" y="4281025"/>
                <a:ext cx="425880" cy="59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00FC9D75-4D0A-419A-B6C3-B781A13BD03D}"/>
                  </a:ext>
                </a:extLst>
              </p14:cNvPr>
              <p14:cNvContentPartPr/>
              <p14:nvPr/>
            </p14:nvContentPartPr>
            <p14:xfrm>
              <a:off x="10813794" y="4350865"/>
              <a:ext cx="501840" cy="45972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00FC9D75-4D0A-419A-B6C3-B781A13BD03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0795794" y="4314865"/>
                <a:ext cx="537480" cy="53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734B7C2B-57B8-47DB-84B2-FA18DEADF757}"/>
                  </a:ext>
                </a:extLst>
              </p14:cNvPr>
              <p14:cNvContentPartPr/>
              <p14:nvPr/>
            </p14:nvContentPartPr>
            <p14:xfrm>
              <a:off x="11034834" y="4499185"/>
              <a:ext cx="303120" cy="1512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734B7C2B-57B8-47DB-84B2-FA18DEADF75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1017194" y="4463545"/>
                <a:ext cx="3387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431D7AC2-8DBC-4A98-BDF3-6ADA483BAF74}"/>
                  </a:ext>
                </a:extLst>
              </p14:cNvPr>
              <p14:cNvContentPartPr/>
              <p14:nvPr/>
            </p14:nvContentPartPr>
            <p14:xfrm>
              <a:off x="2165514" y="5482705"/>
              <a:ext cx="754200" cy="39816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431D7AC2-8DBC-4A98-BDF3-6ADA483BAF7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147514" y="5447065"/>
                <a:ext cx="789840" cy="4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FEA3A9BE-B34B-429B-AB0F-47FD6AF32638}"/>
                  </a:ext>
                </a:extLst>
              </p14:cNvPr>
              <p14:cNvContentPartPr/>
              <p14:nvPr/>
            </p14:nvContentPartPr>
            <p14:xfrm>
              <a:off x="2593554" y="5569105"/>
              <a:ext cx="292320" cy="5688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FEA3A9BE-B34B-429B-AB0F-47FD6AF32638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575554" y="5533465"/>
                <a:ext cx="32796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F07125B4-CB52-4BA4-99AB-76E30AC352C5}"/>
                  </a:ext>
                </a:extLst>
              </p14:cNvPr>
              <p14:cNvContentPartPr/>
              <p14:nvPr/>
            </p14:nvContentPartPr>
            <p14:xfrm>
              <a:off x="3609114" y="5565505"/>
              <a:ext cx="1099080" cy="17496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F07125B4-CB52-4BA4-99AB-76E30AC352C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591474" y="5529865"/>
                <a:ext cx="11347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C0205288-BEF1-476A-A75F-3F61935B1257}"/>
                  </a:ext>
                </a:extLst>
              </p14:cNvPr>
              <p14:cNvContentPartPr/>
              <p14:nvPr/>
            </p14:nvContentPartPr>
            <p14:xfrm>
              <a:off x="4765434" y="5579905"/>
              <a:ext cx="286920" cy="13428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C0205288-BEF1-476A-A75F-3F61935B125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747434" y="5543905"/>
                <a:ext cx="32256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918936C4-0449-49FA-AD0F-B7333F5FFDB2}"/>
                  </a:ext>
                </a:extLst>
              </p14:cNvPr>
              <p14:cNvContentPartPr/>
              <p14:nvPr/>
            </p14:nvContentPartPr>
            <p14:xfrm>
              <a:off x="5595954" y="5211985"/>
              <a:ext cx="736200" cy="42444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918936C4-0449-49FA-AD0F-B7333F5FFDB2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577954" y="5175985"/>
                <a:ext cx="771840" cy="49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9BA043DE-9FC8-4FB5-BC1F-F2ACD523CBD6}"/>
                  </a:ext>
                </a:extLst>
              </p14:cNvPr>
              <p14:cNvContentPartPr/>
              <p14:nvPr/>
            </p14:nvContentPartPr>
            <p14:xfrm>
              <a:off x="6150354" y="5443105"/>
              <a:ext cx="581040" cy="20232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9BA043DE-9FC8-4FB5-BC1F-F2ACD523CBD6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132354" y="5407105"/>
                <a:ext cx="6166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80111767-BABB-4819-9DA5-6940DE3D55EA}"/>
                  </a:ext>
                </a:extLst>
              </p14:cNvPr>
              <p14:cNvContentPartPr/>
              <p14:nvPr/>
            </p14:nvContentPartPr>
            <p14:xfrm>
              <a:off x="1751514" y="6182185"/>
              <a:ext cx="246960" cy="2700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80111767-BABB-4819-9DA5-6940DE3D55EA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733514" y="6164545"/>
                <a:ext cx="28260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A7DE06D2-11BE-485B-8720-634B82CB847F}"/>
                  </a:ext>
                </a:extLst>
              </p14:cNvPr>
              <p14:cNvContentPartPr/>
              <p14:nvPr/>
            </p14:nvContentPartPr>
            <p14:xfrm>
              <a:off x="5731674" y="5766025"/>
              <a:ext cx="1795680" cy="520200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A7DE06D2-11BE-485B-8720-634B82CB847F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713678" y="5748025"/>
                <a:ext cx="1831313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4ED35375-F613-4D75-B4B8-98D192822981}"/>
                  </a:ext>
                </a:extLst>
              </p14:cNvPr>
              <p14:cNvContentPartPr/>
              <p14:nvPr/>
            </p14:nvContentPartPr>
            <p14:xfrm>
              <a:off x="4527114" y="5938465"/>
              <a:ext cx="586440" cy="30816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4ED35375-F613-4D75-B4B8-98D192822981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509114" y="5920825"/>
                <a:ext cx="62208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13" name="Cerneală 212">
                <a:extLst>
                  <a:ext uri="{FF2B5EF4-FFF2-40B4-BE49-F238E27FC236}">
                    <a16:creationId xmlns:a16="http://schemas.microsoft.com/office/drawing/2014/main" id="{32CBDA8B-A8A4-4695-9452-45F256240773}"/>
                  </a:ext>
                </a:extLst>
              </p14:cNvPr>
              <p14:cNvContentPartPr/>
              <p14:nvPr/>
            </p14:nvContentPartPr>
            <p14:xfrm>
              <a:off x="2276034" y="6020185"/>
              <a:ext cx="1742400" cy="288720"/>
            </p14:xfrm>
          </p:contentPart>
        </mc:Choice>
        <mc:Fallback xmlns="">
          <p:pic>
            <p:nvPicPr>
              <p:cNvPr id="213" name="Cerneală 212">
                <a:extLst>
                  <a:ext uri="{FF2B5EF4-FFF2-40B4-BE49-F238E27FC236}">
                    <a16:creationId xmlns:a16="http://schemas.microsoft.com/office/drawing/2014/main" id="{32CBDA8B-A8A4-4695-9452-45F256240773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258034" y="6002545"/>
                <a:ext cx="177804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23" name="Cerneală 222">
                <a:extLst>
                  <a:ext uri="{FF2B5EF4-FFF2-40B4-BE49-F238E27FC236}">
                    <a16:creationId xmlns:a16="http://schemas.microsoft.com/office/drawing/2014/main" id="{0C377E0C-A5B2-4C02-A342-A0C39801079D}"/>
                  </a:ext>
                </a:extLst>
              </p14:cNvPr>
              <p14:cNvContentPartPr/>
              <p14:nvPr/>
            </p14:nvContentPartPr>
            <p14:xfrm>
              <a:off x="9711474" y="5573425"/>
              <a:ext cx="1546560" cy="508320"/>
            </p14:xfrm>
          </p:contentPart>
        </mc:Choice>
        <mc:Fallback xmlns="">
          <p:pic>
            <p:nvPicPr>
              <p:cNvPr id="223" name="Cerneală 222">
                <a:extLst>
                  <a:ext uri="{FF2B5EF4-FFF2-40B4-BE49-F238E27FC236}">
                    <a16:creationId xmlns:a16="http://schemas.microsoft.com/office/drawing/2014/main" id="{0C377E0C-A5B2-4C02-A342-A0C39801079D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693834" y="5555785"/>
                <a:ext cx="1582200" cy="54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65C5AC49-24BC-4A3B-81DC-B8C62DF71E80}"/>
                  </a:ext>
                </a:extLst>
              </p14:cNvPr>
              <p14:cNvContentPartPr/>
              <p14:nvPr/>
            </p14:nvContentPartPr>
            <p14:xfrm>
              <a:off x="8142234" y="5707345"/>
              <a:ext cx="1134720" cy="42372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65C5AC49-24BC-4A3B-81DC-B8C62DF71E80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124594" y="5689360"/>
                <a:ext cx="1170360" cy="459330"/>
              </a:xfrm>
              <a:prstGeom prst="rect">
                <a:avLst/>
              </a:prstGeom>
            </p:spPr>
          </p:pic>
        </mc:Fallback>
      </mc:AlternateContent>
      <p:sp>
        <p:nvSpPr>
          <p:cNvPr id="50" name="CasetăText 49">
            <a:extLst>
              <a:ext uri="{FF2B5EF4-FFF2-40B4-BE49-F238E27FC236}">
                <a16:creationId xmlns:a16="http://schemas.microsoft.com/office/drawing/2014/main" id="{8C2657A8-CA40-4491-BE7B-7309E943E875}"/>
              </a:ext>
            </a:extLst>
          </p:cNvPr>
          <p:cNvSpPr txBox="1"/>
          <p:nvPr/>
        </p:nvSpPr>
        <p:spPr>
          <a:xfrm>
            <a:off x="335343" y="137196"/>
            <a:ext cx="557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Reproiectarea părții de selecție a condițiilor de test 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243836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DEC5C05A-39BB-4C57-B746-D5259DB44152}"/>
                  </a:ext>
                </a:extLst>
              </p14:cNvPr>
              <p14:cNvContentPartPr/>
              <p14:nvPr/>
            </p14:nvContentPartPr>
            <p14:xfrm>
              <a:off x="5981874" y="245065"/>
              <a:ext cx="5587200" cy="3891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DEC5C05A-39BB-4C57-B746-D5259DB441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63875" y="227082"/>
                <a:ext cx="5622838" cy="4247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ABA430A0-F89E-4095-B0F8-9C4FECC5635F}"/>
                  </a:ext>
                </a:extLst>
              </p14:cNvPr>
              <p14:cNvContentPartPr/>
              <p14:nvPr/>
            </p14:nvContentPartPr>
            <p14:xfrm>
              <a:off x="301434" y="1151545"/>
              <a:ext cx="156960" cy="21708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ABA430A0-F89E-4095-B0F8-9C4FECC5635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3794" y="1133905"/>
                <a:ext cx="19260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1D061CD1-71B4-42D9-B306-5B74DE1ACC55}"/>
                  </a:ext>
                </a:extLst>
              </p14:cNvPr>
              <p14:cNvContentPartPr/>
              <p14:nvPr/>
            </p14:nvContentPartPr>
            <p14:xfrm>
              <a:off x="594834" y="1131385"/>
              <a:ext cx="432360" cy="2412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1D061CD1-71B4-42D9-B306-5B74DE1ACC5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7179" y="1113719"/>
                <a:ext cx="468030" cy="2768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9C22F2B0-BB23-46DD-9161-93363C969014}"/>
                  </a:ext>
                </a:extLst>
              </p14:cNvPr>
              <p14:cNvContentPartPr/>
              <p14:nvPr/>
            </p14:nvContentPartPr>
            <p14:xfrm>
              <a:off x="1178754" y="1188625"/>
              <a:ext cx="7200" cy="144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9C22F2B0-BB23-46DD-9161-93363C96901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60754" y="1170985"/>
                <a:ext cx="428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86B3E640-1437-43DF-BEBB-3440E60D211A}"/>
                  </a:ext>
                </a:extLst>
              </p14:cNvPr>
              <p14:cNvContentPartPr/>
              <p14:nvPr/>
            </p14:nvContentPartPr>
            <p14:xfrm>
              <a:off x="1207554" y="1302025"/>
              <a:ext cx="14040" cy="277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86B3E640-1437-43DF-BEBB-3440E60D211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89554" y="1284385"/>
                <a:ext cx="496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9E56E566-0891-4D22-8E38-A24290BE8D97}"/>
                  </a:ext>
                </a:extLst>
              </p14:cNvPr>
              <p14:cNvContentPartPr/>
              <p14:nvPr/>
            </p14:nvContentPartPr>
            <p14:xfrm>
              <a:off x="1687434" y="855985"/>
              <a:ext cx="9180360" cy="7344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9E56E566-0891-4D22-8E38-A24290BE8D9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69794" y="837985"/>
                <a:ext cx="9216000" cy="77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0FE0F05C-D1F1-44AA-AA25-BA7CC8F95547}"/>
                  </a:ext>
                </a:extLst>
              </p14:cNvPr>
              <p14:cNvContentPartPr/>
              <p14:nvPr/>
            </p14:nvContentPartPr>
            <p14:xfrm>
              <a:off x="8342394" y="691105"/>
              <a:ext cx="660240" cy="84852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0FE0F05C-D1F1-44AA-AA25-BA7CC8F9554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324754" y="655105"/>
                <a:ext cx="695880" cy="9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9168EF07-75E4-4DAD-B133-07F18430596E}"/>
                  </a:ext>
                </a:extLst>
              </p14:cNvPr>
              <p14:cNvContentPartPr/>
              <p14:nvPr/>
            </p14:nvContentPartPr>
            <p14:xfrm>
              <a:off x="812994" y="2242345"/>
              <a:ext cx="287640" cy="3744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9168EF07-75E4-4DAD-B133-07F18430596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95354" y="2224345"/>
                <a:ext cx="3232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1BE50400-B99E-4294-8FC6-0E8C4F0FB80D}"/>
                  </a:ext>
                </a:extLst>
              </p14:cNvPr>
              <p14:cNvContentPartPr/>
              <p14:nvPr/>
            </p14:nvContentPartPr>
            <p14:xfrm>
              <a:off x="1342554" y="2155585"/>
              <a:ext cx="40320" cy="15012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1BE50400-B99E-4294-8FC6-0E8C4F0FB80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324554" y="2137945"/>
                <a:ext cx="7596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985FF47E-8B2E-4A68-8987-3587D874D6B7}"/>
                  </a:ext>
                </a:extLst>
              </p14:cNvPr>
              <p14:cNvContentPartPr/>
              <p14:nvPr/>
            </p14:nvContentPartPr>
            <p14:xfrm>
              <a:off x="1294314" y="2066305"/>
              <a:ext cx="473760" cy="2055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985FF47E-8B2E-4A68-8987-3587D874D6B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276674" y="2048305"/>
                <a:ext cx="50940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42DF7C65-059E-4EE2-96AD-2A92D6C4D9F1}"/>
                  </a:ext>
                </a:extLst>
              </p14:cNvPr>
              <p14:cNvContentPartPr/>
              <p14:nvPr/>
            </p14:nvContentPartPr>
            <p14:xfrm>
              <a:off x="2283234" y="1770745"/>
              <a:ext cx="1542240" cy="5209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42DF7C65-059E-4EE2-96AD-2A92D6C4D9F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265234" y="1753093"/>
                <a:ext cx="1577880" cy="5565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7AAC677A-E766-43E3-A6A3-E38197EF36FA}"/>
                  </a:ext>
                </a:extLst>
              </p14:cNvPr>
              <p14:cNvContentPartPr/>
              <p14:nvPr/>
            </p14:nvContentPartPr>
            <p14:xfrm>
              <a:off x="10395114" y="1939225"/>
              <a:ext cx="495000" cy="1569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7AAC677A-E766-43E3-A6A3-E38197EF36F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377114" y="1921585"/>
                <a:ext cx="5306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0F2E5967-3529-412F-A9E7-4FB944F08984}"/>
                  </a:ext>
                </a:extLst>
              </p14:cNvPr>
              <p14:cNvContentPartPr/>
              <p14:nvPr/>
            </p14:nvContentPartPr>
            <p14:xfrm>
              <a:off x="8363994" y="1982425"/>
              <a:ext cx="1647720" cy="1594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0F2E5967-3529-412F-A9E7-4FB944F0898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346350" y="1964425"/>
                <a:ext cx="1683368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C53D6846-37CF-4EF4-BE2E-E9E18BA11743}"/>
                  </a:ext>
                </a:extLst>
              </p14:cNvPr>
              <p14:cNvContentPartPr/>
              <p14:nvPr/>
            </p14:nvContentPartPr>
            <p14:xfrm>
              <a:off x="6434034" y="1703425"/>
              <a:ext cx="1470960" cy="62676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C53D6846-37CF-4EF4-BE2E-E9E18BA1174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416394" y="1685775"/>
                <a:ext cx="1506600" cy="6624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31F70463-6AEA-4366-9EAD-3B63C9A8A980}"/>
                  </a:ext>
                </a:extLst>
              </p14:cNvPr>
              <p14:cNvContentPartPr/>
              <p14:nvPr/>
            </p14:nvContentPartPr>
            <p14:xfrm>
              <a:off x="4282314" y="1868305"/>
              <a:ext cx="1807200" cy="52848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31F70463-6AEA-4366-9EAD-3B63C9A8A98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264674" y="1850665"/>
                <a:ext cx="1842840" cy="56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E0EAC775-D774-4E4B-B000-6D927ACF7FA2}"/>
                  </a:ext>
                </a:extLst>
              </p14:cNvPr>
              <p14:cNvContentPartPr/>
              <p14:nvPr/>
            </p14:nvContentPartPr>
            <p14:xfrm>
              <a:off x="3379434" y="2487865"/>
              <a:ext cx="711360" cy="4017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E0EAC775-D774-4E4B-B000-6D927ACF7FA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361443" y="2470209"/>
                <a:ext cx="746982" cy="4374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C78B2FC3-9A57-4FA9-92AC-BAC98E65598B}"/>
                  </a:ext>
                </a:extLst>
              </p14:cNvPr>
              <p14:cNvContentPartPr/>
              <p14:nvPr/>
            </p14:nvContentPartPr>
            <p14:xfrm>
              <a:off x="1390434" y="2428105"/>
              <a:ext cx="1644480" cy="53604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C78B2FC3-9A57-4FA9-92AC-BAC98E65598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372794" y="2410465"/>
                <a:ext cx="1680120" cy="57168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CasetăText 19">
            <a:extLst>
              <a:ext uri="{FF2B5EF4-FFF2-40B4-BE49-F238E27FC236}">
                <a16:creationId xmlns:a16="http://schemas.microsoft.com/office/drawing/2014/main" id="{47DEBF1E-4C64-4D7C-962F-57A7446CF433}"/>
              </a:ext>
            </a:extLst>
          </p:cNvPr>
          <p:cNvSpPr txBox="1"/>
          <p:nvPr/>
        </p:nvSpPr>
        <p:spPr>
          <a:xfrm>
            <a:off x="335343" y="137196"/>
            <a:ext cx="557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Reproiectarea părții de selecție a condițiilor de test 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585786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4C1BC13F-CC93-4724-9DFA-8FF6AD6D8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777269"/>
            <a:ext cx="11361672" cy="5120584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67FF75CA-FE26-489F-A110-79B9D18748BA}"/>
              </a:ext>
            </a:extLst>
          </p:cNvPr>
          <p:cNvSpPr txBox="1"/>
          <p:nvPr/>
        </p:nvSpPr>
        <p:spPr>
          <a:xfrm>
            <a:off x="335343" y="137196"/>
            <a:ext cx="557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Reproiectarea părții de selecție a condițiilor de test 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101468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26DA46E8-4C87-482D-961A-6F54B8895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3" y="868707"/>
            <a:ext cx="11549889" cy="4297633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D1C2472B-84D7-4ADA-A771-6FF5C03534CA}"/>
              </a:ext>
            </a:extLst>
          </p:cNvPr>
          <p:cNvSpPr txBox="1"/>
          <p:nvPr/>
        </p:nvSpPr>
        <p:spPr>
          <a:xfrm>
            <a:off x="335343" y="137196"/>
            <a:ext cx="557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Reproiectarea părții de selecție a condițiilor de test 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599443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87E406B8-8AFC-464F-9BE3-AD42A096F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777269"/>
            <a:ext cx="6657975" cy="4086225"/>
          </a:xfrm>
          <a:prstGeom prst="rect">
            <a:avLst/>
          </a:prstGeom>
        </p:spPr>
      </p:pic>
      <p:pic>
        <p:nvPicPr>
          <p:cNvPr id="2" name="Imagine 1">
            <a:extLst>
              <a:ext uri="{FF2B5EF4-FFF2-40B4-BE49-F238E27FC236}">
                <a16:creationId xmlns:a16="http://schemas.microsoft.com/office/drawing/2014/main" id="{459610E4-D187-455F-9B7D-8F5A6AD64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268" y="137196"/>
            <a:ext cx="4657725" cy="3409950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748414B1-69EB-498A-B46F-72D466BDE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3268" y="3703317"/>
            <a:ext cx="2990850" cy="28479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4F4978F0-CE47-4A32-A620-F9FE0A02D958}"/>
                  </a:ext>
                </a:extLst>
              </p14:cNvPr>
              <p14:cNvContentPartPr/>
              <p14:nvPr/>
            </p14:nvContentPartPr>
            <p14:xfrm>
              <a:off x="4817634" y="717025"/>
              <a:ext cx="543240" cy="3625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4F4978F0-CE47-4A32-A620-F9FE0A02D95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99982" y="699025"/>
                <a:ext cx="578904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14ED0571-008E-49D0-A022-21718C262763}"/>
                  </a:ext>
                </a:extLst>
              </p14:cNvPr>
              <p14:cNvContentPartPr/>
              <p14:nvPr/>
            </p14:nvContentPartPr>
            <p14:xfrm>
              <a:off x="3882714" y="724225"/>
              <a:ext cx="704520" cy="3564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14ED0571-008E-49D0-A022-21718C26276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64723" y="706585"/>
                <a:ext cx="740142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86DE7FEA-9F11-4ADF-A1D4-852CD1CA99A0}"/>
                  </a:ext>
                </a:extLst>
              </p14:cNvPr>
              <p14:cNvContentPartPr/>
              <p14:nvPr/>
            </p14:nvContentPartPr>
            <p14:xfrm>
              <a:off x="1329954" y="2295985"/>
              <a:ext cx="238320" cy="1969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86DE7FEA-9F11-4ADF-A1D4-852CD1CA99A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12314" y="2278345"/>
                <a:ext cx="27396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4154CABF-A43D-4A07-907D-7F75B0277D0E}"/>
                  </a:ext>
                </a:extLst>
              </p14:cNvPr>
              <p14:cNvContentPartPr/>
              <p14:nvPr/>
            </p14:nvContentPartPr>
            <p14:xfrm>
              <a:off x="6197874" y="2257105"/>
              <a:ext cx="295200" cy="2746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4154CABF-A43D-4A07-907D-7F75B0277D0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79874" y="2239105"/>
                <a:ext cx="33084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69203FCA-95B8-4318-8EE6-D17E7133FC50}"/>
                  </a:ext>
                </a:extLst>
              </p14:cNvPr>
              <p14:cNvContentPartPr/>
              <p14:nvPr/>
            </p14:nvContentPartPr>
            <p14:xfrm>
              <a:off x="7622394" y="47065"/>
              <a:ext cx="3039120" cy="4546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69203FCA-95B8-4318-8EE6-D17E7133FC5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04754" y="29425"/>
                <a:ext cx="3074760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82500C54-DE9B-4783-9269-85DBF30666F9}"/>
                  </a:ext>
                </a:extLst>
              </p14:cNvPr>
              <p14:cNvContentPartPr/>
              <p14:nvPr/>
            </p14:nvContentPartPr>
            <p14:xfrm>
              <a:off x="650634" y="5425465"/>
              <a:ext cx="448200" cy="5148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82500C54-DE9B-4783-9269-85DBF30666F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2994" y="5407825"/>
                <a:ext cx="48384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78475E93-0552-4BE1-BD95-EA410433156D}"/>
                  </a:ext>
                </a:extLst>
              </p14:cNvPr>
              <p14:cNvContentPartPr/>
              <p14:nvPr/>
            </p14:nvContentPartPr>
            <p14:xfrm>
              <a:off x="1376034" y="5188585"/>
              <a:ext cx="34560" cy="2556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78475E93-0552-4BE1-BD95-EA410433156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58034" y="5170945"/>
                <a:ext cx="7020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0B7BECF4-ECAC-4AE2-8491-5A67B53C4832}"/>
                  </a:ext>
                </a:extLst>
              </p14:cNvPr>
              <p14:cNvContentPartPr/>
              <p14:nvPr/>
            </p14:nvContentPartPr>
            <p14:xfrm>
              <a:off x="1438314" y="5299465"/>
              <a:ext cx="51840" cy="428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0B7BECF4-ECAC-4AE2-8491-5A67B53C483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20674" y="5281465"/>
                <a:ext cx="8748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25CBEDCE-C0CE-465A-9CF1-E9EB8FA839D8}"/>
                  </a:ext>
                </a:extLst>
              </p14:cNvPr>
              <p14:cNvContentPartPr/>
              <p14:nvPr/>
            </p14:nvContentPartPr>
            <p14:xfrm>
              <a:off x="3469434" y="5126305"/>
              <a:ext cx="147960" cy="1724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25CBEDCE-C0CE-465A-9CF1-E9EB8FA839D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451751" y="5108665"/>
                <a:ext cx="183687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8B546201-91B1-474E-A078-8B77C1994066}"/>
                  </a:ext>
                </a:extLst>
              </p14:cNvPr>
              <p14:cNvContentPartPr/>
              <p14:nvPr/>
            </p14:nvContentPartPr>
            <p14:xfrm>
              <a:off x="2704434" y="5120185"/>
              <a:ext cx="498960" cy="31860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8B546201-91B1-474E-A078-8B77C199406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686794" y="5102185"/>
                <a:ext cx="53460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EFC641D9-F4AF-425E-A52F-3EF37F6C119A}"/>
                  </a:ext>
                </a:extLst>
              </p14:cNvPr>
              <p14:cNvContentPartPr/>
              <p14:nvPr/>
            </p14:nvContentPartPr>
            <p14:xfrm>
              <a:off x="609954" y="5120185"/>
              <a:ext cx="546840" cy="25272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EFC641D9-F4AF-425E-A52F-3EF37F6C119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91954" y="5102520"/>
                <a:ext cx="582480" cy="2884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BC8E385E-366D-4CE8-AEC0-F575BF5AA485}"/>
                  </a:ext>
                </a:extLst>
              </p14:cNvPr>
              <p14:cNvContentPartPr/>
              <p14:nvPr/>
            </p14:nvContentPartPr>
            <p14:xfrm>
              <a:off x="4460874" y="4945585"/>
              <a:ext cx="954000" cy="4615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BC8E385E-366D-4CE8-AEC0-F575BF5AA48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443234" y="4927585"/>
                <a:ext cx="989640" cy="49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368F610F-2051-47F9-AA30-F6D3DFC0DB24}"/>
                  </a:ext>
                </a:extLst>
              </p14:cNvPr>
              <p14:cNvContentPartPr/>
              <p14:nvPr/>
            </p14:nvContentPartPr>
            <p14:xfrm>
              <a:off x="4051914" y="5115505"/>
              <a:ext cx="232560" cy="18180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368F610F-2051-47F9-AA30-F6D3DFC0DB2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034274" y="5097865"/>
                <a:ext cx="2682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87251B96-5EF9-4153-A2FA-BC968EE4089F}"/>
                  </a:ext>
                </a:extLst>
              </p14:cNvPr>
              <p14:cNvContentPartPr/>
              <p14:nvPr/>
            </p14:nvContentPartPr>
            <p14:xfrm>
              <a:off x="5702514" y="4948465"/>
              <a:ext cx="1423800" cy="31968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87251B96-5EF9-4153-A2FA-BC968EE4089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684514" y="4930845"/>
                <a:ext cx="1459440" cy="35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62D42AA2-DB68-4319-9592-BF831019520B}"/>
                  </a:ext>
                </a:extLst>
              </p14:cNvPr>
              <p14:cNvContentPartPr/>
              <p14:nvPr/>
            </p14:nvContentPartPr>
            <p14:xfrm>
              <a:off x="2026554" y="5560465"/>
              <a:ext cx="331200" cy="23832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62D42AA2-DB68-4319-9592-BF831019520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008914" y="5542465"/>
                <a:ext cx="3668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FFD88028-4669-49E7-AC3C-13BBF8CD697E}"/>
                  </a:ext>
                </a:extLst>
              </p14:cNvPr>
              <p14:cNvContentPartPr/>
              <p14:nvPr/>
            </p14:nvContentPartPr>
            <p14:xfrm>
              <a:off x="2761674" y="5501785"/>
              <a:ext cx="1062720" cy="28260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FFD88028-4669-49E7-AC3C-13BBF8CD697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743680" y="5483785"/>
                <a:ext cx="1098348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02F32DAC-CF59-40B3-91CE-D4E273BAF63B}"/>
                  </a:ext>
                </a:extLst>
              </p14:cNvPr>
              <p14:cNvContentPartPr/>
              <p14:nvPr/>
            </p14:nvContentPartPr>
            <p14:xfrm>
              <a:off x="1674474" y="5111905"/>
              <a:ext cx="640800" cy="19368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02F32DAC-CF59-40B3-91CE-D4E273BAF63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656834" y="5093905"/>
                <a:ext cx="67644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C252857A-2C2A-4E52-9AEC-49ECDF3949A3}"/>
                  </a:ext>
                </a:extLst>
              </p14:cNvPr>
              <p14:cNvContentPartPr/>
              <p14:nvPr/>
            </p14:nvContentPartPr>
            <p14:xfrm>
              <a:off x="10703994" y="4704745"/>
              <a:ext cx="1060200" cy="29844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C252857A-2C2A-4E52-9AEC-49ECDF3949A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686360" y="4687105"/>
                <a:ext cx="1095828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0ED5DE23-1122-4DAA-9475-338C28F459E2}"/>
                  </a:ext>
                </a:extLst>
              </p14:cNvPr>
              <p14:cNvContentPartPr/>
              <p14:nvPr/>
            </p14:nvContentPartPr>
            <p14:xfrm>
              <a:off x="10625514" y="3257905"/>
              <a:ext cx="1480680" cy="130284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0ED5DE23-1122-4DAA-9475-338C28F459E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607874" y="3240265"/>
                <a:ext cx="1516320" cy="133848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CasetăText 26">
            <a:extLst>
              <a:ext uri="{FF2B5EF4-FFF2-40B4-BE49-F238E27FC236}">
                <a16:creationId xmlns:a16="http://schemas.microsoft.com/office/drawing/2014/main" id="{899F91BB-5FF6-4A61-8931-EE1E8E0AE425}"/>
              </a:ext>
            </a:extLst>
          </p:cNvPr>
          <p:cNvSpPr txBox="1"/>
          <p:nvPr/>
        </p:nvSpPr>
        <p:spPr>
          <a:xfrm>
            <a:off x="335343" y="137196"/>
            <a:ext cx="557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Reproiectarea părții de selecție a condițiilor de test 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74234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A1D3C5E3-3354-4982-A498-AC38B6E8D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2606049"/>
            <a:ext cx="10447285" cy="4023316"/>
          </a:xfrm>
          <a:prstGeom prst="rect">
            <a:avLst/>
          </a:prstGeom>
        </p:spPr>
      </p:pic>
      <p:pic>
        <p:nvPicPr>
          <p:cNvPr id="2" name="Imagine 1">
            <a:extLst>
              <a:ext uri="{FF2B5EF4-FFF2-40B4-BE49-F238E27FC236}">
                <a16:creationId xmlns:a16="http://schemas.microsoft.com/office/drawing/2014/main" id="{DD1F5127-9D59-4903-9153-017F84E52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19" y="137196"/>
            <a:ext cx="2726842" cy="22859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76DAD437-FE42-43AB-9EA6-A46F8E05883C}"/>
                  </a:ext>
                </a:extLst>
              </p14:cNvPr>
              <p14:cNvContentPartPr/>
              <p14:nvPr/>
            </p14:nvContentPartPr>
            <p14:xfrm>
              <a:off x="1251834" y="879025"/>
              <a:ext cx="285840" cy="42120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76DAD437-FE42-43AB-9EA6-A46F8E0588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3834" y="861025"/>
                <a:ext cx="32148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73406D62-4036-446A-BD1F-3F0AAFC59AC8}"/>
                  </a:ext>
                </a:extLst>
              </p14:cNvPr>
              <p14:cNvContentPartPr/>
              <p14:nvPr/>
            </p14:nvContentPartPr>
            <p14:xfrm>
              <a:off x="609594" y="928345"/>
              <a:ext cx="513360" cy="2718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73406D62-4036-446A-BD1F-3F0AAFC59AC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1954" y="910682"/>
                <a:ext cx="549000" cy="3074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39037550-34F3-4FBC-A4C4-ECA1E7D6C73A}"/>
                  </a:ext>
                </a:extLst>
              </p14:cNvPr>
              <p14:cNvContentPartPr/>
              <p14:nvPr/>
            </p14:nvContentPartPr>
            <p14:xfrm>
              <a:off x="2006394" y="1020145"/>
              <a:ext cx="321480" cy="2196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39037550-34F3-4FBC-A4C4-ECA1E7D6C73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88394" y="1002145"/>
                <a:ext cx="35712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FD5EF3F7-3F31-4D89-94F7-1F15098C85AC}"/>
                  </a:ext>
                </a:extLst>
              </p14:cNvPr>
              <p14:cNvContentPartPr/>
              <p14:nvPr/>
            </p14:nvContentPartPr>
            <p14:xfrm>
              <a:off x="2667354" y="841945"/>
              <a:ext cx="1345680" cy="83772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FD5EF3F7-3F31-4D89-94F7-1F15098C85A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649714" y="824297"/>
                <a:ext cx="1381320" cy="8733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CB2715AB-C9A5-41F0-B3F6-253DFDFEE878}"/>
                  </a:ext>
                </a:extLst>
              </p14:cNvPr>
              <p14:cNvContentPartPr/>
              <p14:nvPr/>
            </p14:nvContentPartPr>
            <p14:xfrm>
              <a:off x="8479554" y="1925545"/>
              <a:ext cx="846360" cy="8208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CB2715AB-C9A5-41F0-B3F6-253DFDFEE87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461914" y="1907905"/>
                <a:ext cx="88200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0D600675-63A0-4E10-A103-94F47DE769AB}"/>
                  </a:ext>
                </a:extLst>
              </p14:cNvPr>
              <p14:cNvContentPartPr/>
              <p14:nvPr/>
            </p14:nvContentPartPr>
            <p14:xfrm>
              <a:off x="4273314" y="745105"/>
              <a:ext cx="4866120" cy="111852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0D600675-63A0-4E10-A103-94F47DE769A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255314" y="727105"/>
                <a:ext cx="4901760" cy="11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BFC79576-0AE7-49EB-A57A-E6F10AB71C29}"/>
                  </a:ext>
                </a:extLst>
              </p14:cNvPr>
              <p14:cNvContentPartPr/>
              <p14:nvPr/>
            </p14:nvContentPartPr>
            <p14:xfrm>
              <a:off x="2023674" y="4451305"/>
              <a:ext cx="1293120" cy="50796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BFC79576-0AE7-49EB-A57A-E6F10AB71C2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005674" y="4433305"/>
                <a:ext cx="1328760" cy="54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6AE5A343-E70D-4B78-A1FA-20667526C1B3}"/>
                  </a:ext>
                </a:extLst>
              </p14:cNvPr>
              <p14:cNvContentPartPr/>
              <p14:nvPr/>
            </p14:nvContentPartPr>
            <p14:xfrm>
              <a:off x="4117794" y="4836505"/>
              <a:ext cx="902880" cy="23544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6AE5A343-E70D-4B78-A1FA-20667526C1B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099787" y="4818865"/>
                <a:ext cx="938534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27E2B213-02BF-4F94-96A3-7F03AB14D8F3}"/>
                  </a:ext>
                </a:extLst>
              </p14:cNvPr>
              <p14:cNvContentPartPr/>
              <p14:nvPr/>
            </p14:nvContentPartPr>
            <p14:xfrm>
              <a:off x="7740834" y="3755425"/>
              <a:ext cx="771480" cy="22068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27E2B213-02BF-4F94-96A3-7F03AB14D8F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722842" y="3737785"/>
                <a:ext cx="807103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AE985E3C-9A80-4499-B2D8-C32138D69BEF}"/>
                  </a:ext>
                </a:extLst>
              </p14:cNvPr>
              <p14:cNvContentPartPr/>
              <p14:nvPr/>
            </p14:nvContentPartPr>
            <p14:xfrm>
              <a:off x="5983674" y="3730225"/>
              <a:ext cx="1519560" cy="21492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AE985E3C-9A80-4499-B2D8-C32138D69BE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966034" y="3712225"/>
                <a:ext cx="155520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7D49D5ED-A429-471C-8C6E-253A7B766D1C}"/>
                  </a:ext>
                </a:extLst>
              </p14:cNvPr>
              <p14:cNvContentPartPr/>
              <p14:nvPr/>
            </p14:nvContentPartPr>
            <p14:xfrm>
              <a:off x="2024394" y="5929825"/>
              <a:ext cx="1518120" cy="2761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7D49D5ED-A429-471C-8C6E-253A7B766D1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006394" y="5911825"/>
                <a:ext cx="155376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CE11FE40-8CAF-48FD-B3D1-E794F4A29C7E}"/>
                  </a:ext>
                </a:extLst>
              </p14:cNvPr>
              <p14:cNvContentPartPr/>
              <p14:nvPr/>
            </p14:nvContentPartPr>
            <p14:xfrm>
              <a:off x="8171754" y="5654425"/>
              <a:ext cx="314280" cy="24408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CE11FE40-8CAF-48FD-B3D1-E794F4A29C7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153754" y="5636785"/>
                <a:ext cx="34992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20345EF5-EB12-4495-9947-8BA24364FF7F}"/>
                  </a:ext>
                </a:extLst>
              </p14:cNvPr>
              <p14:cNvContentPartPr/>
              <p14:nvPr/>
            </p14:nvContentPartPr>
            <p14:xfrm>
              <a:off x="8917314" y="5630665"/>
              <a:ext cx="1209960" cy="33660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20345EF5-EB12-4495-9947-8BA24364FF7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899314" y="5613006"/>
                <a:ext cx="1245600" cy="3722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2D7DD326-F846-4E02-A2E6-2B92D7A47827}"/>
                  </a:ext>
                </a:extLst>
              </p14:cNvPr>
              <p14:cNvContentPartPr/>
              <p14:nvPr/>
            </p14:nvContentPartPr>
            <p14:xfrm>
              <a:off x="7348794" y="5146105"/>
              <a:ext cx="20160" cy="828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2D7DD326-F846-4E02-A2E6-2B92D7A4782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330794" y="5128465"/>
                <a:ext cx="5580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F193B896-8140-45C3-8120-E07BFF2876A0}"/>
                  </a:ext>
                </a:extLst>
              </p14:cNvPr>
              <p14:cNvContentPartPr/>
              <p14:nvPr/>
            </p14:nvContentPartPr>
            <p14:xfrm>
              <a:off x="9067074" y="4906705"/>
              <a:ext cx="500400" cy="29412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F193B896-8140-45C3-8120-E07BFF2876A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049434" y="4889065"/>
                <a:ext cx="53604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29182158-47C1-4011-A946-9C6C174F510B}"/>
                  </a:ext>
                </a:extLst>
              </p14:cNvPr>
              <p14:cNvContentPartPr/>
              <p14:nvPr/>
            </p14:nvContentPartPr>
            <p14:xfrm>
              <a:off x="8333754" y="4904545"/>
              <a:ext cx="549360" cy="30852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29182158-47C1-4011-A946-9C6C174F510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315754" y="4886545"/>
                <a:ext cx="58500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7B5F9031-98EA-4160-B6BC-C28A2FC34B35}"/>
                  </a:ext>
                </a:extLst>
              </p14:cNvPr>
              <p14:cNvContentPartPr/>
              <p14:nvPr/>
            </p14:nvContentPartPr>
            <p14:xfrm>
              <a:off x="7584234" y="4948825"/>
              <a:ext cx="538560" cy="25236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7B5F9031-98EA-4160-B6BC-C28A2FC34B3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566594" y="4931185"/>
                <a:ext cx="5742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D99E25C5-7041-4DD1-BC5B-FA120D6B689F}"/>
                  </a:ext>
                </a:extLst>
              </p14:cNvPr>
              <p14:cNvContentPartPr/>
              <p14:nvPr/>
            </p14:nvContentPartPr>
            <p14:xfrm>
              <a:off x="6814554" y="4922545"/>
              <a:ext cx="412920" cy="44640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D99E25C5-7041-4DD1-BC5B-FA120D6B689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796899" y="4904545"/>
                <a:ext cx="448591" cy="48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978D630F-4555-4D83-8A45-AF85C6F70711}"/>
                  </a:ext>
                </a:extLst>
              </p14:cNvPr>
              <p14:cNvContentPartPr/>
              <p14:nvPr/>
            </p14:nvContentPartPr>
            <p14:xfrm>
              <a:off x="5774874" y="5602225"/>
              <a:ext cx="2028240" cy="52848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978D630F-4555-4D83-8A45-AF85C6F7071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757234" y="5584597"/>
                <a:ext cx="2063880" cy="564096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CasetăText 23">
            <a:extLst>
              <a:ext uri="{FF2B5EF4-FFF2-40B4-BE49-F238E27FC236}">
                <a16:creationId xmlns:a16="http://schemas.microsoft.com/office/drawing/2014/main" id="{A915C743-630E-40E0-87DB-4A1ED9E579FE}"/>
              </a:ext>
            </a:extLst>
          </p:cNvPr>
          <p:cNvSpPr txBox="1"/>
          <p:nvPr/>
        </p:nvSpPr>
        <p:spPr>
          <a:xfrm>
            <a:off x="335343" y="137196"/>
            <a:ext cx="557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Reproiectarea părții de selecție a condițiilor de test 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790610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3127DC06-F90B-4975-B8F8-915210293DB6}"/>
                  </a:ext>
                </a:extLst>
              </p14:cNvPr>
              <p14:cNvContentPartPr/>
              <p14:nvPr/>
            </p14:nvContentPartPr>
            <p14:xfrm>
              <a:off x="992274" y="3084745"/>
              <a:ext cx="350280" cy="3297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3127DC06-F90B-4975-B8F8-915210293D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4634" y="3066765"/>
                <a:ext cx="385920" cy="3653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ED577125-0709-444F-B04C-231410C77690}"/>
                  </a:ext>
                </a:extLst>
              </p14:cNvPr>
              <p14:cNvContentPartPr/>
              <p14:nvPr/>
            </p14:nvContentPartPr>
            <p14:xfrm>
              <a:off x="408354" y="3187345"/>
              <a:ext cx="433800" cy="24588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ED577125-0709-444F-B04C-231410C776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0714" y="3169345"/>
                <a:ext cx="46944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33813AD9-2EF8-4B52-8CAB-F7DFB88E1CB8}"/>
                  </a:ext>
                </a:extLst>
              </p14:cNvPr>
              <p14:cNvContentPartPr/>
              <p14:nvPr/>
            </p14:nvContentPartPr>
            <p14:xfrm>
              <a:off x="1164354" y="3578305"/>
              <a:ext cx="299880" cy="22896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33813AD9-2EF8-4B52-8CAB-F7DFB88E1C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46354" y="3560305"/>
                <a:ext cx="33552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DDB9A536-E5B7-4F49-BCE2-2966238B5B40}"/>
                  </a:ext>
                </a:extLst>
              </p14:cNvPr>
              <p14:cNvContentPartPr/>
              <p14:nvPr/>
            </p14:nvContentPartPr>
            <p14:xfrm>
              <a:off x="419874" y="3546985"/>
              <a:ext cx="642600" cy="33300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DDB9A536-E5B7-4F49-BCE2-2966238B5B4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1874" y="3529345"/>
                <a:ext cx="67824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2E78F992-8704-4746-B0D1-58199857E3D2}"/>
                  </a:ext>
                </a:extLst>
              </p14:cNvPr>
              <p14:cNvContentPartPr/>
              <p14:nvPr/>
            </p14:nvContentPartPr>
            <p14:xfrm>
              <a:off x="2141394" y="4629505"/>
              <a:ext cx="116640" cy="60840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2E78F992-8704-4746-B0D1-58199857E3D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23394" y="4611865"/>
                <a:ext cx="152280" cy="64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751CBDB8-5422-4283-BDD2-1566B7D065E4}"/>
                  </a:ext>
                </a:extLst>
              </p14:cNvPr>
              <p14:cNvContentPartPr/>
              <p14:nvPr/>
            </p14:nvContentPartPr>
            <p14:xfrm>
              <a:off x="477834" y="4061785"/>
              <a:ext cx="1473840" cy="118836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751CBDB8-5422-4283-BDD2-1566B7D065E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9834" y="4043785"/>
                <a:ext cx="1509480" cy="12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1ED10BCD-C0EA-4ACC-B817-62B60C9307D8}"/>
                  </a:ext>
                </a:extLst>
              </p14:cNvPr>
              <p14:cNvContentPartPr/>
              <p14:nvPr/>
            </p14:nvContentPartPr>
            <p14:xfrm>
              <a:off x="1650714" y="2766145"/>
              <a:ext cx="8009280" cy="77760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1ED10BCD-C0EA-4ACC-B817-62B60C9307D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32714" y="2748145"/>
                <a:ext cx="8044920" cy="81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83F882B6-707A-4733-B83A-B388AA066111}"/>
                  </a:ext>
                </a:extLst>
              </p14:cNvPr>
              <p14:cNvContentPartPr/>
              <p14:nvPr/>
            </p14:nvContentPartPr>
            <p14:xfrm>
              <a:off x="9500154" y="2973865"/>
              <a:ext cx="167040" cy="19476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83F882B6-707A-4733-B83A-B388AA06611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482514" y="2956225"/>
                <a:ext cx="20268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FD8EEED2-EBEA-4CC9-99C1-37C81F6744D0}"/>
                  </a:ext>
                </a:extLst>
              </p14:cNvPr>
              <p14:cNvContentPartPr/>
              <p14:nvPr/>
            </p14:nvContentPartPr>
            <p14:xfrm>
              <a:off x="11125914" y="2832025"/>
              <a:ext cx="721800" cy="34632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FD8EEED2-EBEA-4CC9-99C1-37C81F6744D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107914" y="2814025"/>
                <a:ext cx="75744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0341F92C-D32C-463E-8B87-64DE3B7DA482}"/>
                  </a:ext>
                </a:extLst>
              </p14:cNvPr>
              <p14:cNvContentPartPr/>
              <p14:nvPr/>
            </p14:nvContentPartPr>
            <p14:xfrm>
              <a:off x="10341834" y="2769025"/>
              <a:ext cx="522720" cy="47088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0341F92C-D32C-463E-8B87-64DE3B7DA48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324182" y="2751385"/>
                <a:ext cx="558385" cy="5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1623C870-0FC6-4B92-AB96-1364CC7777C9}"/>
                  </a:ext>
                </a:extLst>
              </p14:cNvPr>
              <p14:cNvContentPartPr/>
              <p14:nvPr/>
            </p14:nvContentPartPr>
            <p14:xfrm>
              <a:off x="7760634" y="2483545"/>
              <a:ext cx="1216800" cy="107748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1623C870-0FC6-4B92-AB96-1364CC7777C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742634" y="2447545"/>
                <a:ext cx="1252440" cy="11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AE60E3D2-81B5-48A0-BF18-016D5CEB42A9}"/>
                  </a:ext>
                </a:extLst>
              </p14:cNvPr>
              <p14:cNvContentPartPr/>
              <p14:nvPr/>
            </p14:nvContentPartPr>
            <p14:xfrm>
              <a:off x="8214954" y="2797465"/>
              <a:ext cx="342000" cy="26820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AE60E3D2-81B5-48A0-BF18-016D5CEB42A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196954" y="2761465"/>
                <a:ext cx="37764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5CFED0A8-A343-4037-ACD6-ECA8001AB54A}"/>
                  </a:ext>
                </a:extLst>
              </p14:cNvPr>
              <p14:cNvContentPartPr/>
              <p14:nvPr/>
            </p14:nvContentPartPr>
            <p14:xfrm>
              <a:off x="9263994" y="2895385"/>
              <a:ext cx="181080" cy="11412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5CFED0A8-A343-4037-ACD6-ECA8001AB54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246354" y="2859745"/>
                <a:ext cx="21672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E6146E96-3A53-4994-AC91-9EDAC6D7C4F8}"/>
                  </a:ext>
                </a:extLst>
              </p14:cNvPr>
              <p14:cNvContentPartPr/>
              <p14:nvPr/>
            </p14:nvContentPartPr>
            <p14:xfrm>
              <a:off x="6275994" y="2985025"/>
              <a:ext cx="235080" cy="15372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E6146E96-3A53-4994-AC91-9EDAC6D7C4F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258354" y="2949385"/>
                <a:ext cx="2707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11614B08-52DA-477C-9330-F73D42A88C5B}"/>
                  </a:ext>
                </a:extLst>
              </p14:cNvPr>
              <p14:cNvContentPartPr/>
              <p14:nvPr/>
            </p14:nvContentPartPr>
            <p14:xfrm>
              <a:off x="5058834" y="3049825"/>
              <a:ext cx="233640" cy="15588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11614B08-52DA-477C-9330-F73D42A88C5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041194" y="3013825"/>
                <a:ext cx="2692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550A315B-285D-415E-836B-19C21B874A2C}"/>
                  </a:ext>
                </a:extLst>
              </p14:cNvPr>
              <p14:cNvContentPartPr/>
              <p14:nvPr/>
            </p14:nvContentPartPr>
            <p14:xfrm>
              <a:off x="3537474" y="3094105"/>
              <a:ext cx="234000" cy="18360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550A315B-285D-415E-836B-19C21B874A2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519474" y="3058105"/>
                <a:ext cx="26964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3E13C8E7-4EBB-49E7-9247-0B367E83A1CC}"/>
                  </a:ext>
                </a:extLst>
              </p14:cNvPr>
              <p14:cNvContentPartPr/>
              <p14:nvPr/>
            </p14:nvContentPartPr>
            <p14:xfrm>
              <a:off x="2305554" y="3145225"/>
              <a:ext cx="268560" cy="20268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3E13C8E7-4EBB-49E7-9247-0B367E83A1C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287914" y="3109225"/>
                <a:ext cx="30420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80C26278-EE94-4B34-AA42-D4F5AFD25486}"/>
                  </a:ext>
                </a:extLst>
              </p14:cNvPr>
              <p14:cNvContentPartPr/>
              <p14:nvPr/>
            </p14:nvContentPartPr>
            <p14:xfrm>
              <a:off x="242754" y="588865"/>
              <a:ext cx="11421720" cy="147312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80C26278-EE94-4B34-AA42-D4F5AFD2548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24754" y="571225"/>
                <a:ext cx="11457360" cy="150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1AA109B0-8100-4AB1-B890-73DE0A4136E1}"/>
                  </a:ext>
                </a:extLst>
              </p14:cNvPr>
              <p14:cNvContentPartPr/>
              <p14:nvPr/>
            </p14:nvContentPartPr>
            <p14:xfrm>
              <a:off x="417354" y="2521345"/>
              <a:ext cx="940320" cy="29448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1AA109B0-8100-4AB1-B890-73DE0A4136E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99354" y="2503705"/>
                <a:ext cx="97596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2B9920C4-D394-40D2-9DFB-51688790CB74}"/>
                  </a:ext>
                </a:extLst>
              </p14:cNvPr>
              <p14:cNvContentPartPr/>
              <p14:nvPr/>
            </p14:nvContentPartPr>
            <p14:xfrm>
              <a:off x="523554" y="5424385"/>
              <a:ext cx="1945080" cy="123696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2B9920C4-D394-40D2-9DFB-51688790CB7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05557" y="5406385"/>
                <a:ext cx="1980713" cy="12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161095E1-7309-4594-8D16-B848680034C5}"/>
                  </a:ext>
                </a:extLst>
              </p14:cNvPr>
              <p14:cNvContentPartPr/>
              <p14:nvPr/>
            </p14:nvContentPartPr>
            <p14:xfrm>
              <a:off x="2126634" y="3743905"/>
              <a:ext cx="7767360" cy="80856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161095E1-7309-4594-8D16-B848680034C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108994" y="3726265"/>
                <a:ext cx="7803000" cy="84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B3D97DB7-3020-445A-B60A-0E7DDCD7E261}"/>
                  </a:ext>
                </a:extLst>
              </p14:cNvPr>
              <p14:cNvContentPartPr/>
              <p14:nvPr/>
            </p14:nvContentPartPr>
            <p14:xfrm>
              <a:off x="8460474" y="3895105"/>
              <a:ext cx="258480" cy="24120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B3D97DB7-3020-445A-B60A-0E7DDCD7E26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442474" y="3859105"/>
                <a:ext cx="29412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A4FB57F2-312D-4423-A0BA-32D31E3B238C}"/>
                  </a:ext>
                </a:extLst>
              </p14:cNvPr>
              <p14:cNvContentPartPr/>
              <p14:nvPr/>
            </p14:nvContentPartPr>
            <p14:xfrm>
              <a:off x="7844154" y="1367545"/>
              <a:ext cx="543960" cy="22788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A4FB57F2-312D-4423-A0BA-32D31E3B238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826154" y="1331545"/>
                <a:ext cx="57960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00D27A4E-5534-4F02-9966-243F5D7C213F}"/>
                  </a:ext>
                </a:extLst>
              </p14:cNvPr>
              <p14:cNvContentPartPr/>
              <p14:nvPr/>
            </p14:nvContentPartPr>
            <p14:xfrm>
              <a:off x="3763194" y="4995265"/>
              <a:ext cx="342360" cy="26100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00D27A4E-5534-4F02-9966-243F5D7C213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745194" y="4977265"/>
                <a:ext cx="37800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09" name="Cerneală 208">
                <a:extLst>
                  <a:ext uri="{FF2B5EF4-FFF2-40B4-BE49-F238E27FC236}">
                    <a16:creationId xmlns:a16="http://schemas.microsoft.com/office/drawing/2014/main" id="{4B268BB1-5670-49AE-BBB3-CB378E3A893A}"/>
                  </a:ext>
                </a:extLst>
              </p14:cNvPr>
              <p14:cNvContentPartPr/>
              <p14:nvPr/>
            </p14:nvContentPartPr>
            <p14:xfrm>
              <a:off x="10457394" y="4649305"/>
              <a:ext cx="896760" cy="420840"/>
            </p14:xfrm>
          </p:contentPart>
        </mc:Choice>
        <mc:Fallback xmlns="">
          <p:pic>
            <p:nvPicPr>
              <p:cNvPr id="209" name="Cerneală 208">
                <a:extLst>
                  <a:ext uri="{FF2B5EF4-FFF2-40B4-BE49-F238E27FC236}">
                    <a16:creationId xmlns:a16="http://schemas.microsoft.com/office/drawing/2014/main" id="{4B268BB1-5670-49AE-BBB3-CB378E3A893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439387" y="4631665"/>
                <a:ext cx="932414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10" name="Cerneală 209">
                <a:extLst>
                  <a:ext uri="{FF2B5EF4-FFF2-40B4-BE49-F238E27FC236}">
                    <a16:creationId xmlns:a16="http://schemas.microsoft.com/office/drawing/2014/main" id="{BA59FE63-BC88-47F9-AA02-C9AD502217AA}"/>
                  </a:ext>
                </a:extLst>
              </p14:cNvPr>
              <p14:cNvContentPartPr/>
              <p14:nvPr/>
            </p14:nvContentPartPr>
            <p14:xfrm>
              <a:off x="9124314" y="4646065"/>
              <a:ext cx="780480" cy="399240"/>
            </p14:xfrm>
          </p:contentPart>
        </mc:Choice>
        <mc:Fallback xmlns="">
          <p:pic>
            <p:nvPicPr>
              <p:cNvPr id="210" name="Cerneală 209">
                <a:extLst>
                  <a:ext uri="{FF2B5EF4-FFF2-40B4-BE49-F238E27FC236}">
                    <a16:creationId xmlns:a16="http://schemas.microsoft.com/office/drawing/2014/main" id="{BA59FE63-BC88-47F9-AA02-C9AD502217A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106674" y="4628425"/>
                <a:ext cx="81612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BA2E4040-5D8B-4560-8BC9-CCFD825F9EBD}"/>
                  </a:ext>
                </a:extLst>
              </p14:cNvPr>
              <p14:cNvContentPartPr/>
              <p14:nvPr/>
            </p14:nvContentPartPr>
            <p14:xfrm>
              <a:off x="7311354" y="4724185"/>
              <a:ext cx="1342080" cy="390960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BA2E4040-5D8B-4560-8BC9-CCFD825F9EB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293709" y="4706185"/>
                <a:ext cx="1377730" cy="42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28" name="Cerneală 227">
                <a:extLst>
                  <a:ext uri="{FF2B5EF4-FFF2-40B4-BE49-F238E27FC236}">
                    <a16:creationId xmlns:a16="http://schemas.microsoft.com/office/drawing/2014/main" id="{DEDE13A0-F21A-4BAE-8070-DD693F96B55C}"/>
                  </a:ext>
                </a:extLst>
              </p14:cNvPr>
              <p14:cNvContentPartPr/>
              <p14:nvPr/>
            </p14:nvContentPartPr>
            <p14:xfrm>
              <a:off x="8657754" y="5409265"/>
              <a:ext cx="384480" cy="272160"/>
            </p14:xfrm>
          </p:contentPart>
        </mc:Choice>
        <mc:Fallback xmlns="">
          <p:pic>
            <p:nvPicPr>
              <p:cNvPr id="228" name="Cerneală 227">
                <a:extLst>
                  <a:ext uri="{FF2B5EF4-FFF2-40B4-BE49-F238E27FC236}">
                    <a16:creationId xmlns:a16="http://schemas.microsoft.com/office/drawing/2014/main" id="{DEDE13A0-F21A-4BAE-8070-DD693F96B55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639771" y="5391265"/>
                <a:ext cx="420087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29" name="Cerneală 228">
                <a:extLst>
                  <a:ext uri="{FF2B5EF4-FFF2-40B4-BE49-F238E27FC236}">
                    <a16:creationId xmlns:a16="http://schemas.microsoft.com/office/drawing/2014/main" id="{3F893BC4-7705-40E5-A44F-799FD0F49988}"/>
                  </a:ext>
                </a:extLst>
              </p14:cNvPr>
              <p14:cNvContentPartPr/>
              <p14:nvPr/>
            </p14:nvContentPartPr>
            <p14:xfrm>
              <a:off x="7911834" y="5364625"/>
              <a:ext cx="205200" cy="259560"/>
            </p14:xfrm>
          </p:contentPart>
        </mc:Choice>
        <mc:Fallback xmlns="">
          <p:pic>
            <p:nvPicPr>
              <p:cNvPr id="229" name="Cerneală 228">
                <a:extLst>
                  <a:ext uri="{FF2B5EF4-FFF2-40B4-BE49-F238E27FC236}">
                    <a16:creationId xmlns:a16="http://schemas.microsoft.com/office/drawing/2014/main" id="{3F893BC4-7705-40E5-A44F-799FD0F4998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893834" y="5346625"/>
                <a:ext cx="24084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30" name="Cerneală 229">
                <a:extLst>
                  <a:ext uri="{FF2B5EF4-FFF2-40B4-BE49-F238E27FC236}">
                    <a16:creationId xmlns:a16="http://schemas.microsoft.com/office/drawing/2014/main" id="{65925A6E-7B09-4160-BD25-11C58FABAD68}"/>
                  </a:ext>
                </a:extLst>
              </p14:cNvPr>
              <p14:cNvContentPartPr/>
              <p14:nvPr/>
            </p14:nvContentPartPr>
            <p14:xfrm>
              <a:off x="7594314" y="5490625"/>
              <a:ext cx="182880" cy="87120"/>
            </p14:xfrm>
          </p:contentPart>
        </mc:Choice>
        <mc:Fallback xmlns="">
          <p:pic>
            <p:nvPicPr>
              <p:cNvPr id="230" name="Cerneală 229">
                <a:extLst>
                  <a:ext uri="{FF2B5EF4-FFF2-40B4-BE49-F238E27FC236}">
                    <a16:creationId xmlns:a16="http://schemas.microsoft.com/office/drawing/2014/main" id="{65925A6E-7B09-4160-BD25-11C58FABAD6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576349" y="5472699"/>
                <a:ext cx="218450" cy="1226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31" name="Cerneală 230">
                <a:extLst>
                  <a:ext uri="{FF2B5EF4-FFF2-40B4-BE49-F238E27FC236}">
                    <a16:creationId xmlns:a16="http://schemas.microsoft.com/office/drawing/2014/main" id="{3D2498D7-8300-464F-90FE-04D5A7B08B72}"/>
                  </a:ext>
                </a:extLst>
              </p14:cNvPr>
              <p14:cNvContentPartPr/>
              <p14:nvPr/>
            </p14:nvContentPartPr>
            <p14:xfrm>
              <a:off x="7136754" y="5479105"/>
              <a:ext cx="324720" cy="185760"/>
            </p14:xfrm>
          </p:contentPart>
        </mc:Choice>
        <mc:Fallback xmlns="">
          <p:pic>
            <p:nvPicPr>
              <p:cNvPr id="231" name="Cerneală 230">
                <a:extLst>
                  <a:ext uri="{FF2B5EF4-FFF2-40B4-BE49-F238E27FC236}">
                    <a16:creationId xmlns:a16="http://schemas.microsoft.com/office/drawing/2014/main" id="{3D2498D7-8300-464F-90FE-04D5A7B08B7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119114" y="5461105"/>
                <a:ext cx="3603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32" name="Cerneală 231">
                <a:extLst>
                  <a:ext uri="{FF2B5EF4-FFF2-40B4-BE49-F238E27FC236}">
                    <a16:creationId xmlns:a16="http://schemas.microsoft.com/office/drawing/2014/main" id="{9CD589C0-4A11-4E7C-BEFD-DC63EDCB600B}"/>
                  </a:ext>
                </a:extLst>
              </p14:cNvPr>
              <p14:cNvContentPartPr/>
              <p14:nvPr/>
            </p14:nvContentPartPr>
            <p14:xfrm>
              <a:off x="4418394" y="4668025"/>
              <a:ext cx="2517840" cy="1044000"/>
            </p14:xfrm>
          </p:contentPart>
        </mc:Choice>
        <mc:Fallback xmlns="">
          <p:pic>
            <p:nvPicPr>
              <p:cNvPr id="232" name="Cerneală 231">
                <a:extLst>
                  <a:ext uri="{FF2B5EF4-FFF2-40B4-BE49-F238E27FC236}">
                    <a16:creationId xmlns:a16="http://schemas.microsoft.com/office/drawing/2014/main" id="{9CD589C0-4A11-4E7C-BEFD-DC63EDCB600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400754" y="4650025"/>
                <a:ext cx="2553480" cy="10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69" name="Cerneală 268">
                <a:extLst>
                  <a:ext uri="{FF2B5EF4-FFF2-40B4-BE49-F238E27FC236}">
                    <a16:creationId xmlns:a16="http://schemas.microsoft.com/office/drawing/2014/main" id="{26FBA10A-1ECB-4579-BBDB-F8A7B4B34768}"/>
                  </a:ext>
                </a:extLst>
              </p14:cNvPr>
              <p14:cNvContentPartPr/>
              <p14:nvPr/>
            </p14:nvContentPartPr>
            <p14:xfrm>
              <a:off x="8031354" y="6308545"/>
              <a:ext cx="147240" cy="133560"/>
            </p14:xfrm>
          </p:contentPart>
        </mc:Choice>
        <mc:Fallback xmlns="">
          <p:pic>
            <p:nvPicPr>
              <p:cNvPr id="269" name="Cerneală 268">
                <a:extLst>
                  <a:ext uri="{FF2B5EF4-FFF2-40B4-BE49-F238E27FC236}">
                    <a16:creationId xmlns:a16="http://schemas.microsoft.com/office/drawing/2014/main" id="{26FBA10A-1ECB-4579-BBDB-F8A7B4B3476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013714" y="6290545"/>
                <a:ext cx="18288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81" name="Cerneală 280">
                <a:extLst>
                  <a:ext uri="{FF2B5EF4-FFF2-40B4-BE49-F238E27FC236}">
                    <a16:creationId xmlns:a16="http://schemas.microsoft.com/office/drawing/2014/main" id="{24D2F0F9-2FD3-4706-B00D-19B418112460}"/>
                  </a:ext>
                </a:extLst>
              </p14:cNvPr>
              <p14:cNvContentPartPr/>
              <p14:nvPr/>
            </p14:nvContentPartPr>
            <p14:xfrm>
              <a:off x="9211434" y="5205145"/>
              <a:ext cx="2910600" cy="1437120"/>
            </p14:xfrm>
          </p:contentPart>
        </mc:Choice>
        <mc:Fallback xmlns="">
          <p:pic>
            <p:nvPicPr>
              <p:cNvPr id="281" name="Cerneală 280">
                <a:extLst>
                  <a:ext uri="{FF2B5EF4-FFF2-40B4-BE49-F238E27FC236}">
                    <a16:creationId xmlns:a16="http://schemas.microsoft.com/office/drawing/2014/main" id="{24D2F0F9-2FD3-4706-B00D-19B41811246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193792" y="5187505"/>
                <a:ext cx="2946244" cy="147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82" name="Cerneală 281">
                <a:extLst>
                  <a:ext uri="{FF2B5EF4-FFF2-40B4-BE49-F238E27FC236}">
                    <a16:creationId xmlns:a16="http://schemas.microsoft.com/office/drawing/2014/main" id="{72174A85-0FE6-4A24-B6F1-BC5A6E4BD2B5}"/>
                  </a:ext>
                </a:extLst>
              </p14:cNvPr>
              <p14:cNvContentPartPr/>
              <p14:nvPr/>
            </p14:nvContentPartPr>
            <p14:xfrm>
              <a:off x="8551554" y="6275425"/>
              <a:ext cx="343080" cy="185400"/>
            </p14:xfrm>
          </p:contentPart>
        </mc:Choice>
        <mc:Fallback xmlns="">
          <p:pic>
            <p:nvPicPr>
              <p:cNvPr id="282" name="Cerneală 281">
                <a:extLst>
                  <a:ext uri="{FF2B5EF4-FFF2-40B4-BE49-F238E27FC236}">
                    <a16:creationId xmlns:a16="http://schemas.microsoft.com/office/drawing/2014/main" id="{72174A85-0FE6-4A24-B6F1-BC5A6E4BD2B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533914" y="6257425"/>
                <a:ext cx="37872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83" name="Cerneală 282">
                <a:extLst>
                  <a:ext uri="{FF2B5EF4-FFF2-40B4-BE49-F238E27FC236}">
                    <a16:creationId xmlns:a16="http://schemas.microsoft.com/office/drawing/2014/main" id="{B027E400-C689-4790-80D6-A5FDE5D4929E}"/>
                  </a:ext>
                </a:extLst>
              </p14:cNvPr>
              <p14:cNvContentPartPr/>
              <p14:nvPr/>
            </p14:nvContentPartPr>
            <p14:xfrm>
              <a:off x="6167994" y="6140065"/>
              <a:ext cx="1701000" cy="338760"/>
            </p14:xfrm>
          </p:contentPart>
        </mc:Choice>
        <mc:Fallback xmlns="">
          <p:pic>
            <p:nvPicPr>
              <p:cNvPr id="283" name="Cerneală 282">
                <a:extLst>
                  <a:ext uri="{FF2B5EF4-FFF2-40B4-BE49-F238E27FC236}">
                    <a16:creationId xmlns:a16="http://schemas.microsoft.com/office/drawing/2014/main" id="{B027E400-C689-4790-80D6-A5FDE5D4929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149998" y="6122425"/>
                <a:ext cx="1736632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84" name="Cerneală 283">
                <a:extLst>
                  <a:ext uri="{FF2B5EF4-FFF2-40B4-BE49-F238E27FC236}">
                    <a16:creationId xmlns:a16="http://schemas.microsoft.com/office/drawing/2014/main" id="{DD25D9DD-3EF7-4B6A-ABBD-7E2837DA20BC}"/>
                  </a:ext>
                </a:extLst>
              </p14:cNvPr>
              <p14:cNvContentPartPr/>
              <p14:nvPr/>
            </p14:nvContentPartPr>
            <p14:xfrm>
              <a:off x="4841034" y="6306385"/>
              <a:ext cx="713880" cy="272880"/>
            </p14:xfrm>
          </p:contentPart>
        </mc:Choice>
        <mc:Fallback xmlns="">
          <p:pic>
            <p:nvPicPr>
              <p:cNvPr id="284" name="Cerneală 283">
                <a:extLst>
                  <a:ext uri="{FF2B5EF4-FFF2-40B4-BE49-F238E27FC236}">
                    <a16:creationId xmlns:a16="http://schemas.microsoft.com/office/drawing/2014/main" id="{DD25D9DD-3EF7-4B6A-ABBD-7E2837DA20B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823385" y="6288745"/>
                <a:ext cx="749538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85" name="Cerneală 284">
                <a:extLst>
                  <a:ext uri="{FF2B5EF4-FFF2-40B4-BE49-F238E27FC236}">
                    <a16:creationId xmlns:a16="http://schemas.microsoft.com/office/drawing/2014/main" id="{2E8D8934-460E-4A79-A66E-14940796AAA6}"/>
                  </a:ext>
                </a:extLst>
              </p14:cNvPr>
              <p14:cNvContentPartPr/>
              <p14:nvPr/>
            </p14:nvContentPartPr>
            <p14:xfrm>
              <a:off x="5713314" y="2507305"/>
              <a:ext cx="2059200" cy="91800"/>
            </p14:xfrm>
          </p:contentPart>
        </mc:Choice>
        <mc:Fallback xmlns="">
          <p:pic>
            <p:nvPicPr>
              <p:cNvPr id="285" name="Cerneală 284">
                <a:extLst>
                  <a:ext uri="{FF2B5EF4-FFF2-40B4-BE49-F238E27FC236}">
                    <a16:creationId xmlns:a16="http://schemas.microsoft.com/office/drawing/2014/main" id="{2E8D8934-460E-4A79-A66E-14940796AAA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695314" y="2471305"/>
                <a:ext cx="209484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86" name="Cerneală 285">
                <a:extLst>
                  <a:ext uri="{FF2B5EF4-FFF2-40B4-BE49-F238E27FC236}">
                    <a16:creationId xmlns:a16="http://schemas.microsoft.com/office/drawing/2014/main" id="{8377E06E-815B-4A66-8295-7967A3D2B7B3}"/>
                  </a:ext>
                </a:extLst>
              </p14:cNvPr>
              <p14:cNvContentPartPr/>
              <p14:nvPr/>
            </p14:nvContentPartPr>
            <p14:xfrm>
              <a:off x="5616114" y="2502625"/>
              <a:ext cx="345960" cy="233640"/>
            </p14:xfrm>
          </p:contentPart>
        </mc:Choice>
        <mc:Fallback xmlns="">
          <p:pic>
            <p:nvPicPr>
              <p:cNvPr id="286" name="Cerneală 285">
                <a:extLst>
                  <a:ext uri="{FF2B5EF4-FFF2-40B4-BE49-F238E27FC236}">
                    <a16:creationId xmlns:a16="http://schemas.microsoft.com/office/drawing/2014/main" id="{8377E06E-815B-4A66-8295-7967A3D2B7B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598114" y="2466625"/>
                <a:ext cx="38160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87" name="Cerneală 286">
                <a:extLst>
                  <a:ext uri="{FF2B5EF4-FFF2-40B4-BE49-F238E27FC236}">
                    <a16:creationId xmlns:a16="http://schemas.microsoft.com/office/drawing/2014/main" id="{5A017C9B-158E-40B2-983F-DB3B1BDFB109}"/>
                  </a:ext>
                </a:extLst>
              </p14:cNvPr>
              <p14:cNvContentPartPr/>
              <p14:nvPr/>
            </p14:nvContentPartPr>
            <p14:xfrm>
              <a:off x="9218994" y="2378065"/>
              <a:ext cx="545760" cy="20880"/>
            </p14:xfrm>
          </p:contentPart>
        </mc:Choice>
        <mc:Fallback xmlns="">
          <p:pic>
            <p:nvPicPr>
              <p:cNvPr id="287" name="Cerneală 286">
                <a:extLst>
                  <a:ext uri="{FF2B5EF4-FFF2-40B4-BE49-F238E27FC236}">
                    <a16:creationId xmlns:a16="http://schemas.microsoft.com/office/drawing/2014/main" id="{5A017C9B-158E-40B2-983F-DB3B1BDFB10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201354" y="2342425"/>
                <a:ext cx="58140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88" name="Cerneală 287">
                <a:extLst>
                  <a:ext uri="{FF2B5EF4-FFF2-40B4-BE49-F238E27FC236}">
                    <a16:creationId xmlns:a16="http://schemas.microsoft.com/office/drawing/2014/main" id="{ABB0E447-01D4-48AB-A6C3-6FE8F3560D23}"/>
                  </a:ext>
                </a:extLst>
              </p14:cNvPr>
              <p14:cNvContentPartPr/>
              <p14:nvPr/>
            </p14:nvContentPartPr>
            <p14:xfrm>
              <a:off x="9613914" y="2242345"/>
              <a:ext cx="270720" cy="257040"/>
            </p14:xfrm>
          </p:contentPart>
        </mc:Choice>
        <mc:Fallback xmlns="">
          <p:pic>
            <p:nvPicPr>
              <p:cNvPr id="288" name="Cerneală 287">
                <a:extLst>
                  <a:ext uri="{FF2B5EF4-FFF2-40B4-BE49-F238E27FC236}">
                    <a16:creationId xmlns:a16="http://schemas.microsoft.com/office/drawing/2014/main" id="{ABB0E447-01D4-48AB-A6C3-6FE8F3560D2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596274" y="2206345"/>
                <a:ext cx="30636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89" name="Cerneală 288">
                <a:extLst>
                  <a:ext uri="{FF2B5EF4-FFF2-40B4-BE49-F238E27FC236}">
                    <a16:creationId xmlns:a16="http://schemas.microsoft.com/office/drawing/2014/main" id="{3E8E37C0-DC2E-45CC-BC0E-02013303F2A2}"/>
                  </a:ext>
                </a:extLst>
              </p14:cNvPr>
              <p14:cNvContentPartPr/>
              <p14:nvPr/>
            </p14:nvContentPartPr>
            <p14:xfrm>
              <a:off x="9074634" y="2410825"/>
              <a:ext cx="212040" cy="9000"/>
            </p14:xfrm>
          </p:contentPart>
        </mc:Choice>
        <mc:Fallback xmlns="">
          <p:pic>
            <p:nvPicPr>
              <p:cNvPr id="289" name="Cerneală 288">
                <a:extLst>
                  <a:ext uri="{FF2B5EF4-FFF2-40B4-BE49-F238E27FC236}">
                    <a16:creationId xmlns:a16="http://schemas.microsoft.com/office/drawing/2014/main" id="{3E8E37C0-DC2E-45CC-BC0E-02013303F2A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056994" y="2375185"/>
                <a:ext cx="24768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90" name="Cerneală 289">
                <a:extLst>
                  <a:ext uri="{FF2B5EF4-FFF2-40B4-BE49-F238E27FC236}">
                    <a16:creationId xmlns:a16="http://schemas.microsoft.com/office/drawing/2014/main" id="{8A28FA78-44BD-4F16-97C5-7B4FC24DBBC0}"/>
                  </a:ext>
                </a:extLst>
              </p14:cNvPr>
              <p14:cNvContentPartPr/>
              <p14:nvPr/>
            </p14:nvContentPartPr>
            <p14:xfrm>
              <a:off x="7729674" y="2502265"/>
              <a:ext cx="28080" cy="4680"/>
            </p14:xfrm>
          </p:contentPart>
        </mc:Choice>
        <mc:Fallback xmlns="">
          <p:pic>
            <p:nvPicPr>
              <p:cNvPr id="290" name="Cerneală 289">
                <a:extLst>
                  <a:ext uri="{FF2B5EF4-FFF2-40B4-BE49-F238E27FC236}">
                    <a16:creationId xmlns:a16="http://schemas.microsoft.com/office/drawing/2014/main" id="{8A28FA78-44BD-4F16-97C5-7B4FC24DBBC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712034" y="2466625"/>
                <a:ext cx="63720" cy="7632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CasetăText 44">
            <a:extLst>
              <a:ext uri="{FF2B5EF4-FFF2-40B4-BE49-F238E27FC236}">
                <a16:creationId xmlns:a16="http://schemas.microsoft.com/office/drawing/2014/main" id="{F3053C97-F6ED-45EA-A04F-F1F105117484}"/>
              </a:ext>
            </a:extLst>
          </p:cNvPr>
          <p:cNvSpPr txBox="1"/>
          <p:nvPr/>
        </p:nvSpPr>
        <p:spPr>
          <a:xfrm>
            <a:off x="335343" y="137196"/>
            <a:ext cx="557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Reproiectarea părții de selecție a condițiilor de test 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640758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ine 5">
            <a:extLst>
              <a:ext uri="{FF2B5EF4-FFF2-40B4-BE49-F238E27FC236}">
                <a16:creationId xmlns:a16="http://schemas.microsoft.com/office/drawing/2014/main" id="{F1917554-6C8B-4C5E-A0FE-765ED6FE3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777269"/>
            <a:ext cx="10998919" cy="5303462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083A90C5-3906-48EC-AA70-C1AAEB6CD6C3}"/>
              </a:ext>
            </a:extLst>
          </p:cNvPr>
          <p:cNvSpPr txBox="1"/>
          <p:nvPr/>
        </p:nvSpPr>
        <p:spPr>
          <a:xfrm>
            <a:off x="335343" y="137196"/>
            <a:ext cx="557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Reproiectarea părții de selecție a condițiilor de test 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668212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ine 5">
            <a:extLst>
              <a:ext uri="{FF2B5EF4-FFF2-40B4-BE49-F238E27FC236}">
                <a16:creationId xmlns:a16="http://schemas.microsoft.com/office/drawing/2014/main" id="{972B1CC4-3649-4140-8272-E2AF660D4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868708"/>
            <a:ext cx="3850206" cy="576065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A09A31CF-B0F4-461A-A5E2-9EC6C7CF7755}"/>
                  </a:ext>
                </a:extLst>
              </p14:cNvPr>
              <p14:cNvContentPartPr/>
              <p14:nvPr/>
            </p14:nvContentPartPr>
            <p14:xfrm>
              <a:off x="3430914" y="1068745"/>
              <a:ext cx="1409760" cy="5724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A09A31CF-B0F4-461A-A5E2-9EC6C7CF77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13274" y="1033105"/>
                <a:ext cx="144540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1ACC7C04-E887-47DD-8B9F-BD0AC13C0729}"/>
                  </a:ext>
                </a:extLst>
              </p14:cNvPr>
              <p14:cNvContentPartPr/>
              <p14:nvPr/>
            </p14:nvContentPartPr>
            <p14:xfrm>
              <a:off x="3426234" y="915385"/>
              <a:ext cx="267120" cy="29196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1ACC7C04-E887-47DD-8B9F-BD0AC13C072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08234" y="879385"/>
                <a:ext cx="30276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25299F04-3476-4D4C-9540-F27F06CDA853}"/>
                  </a:ext>
                </a:extLst>
              </p14:cNvPr>
              <p14:cNvContentPartPr/>
              <p14:nvPr/>
            </p14:nvContentPartPr>
            <p14:xfrm>
              <a:off x="5187714" y="918265"/>
              <a:ext cx="429480" cy="22860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25299F04-3476-4D4C-9540-F27F06CDA85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70074" y="882265"/>
                <a:ext cx="46512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B65D4307-113A-4870-A723-2203B3716616}"/>
                  </a:ext>
                </a:extLst>
              </p14:cNvPr>
              <p14:cNvContentPartPr/>
              <p14:nvPr/>
            </p14:nvContentPartPr>
            <p14:xfrm>
              <a:off x="5662194" y="699745"/>
              <a:ext cx="656280" cy="4273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B65D4307-113A-4870-A723-2203B371661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44194" y="664105"/>
                <a:ext cx="691920" cy="49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AF1076C7-AE6B-4C48-90BA-1B9205186A2B}"/>
                  </a:ext>
                </a:extLst>
              </p14:cNvPr>
              <p14:cNvContentPartPr/>
              <p14:nvPr/>
            </p14:nvContentPartPr>
            <p14:xfrm>
              <a:off x="6248634" y="809905"/>
              <a:ext cx="32040" cy="126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AF1076C7-AE6B-4C48-90BA-1B9205186A2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30634" y="774265"/>
                <a:ext cx="6768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366AFB32-9CC8-41AF-90DC-494911331144}"/>
                  </a:ext>
                </a:extLst>
              </p14:cNvPr>
              <p14:cNvContentPartPr/>
              <p14:nvPr/>
            </p14:nvContentPartPr>
            <p14:xfrm>
              <a:off x="6402354" y="863905"/>
              <a:ext cx="1410480" cy="7246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366AFB32-9CC8-41AF-90DC-49491133114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384714" y="827905"/>
                <a:ext cx="1446120" cy="79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752B6D17-A06C-4A7D-A15D-EA92014BAB60}"/>
                  </a:ext>
                </a:extLst>
              </p14:cNvPr>
              <p14:cNvContentPartPr/>
              <p14:nvPr/>
            </p14:nvContentPartPr>
            <p14:xfrm>
              <a:off x="7659114" y="772465"/>
              <a:ext cx="195120" cy="684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752B6D17-A06C-4A7D-A15D-EA92014BAB6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641114" y="736825"/>
                <a:ext cx="23076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341D8D52-CC9A-4693-A110-97929BFDE902}"/>
                  </a:ext>
                </a:extLst>
              </p14:cNvPr>
              <p14:cNvContentPartPr/>
              <p14:nvPr/>
            </p14:nvContentPartPr>
            <p14:xfrm>
              <a:off x="7892394" y="1048585"/>
              <a:ext cx="150120" cy="1242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341D8D52-CC9A-4693-A110-97929BFDE90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874754" y="1012945"/>
                <a:ext cx="18576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1339BC99-0594-49EA-96D7-49D714F82A26}"/>
                  </a:ext>
                </a:extLst>
              </p14:cNvPr>
              <p14:cNvContentPartPr/>
              <p14:nvPr/>
            </p14:nvContentPartPr>
            <p14:xfrm>
              <a:off x="8716074" y="746545"/>
              <a:ext cx="302760" cy="3942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1339BC99-0594-49EA-96D7-49D714F82A2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98074" y="710905"/>
                <a:ext cx="33840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48C8056A-8926-4786-B302-16C308638548}"/>
                  </a:ext>
                </a:extLst>
              </p14:cNvPr>
              <p14:cNvContentPartPr/>
              <p14:nvPr/>
            </p14:nvContentPartPr>
            <p14:xfrm>
              <a:off x="9161034" y="777865"/>
              <a:ext cx="625320" cy="31644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48C8056A-8926-4786-B302-16C30863854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143394" y="742225"/>
                <a:ext cx="66096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2D96B5C6-C3B9-4032-9643-F426179E7D0E}"/>
                  </a:ext>
                </a:extLst>
              </p14:cNvPr>
              <p14:cNvContentPartPr/>
              <p14:nvPr/>
            </p14:nvContentPartPr>
            <p14:xfrm>
              <a:off x="9666114" y="698305"/>
              <a:ext cx="393120" cy="331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2D96B5C6-C3B9-4032-9643-F426179E7D0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648114" y="662665"/>
                <a:ext cx="42876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1440D8F5-9F02-439A-A495-E6C7AB7F5A91}"/>
                  </a:ext>
                </a:extLst>
              </p14:cNvPr>
              <p14:cNvContentPartPr/>
              <p14:nvPr/>
            </p14:nvContentPartPr>
            <p14:xfrm>
              <a:off x="3734394" y="5522665"/>
              <a:ext cx="709560" cy="2430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1440D8F5-9F02-439A-A495-E6C7AB7F5A9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716394" y="5487025"/>
                <a:ext cx="74520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58588299-986F-41F9-8122-3697F78E8200}"/>
                  </a:ext>
                </a:extLst>
              </p14:cNvPr>
              <p14:cNvContentPartPr/>
              <p14:nvPr/>
            </p14:nvContentPartPr>
            <p14:xfrm>
              <a:off x="3761394" y="5584585"/>
              <a:ext cx="263520" cy="2181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58588299-986F-41F9-8122-3697F78E820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743754" y="5548585"/>
                <a:ext cx="29916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B96B6725-5A42-4EED-A3BE-27AB16EF3409}"/>
                  </a:ext>
                </a:extLst>
              </p14:cNvPr>
              <p14:cNvContentPartPr/>
              <p14:nvPr/>
            </p14:nvContentPartPr>
            <p14:xfrm>
              <a:off x="4724034" y="5384425"/>
              <a:ext cx="1170000" cy="24228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B96B6725-5A42-4EED-A3BE-27AB16EF340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706394" y="5348785"/>
                <a:ext cx="120564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62FB64C1-E062-46AD-A959-A7E6A2722624}"/>
                  </a:ext>
                </a:extLst>
              </p14:cNvPr>
              <p14:cNvContentPartPr/>
              <p14:nvPr/>
            </p14:nvContentPartPr>
            <p14:xfrm>
              <a:off x="5899074" y="5087065"/>
              <a:ext cx="1166760" cy="48348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62FB64C1-E062-46AD-A959-A7E6A272262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881434" y="5051065"/>
                <a:ext cx="1202400" cy="55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12F2F208-977C-4BBA-878C-814EE2748A03}"/>
                  </a:ext>
                </a:extLst>
              </p14:cNvPr>
              <p14:cNvContentPartPr/>
              <p14:nvPr/>
            </p14:nvContentPartPr>
            <p14:xfrm>
              <a:off x="6956394" y="5168785"/>
              <a:ext cx="70200" cy="8064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12F2F208-977C-4BBA-878C-814EE2748A0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938754" y="5132785"/>
                <a:ext cx="1058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CCD651EF-C862-4965-BCE2-CDB43F92B808}"/>
                  </a:ext>
                </a:extLst>
              </p14:cNvPr>
              <p14:cNvContentPartPr/>
              <p14:nvPr/>
            </p14:nvContentPartPr>
            <p14:xfrm>
              <a:off x="7098234" y="5462185"/>
              <a:ext cx="177480" cy="7380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CCD651EF-C862-4965-BCE2-CDB43F92B80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080594" y="5426545"/>
                <a:ext cx="2131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258F6006-272F-45DC-BC5C-4BB72653EE53}"/>
                  </a:ext>
                </a:extLst>
              </p14:cNvPr>
              <p14:cNvContentPartPr/>
              <p14:nvPr/>
            </p14:nvContentPartPr>
            <p14:xfrm>
              <a:off x="7632474" y="5317825"/>
              <a:ext cx="29160" cy="19296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258F6006-272F-45DC-BC5C-4BB72653EE5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614474" y="5282185"/>
                <a:ext cx="6480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0553E6E7-31AF-4C6E-94A9-D006C02B5C6E}"/>
                  </a:ext>
                </a:extLst>
              </p14:cNvPr>
              <p14:cNvContentPartPr/>
              <p14:nvPr/>
            </p14:nvContentPartPr>
            <p14:xfrm>
              <a:off x="7573434" y="5101105"/>
              <a:ext cx="59400" cy="478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0553E6E7-31AF-4C6E-94A9-D006C02B5C6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555434" y="5065105"/>
                <a:ext cx="9504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C4401C11-6E8D-443A-B761-8530A9036441}"/>
                  </a:ext>
                </a:extLst>
              </p14:cNvPr>
              <p14:cNvContentPartPr/>
              <p14:nvPr/>
            </p14:nvContentPartPr>
            <p14:xfrm>
              <a:off x="7756314" y="5299825"/>
              <a:ext cx="140400" cy="17640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C4401C11-6E8D-443A-B761-8530A903644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738314" y="5263825"/>
                <a:ext cx="17604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9FD21D63-7F69-4C81-A77F-537A2E0AC85A}"/>
                  </a:ext>
                </a:extLst>
              </p14:cNvPr>
              <p14:cNvContentPartPr/>
              <p14:nvPr/>
            </p14:nvContentPartPr>
            <p14:xfrm>
              <a:off x="8082474" y="5259865"/>
              <a:ext cx="319320" cy="22212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9FD21D63-7F69-4C81-A77F-537A2E0AC85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064474" y="5224225"/>
                <a:ext cx="35496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0327D583-C72A-4923-99CF-C2D290D23BF2}"/>
                  </a:ext>
                </a:extLst>
              </p14:cNvPr>
              <p14:cNvContentPartPr/>
              <p14:nvPr/>
            </p14:nvContentPartPr>
            <p14:xfrm>
              <a:off x="8307474" y="5107945"/>
              <a:ext cx="47520" cy="270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0327D583-C72A-4923-99CF-C2D290D23BF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289474" y="5072305"/>
                <a:ext cx="8316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53009560-ABAE-4C79-9E0D-0094A096B1D7}"/>
                  </a:ext>
                </a:extLst>
              </p14:cNvPr>
              <p14:cNvContentPartPr/>
              <p14:nvPr/>
            </p14:nvContentPartPr>
            <p14:xfrm>
              <a:off x="8518434" y="5221705"/>
              <a:ext cx="473040" cy="2138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53009560-ABAE-4C79-9E0D-0094A096B1D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500434" y="5186065"/>
                <a:ext cx="50868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B62055B9-8068-4B07-9D86-47922EAA1417}"/>
                  </a:ext>
                </a:extLst>
              </p14:cNvPr>
              <p14:cNvContentPartPr/>
              <p14:nvPr/>
            </p14:nvContentPartPr>
            <p14:xfrm>
              <a:off x="8994714" y="4977985"/>
              <a:ext cx="62640" cy="896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B62055B9-8068-4B07-9D86-47922EAA141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976714" y="4942345"/>
                <a:ext cx="9828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056E8D73-A1C2-4003-A688-F561EA9EA3B1}"/>
                  </a:ext>
                </a:extLst>
              </p14:cNvPr>
              <p14:cNvContentPartPr/>
              <p14:nvPr/>
            </p14:nvContentPartPr>
            <p14:xfrm>
              <a:off x="1183794" y="1576705"/>
              <a:ext cx="277200" cy="21384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056E8D73-A1C2-4003-A688-F561EA9EA3B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65794" y="1541065"/>
                <a:ext cx="31284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61639D17-F620-4B70-979D-4D3E989ABF7A}"/>
                  </a:ext>
                </a:extLst>
              </p14:cNvPr>
              <p14:cNvContentPartPr/>
              <p14:nvPr/>
            </p14:nvContentPartPr>
            <p14:xfrm>
              <a:off x="2704434" y="2406145"/>
              <a:ext cx="185760" cy="2944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61639D17-F620-4B70-979D-4D3E989ABF7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686794" y="2370145"/>
                <a:ext cx="22140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30F048B4-624C-4277-A4F3-291292736360}"/>
                  </a:ext>
                </a:extLst>
              </p14:cNvPr>
              <p14:cNvContentPartPr/>
              <p14:nvPr/>
            </p14:nvContentPartPr>
            <p14:xfrm>
              <a:off x="4259634" y="2468785"/>
              <a:ext cx="211680" cy="1821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30F048B4-624C-4277-A4F3-29129273636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241634" y="2432785"/>
                <a:ext cx="24732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A7548C3B-E855-4AD5-AF5D-0A833EB61A5A}"/>
                  </a:ext>
                </a:extLst>
              </p14:cNvPr>
              <p14:cNvContentPartPr/>
              <p14:nvPr/>
            </p14:nvContentPartPr>
            <p14:xfrm>
              <a:off x="4591194" y="2534665"/>
              <a:ext cx="207720" cy="151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A7548C3B-E855-4AD5-AF5D-0A833EB61A5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573194" y="2499025"/>
                <a:ext cx="2433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C3F5BB3B-1DC6-444C-84C3-52D1E7823F73}"/>
                  </a:ext>
                </a:extLst>
              </p14:cNvPr>
              <p14:cNvContentPartPr/>
              <p14:nvPr/>
            </p14:nvContentPartPr>
            <p14:xfrm>
              <a:off x="4720794" y="2429905"/>
              <a:ext cx="35640" cy="20700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C3F5BB3B-1DC6-444C-84C3-52D1E7823F7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703154" y="2394265"/>
                <a:ext cx="7128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0E6AED85-240B-470D-AF72-08C9002BE480}"/>
                  </a:ext>
                </a:extLst>
              </p14:cNvPr>
              <p14:cNvContentPartPr/>
              <p14:nvPr/>
            </p14:nvContentPartPr>
            <p14:xfrm>
              <a:off x="5007714" y="2309665"/>
              <a:ext cx="203400" cy="3434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0E6AED85-240B-470D-AF72-08C9002BE48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990074" y="2273665"/>
                <a:ext cx="23904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D2F6284F-5A46-4021-A692-380F9C880E96}"/>
                  </a:ext>
                </a:extLst>
              </p14:cNvPr>
              <p14:cNvContentPartPr/>
              <p14:nvPr/>
            </p14:nvContentPartPr>
            <p14:xfrm>
              <a:off x="5707554" y="2473465"/>
              <a:ext cx="338760" cy="82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D2F6284F-5A46-4021-A692-380F9C880E9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689914" y="2437465"/>
                <a:ext cx="37440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8AD0B89A-D576-4EA8-A00E-B48D45D1DF80}"/>
                  </a:ext>
                </a:extLst>
              </p14:cNvPr>
              <p14:cNvContentPartPr/>
              <p14:nvPr/>
            </p14:nvContentPartPr>
            <p14:xfrm>
              <a:off x="5976114" y="2328745"/>
              <a:ext cx="311760" cy="3114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8AD0B89A-D576-4EA8-A00E-B48D45D1DF8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958114" y="2293105"/>
                <a:ext cx="34740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F5D592D0-E5C2-4204-9AD6-9C0D5B8478B9}"/>
                  </a:ext>
                </a:extLst>
              </p14:cNvPr>
              <p14:cNvContentPartPr/>
              <p14:nvPr/>
            </p14:nvContentPartPr>
            <p14:xfrm>
              <a:off x="6660474" y="2540785"/>
              <a:ext cx="360" cy="36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F5D592D0-E5C2-4204-9AD6-9C0D5B8478B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642474" y="25047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C2A36B9C-7C82-47C9-9A42-F0CE553EFE26}"/>
                  </a:ext>
                </a:extLst>
              </p14:cNvPr>
              <p14:cNvContentPartPr/>
              <p14:nvPr/>
            </p14:nvContentPartPr>
            <p14:xfrm>
              <a:off x="6600354" y="2312185"/>
              <a:ext cx="600840" cy="27360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C2A36B9C-7C82-47C9-9A42-F0CE553EFE2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582714" y="2276185"/>
                <a:ext cx="63648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6FC7DA40-DCB5-4F40-AAF1-B51703C13C6E}"/>
                  </a:ext>
                </a:extLst>
              </p14:cNvPr>
              <p14:cNvContentPartPr/>
              <p14:nvPr/>
            </p14:nvContentPartPr>
            <p14:xfrm>
              <a:off x="7238634" y="2054425"/>
              <a:ext cx="674280" cy="51228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6FC7DA40-DCB5-4F40-AAF1-B51703C13C6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220634" y="2018425"/>
                <a:ext cx="709920" cy="58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30DA73D7-A77F-45CA-A3B9-0CABBCB33F64}"/>
                  </a:ext>
                </a:extLst>
              </p14:cNvPr>
              <p14:cNvContentPartPr/>
              <p14:nvPr/>
            </p14:nvContentPartPr>
            <p14:xfrm>
              <a:off x="7840914" y="2199145"/>
              <a:ext cx="51840" cy="6372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30DA73D7-A77F-45CA-A3B9-0CABBCB33F6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823274" y="2163145"/>
                <a:ext cx="874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50492D45-355B-49A0-B586-BDEA09A868F9}"/>
                  </a:ext>
                </a:extLst>
              </p14:cNvPr>
              <p14:cNvContentPartPr/>
              <p14:nvPr/>
            </p14:nvContentPartPr>
            <p14:xfrm>
              <a:off x="8045394" y="2367985"/>
              <a:ext cx="454680" cy="4453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50492D45-355B-49A0-B586-BDEA09A868F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027754" y="2331985"/>
                <a:ext cx="490320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5582B1C9-2206-4BF6-9369-FB8C120EF04F}"/>
                  </a:ext>
                </a:extLst>
              </p14:cNvPr>
              <p14:cNvContentPartPr/>
              <p14:nvPr/>
            </p14:nvContentPartPr>
            <p14:xfrm>
              <a:off x="8558394" y="2357545"/>
              <a:ext cx="866880" cy="5126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5582B1C9-2206-4BF6-9369-FB8C120EF04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540394" y="2321905"/>
                <a:ext cx="90252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19229384-1AC0-470B-8AFF-1E8CFF9E938D}"/>
                  </a:ext>
                </a:extLst>
              </p14:cNvPr>
              <p14:cNvContentPartPr/>
              <p14:nvPr/>
            </p14:nvContentPartPr>
            <p14:xfrm>
              <a:off x="9318714" y="2207425"/>
              <a:ext cx="366120" cy="3186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19229384-1AC0-470B-8AFF-1E8CFF9E938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300714" y="2171785"/>
                <a:ext cx="40176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8AFE5694-7972-40A3-B0E1-207DD060CBD1}"/>
                  </a:ext>
                </a:extLst>
              </p14:cNvPr>
              <p14:cNvContentPartPr/>
              <p14:nvPr/>
            </p14:nvContentPartPr>
            <p14:xfrm>
              <a:off x="10019994" y="2281585"/>
              <a:ext cx="420480" cy="1825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8AFE5694-7972-40A3-B0E1-207DD060CBD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002354" y="2245945"/>
                <a:ext cx="45612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AF557686-75EA-4022-93FC-BC1B91D4D57E}"/>
                  </a:ext>
                </a:extLst>
              </p14:cNvPr>
              <p14:cNvContentPartPr/>
              <p14:nvPr/>
            </p14:nvContentPartPr>
            <p14:xfrm>
              <a:off x="10525074" y="1963345"/>
              <a:ext cx="287640" cy="46512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AF557686-75EA-4022-93FC-BC1B91D4D57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507074" y="1927345"/>
                <a:ext cx="323280" cy="53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B77BBA6F-0CB9-4A5A-A1D8-2DEA587FAFCF}"/>
                  </a:ext>
                </a:extLst>
              </p14:cNvPr>
              <p14:cNvContentPartPr/>
              <p14:nvPr/>
            </p14:nvContentPartPr>
            <p14:xfrm>
              <a:off x="11006394" y="1827985"/>
              <a:ext cx="385560" cy="58788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B77BBA6F-0CB9-4A5A-A1D8-2DEA587FAFC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988754" y="1791985"/>
                <a:ext cx="421200" cy="65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A0604C64-CF76-499E-B6D3-52839C7FE5BC}"/>
                  </a:ext>
                </a:extLst>
              </p14:cNvPr>
              <p14:cNvContentPartPr/>
              <p14:nvPr/>
            </p14:nvContentPartPr>
            <p14:xfrm>
              <a:off x="11366754" y="2117065"/>
              <a:ext cx="92520" cy="5832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A0604C64-CF76-499E-B6D3-52839C7FE5B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348754" y="2081425"/>
                <a:ext cx="12816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0E3833B5-294B-46C1-98BD-0AB25416E7C7}"/>
                  </a:ext>
                </a:extLst>
              </p14:cNvPr>
              <p14:cNvContentPartPr/>
              <p14:nvPr/>
            </p14:nvContentPartPr>
            <p14:xfrm>
              <a:off x="11073354" y="1969465"/>
              <a:ext cx="302760" cy="2808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0E3833B5-294B-46C1-98BD-0AB25416E7C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055714" y="1933825"/>
                <a:ext cx="3384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0AAD38BE-5020-48C5-A346-9D1D021B0D09}"/>
                  </a:ext>
                </a:extLst>
              </p14:cNvPr>
              <p14:cNvContentPartPr/>
              <p14:nvPr/>
            </p14:nvContentPartPr>
            <p14:xfrm>
              <a:off x="11468274" y="2189065"/>
              <a:ext cx="272160" cy="23220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0AAD38BE-5020-48C5-A346-9D1D021B0D0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450274" y="2153425"/>
                <a:ext cx="30780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7BD5E19D-6C0F-4793-BE9C-EE0C324C871A}"/>
                  </a:ext>
                </a:extLst>
              </p14:cNvPr>
              <p14:cNvContentPartPr/>
              <p14:nvPr/>
            </p14:nvContentPartPr>
            <p14:xfrm>
              <a:off x="6591714" y="3111025"/>
              <a:ext cx="975600" cy="20484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7BD5E19D-6C0F-4793-BE9C-EE0C324C871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573714" y="3075385"/>
                <a:ext cx="101124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CC78DB9C-3C0A-4620-9E5E-B84D2A8CCEDF}"/>
                  </a:ext>
                </a:extLst>
              </p14:cNvPr>
              <p14:cNvContentPartPr/>
              <p14:nvPr/>
            </p14:nvContentPartPr>
            <p14:xfrm>
              <a:off x="7608714" y="2924905"/>
              <a:ext cx="415080" cy="38916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CC78DB9C-3C0A-4620-9E5E-B84D2A8CCED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590714" y="2889265"/>
                <a:ext cx="450720" cy="4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61ECAEEC-CD57-4304-93CF-0538C239CF65}"/>
                  </a:ext>
                </a:extLst>
              </p14:cNvPr>
              <p14:cNvContentPartPr/>
              <p14:nvPr/>
            </p14:nvContentPartPr>
            <p14:xfrm>
              <a:off x="7934874" y="2991505"/>
              <a:ext cx="9000" cy="21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61ECAEEC-CD57-4304-93CF-0538C239CF6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917234" y="2955505"/>
                <a:ext cx="4464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575C729E-F2A3-4E17-936D-4F2A49447109}"/>
                  </a:ext>
                </a:extLst>
              </p14:cNvPr>
              <p14:cNvContentPartPr/>
              <p14:nvPr/>
            </p14:nvContentPartPr>
            <p14:xfrm>
              <a:off x="8017674" y="2818345"/>
              <a:ext cx="403560" cy="4608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575C729E-F2A3-4E17-936D-4F2A4944710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000034" y="2782345"/>
                <a:ext cx="439200" cy="53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4B27A77C-FBFB-4C01-A572-96C3125B1D49}"/>
                  </a:ext>
                </a:extLst>
              </p14:cNvPr>
              <p14:cNvContentPartPr/>
              <p14:nvPr/>
            </p14:nvContentPartPr>
            <p14:xfrm>
              <a:off x="8285154" y="2980705"/>
              <a:ext cx="55080" cy="3672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4B27A77C-FBFB-4C01-A572-96C3125B1D4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267154" y="2945065"/>
                <a:ext cx="9072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77E6764D-15BA-4F2A-973C-84B882F7AE97}"/>
                  </a:ext>
                </a:extLst>
              </p14:cNvPr>
              <p14:cNvContentPartPr/>
              <p14:nvPr/>
            </p14:nvContentPartPr>
            <p14:xfrm>
              <a:off x="8046474" y="2909425"/>
              <a:ext cx="371880" cy="309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77E6764D-15BA-4F2A-973C-84B882F7AE9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028474" y="2873785"/>
                <a:ext cx="40752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D5C3BC88-6611-4B2B-AFFB-0AFA8CD58FA8}"/>
                  </a:ext>
                </a:extLst>
              </p14:cNvPr>
              <p14:cNvContentPartPr/>
              <p14:nvPr/>
            </p14:nvContentPartPr>
            <p14:xfrm>
              <a:off x="8630754" y="3044425"/>
              <a:ext cx="264960" cy="1965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D5C3BC88-6611-4B2B-AFFB-0AFA8CD58FA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613114" y="3008785"/>
                <a:ext cx="30060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5FB259B1-1229-4FF2-BFF1-AEAEC28DC1B9}"/>
                  </a:ext>
                </a:extLst>
              </p14:cNvPr>
              <p14:cNvContentPartPr/>
              <p14:nvPr/>
            </p14:nvContentPartPr>
            <p14:xfrm>
              <a:off x="9478194" y="2839945"/>
              <a:ext cx="390240" cy="30240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5FB259B1-1229-4FF2-BFF1-AEAEC28DC1B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460554" y="2804305"/>
                <a:ext cx="42588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3A7AE044-5C10-4450-92C4-334F638302A9}"/>
                  </a:ext>
                </a:extLst>
              </p14:cNvPr>
              <p14:cNvContentPartPr/>
              <p14:nvPr/>
            </p14:nvContentPartPr>
            <p14:xfrm>
              <a:off x="10215474" y="2738065"/>
              <a:ext cx="256320" cy="37764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3A7AE044-5C10-4450-92C4-334F638302A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197474" y="2702425"/>
                <a:ext cx="29196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4DC729B4-F6B8-412B-A32B-51699C83E02D}"/>
                  </a:ext>
                </a:extLst>
              </p14:cNvPr>
              <p14:cNvContentPartPr/>
              <p14:nvPr/>
            </p14:nvContentPartPr>
            <p14:xfrm>
              <a:off x="10154274" y="2668225"/>
              <a:ext cx="757800" cy="4374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4DC729B4-F6B8-412B-A32B-51699C83E02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136274" y="2632225"/>
                <a:ext cx="793440" cy="5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F69C2AFA-FCD9-4698-B5E8-FC26B0CE23B3}"/>
                  </a:ext>
                </a:extLst>
              </p14:cNvPr>
              <p14:cNvContentPartPr/>
              <p14:nvPr/>
            </p14:nvContentPartPr>
            <p14:xfrm>
              <a:off x="10635594" y="2761465"/>
              <a:ext cx="466560" cy="2520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F69C2AFA-FCD9-4698-B5E8-FC26B0CE23B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617594" y="2725465"/>
                <a:ext cx="502200" cy="96840"/>
              </a:xfrm>
              <a:prstGeom prst="rect">
                <a:avLst/>
              </a:prstGeom>
            </p:spPr>
          </p:pic>
        </mc:Fallback>
      </mc:AlternateContent>
      <p:sp>
        <p:nvSpPr>
          <p:cNvPr id="66" name="CasetăText 65">
            <a:extLst>
              <a:ext uri="{FF2B5EF4-FFF2-40B4-BE49-F238E27FC236}">
                <a16:creationId xmlns:a16="http://schemas.microsoft.com/office/drawing/2014/main" id="{B6E116E8-9F97-4CE3-82A4-0A307B8032A4}"/>
              </a:ext>
            </a:extLst>
          </p:cNvPr>
          <p:cNvSpPr txBox="1"/>
          <p:nvPr/>
        </p:nvSpPr>
        <p:spPr>
          <a:xfrm>
            <a:off x="335343" y="137196"/>
            <a:ext cx="557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Reproiectarea părții de selecție a condițiilor de test 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933469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ine 6">
            <a:extLst>
              <a:ext uri="{FF2B5EF4-FFF2-40B4-BE49-F238E27FC236}">
                <a16:creationId xmlns:a16="http://schemas.microsoft.com/office/drawing/2014/main" id="{74FDE567-A7F4-455F-BD42-2B999F140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777269"/>
            <a:ext cx="4321768" cy="5746262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DDE3B1FD-632D-4CBE-B7C7-43A5AD927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293" y="777269"/>
            <a:ext cx="4474847" cy="3276064"/>
          </a:xfrm>
          <a:prstGeom prst="rect">
            <a:avLst/>
          </a:prstGeom>
        </p:spPr>
      </p:pic>
      <p:sp>
        <p:nvSpPr>
          <p:cNvPr id="5" name="CasetăText 4">
            <a:extLst>
              <a:ext uri="{FF2B5EF4-FFF2-40B4-BE49-F238E27FC236}">
                <a16:creationId xmlns:a16="http://schemas.microsoft.com/office/drawing/2014/main" id="{0ABDE85D-BDD3-4A4D-B38B-6EDAB05E775C}"/>
              </a:ext>
            </a:extLst>
          </p:cNvPr>
          <p:cNvSpPr txBox="1"/>
          <p:nvPr/>
        </p:nvSpPr>
        <p:spPr>
          <a:xfrm>
            <a:off x="335343" y="137196"/>
            <a:ext cx="557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Reproiectarea părții de selecție a condițiilor de test 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78307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ine 11">
            <a:extLst>
              <a:ext uri="{FF2B5EF4-FFF2-40B4-BE49-F238E27FC236}">
                <a16:creationId xmlns:a16="http://schemas.microsoft.com/office/drawing/2014/main" id="{DDB7BD72-7D3B-4657-B398-166180E30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439" y="502952"/>
            <a:ext cx="5586648" cy="6029330"/>
          </a:xfrm>
          <a:prstGeom prst="rect">
            <a:avLst/>
          </a:prstGeom>
        </p:spPr>
      </p:pic>
      <p:pic>
        <p:nvPicPr>
          <p:cNvPr id="13" name="Imagine 12">
            <a:extLst>
              <a:ext uri="{FF2B5EF4-FFF2-40B4-BE49-F238E27FC236}">
                <a16:creationId xmlns:a16="http://schemas.microsoft.com/office/drawing/2014/main" id="{6CDFAFEB-89E4-4F5D-A9A6-B74ADD308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" y="868708"/>
            <a:ext cx="3667378" cy="5487111"/>
          </a:xfrm>
          <a:prstGeom prst="rect">
            <a:avLst/>
          </a:prstGeom>
        </p:spPr>
      </p:pic>
      <p:sp>
        <p:nvSpPr>
          <p:cNvPr id="5" name="CasetăText 4">
            <a:extLst>
              <a:ext uri="{FF2B5EF4-FFF2-40B4-BE49-F238E27FC236}">
                <a16:creationId xmlns:a16="http://schemas.microsoft.com/office/drawing/2014/main" id="{2BD371F6-0B7E-42BB-89A0-40EBD2818D8B}"/>
              </a:ext>
            </a:extLst>
          </p:cNvPr>
          <p:cNvSpPr txBox="1"/>
          <p:nvPr/>
        </p:nvSpPr>
        <p:spPr>
          <a:xfrm>
            <a:off x="335343" y="137196"/>
            <a:ext cx="5577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b="1" dirty="0">
                <a:solidFill>
                  <a:srgbClr val="0000FF"/>
                </a:solidFill>
                <a:latin typeface="Calibri" panose="020F0502020204030204"/>
              </a:rPr>
              <a:t>Reproiectarea părții de selecție a condițiilor de test  </a:t>
            </a:r>
            <a:endParaRPr kumimoji="0" lang="ro-RO" sz="10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69650600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6897</TotalTime>
  <Words>401</Words>
  <Application>Microsoft Office PowerPoint</Application>
  <PresentationFormat>Ecran lat</PresentationFormat>
  <Paragraphs>61</Paragraphs>
  <Slides>38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334</cp:revision>
  <dcterms:created xsi:type="dcterms:W3CDTF">2020-09-24T15:20:51Z</dcterms:created>
  <dcterms:modified xsi:type="dcterms:W3CDTF">2025-11-18T08:07:28Z</dcterms:modified>
</cp:coreProperties>
</file>