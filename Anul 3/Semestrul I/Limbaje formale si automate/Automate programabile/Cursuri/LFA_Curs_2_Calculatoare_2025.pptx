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80" r:id="rId2"/>
    <p:sldId id="288" r:id="rId3"/>
    <p:sldId id="501" r:id="rId4"/>
    <p:sldId id="503" r:id="rId5"/>
    <p:sldId id="504" r:id="rId6"/>
    <p:sldId id="505" r:id="rId7"/>
    <p:sldId id="502" r:id="rId8"/>
    <p:sldId id="499" r:id="rId9"/>
    <p:sldId id="326" r:id="rId10"/>
    <p:sldId id="331" r:id="rId11"/>
    <p:sldId id="332" r:id="rId12"/>
    <p:sldId id="327" r:id="rId13"/>
    <p:sldId id="328" r:id="rId14"/>
    <p:sldId id="500" r:id="rId15"/>
    <p:sldId id="495" r:id="rId16"/>
    <p:sldId id="435" r:id="rId17"/>
    <p:sldId id="424" r:id="rId18"/>
    <p:sldId id="439" r:id="rId19"/>
    <p:sldId id="417" r:id="rId20"/>
    <p:sldId id="418" r:id="rId21"/>
    <p:sldId id="434" r:id="rId22"/>
    <p:sldId id="433" r:id="rId23"/>
    <p:sldId id="496" r:id="rId24"/>
    <p:sldId id="481" r:id="rId25"/>
    <p:sldId id="482" r:id="rId26"/>
    <p:sldId id="483" r:id="rId27"/>
    <p:sldId id="486" r:id="rId28"/>
    <p:sldId id="489" r:id="rId29"/>
    <p:sldId id="493" r:id="rId30"/>
    <p:sldId id="490" r:id="rId31"/>
    <p:sldId id="487" r:id="rId32"/>
    <p:sldId id="491" r:id="rId33"/>
    <p:sldId id="492" r:id="rId34"/>
    <p:sldId id="497" r:id="rId35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0D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9" autoAdjust="0"/>
    <p:restoredTop sz="94665" autoAdjust="0"/>
  </p:normalViewPr>
  <p:slideViewPr>
    <p:cSldViewPr>
      <p:cViewPr varScale="1">
        <p:scale>
          <a:sx n="99" d="100"/>
          <a:sy n="99" d="100"/>
        </p:scale>
        <p:origin x="174" y="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51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 1,'0'43,"-3"156,10 0,8-1,23 93,36 29,-26-128,-1 51,-12 94,-14 1,-15 12,1-17,-9 1342,-28 7,28-657,8 423,-34-531,29 211,1-1039,3-1,4 1,4-2,9 24,-15-78,-1-8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51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60,'9'-60,"-5"70,9 215,-11 43,-2-344,0 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51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0 188,'1'-4,"-1"1,1-1,0 0,-1 0,2 1,-1-1,0 1,1-1,-1 1,1-1,0 1,0 0,1 0,-1 0,1 0,-1 1,1-1,0 0,0 1,0 0,0 0,1 0,-1 0,0 0,1 1,-1-1,1 1,0 0,36-18,1 1,0 2,2 3,-1 0,2 3,0 2,36-2,33 9,-103 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51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20,'16'5,"12"1,10-1,6 0,4-4,4-4,-1-2,-2-2,-3 0,-4 2,-5 1,-7 1,-5 2,-6 0,-5-1,-6-1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52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39 0,'-4'16,"-2"12,0 6,2 4,0 2,5 2,0-1,2 3,-1 1,0 1,-1 0,0-1,-1-4,-2-4,-1-6,-2-9,-3-12,0-8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52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128 134,'-13'5,"1"-2,0 1,0 0,0 1,0 1,1 0,0 0,0 1,-4 4,15-11,-1 1,1-1,-1 0,1 1,-1-1,1 1,0-1,-1 0,1 1,0-1,-1 1,1-1,0 1,0-1,0 1,-1-1,1 1,0 0,0-1,0 1,0-1,0 1,0-1,0 1,0-1,0 1,0 0,0-1,0 1,1-1,-1 1,0-1,0 1,1-1,-1 1,0-1,1 1,-1-1,0 1,1-1,-1 0,0 1,1-1,-1 0,1 1,-1-1,1 0,-1 1,1-1,-1 0,1 0,-1 0,1 1,-1-1,1 0,0 0,-1 0,1 0,-1 0,1 0,38 6,3-8,0-2,-1-2,1-2,21-7,-40 10,541-154,-541 152,62-7,-78 19,-11 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52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2 130,'0'28,"-1"83,4 0,5 0,18 80,-16-156,-8-53,-15-126,0 24,6-2,5-11,1 131,1-1,0 1,0-1,0 1,0 0,1-1,-1 1,0 0,1-1,0 1,0 0,-1 0,1 0,0-1,1 1,-1 0,0 0,1 0,-1 1,1-1,-1 0,1 1,0-1,0 1,0-1,0 1,0 0,0 0,0 0,0 0,0 0,1 0,355-81,-207 46,-136 35,-4 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52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0 119,'23'2,"21"-1,17-6,13-6,9-6,3-2,-4-1,-6 2,-13 3,-13 5,-14 3,-17 8,-19 6,-9 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52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55 121,'-26'-80,"17"39,-4 59,6 114,8-90,33 443,-8-106,3-265,-27-112,0 0,-1 0,1-1,0 1,0 0,0-1,1 1,-1-1,0 0,1 1,-1-1,0-1,1 1,-1 0,1 0,-1-1,1 1,0-1,-1 0,1 0,-1 0,1 0,0-1,-1 1,1 0,-1-1,1 0,-1 0,1 0,-1 0,0 0,1 0,7-2,339-60,1 14,220 4,-224 15,178-43,-352 44,-254 21,61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52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161 966,'-26'-105,"5"-2,4 0,-13-76,-33-106,63 287,-1 0,0 0,1-1,-1 1,1 0,0-1,0 1,-1 0,2-1,-1 1,0 0,0-1,1 1,-1 0,1 0,0-1,0 1,0 0,0 0,0 0,0 0,0 0,1 0,-1 0,1 0,0 1,-1-1,1 1,0-1,0 1,0-1,0 1,0 0,2-1,17-4,0 0,1 1,0 1,0 1,0 2,2 0,-5-1,244-7,194 21,47 1,-183-27,238-45,-383 40,-172 19,0 1,-1-1,1 1,-1 0,1 0,-1 1,1-1,-1 1,0 0,0 0,0 0,0 0,0 0,0 1,0-1,-1 1,0 0,1 0,-1 0,0 0,0 1,10 11,-8-12,-1 1,0 0,0 0,-1 0,1 0,-1 1,0-1,0 1,-1-1,1 1,-1 0,0 0,0 0,0-1,-1 1,0 0,0 0,0 1,23 137,-1-29,-10 382,0-342,6-2,11 19,-17-106,-3 0,-3 1,-3 11,-10-22,1-41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52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0,'5'18,"7"13,12 8,11 5,10-2,9-2,5-5,-1-4,-4-7,-8-7,-13-6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52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313 0,'-18'6,"0"0,0 1,1 1,0 0,0 2,1 0,0 0,0 2,-6 7,10-11,2 0,-1 1,1 1,0 0,1 0,0 1,1 0,0 1,1 0,0 0,1 0,0 1,1 0,1 0,0 0,0 0,0 12,1 198,5-139,1 292,-3-291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52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10615 2092,'8'25,"-15"61,3 73,5-144,0 0,1-1,1 1,1 0,0-1,1 0,0 0,1 0,0 0,2-1,-1 0,2-1,-1 1,2-2,0 1,0-1,1-1,0 0,1-1,0 0,0 0,1-1,0-1,1 0,-1-1,1-1,15 5,-22-10,1 1,-1-1,1 0,-1 0,1-1,-1 0,0-1,1 1,-1-2,0 1,0-1,0 0,0 0,-1 0,1-1,-1 0,0-1,0 0,-1 1,1-2,-1 1,3-4,2-3,-1 1,0-2,-1 1,0-1,-1 0,-1-1,0 0,0 0,-2 0,3-14,-3-3,-3-1,0 1,-2-1,-1 1,-2 0,-1 0,-2 0,0 0,-2 1,-9-18,3 2,-3 1,-2 1,-1 1,-21-29,41 68,-1 1,0 0,0 0,-1 0,1 0,-1 0,1 0,-1 1,0-1,0 1,0 0,0 0,-1 0,1 0,0 1,-1-1,1 1,-1 0,0 0,1 0,-1 0,0 1,0-1,1 1,-1 0,0 0,0 1,1-1,-3 1,-6 2,0-1,0 2,0-1,1 2,0-1,0 2,0-1,1 2,-1-1,1 1,1 1,0 0,0 0,0 1,1 0,0 0,1 1,0 0,0 1,1-1,1 1,0 0,0 1,-2 9,0 23,2 0,1 0,3 0,1 0,3 0,1 0,2-1,2 0,6 15,0-17,-11-43,-1-4</inkml:trace>
  <inkml:trace contextRef="#ctx0" brushRef="#br1" timeOffset="1">41 608,'-12'237,"14"-95,7-1,16 80,-6-10,-7 101,-6-97,23 113,-12-163,-4 68,-26 361,13 1725,-28-1146,28-1005,-1 162,-23 124,-3-169,11 58,-27 663,35-766,10-1,32 231,55 70,-67-251,18 147,-19-274,-17-114</inkml:trace>
  <inkml:trace contextRef="#ctx0" brushRef="#br1" timeOffset="2">8035 474,'16'269,"-15"-257,35 297,-8 126,-43 431,6-221,18-178,-1-284,-9 0,-9 31,-9-8,-26 474,31-159,14-520,-18 294,20 279,30 35,-32-509,0 43,7 1,11 52,59 372,5 158,-72-618,5 1,8 16,2-22,0-6,-5 0,-4 2,-2 21,-10 93,-11 51,-1-43,11 21,26 265,-19-392,5-1,19 61,-23-122,-2-9</inkml:trace>
  <inkml:trace contextRef="#ctx0" brushRef="#br1" timeOffset="3">107 1477,'-9'-2,"2"-1,8 0,11 0,16 2,15-1,17 2,17 0,10 0,10 0,5 0,5 0,-1 0,-18 0</inkml:trace>
  <inkml:trace contextRef="#ctx0" brushRef="#br1" timeOffset="4">1565 1317,'0'6,"-1"-11,-1-53,0 50,1 0,-1 1,0-1,0 1,-1-1,0 1,0 0,-1 0,0 0,0 1,-1-1,0 1,0 0,0 1,-1-1,1 1,-1 0,-1 0,1 1,-1 0,1 0,-1 0,-1 1,1 0,0 0,-1 1,1 0,-1 0,0 1,1 0,-1 1,0-1,0 1,0 1,1-1,-1 2,0-1,1 1,-1 0,-2 1,0 2,0 0,0 1,1 0,0 0,0 1,0 0,1 0,0 1,1 0,0 1,0 0,0 0,2 0,-1 1,1 0,0 0,1 0,0 1,1-1,0 1,0 0,1 5,-1-3,2 0,-1 1,2-1,0 0,0 1,1-1,1 1,1-1,-1 0,2 0,0 0,0 0,2-1,-1 0,1 0,1 0,0-1,5 5,-3-5,1-1,0-1,1 0,0 0,0-1,1 0,0-1,0-1,1 1,0-2,0 0,0-1,1 0,0-1,-1 0,1-1,0-1,0 0,0-1,10-1,-19 0,0 1,0-1,0 0,0 0,0 0,0-1,-1 1,1-1,0-1,-1 1,0-1,1 1,-1-1,0 0,0-1,-1 1,1-1,-1 1,0-1,1 0,-2 0,1-1,0 1,-1-1,0 1,0-1,0 0,-1 0,0 1,0-1,0 0,0-2,2 14,0 0,1 1,0-1,0 0,1-1,-1 1,2-1,-1 0,1 0,-1-1,1 0,1 0,-1 0,1-1,0 0,0 0,7 3,-12-6,0 0,0 0,-1 0,1 0,0 0,0-1,0 1,0-1,0 1,0-1,0 0,1 0,-1 1,0-2,0 1,0 0,0 0,0-1,0 1,0-1,0 1,0-1,0 0,0 0,0 0,-1 0,1 0,0 0,-1 0,1-1,0 1,-1-1,0 1,1-1,-1 0,0 1,0-1,0 0,0 0,0 0,0 0,-1 0,1 0,0 0,-1 0,0 0,1 0,-1 0,0 0,0 0,0 0,-1-5,1 0,-1 0,0 0,-1 0,0 0,0 1,0-1,-1 1,0-1,0 1,-1 0,1 0,-1 1,-1-1,1 1,-1-1,0 2,0-1,0 0,-1 1,0 0,1 0,-2 1,1 0,0 0,-6-2,46 10,-1-2,0-2,1 0,-1-3,1-1,11-3,10 1,-54 5,2-1,0 0,0 0,0 0,1 1,-1-1,0 1,1 0,-1 0,0 0,0 1,1-1,-1 1,0 0,0 0,0 0,0 0,0 0,0 1,0-1,0 1,0 0,-1 0,1 0,-1 0,1 0,-1 1,0-1,2 3,4 109,-8-113,0 0,0 0,0 0,0 0,1 0,-1 0,0 0,1 0,-1 0,1 0,-1 0,1 0,0 0,-1 0,1 0,0 0,0-1,-1 1,1 0,0-1,0 1,0 0,0-1,0 1,0-1,0 1,0-1,0 0,0 0,0 1,0-1,1 0,-1 0,0 0,0 0,0 0,0 0,0 0,0 0,0-1,0 1,0 0,1-1,44-20,-34 13,0 0,0-1,-1-1,-1 0,0 0,0-1,-1-1,0 1,-1-1,0-1,-1 1,0-4,-9 20,-1 0,1 1,0-1,1 0,-1 1,1-1,-1 1,2-1,-1 1,0 0,1-1,0 1,0 0,0-1,0 1,1 0,0-1,0 1,0-1,1 1,-1-1,1 1,0-1,0 0,1 0,-1 0,1 0,1 1,55 14,-26-18</inkml:trace>
  <inkml:trace contextRef="#ctx0" brushRef="#br1" timeOffset="5">2621 1477,'-9'0,"0"1,1-1,-1 1,1 1,-1-1,1 1,0 1,0 0,0 0,0 0,0 1,1 0,-1 1,1 0,0 0,1 0,-1 1,-4 5,10-10,0 0,0 0,0 0,0 0,0 1,0-1,0 0,0 1,1-1,-1 1,1-1,-1 0,1 1,-1-1,1 1,0 0,-1-1,1 1,0-1,0 1,0-1,0 1,1-1,-1 1,0-1,1 1,-1-1,1 1,-1-1,1 1,0-1,0 0,-1 1,1-1,0 0,0 0,0 1,1-1,-1 0,0 0,0 0,0-1,1 1,-1 0,1 0,-1-1,0 1,1-1,-1 1,8 1,-1-1,1 0,0-1,-1 0,1 0,-1 0,1-1,0-1,-1 1,0-1,1-1,-1 0,0 0,0 0,0-1,-1 0,1-1,-1 0,0 0,-1 0,1-1,-1 0,4-5,-1 1,-1-1,-1 0,0 0,0-1,-1 0,-1 0,0 0,0-1,-2 0,1 0,-2 0,1 0,-2 0,0 0,0-1,-2-11,-1-10,-2 1,-1-1,-2 0,-1 1,-11-26,-16-22,35 81,0 1,0-1,0 0,0 1,0-1,0 0,0 1,-1-1,1 0,0 1,0-1,-1 0,1 1,0-1,-1 1,1-1,-1 0,1 1,0-1,-1 1,1-1,-1 1,0 0,1-1,-1 1,1 0,-1-1,0 1,1 0,-1-1,0 1,1 0,-1 0,0 0,1 0,-1 0,0 0,1 0,-1 0,0 0,1 0,-1 0,0 0,1 0,-1 1,0-1,1 0,-1 0,0 1,1-1,-1 0,1 1,-1-1,1 1,-1-1,1 1,-1-1,1 1,-1-1,1 1,-1-1,1 1,0 0,0-1,-1 1,1 0,-12 49,10-9,1 0,2-1,2 1,2-1,1 1,3-1,1-1,1 0,2 0,5 5,-15-35,-1-1,1 1,0-1,1 0,0 0,1 0,-1-1,2 1,-1-1,1 0,0-1,0 1,0-1,1 0,0-1,1 0,-1 0,1 0,0-1,0 0,0-1,0 1,1-2,1 1,-6-3,1-1,-1 1,0-1,0 0,0 0,0-1,1 1,-2-1,1 0,0 0,0 0,-1 0,1-1,-1 0,1 1,-1-1,0-1,0 1,-1 0,1-1,-1 1,1-1,-1 0,0-1,37-97,-36 83,-3 25,-2 0,0 1,1 0,0-1,0 1,0 0,1 0,0-1,0 1,1 0,-1 0,2 0,-1-1,1 1,0-1,0 1,1-1,0 0,0 0,0 0,1 0,0 0,0-1,0 0,1 0,0 0,0 0,1 0,16 4</inkml:trace>
  <inkml:trace contextRef="#ctx0" brushRef="#br1" timeOffset="6">3035 1210,'7'-5,"2"-1</inkml:trace>
  <inkml:trace contextRef="#ctx0" brushRef="#br1" timeOffset="7">3222 755,'24'198,"51"302,-72-480,-2-8,1 1,0-1,1 0,0 0,0 0,2 0,-1 0,1-1,1 0,0 0,8 9,-13-18,1 0,0 0,0-1,0 1,0-1,0 0,1 1,-1-1,0 0,1 0,-1-1,0 1,1 0,-1-1,1 1,-1-1,1 0,-1 0,1 0,-1 0,1 0,-1-1,1 1,-1-1,1 0,-1 1,0-1,1 0,-1-1,0 1,0 0,2-1,60-56,13-49,-77 107,0 1,0-1,0 0,0 0,0 1,0-1,0 0,0 0,0 1,0-1,1 0,-1 0,0 1,0-1,0 0,0 0,1 1,-1-1,0 0,0 0,1 0,-1 0,0 1,0-1,1 0,-1 0,0 0,0 0,1 0,-1 0,0 0,1 0,-1 0,0 0,0 0,1 0,-1 0,0 0,1 0,-1 0,0 0,0 0,1 0,-1 0,0 0,1-1,-1 1,0 0,0 0,0 0,1 0,-1-1,0 1,0 0,0 0,1 0,-1-1,0 1,0 0,0 0,0-1,0 1,1 0,-3 30,1-24,-2 20,1-19,1-1,-1 1,1 0,0 0,1-1,0 1,0 0,0 0,1-1,0 1,0 0,1 0,0-1,0 1,0-1,1 0,0 0,0 0,1 0,-1 0,3 2,43 5,-24-15</inkml:trace>
  <inkml:trace contextRef="#ctx0" brushRef="#br1" timeOffset="8">3610 1263,'-14'-9,"-6"-5,0-1</inkml:trace>
  <inkml:trace contextRef="#ctx0" brushRef="#br1" timeOffset="9">3168 1076,'16'-4,"19"-5,19-2,15 1,8 1,1 10,-13 4</inkml:trace>
  <inkml:trace contextRef="#ctx0" brushRef="#br1" timeOffset="10">3878 1664,'10'-14,"2"1,0-1,-2 0,0-1,0 0,-1-1,-1 0,-1 0,0-1,-1 0,-1 0,-1 0,3-17,-7 32,0 0,0 0,0-1,0 1,0 0,0 0,-1 0,1 0,-1 0,1 0,-1 0,0 0,0 1,0-1,0 0,0 0,0 1,0-1,-1 0,1 1,-1-1,1 1,-1 0,1-1,-1 1,0 0,0 0,1 0,-1 0,0 0,0 1,0-1,0 1,0-1,0 1,0 0,0-1,0 1,0 0,0 0,-1 1,0-1,-5 1,1 0,0 1,-1 0,1 0,0 0,0 1,0 0,1 1,-1-1,1 1,-4 3,3-1,1 0,-1 1,1-1,0 1,1 0,0 1,0-1,1 1,-1 0,2 0,-1 1,-1 7,4-12,-1 0,2 0,-1 1,0-1,1 0,0 0,0 1,0-1,0 0,1 1,0-1,0 0,0 1,0-1,1 0,-1 0,1 0,0-1,0 1,1 0,-1-1,1 1,0-1,0 0,0 0,0 0,2 1,9 5,1-2,0 1,0-2,1 0,0-1,0-1,0 0,0-1,1-1,-1 0,1-1,13-2,27 1</inkml:trace>
  <inkml:trace contextRef="#ctx0" brushRef="#br1" timeOffset="11">4546 1370,'115'-247,"-104"228,-11 19,0-1,0 1,1 0,-1 0,0 0,1 0,-1 0,0-1,1 1,-1 0,0 0,1 0,-1 0,0 0,1 0,-1 0,0 0,1 0,-1 1,0-1,1 0,-1 0,0 0,1 0,-1 0,0 0,0 1,1-1,-1 0,0 0,1 0,-1 1,0-1,0 0,0 0,1 1,-1-1,0 0,0 1,0-1,0 0,0 1,1-1,-1 0,0 0,0 1,0-1,0 0,0 1,0-1,0 0,0 1,0-1,0 0,0 1,0-1,-1 0,1 1,0-1,0 0,0 1,0-1,0 0,-1 1,1-1,0 0,0 0,-1 1,1-1,4 181,23 49,-22-185</inkml:trace>
  <inkml:trace contextRef="#ctx0" brushRef="#br1" timeOffset="12">4653 1771,'20'-4,"17"-7,12-3,12-2,7 0,3 3,-1 2,-8 5,-15 2</inkml:trace>
  <inkml:trace contextRef="#ctx0" brushRef="#br1" timeOffset="13">5040 568,'-76'-28,"-2"3,0 4,-1 3,-1 3,-1 4,1 4,-27 3,-215-3,0 14,-49 18,163-7,-475 54,667-69,-147 22,-156 3,213-24,0 5,-21 7,-164 7,205-19,69-5,0 0,0 2,0 0,1 0,-1 2,1 0,-1 1,1 1,0 0,1 1,-1 1,1 0,0 1,1 1,0 0,0 1,1 0,-5 6,11-5,0-1,1 2,0-1,0 1,1 0,1 0,0 0,1 0,0 1,1 0,1-1,-1 1,2 0,0 0,1 0,1 8,-2-18,2 417,1-391,1 0,2 0,0-1,2 1,1-2,1 1,2-2,12 23,103 270,-122-304,2 1,0-1,1-1,0 0,1 0,1 0,0-1,1-1,0 0,1 0,1-1,-1-1,2 0,5 3,29 12,0-3,2-1,15 1,-22-6,24 2,1-2,0-4,0-2,1-4,1-2,-1-4,31-5,-4 4,-23 1,566-17,415-21,-1007 36,-1-1,0-2,0-3,45-12,-26 3,69-15,-2-6,-2-6,112-55,-225 91,12-4,-1-1,0-2,0 0,-2-2,0-1,-1-1,0-2,-2 0,-1-1,0-1,13-21,-10 4,-2 0,-2-1,-1-1,7-28,-21 43,-2 0,-1 0,-1-1,-1 1,-1 0,-2-1,0 1,-2 0,-1 0,-5-12,-3-33,6 24,5 24,-1 0,-1 0,-1 0,-2 1,0 0,-1 0,-1 1,-1 0,-1 1,-6-7,3 6,-2 1,-1 0,0 1,-2 1,0 1,-1 1,0 0,-2 2,0 0,0 1,-2 2,-13-6,32 16,-1 1,0-1,0 1,0 0,0 1,0-1,0 1,-1 0,1 1,0-1,0 1,0 1,-5 1,0 0</inkml:trace>
  <inkml:trace contextRef="#ctx0" brushRef="#br1" timeOffset="14">5495 1370,'18'-2,"13"-1,13 0,9 1,11 0,7-1,7-1,3 1,-2-2,-3-2,-7-2,-15 1</inkml:trace>
  <inkml:trace contextRef="#ctx0" brushRef="#br1" timeOffset="15">6445 942,'-12'23,"-8"18,-3 17,1 12,3 7,5 2,7-3,12-8,12-8,12-11,12-10,9-13,7-10,3-8,-9-5</inkml:trace>
  <inkml:trace contextRef="#ctx0" brushRef="#br1" timeOffset="16">6845 969,'16'16,"12"14,6 9,1 7,0 7,-6 4,-9 3,-6 0,-10 0,-10-2,-11-3,-5-5,-5-6,1-11,5-10</inkml:trace>
  <inkml:trace contextRef="#ctx0" brushRef="#br1" timeOffset="17">7153 1397,'20'-3,"17"0,12 1,10-1,8 2,7 2,4 4,0 1,-4 1,-8 0,-10-1,-13-2,-11-2,-11 0</inkml:trace>
  <inkml:trace contextRef="#ctx0" brushRef="#br1" timeOffset="18">3717 2626,'-5'3,"2"0,2 2,5 3,1 2,-1-1</inkml:trace>
  <inkml:trace contextRef="#ctx0" brushRef="#br1" timeOffset="19">3690 3081,'7'14,"2"6,0 3,-2-3</inkml:trace>
  <inkml:trace contextRef="#ctx0" brushRef="#br1" timeOffset="20">3757 4044,'2'14,"3"6,1 2,2 1,-1-3,-2-4</inkml:trace>
  <inkml:trace contextRef="#ctx0" brushRef="#br1" timeOffset="21">3717 4365,'7'9,"4"3,1-1</inkml:trace>
  <inkml:trace contextRef="#ctx0" brushRef="#br1" timeOffset="22">3677 4605,'0'0</inkml:trace>
  <inkml:trace contextRef="#ctx0" brushRef="#br1" timeOffset="23">3704 3469,'2'14,"1"6,0 3,2-3,-1-3,0-2,-1-3</inkml:trace>
  <inkml:trace contextRef="#ctx0" brushRef="#br1" timeOffset="24">3743 3763,'0'9,"0"6,0 1,0 0</inkml:trace>
  <inkml:trace contextRef="#ctx0" brushRef="#br1" timeOffset="25">6685 33,'9'16,"10"12,11 11,9 4,7 6,7-3,4-1,-1-6,-4-8,-5-9,-11-8</inkml:trace>
  <inkml:trace contextRef="#ctx0" brushRef="#br1" timeOffset="26">7286 6,'3'-4,"-3"2,-4 7,-7 7,-9 8,-4 10,-4 6,1 7,3 5,5 3,7 4,6 3,13-1,12 2,12 1,8 0,3 2,-6-9</inkml:trace>
  <inkml:trace contextRef="#ctx0" brushRef="#br1" timeOffset="27">228 5768,'-3'0,"5"0,8 0,12 0,10 0,13 0,11 0,10-2,10-1,7 0,6 1,-12 0</inkml:trace>
  <inkml:trace contextRef="#ctx0" brushRef="#br1" timeOffset="28">1458 5354,'18'28,"-17"-29,-1 1,1-1,-1 1,1-1,-1 1,1-1,-1 0,1 1,-1-1,0 0,1 1,-1-1,0 0,0 1,1-1,-1 0,0 0,0 1,0-1,0 0,0 0,0 0,0 1,0-1,0 0,0 0,-1 1,1-1,0 0,0 1,-1-1,1 0,-1 1,1-1,-1 0,0-2,-1 1,0-1,0 1,0-1,0 1,-1 0,1 0,-1 0,1 0,-1 1,0-1,0 1,1-1,-1 1,0 0,0 0,0 0,-1 0,1 1,0-1,0 1,0 0,0 0,-1 0,1 0,0 1,0 0,-83 27,72-20,1 1,0 0,0 1,1 1,0 0,1 0,0 1,1 0,0 1,1 0,1 1,0 0,1 0,-1 4,4-8,0 0,0 0,1 1,1-1,0 1,0 0,1 0,1 0,0 0,0 0,1 0,0-1,1 1,0 0,1 0,0-1,1 0,0 1,0-2,1 1,2 2,0-2,-1-1,2 1,0-2,0 1,0-1,1 0,0-1,1 0,0 0,0-1,0 0,1-1,-1 0,1-1,1 0,-1 0,0-2,1 1,0-1,-1-1,1 0,0-1,0 0,0-1,-1 0,1-1,0 0,-1-1,0 0,1-1,-1 0,-1-1,10-5,-7 0,1 0,-2-1,1-1,-2 0,1-1,2-5,10-10,-23 28,-2-1,1 1,0-1,0 1,0-1,0 1,1 0,-1-1,0 1,0-1,0 1,0 0,0-1,0 1,1-1,-1 1,0 0,0-1,1 1,-1 0,0-1,0 1,1 0,-1-1,0 1,1 0,-1 0,0-1,1 1,-1 0,1 0,-1 0,0 0,1-1,-1 1,1 0,-1 0,1 0,-1 0,0 0,1 0,-1 0,1 0,-1 0,1 0,-1 1,0-1,1 0,-1 0,1 0,-1 0,0 1,1-1,-1 0,0 0,1 1,-1-1,0 0,1 0,-1 1,0-1,0 0,1 1,-1-1,0 1,0-1,0 0,1 1,-1-1,-1 7,1 1,0-1,0 0,1 0,0 0,0-1,1 1,0 0,0 0,0-1,1 1,0-1,0 1,1-1,0 0,0-1,0 1,0-1,3 2,-2-3,-1 0,1 0,0-1,0 0,0 0,0 0,0-1,1 1,-1-1,1-1,-1 1,1-1,0 0,0 0,-1-1,1 1,0-2,2 1,-6 0,-1-1,1 0,0 1,-1-1,1 0,-1 0,1 0,-1 0,1 0,-1 0,0 0,0 0,0-1,1 1,-1 0,0-1,-1 1,1-1,0 0,0 1,-1-1,1 1,0-1,-1 0,0 1,1-1,-1 0,0 0,0 1,0-1,0 0,0 0,-1 0,-16-57,10 48,0 0,-1 1,0 0,-1 0,0 1,-1 0,0 1,0 0,-1 0,0 1,0 1,-1 0,1 0,-1 1,-1 1,1 0,-11-2,21 6,-1-1,1 0,0 1,-1 0,1 0,0-1,-1 1,1 1,-1-1,1 0,0 0,-1 1,1 0,0-1,0 1,0 0,-1 0,1 0,0 0,0 1,0-1,0 0,1 1,-1 0,0-1,1 1,-1 0,1 0,-1 0,1 0,0 0,0 0,0 0,-1 2,4-3,-1 1,0-1,1 1,-1-1,1 1,0-1,-1 0,1 0,0 0,0 0,0 0,0 0,0 0,0-1,0 1,0-1,0 1,0-1,0 0,0 0,0 0,0 0,1 0,0-1,0 1,32-1,0-1,1-2,-1-1,-1-2,16-6,19-3,101-9,-167 25,0-1,0 1,0 0,0 0,0 0,0 1,0-1,0 1,0 0,0 0,0 0,0 0,0 0,-1 1,1-1,0 1,-1 0,0-1,1 1,-1 0,0 1,0-1,0 0,0 1,0-1,-1 1,1-1,-1 1,1 0,-1-1,0 1,0 0,0 0,-1 0,1 2,0 40,-2-38,1-1,0 0,0 1,0-1,1 0,0 0,0 1,0-1,1 0,0 0,0 0,1 1,-2-6,1 1,-1-1,0 0,0 1,1-1,-1 0,1 0,-1 0,1 0,-1-1,1 1,-1 0,1 0,0-1,0 1,-1-1,1 0,0 1,0-1,-1 0,1 0,0 0,0 0,-1-1,1 1,0 0,0-1,-1 1,1-1,0 0,-1 1,1-1,-1 0,2-1,52-36,-44 29,-1 0,0-2,0 1,-2-1,1 0,-1-1,-1 0,0 0,-1-1,0 1,-1-1,2-8,-5-2,-2 23,0 0,0 1,0-1,0 0,-1 0,1 0,0 0,0 0,-1 0,1 0,0 1,0-1,0 0,-1 0,1 0,0 0,0 0,-1 0,1 0,0 0,0 0,-1 0,1 0,0 0,0 0,-1 0,1-1,0 1,0 0,0 0,-1 0,1 0,0 0,0 0,0-1,-1 1,1 0,0 0,0 0,0 0,0-1,0 1,-1 0,1 0,0-1,0 1,0 0,0 0,0 0,0-1,0 1,0 0,0 0,0-1,0 1,0 0,0 0,0-1,0 1,0 0,0 0,0-1,-4 10,0-1,0 1,1 0,0 0,0 0,1 0,1 0,-1 1,2-1,-1 1,1 3,0-8,0-1,0 1,0-1,0 1,1 0,0-1,-1 1,2-1,-1 1,1-1,-1 0,1 0,0 0,1 0,-1 0,1 0,-1 0,1-1,0 1,1-1,-1 0,1 0,-1 0,1 0,0-1,0 0,0 1,0-1,4 1,5 0,1 0,-1-1,1 0,-1-1,1-1,-1 0,1-1,0 0,-1-1,10-3,30-6</inkml:trace>
  <inkml:trace contextRef="#ctx0" brushRef="#br1" timeOffset="29">2861 5635,'-10'0,"2"-2,0 1,0 0,0 1,0 0,0 0,0 1,0 0,0 0,0 0,1 1,-1 1,0-1,1 1,0 1,-1-1,1 1,1 0,-1 1,1 0,-1 0,1 0,1 1,-1-1,1 1,-1 2,4-6,1 0,-1 0,1 1,0-1,0 0,0 1,0-1,0 1,0-1,0 1,1-1,0 1,-1-1,1 1,0 0,0-1,0 1,1-1,-1 1,1-1,-1 1,1-1,0 1,0-1,0 1,0-1,0 0,1 0,-1 1,1-1,-1 0,1 0,0 0,0-1,0 1,0 0,0-1,0 1,2 0,6 0,0-1,1 0,-1-1,1 0,-1-1,1 0,-1 0,1-1,-1 0,0-1,0 0,0-1,-1 0,1-1,-1 0,0 0,0-1,-1 0,1 0,-1-1,-1 0,6-5,0 0,-2-1,0 0,0 0,-1-1,-1-1,0 0,-1 0,0 0,-2-1,0 0,0-1,-2 1,0-1,-1 0,0 0,-2 0,0 0,-1-1,0 1,-2 0,0 0,-1 0,-4-15,1 2,-1 0,-1 1,-2 0,-1 0,-1 1,-1 1,-9-12,22 38,0 0,-1-1,1 1,0 0,-1 0,1 0,-1 0,1 0,-1 0,1 0,-1 0,0 0,1 0,-1 0,0 1,0-1,0 0,0 0,0 1,0-1,0 1,0-1,0 1,0-1,0 1,0-1,0 1,0 0,0 0,0-1,-1 1,1 0,0 0,0 0,0 0,0 1,0-1,-1 0,1 0,0 1,0-1,0 0,0 1,0-1,0 1,0 0,0-1,0 1,0 0,0-1,1 1,-1 0,0 0,0 0,1 0,-1 0,1 0,-1 0,1 0,-1 0,1 0,-1 0,1 0,0 0,0 0,-1 1,1-1,0 0,-6 29,1 0,1-1,2 1,1 1,1-1,2 0,4 21,-2-14,1 0,2-1,2 0,1 0,12 25,-16-45,1 0,1-1,1 0,0 0,0-1,2 0,0-1,0 0,1-1,1 0,0-1,0-1,8 5,-17-12,0 0,0 0,0-1,0 0,0 0,0 0,1 0,-1 0,1-1,-1 0,1 0,0 0,-1-1,1 1,0-1,-1 0,1-1,0 1,0-1,-1 0,1 0,-1 0,1-1,-1 1,0-1,1 0,-1 0,0-1,0 0,0 1,1-3,1-3,0-2,-1 1,0-1,-1 0,1 0,-2 0,0 0,0-1,-1 1,0-1,-1 0,0 1,0-1,-2-3,3-7,-2 37,0 1,1-1,1 0,1 0,0 0,1 0,1 0,0-1,1 0,6 12,-10-24,-1 1,1 0,0-1,0 1,0-1,0 1,1-1,-1 0,1 0,0 0,0 0,0-1,0 1,1-1,-1 0,0 0,1 0,0 0,-1-1,1 1,0-1,0 0,0 0,0-1,0 1,0-1,0 1,16-6</inkml:trace>
  <inkml:trace contextRef="#ctx0" brushRef="#br1" timeOffset="30">3316 5367,'2'9,"8"1,2-1</inkml:trace>
  <inkml:trace contextRef="#ctx0" brushRef="#br1" timeOffset="31">3503 5019,'-2'4,"1"0,0-1,-1 1,1 0,1 0,-1 0,1 0,-1 0,1-1,0 1,0 0,1 0,-1 0,1 1,0 4,60 406,-51-361,-6-31,0 8,2 0,1 0,1-1,2 0,1 0,6 10,-16-37,1 1,-1-1,1 0,0 0,0-1,0 1,0 0,1-1,-1 1,1-1,0 1,-1-1,1 0,0 0,0-1,0 1,1-1,-1 1,0-1,1 0,-1 0,0 0,1-1,-1 1,1-1,-1 0,1 0,-1 0,1 0,-1-1,1 0,-1 1,0-1,1 0,0-1,9-7,-1 0,0-1,-1-1,0 1,-1-2,0 1,-1-2,-1 1,1-1,-2 0,0-1,-1 0,0 0,-1 0,0-1,-1-2,0 4,2-4,-5 37,-3 15,0-24,0 0,1 1,1-1,0 0,0 0,1 1,1-1,0 0,0 0,1 0,1 0,0-1,4 10,-5-17,0 0,0 0,0 0,0 0,0 0,1-1,0 1,-1-1,1 0,0 0,0-1,0 1,0-1,0 0,0 0,0 0,1 0,0-1,17 1</inkml:trace>
  <inkml:trace contextRef="#ctx0" brushRef="#br1" timeOffset="32">4024 5528,'-13'-16,"-8"-12,-4-8,3 2</inkml:trace>
  <inkml:trace contextRef="#ctx0" brushRef="#br1" timeOffset="33">3436 5234,'16'2,"19"1,22-3,16-2,13-3,2 1,-13 1</inkml:trace>
  <inkml:trace contextRef="#ctx0" brushRef="#br1" timeOffset="34">4091 5781,'8'2,"0"-1,1 0,-1 0,0-1,0 0,1 0,-1-1,0 0,0-1,0 0,0 0,0 0,0-1,0-1,-1 1,1-1,-1 0,0-1,-1 0,1 0,-1 0,0-1,0 0,0 0,-1-1,0 1,0-1,-1 0,0 0,0-1,-1 1,1-1,-3 4,1 1,-1-1,0 1,0-1,0 1,0-1,0 0,-1 0,0 1,0-1,0 0,0 0,0 1,-1-1,0 0,0 1,0-1,0 1,0-1,-1 1,1-1,-1 1,0 0,0 0,0 0,-1 0,1 0,-1 0,1 0,-1 1,0 0,0-1,0 1,0 0,-1 1,1-1,-1 0,1 1,-1 0,1 0,-1 0,1 0,-3 0,-1 3,0-1,0 1,0 1,0-1,0 1,1 0,-1 1,1 0,0 0,0 0,0 0,0 1,1 0,0 0,0 1,0 0,1-1,0 2,0-1,0 0,1 1,0-1,0 1,1 0,-1 0,2 0,-1 1,1-1,0 0,0 0,1 1,0-1,1 1,-1-1,1 0,1 0,1 7,0-8,0-1,0 0,0 0,0 0,1 0,0 0,0-1,0 0,1 1,-1-2,1 1,0 0,0-1,0 0,1 0,-1-1,1 1,-1-1,1 0,2 0,121 18,-64-17,-5-2</inkml:trace>
  <inkml:trace contextRef="#ctx0" brushRef="#br1" timeOffset="35">4559 5448,'110'-25,"-105"25,0 0,0 0,0 0,0 0,0 1,0 0,0 0,0 0,0 0,0 1,-1 0,1 0,-1 0,1 1,-1 0,0-1,0 1,0 1,0-1,-1 1,1-1,-2 1,1 0,-1 0,0 0,0 0,-1 0,1 1,-1-1,0 0,0 1,0-1,-1 1,0-1,1 0,-1 1,-1-1,1 1,-1-1,0 1,0-1,0 0,-1 2,-40 86,40-88,-27 44,15-27,2 0,0 1,1 1,2 0,0 1,8-22,0 0,1 0,-1 0,0 0,1 1,0-1,-1 0,1 0,0 1,0-1,0 0,0 0,1 1,-1-1,1 0,-1 0,1 0,0 0,0 0,0 0,0 0,0 0,0 0,1 0,-1 0,1 0,-1-1,1 1,-1-1,1 1,0-1,0 0,0 0,0 0,0 0,0 0,0 0,0 0,8 1,1-1,-1 0,0-1,1 0,-1-1,0 0,1 0,-1-1,0-1,0 1,0-2,7-3,-6 4,47-17</inkml:trace>
  <inkml:trace contextRef="#ctx0" brushRef="#br1" timeOffset="36">5308 4832,'162'523,"-146"-439,-3 1,-4 0,-4 1,-3-1,-7 47,2-97,0 0,-3-1,0 0,-3 0,0 0,-9 18,11-37,0 1,-1-1,0-1,-2 0,1 0,-2 0,0-1,0-1,-1 0,-1 0,0-2,0 1,-1-2,-8 5,-20 4,-1-1,0-3,-2-1,1-3,-1-1,-1-2,1-3,-1-1,-3-2,-483 20,-225 81,215-22,215-54,-41-13,304-11,-33 5,0 4,-16 7,30-4,-255 15,329-27,1 0,-1-1,0 0,0-1,0 0,0 0,1-1,-1 0,0 0,0-1,1 0,-1-1,1 0,0 0,0-1,0 0,0 0,0-1,1 0,0 0,0-1,0 0,1 0,0-1,-1-1,-5-17,0 1,2-2,1 1,1-1,-4-24,2 10,-83-280,-14 4,89 266,3 0,1 0,3-1,2-1,1-22,6 49,1 0,2 1,1-1,0 0,2 0,1 1,1 0,0 0,2 0,1 1,1 0,7-9,-3 13,0 2,2 0,0 0,0 1,2 1,0 1,1 1,0 0,1 2,0 0,1 1,0 1,14-4,-1-2,29-14,1 3,1 3,1 2,1 4,49-6,117 2,1 10,195 19,-3-1,207-41,-125 3,-447 28,0 4,0 2,0 3,0 2,39 12,75 23,-162-40,-2 1,1 1,0 0,-1 0,0 1,0 1,-1 0,0 0,10 9,-15-11,40 20,-39-27</inkml:trace>
  <inkml:trace contextRef="#ctx0" brushRef="#br1" timeOffset="37">5415 5487,'13'-2,"19"-3,17-3,14-3,12-1,7-1,4 2,-3 2,-2 3,-10 3,-11 1,-17 2</inkml:trace>
  <inkml:trace contextRef="#ctx0" brushRef="#br1" timeOffset="38">6391 5073,'-18'14,"-11"15,-7 15,-2 13,1 11,4 9,8 6,8 0,14-5,17-7,19-11,18-11,13-11,8-13,3-10,-11-8</inkml:trace>
  <inkml:trace contextRef="#ctx0" brushRef="#br1" timeOffset="39">6752 5113,'13'23,"10"16,5 14,2 8,-1 8,-6 3,-7 1,-13 0,-11-2,-12-3,-8-7,-5-7,1-10,7-13</inkml:trace>
  <inkml:trace contextRef="#ctx0" brushRef="#br1" timeOffset="40">7046 5528,'16'2,"18"1,18 0,16-1,14 0,12-4,7 0,3-1,-4 1,-14 0,-18 1,-25 1,-21-1</inkml:trace>
  <inkml:trace contextRef="#ctx0" brushRef="#br1" timeOffset="41">6805 4351,'12'21,"12"15,11 9,10 3,5 1,4-6,-1-8,-3-10,-9-10</inkml:trace>
  <inkml:trace contextRef="#ctx0" brushRef="#br1" timeOffset="42">7393 4204,'-6'14,"-10"11,-9 12,-4 13,-2 10,-1 11,4 7,6 7,6 4,7 3,5 2,9-1,9-4,11-4,6-9,-3-17</inkml:trace>
  <inkml:trace contextRef="#ctx0" brushRef="#br1" timeOffset="43">3383 6918,'-3'5,"7"1,5-1,0 0</inkml:trace>
  <inkml:trace contextRef="#ctx0" brushRef="#br1" timeOffset="44">3396 7453</inkml:trace>
  <inkml:trace contextRef="#ctx0" brushRef="#br1" timeOffset="45">3449 7680,'0'0</inkml:trace>
  <inkml:trace contextRef="#ctx0" brushRef="#br1" timeOffset="46">3477 8054,'2'14,"5"6,7 1,0-4</inkml:trace>
  <inkml:trace contextRef="#ctx0" brushRef="#br1" timeOffset="47">3530 8322,'0'0</inkml:trace>
  <inkml:trace contextRef="#ctx0" brushRef="#br1" timeOffset="48">28 9445,'20'2,"25"1,23-5,23-6,17-4,11-3,5 2,0 2,-9 6,-12 9,-23 3</inkml:trace>
  <inkml:trace contextRef="#ctx0" brushRef="#br1" timeOffset="49">2273 8777,'-33'-9,"0"1,0 2,-1 1,0 2,0 1,0 2,0 1,1 2,-1 1,0 1,1 3,0 0,1 2,-20 9,-58 25,2 4,3 5,-20 17,69-38,1 3,2 2,2 3,1 1,2 3,-4 9,44-46,0 0,0 1,0 1,1-1,0 1,1 0,0 1,1 0,0-1,0 2,1-1,0 0,1 1,0 0,1 0,0 0,1 0,0 0,1 0,0 0,0 0,1 0,1 0,0 0,0 0,2 3,2-3,1-1,0 0,0-1,0 1,1-1,1-1,0 0,0 0,0 0,1-1,0-1,1 0,4 2,148 55,25-17,60 1,-51-10,-152-28,101 20,92 5,-12-21,1-11,0-9,78-18,-79-6,-2-10,-2-10,10-13,516-140,-478 136,-4-12,229-103,-456 166,-1-2,0-2,-2-1,25-21,-48 33,-1 0,-1 0,0-1,-1 0,0-1,0-1,-1 1,-1-1,0-1,-1 0,0 0,-2 0,1-1,1-9,-6 17,0-1,0 0,-1 0,0 0,0 0,-1 0,0 1,0-1,-1 0,0 1,0-1,-1 1,0-1,0 1,-1 0,0 0,0 1,-1-1,0 1,-4-4,-8-9,-2 1,0 0,-1 2,-1 0,-17-9,-11-5,-1 2,-2 2,0 2,-2 3,-1 2,0 3,-1 1,-1 4,0 2,-45-1,-221 0,-53 16,346-5,-407 21,-123 34,-382 55,921-109,-95 10,1 4,0 5,2 6,-55 22,141-41,1 2,0 1,0 1,2 1,-1 1,2 1,0 1,0 1,2 2,0 0,1 0,2 2,-16 21,19-12</inkml:trace>
  <inkml:trace contextRef="#ctx0" brushRef="#br1" timeOffset="50">1859 9178,'15'43,"-7"-60,-11-88,2 102,0-1,1 1,-2-1,1 1,0 0,-1-1,1 1,-1 0,0 0,0 0,0 0,0 1,-1-1,1 1,-1-1,1 1,-1 0,0 0,0 0,0 0,0 0,0 1,-1-1,1 1,0 0,-1 0,1 0,-2 0,-3 2,0 0,1 1,-1-1,0 2,1-1,-1 1,1 0,0 0,0 1,0 0,1 0,-1 1,1 0,0 0,0 0,1 1,-1 0,1 0,1 0,-1 1,0 2,-3 2,1 1,1-1,-1 1,2 1,0-1,1 1,0 0,1 0,0 0,1 1,0-1,1 0,1 1,0-1,1 1,0-5,0 0,0 0,1 0,1 0,-1-1,1 1,1-1,0 1,0-1,0-1,1 1,0 0,1-1,0 0,0-1,0 1,1-1,0 0,0-1,0 0,1 0,5 3,-1-3,0 1,1-2,0 1,0-2,0 0,0 0,0-1,0-1,1 0,-1-1,1-1,-1 0,0 0,1-2,-1 1,0-2,-1 0,1 0,-1-1,1-1,-1 0,-1 0,1-1,-1-1,-1 0,1-1,-1 0,-1 0,0-1,0 0,-1-1,0 1,-1-2,1-1,-5 8,5-11,-3 18,-6 21,0-19,1-1,-1 1,1-1,0 1,0 0,0-1,0 1,1 0,-1-1,1 1,0-1,0 1,0-1,0 1,1-1,0 0,-1 1,1-1,0 0,1 0,-1 0,0-1,1 1,0-1,1 2,1-2,-1 0,1 0,0 0,0-1,0 0,0 0,0 0,1 0,-1-1,0 0,0 0,0 0,1-1,-1 0,0 0,0 0,0-1,0 1,0-1,-1 0,1-1,0 1,-1-1,0 0,0 0,0 0,0-1,0 1,1-3,-4 5,-1-1,1 1,-1-1,1 0,-1 1,1-1,-1 0,0 1,0-1,0 0,0 1,0-1,0 0,-1 1,1-1,-1 0,1 1,-1-1,1 1,-1-1,0 1,0-1,1 1,-1-1,0 1,-1 0,1-1,0 1,0 0,0 0,-1 0,1 0,-1 0,-51-28,41 25,-1 0,0 1,-1 0,1 1,0 0,-1 2,1-1,-9 2,7 3,32-2,292-51,-302 48,12-1,-1-1,1 2,0 1,0 0,-1 1,8 2,-22-2,0 0,0 1,-1-1,1 1,-1 0,0 0,1 0,-1 0,0 0,0 1,0 0,-1-1,1 1,0 0,-1 0,0 1,0-1,0 0,0 1,0-1,-1 1,0-1,0 1,0 0,0 0,0 0,-1-1,1 1,-1 2,1 0,0 0,0 0,1 0,0 0,0-1,1 1,0 0,0-1,0 0,0 1,3 1,-4-6,1 0,0 0,0 0,0-1,0 1,0-1,0 0,0 1,0-2,1 1,-1 0,0 0,0-1,0 0,0 1,-1-1,1 0,0-1,0 1,0 0,-1-1,1 0,-1 1,1-1,-1 0,0 0,0-1,0 1,0 0,0-1,0 1,1-3,8-8,-1 0,0-1,0-1,-2 1,0-1,0-1,1-8,9-14,-13 62,-5-17,-1 0,1-1,0 1,1 0,0-1,0 1,0-1,0 1,1-1,0 0,1 0,-1 1,1-1,1-1,-1 1,1 0,0-1,0 0,0 0,1 0,0-1,0 1,0-1,0 0,1 0,-1-1,1 0,6 3,26 2,-2-7</inkml:trace>
  <inkml:trace contextRef="#ctx0" brushRef="#br1" timeOffset="51">3196 9231,'-11'3,"0"0,1 0,-1 1,1 0,0 1,0 0,0 1,1 0,0 0,0 1,1 1,0-1,0 1,0 0,1 1,0 0,1 0,0 0,1 1,-2 3,6-12,0 0,1 1,-1-1,0 0,1 1,-1-1,1 0,-1 1,1-1,-1 1,1-1,0 1,0-1,0 1,0-1,0 1,0-1,0 1,1-1,-1 1,0-1,1 1,-1-1,1 0,0 1,-1-1,1 0,0 1,0-1,0 0,0 0,0 0,0 0,0 0,0 0,0 0,1 0,-1 0,0-1,1 1,-1 0,0-1,1 1,-1-1,1 1,-1-1,1 0,-1 0,1 0,-1 0,1 0,-1 0,11-1,-1-2,0 1,0-2,-1 1,1-2,-1 1,0-1,0-1,0 0,-1 0,0-1,0 0,8-8,-6 5,-1 1,1-2,-1 0,-1 0,0 0,-1-1,0-1,-1 1,0-1,-1 0,-1-1,0 0,0 0,-2 0,0 0,0 0,-1-1,-1 1,-1-1,0-9,-2-7,-2 0,-1 1,-1 0,-1 0,-2 0,-1 1,-2 0,0 1,-2 1,-1-1,-6 7,21 21,-1 0,0 0,0 1,1-1,-1 0,0 0,1 0,-1 1,0-1,1 0,-1 1,0-1,1 1,-1-1,1 1,-1-1,1 1,-1-1,1 1,-1-1,1 1,0 0,-1-1,1 1,0 0,-1-1,1 1,0 0,0-1,0 1,-1 0,1-1,0 1,0 0,0 0,0-1,0 1,1 0,-6 38,1 0,3 0,1 0,4 27,-3-49,1 34,1 0,3 0,3 0,1-1,3 0,4 6,-14-47,1 0,0-1,1 1,0-1,0 0,1 0,0-1,0 0,1 0,-1 0,2-1,-1 0,6 3,15 7</inkml:trace>
  <inkml:trace contextRef="#ctx0" brushRef="#br1" timeOffset="52">4104 8923,'28'-17,"1"1,0 1,2 1,-1 2,25-6,-53 17,0 0,0 0,0 0,1 0,-1 0,0 1,0-1,1 1,-1 0,0 0,0-1,1 2,-1-1,0 0,0 0,1 1,-1-1,0 1,0-1,0 1,1 0,-1 0,0 0,0 0,-1 1,1-1,0 0,0 1,0-1,-1 1,1 0,-1 0,0-1,1 1,-1 0,0 0,0 0,0 0,0 0,0 1,-1-1,1 0,-1 0,1 1,-1-1,0 0,0 1,-3 10,0 0,-2-1,1 1,-2-1,1 0,-2-1,1 1,-2-1,1-1,-2 1,-5 5,12-14,2-2,-1 0,1 0,-1 0,1 0,-1 0,1 1,0-1,-1 0,1 0,-1 0,1 1,-1-1,1 0,0 0,-1 1,1-1,0 0,-1 1,1-1,0 0,-1 1,1-1,0 1,0-1,0 0,-1 1,1-1,0 1,0-1,0 1,0-1,0 1,0-1,0 1,0-1,0 1,0-1,0 0,0 1,0-1,0 1,0-1,0 1,0-1,1 1,-1-1,0 0,0 1,1-1,-1 1,0-1,1 0,-1 1,0-1,1 0,-1 1,0-1,1 0,-1 0,1 1,-1-1,0 0,1 0,-1 0,1 0,-1 0,1 1,-1-1,1 0,181-25,-172 25,0 1,1 0,-1 0,0 1,0 0,0 0,-1 1,1 1,0 0,-7-3,0 0,0 1,-1-1,1 1,-1-1,1 1,-1 0,0 0,1 0,-1 0,0 0,0 0,-1 1,1-1,0 1,-1-1,0 1,1 0,-1 0,0-1,0 1,-1 0,1 0,0 0,-1 0,0 0,0 0,0 0,0 0,0 0,-1 0,0 2,-3 5,0-1,-1 1,-1-1,0 0,0-1,0 1,-1-1,-1 0,1-1,-1 0,0 0,-1-1,0 0,0 0,-4 1,0 2,-1 0,1-1,-1-1,-1 0,0-1,1 0,-2-1,1-1,-16 2,15-10,10-5</inkml:trace>
  <inkml:trace contextRef="#ctx0" brushRef="#br1" timeOffset="53">6136 8910,'19'2,"14"1,16-2,10-2,5-2,1-2,-5 2,-5-1,-12 2</inkml:trace>
  <inkml:trace contextRef="#ctx0" brushRef="#br1" timeOffset="54">6778 8576,'-16'18,"-7"13,-3 10,0 12,3 8,6 8,6 5,7 2,11-3,11-8,12-7,9-9,8-11,2-12,-7-10</inkml:trace>
  <inkml:trace contextRef="#ctx0" brushRef="#br1" timeOffset="55">7139 8616,'18'18,"13"13,8 10,0 10,-5 7,-8 4,-8 1,-12 0,-12-2,-11-4,-8-10,-1-13,3-12</inkml:trace>
  <inkml:trace contextRef="#ctx0" brushRef="#br1" timeOffset="56">7501 8964,'22'-3,"22"-2,17-3,11-3,7-1,2-1,-2 2,-7 2,-16 3</inkml:trace>
  <inkml:trace contextRef="#ctx0" brushRef="#br1" timeOffset="57">6898 7586,'16'16,"12"10,8 7,8 3,2-1,-2-1,-4-4,-6-8,-4-7,-8-6</inkml:trace>
  <inkml:trace contextRef="#ctx0" brushRef="#br1" timeOffset="58">7447 7519,'-9'7,"-10"9,-6 9,-6 11,-2 11,2 11,7 12,7 10,8 4,12 5,11 3,10-1,1-16</inkml:trace>
  <inkml:trace contextRef="#ctx0" brushRef="#br1" timeOffset="59">3155 10487,'14'0,"4"0</inkml:trace>
  <inkml:trace contextRef="#ctx0" brushRef="#br1" timeOffset="60">3155 11170,'0'0</inkml:trace>
  <inkml:trace contextRef="#ctx0" brushRef="#br0" timeOffset="61">2005 1838,'-42'31,"2"2,1 1,1 2,2 1,-20 29,25-31,1 2,2 0,1 2,2 1,2 1,2 1,1 1,3 0,1 2,2 0,-5 34,10-9,3 0,2 0,4 1,7 41,-4-67,2-1,2 0,2 0,2-1,2 0,1-1,3-1,1 0,7 8,-16-35,2 0,-1 0,2-1,-1-1,2 0,0 0,0-2,1 1,0-2,1 0,0 0,0-2,1 0,2 0,17 5,0-1,0-2,1-2,0-1,0-2,7-1,-3-1,0-2,-1-3,1 0,-1-3,0-1,-1-2,0-1,0-3,-1-1,0-1,-2-2,0-2,-1-1,0-1,-2-2,-1-2,13-13,-10 7,-2-2,-1-1,-2-2,-1-1,-2-1,-1-1,16-37,-29 40,-1 0,-2-1,-1 0,-2 0,-1 0,-3-1,-1 0,-1 0,-5-24,5 36,-2-38,-3-1,-2 2,-3-1,-2 1,-4 1,-7-13,15 51,-1 0,-1 1,-1 0,-2 1,0 0,-1 1,-1 0,-1 2,-1-1,0 2,-2 1,0 0,0 1,-2 1,0 1,-1 1,-4-2,3 5,-1 0,0 1,-1 2,0 0,0 2,-1 1,0 0,-17 1,28 3,0 0,1 1,-1 0,1 2,-1-1,1 2,0 0,0 0,0 1,1 1,0 0,0 1,0 1,1 0,-10 8,-7 12</inkml:trace>
  <inkml:trace contextRef="#ctx0" brushRef="#br0" timeOffset="62">3009 2493,'15'26,"1"-1,1-1,1-1,1 0,2-1,0-2,1 0,0-1,2-1,0-1,2-1,-1-2,2 0,9 2,38 8,1-4,0-3,2-4,-1-3,2-3,-1-4,7-3,162 4,0-12,0-10,0-11,-110 5,0-5,-3-6,0-6,-3-6,-2-6,108-61,91-73,-142 77,5 8,58-15,-67 48,4 8,2 9,2 7,2 9,1 8,1 8,74 7,-138 13,0 5,0 6,0 6,70 20,116 57,-296-89,1-2,0 0,0-2,1 0,19-2,-36 1,1-1,0 1,-1 1,1-1,-1 1,1 0,0 0,-1 0,0 1,1-1,-1 1,0 0,0 0,0 1,0-1,0 1,0 0,-1 0,1 0,-1 0,0 1,0 0,0-1,-1 1,2 3,96 142,-4-18,-87-124,-7-24,-2 0</inkml:trace>
  <inkml:trace contextRef="#ctx0" brushRef="#br0" timeOffset="63">9866 1691,'-1'0,"1"1,-1-1,0 1,1 0,-1 0,1-1,-1 1,1 0,-1 0,1 0,-1-1,1 1,0 0,-1 0,1 0,0 0,0 0,0 0,0 0,0 0,0 0,0 0,0-1,0 1,0 0,0 0,1 0,-1 0,0 0,1 0,-1 0,0-1,1 1,-1 0,1 0,0-1,-1 1,2 1,103 156,-87-132,2-1,-1 0,-1 2,-2-1,0 2,-2 0,-1 1,-1 1,-2-1,-1 2,3 19,-12-44,0 1,0 0,0-1,-1 1,0 0,-1-1,1 1,-1-1,0 0,-1 1,0-1,0 0,0-1,0 1,-1 0,0-1,0 0,-1 0,1 0,-1-1,0 1,-1-1,1 0,-1-1,1 1,-1-1,-5 2,-204 85,107-50,99-36,3-3,0 1,1 0,0 0,-1 1,1 0,0 0,0 0,0 0,1 1,-1 0,1 0,0 0,-3 3,7 3,7-3</inkml:trace>
  <inkml:trace contextRef="#ctx0" brushRef="#br0" timeOffset="64">3369 6290,'0'0</inkml:trace>
  <inkml:trace contextRef="#ctx0" brushRef="#br0" timeOffset="65">3369 6290,'15'26,"-13"-23,0 0,0 0,0 0,0 0,1 0,-1-1,1 1,0-1,0 0,0 0,0 0,0 0,0-1,0 1,2 0,-3-2,-1 1,0 0,0-1,1 0,-1 1,0-1,1 0,-1 0,0 0,1 0,-1 0,1 0,-1 0,0 0,1 0,-1-1,0 1,0 0,1-1,-1 1,0-1,0 0,0 1,1-1,-1 0,0 0,0 0,0 0,0 0,0 0,-1 0,1 0,0 0,0 0,-1 0,1 0,0-1,-1 1,0 0,1 0,-1-1,0 1,0-1,0 0,0 0,-1 0,1 0,-1 0,0 0,0 0,0 1,1-1,-2 0,1 0,0 1,0-1,0 1,-1-1,1 1,-1-1,1 1,-1 0,0 0,1 0,-1 0,0 0,0 0,0 0,1 1,-1-1,0 1,0-1,0 1,0 0,0 0,0-1,0 1,0 1,0-1,0 0,0 1,0-1,0 1,0-1,0 1,0 0,0 0,0 0,1 0,-1 0,-1 1,0 1,0 0,1 0,-1 0,1 0,0 0,0 1,0-1,0 1,0-1,1 1,-1 0,1-1,0 1,0 0,1 0,-1 0,1 0,0 0,0 0,0 0,1 0,-1-1,1 1,0 0,0 0,0 0,0-1,1 1,0 0,0-1,0 0,0 1,0-1,1 0,-1 0,2 1,-3-4,1 0,-1 0,1 0,-1 0,1 0,0 0,-1 0,1-1,-1 1,1-1,-1 1,1-1,-1 1,1-1,-1 0,0 0,1 0,-1 0,0 0,0 0,1 0,-1 0,0 0,0 0,0-1,-1 1,1 0,0-1,0 1,-1-1,1 1,-1-1,1 1,-1-1,0 1,1-1,-1 0,0 1,0-1,0 1,0-1,0 1,-1-1,1 0,0 1,-1-1,1 1,-1-1,0 1,1 0,-1-1,0 1,0-1,0 1,0 0,0 0,-1-1,1 2,1 1,-1-1,0 1,0-1,0 0,1 1,-1 0,0-1,1 1,-1-1,0 1,1 0,-1-1,1 1,-1 0,1 0,-1 0,1-1,0 1,-1 0,1 0,0 0,0 0,-1 0,1 0,0-1,0 1,0 0,0 0,0 0,0 0,1 0,-1 0,0 0,0 0,1-1,-1 1,0 0,1 0,-1 0,1 0,52 88,-39-71,66 85,-66-88,-1-1,2-1,0 0,0-1,1-1,1-1,0 0,18 13,73 64,-83-62,1-1,1-2,2-1,-1 0,10 2,-11-6,104 42,-103-46,38 9,122 5,-95-14,-55-3,-30-5</inkml:trace>
  <inkml:trace contextRef="#ctx0" brushRef="#br0" timeOffset="66">11283 1838,'-196'192,"8"8,10 8,-70 115,-8 18,247-332,6-7</inkml:trace>
  <inkml:trace contextRef="#ctx0" brushRef="#br0" timeOffset="67">10254 1892,'193'149,"-75"-78,3-5,3-5,15 0,-131-58,32 15,86 39,1-5,3-6,65 11,-176-52,-7-1</inkml:trace>
  <inkml:trace contextRef="#ctx0" brushRef="#br0" timeOffset="68">4612 7172,'1'-1,"0"0,0 0,0 0,0 0,0 0,0 1,1-1,-1 0,0 1,0-1,0 1,1-1,-1 1,0-1,1 1,-1 0,0 0,1 0,-1 0,0 0,1 0,-1 0,0 0,1 0,-1 1,0-1,1 0,-1 0,222 17,-123-27,0-4,-1-5,-2-4,0-4,41-20,-119 41,617-183,-472 142,-3-6,-2-8,-1-7,116-73,-7-12,114-93,-190 109,-7-8,-7-7,-4-10,298-285,-374 342,-5-4,15-32,119-121,-95 117,114-112,-234 247,0-1,-1 0,0-1,-1 0,-1-1,0 0,0 0,-1-1,-1 0,0 0,-1 0,0-6,9-30,-49 75,-1 2,-1-2,-1-2,-1-1,-1-2,-1-1,-1-3,0-1,-1-2,0-2,-12 0,243-81,-80 23,-40 15,1 4,52-14,-120 42,2-2,-1 1,1-1,0 1,-1 0,1 0,0 0,0 0,0 0,0 1,0-1,-1 1,1 0,0 0,0 0,0 0,0 0,0 1,0-1,0 1,0 0,0 0,0 0,-1 0,1 1,0-1,-1 1,1-1,-1 1,0 0,1 0,-1 0,0 0,0 0,0 1,-1-1,3 3,-3 5,0-1,-1 1,0-1,-1 1,1-1,-2 0,1 1,-1-1,-1 0,-1 4,-1 5,-3 16,-12 37,4 2,2 0,4 0,3 1,3 7,8-35,1-12</inkml:trace>
  <inkml:trace contextRef="#ctx0" brushRef="#br0" timeOffset="69">10521 3790,'120'-272,"-114"258,-6 11,1-1,0 1,0-1,0 1,0 0,0 0,1-1,0 1,0 0,0 0,0 1,0-1,0 0,1 1,-1-1,1 1,0 0,-1 0,1 0,0 0,0 0,1 1,-1-1,0 1,0 0,1 0,2-1,-2 2,0 0,0 0,0 0,-1 0,1 1,0-1,-1 1,1 0,0 0,-1 1,1-1,-1 1,0-1,1 1,-1 0,0 1,0-1,0 0,0 1,-1 0,1-1,-1 1,1 0,-1 0,0 0,0 1,-1-1,1 1,0-1,-1 1,1 2,2 13,-1 0,0 1,-1-1,-1 1,-2 17,2 25,24 124,-15-126,-2 1,-1 52,-6-106,-1 0,0 0,-1 0,0 0,0 0,0 0,-1 0,0 0,0 0,-1-1,0 1,0-1,-1 0,1 1,-1-2,-1 1,1 0,-1-1,0 0,0 0,0 0,-1-1,0 0,-1 1,2-2,3-3,0 1,0-1,0 1,0 0,1-1,-1 1,0 0,0 0,1 1,-1-1,1 0,-1 0,1 1,-1-1,1 1,0-1,0 1,0 0,0-1,0 1,0 0,0 0,0 0,1 0,-1 0,1-1,-1 3,3-3,1 1,-1-1,0 1,1-1,-1 0,1 0,-1 0,1 0,-1 0,1 0,-1-1,1 0,0 1,0-1,-1 0,1 0,0 0,-1-1,1 1,0-1,-1 1,2-2,1 2,202-37,-139 22,0 3,55-2,-153 3,17 2</inkml:trace>
  <inkml:trace contextRef="#ctx0" brushRef="#br0" timeOffset="70">10722 3375,'-10'53,"-3"-1,-1 0,-3-1,-13 24,12-32,-2 0,-2 0,-1-2,-5 2,17-28,20-47,177-300,-138 241,-48 90,1 0,-1 0,1 1,-1-1,1 0,-1 1,1-1,-1 0,1 1,-1-1,1 1,0-1,-1 1,1-1,0 1,0-1,-1 1,1 0,0-1,0 1,-1 0,1 0,0 0,0-1,0 1,0 0,-1 0,1 0,0 0,0 1,0-1,0 0,-1 0,1 0,0 1,0-1,0 0,-1 1,1-1,0 0,-1 1,1-1,0 1,-1 0,1-1,0 1,-1-1,1 1,-1 0,1-1,-1 1,0 0,1 0,19 47,-19-45,11 44,-2 0,-2 0,-2 1,-2 12,7 52,67 381,-75-471,0-4,-4-33,-36-220,-21-428,50 615,3 86,12 61,4-1,12 44,-1-6,-6-16,-5 1,-4 48,-8-139</inkml:trace>
  <inkml:trace contextRef="#ctx0" brushRef="#br0" timeOffset="71">10735 4378,'384'-14,"-357"14,-18 0,-17 0,-206 3,-28 12,146-4,96-10,0-1,0 0,0 0,0 0,0 1,0-1,0 0,0 0,0 0,0 1,0-1,0 0,0 0,0 0,0 1,0-1,0 0,0 0,0 0,0 1,-1-1,1 0,0 0,0 0,0 0,0 1,0-1,0 0,-1 0,1 0,0 0,0 0,0 0,-1 1,1-1,0 0,0 0,0 0,0 0,-1 0,1 0,0 0,22 3,54-3,-1-4,1-3,-1-4,22-7,-57 11,119-23,-227 53,-31-4,0-3,-1-5,-6-4,-47 5,85 0,69-12,-1 0,0 0,1 0,-1 1,0-1,0 0,1 0,-1 0,0 0,0 1,0-1,1 0,-1 0,0 1,0-1,0 0,0 1,1-1,-1 0,0 0,0 1,0-1,0 0,0 1,0-1,0 0,0 1,0-1,0 0,0 0,0 1,0-1,0 0,0 1,0-1,-1 0,1 0,0 1,0-1,0 0,0 1,0-1,-1 0,1 0,0 0,0 1,-1-1,1 0,0 0,0 0,-1 1,1-1,0 0,0 0,-1 0,1 0,0 0,-1 0,1 0,0 0,0 0,-1 1,1-1,0 0,-1-1,1 1,26 8,33-2,0-4,0-1,0-4,0-2,0-2,-1-3,19-7,-22 9,-55 9,0-1,0 1,1-1,-1 0,0 1,0-1,0 1,0-1,0 1,0-1,0 1,0-1,0 0,0 1,0-1,0 1,0-1,0 1,0-1,0 1,0-1,0 1,-1-1,1 0,0 1,0-1,-1 1,1-1,0 0,0 1,-1-1,1 0,0 1,-1-1,1 0,-1 0,1 1,0-1,-1 0,1 0,-1 0,1 0,-1 1,1-1,0 0,-1 0,-50 26,23-15</inkml:trace>
  <inkml:trace contextRef="#ctx0" brushRef="#br0" timeOffset="72">4224 9511</inkml:trace>
  <inkml:trace contextRef="#ctx0" brushRef="#br0" timeOffset="73">4224 9511,'-13'5,"-7"-1,-1-1</inkml:trace>
  <inkml:trace contextRef="#ctx0" brushRef="#br0" timeOffset="74">4158 9405,'24'28,"-1"-13,-23-16,0 1,0-1,0 1,-1-1,1 1,0-1,0 0,-1 1,1-1,0 1,-1-1,1 1,-1 0,1-1,0 1,-1-1,1 1,-1 0,1-1,-1 1,0 0,1-1,-1 1,1 0,-1 0,1 0,-1 0,0-1,1 1,-1 0,1 0,-1 0,0 0,1 0,-1 0,1 1,-1-1,0 0,1 0,-2 1,0 0,0 0,1 0,-1 0,0 0,1 0,-1 0,1 0,-1 1,1-1,0 1,0-1,-1 1,1 0,0-1,0 1,1 0,-1 0,0 0,0-1,1 1,0 0,-1 0,1 0,0 0,0 0,0 0,0 0,0 0,0 0,0 0,1 0,-1 0,1 0,0-1,-1 1,1 0,0 0,0 0,0-1,0 1,0-1,1 1,-1-1,0 1,1-1,-1 0,1 1,0-1,-1 0,1 0,0 0,1 0,-1-1,1 1,-1-1,1 1,-1-1,1 0,0 0,-1 0,1 0,-1-1,1 1,-1-1,1 1,-1-1,1 0,-1 0,1 0,-1 0,0-1,0 1,0-1,0 1,0-1,0 0,0 1,0-1,0 0,-1 0,1-1,-1 1,0 0,0 0,0-1,0 1,0-1,0 1,0-1,-1 2,0 1,0-1,0 0,0 1,0-1,-1 0,1 1,0-1,0 1,0-1,-1 0,1 1,0-1,-1 1,1-1,0 1,-1-1,1 1,-1-1,1 1,-1-1,1 1,-1 0,1-1,-1 1,1 0,-1-1,0 1,1 0,-1 0,1 0,-1 0,0-1,1 1,-1 0,0 0,1 0,-1 0,0 0,1 0,-1 1,1-1,-1 0,0 0,1 0,-1 1,1-1,-1 0,0 0,1 1,-1-1,1 1,-1-1,1 0,-1 1,1-1,0 1,-1-1,1 1,-1-1,1 1,0 0,0-1,-1 1,1 0,-1 2,-1-1,1 1,0 0,1 0,-1 0,0 0,1 0,0 0,-1 0,1 0,0 0,1 0,-1 0,0 0,1-1,0 1,0 0,0 0,0 0,0 0,0-1,2 3,-3-5,1 1,-1-1,1 0,-1 0,1 0,-1 0,0 1,1-1,-1 0,1 0,-1 0,1 0,-1 0,1 0,-1 0,0 0,1 0,-1 0,1 0,-1-1,1 1,-1 0,0 0,1 0,-1 0,1-1,-1 1,0 0,1-1,-1 1,0 0,1 0,-1-1,0 1,1-1,-1 1,0 0,0-1,0 1,1-1,-1 1,0 0,0-1,0 1,0-1,0 1,0-1,0 1,0 0,0-1,0 1,0-1,0 1,0-1,0 1,0-1,0 1,0 0,0-1,-1 1,1-1,0 1,0 0,-1-1,1 1,-16-28,16 27,0 1,0 0,1-1,-1 1,0 0,1-1,-1 1,0 0,1-1,-1 1,1 0,-1 0,0 0,1-1,-1 1,1 0,-1 0,1 0,-1 0,1 0,-1 0,0 0,1 0,-1 0,1 0,-1 0,1 0,-1 0,1 0,-1 1,0-1,1 0,-1 0,1 0,-1 1,0-1,1 0,-1 0,0 1,1-1,-1 0,0 1,1-1,-1 0,0 1,0-1,1 1,-1-1,0 0,0 1,0-1,0 1,-8 12,-3 3</inkml:trace>
  <inkml:trace contextRef="#ctx0" brushRef="#br0" timeOffset="75">3009 10153,'-52'-3,"0"2,1 3,-1 1,1 3,-1 3,2 1,0 3,0 2,-7 5,30-13,-64 21,1 3,-31 18,91-35,1 1,0 1,2 1,0 2,1 1,0 0,2 2,-17 21,17-10,2 1,1 1,2 0,2 2,1 0,2 1,2 1,1 0,2 0,-3 27,1-2,3 0,2 1,3 0,3 0,3 0,8 44,-4-68,1 0,2-1,2 0,2-1,1 0,2-1,2-1,1-1,1-1,3 0,1-1,-3-8,0-1,2-1,0-1,2-1,0-2,2 0,0-2,1-1,0-1,2-2,0-1,0-1,1-1,18 2,5-1,2-3,-1-2,1-2,0-3,-1-3,1-1,0-4,-1-2,0-2,0-3,-2-2,1-2,-2-3,32-17,-56 22,-1-2,0-1,-1-1,-1-1,-1-2,-1 0,-1-1,-1-2,0 0,-3-1,0-2,-1 1,-2-2,-1 0,7-21,-5 2,-2 0,-3 0,-1-1,-3-1,-1 0,-3 0,-3 0,-1-1,-2 1,-3 0,-2 0,-2 1,-2 0,-16-42,18 63,-1 0,-2 1,-1 0,-1 0,-1 1,-1 1,-1 1,-1 0,-1 2,-2 0,0 1,-1 1,-1 0,0 2,-2 1,0 1,-1 2,-1 0,0 1,0 2,-1 1,-1 1,0 2,-24-4,36 10,-1 0,0 1,0 1,1 1,-1 0,1 1,-1 1,1 1,0 1,-5 2,13-4,0 0,0 0,1 1,0 0,0 1,0 0,0 0,1 1,0 0,1 0,-1 0,1 1,1 0,-1 0,1 0,1 1,0 0,0 0,-1 3,3-5,1 1,0-1,0 0,0 1,1-1,0 1,0-1,1 1,0-1,0 0,0 1,2 0,11 32</inkml:trace>
  <inkml:trace contextRef="#ctx0" brushRef="#br0" timeOffset="76">3329 10902,'34'-11,"-10"7,0 1,1 1,-1 0,1 2,-1 1,1 1,-1 2,1 0,-1 1,-1 1,1 2,-1 0,0 1,-1 2,3 1,54 30,-26-12,2-3,0-3,2-1,19 2,-34-15,1-3,-1-1,1-3,0-1,0-2,0-2,0-1,3-4,91-17,111-36,-207 49,93-21,-2-6,-2-6,-2-5,-2-6,56-36,-25-14,-4-6,51-54,-121 97,-17 14,141-111,-8-10,110-130,-37-23,49-99,-142 184,-125 171,32-41,-5-3,43-86,-27 0,10-49,28-64,-133 311,362-739,-329 678,3 2,3 1,2 2,3 2,37-35,-3 14,4 3,3 4,3 5,3 3,29-12,-57 15,-36 27,126-92,21 3,-137 104,-36 14,-3-2</inkml:trace>
  <inkml:trace contextRef="#ctx0" brushRef="#br0" timeOffset="77">11645 3336,'-17'27,"-733"1056,458-669,261-371,17-30,9-23,7-12</inkml:trace>
  <inkml:trace contextRef="#ctx0" brushRef="#br0" timeOffset="78">10214 3375,'9'0,"0"0,0 0,0 1,-1 0,1 1,0 0,0 0,-1 1,1 0,-1 0,0 1,0 0,0 0,-1 1,0 0,6 5,-10-8,117 81,82 77,-130-101,110 88,6-8,7-9,6-7,-106-71,2-4,2-4,2-5,32 6,-68-34,-64-11,0-1,0 1,0 0,0-1,0 1,0-1,0 1,0-1,-1 1,1-1,0 0,0 1,-1-1,1 0,0 0,-1 0,1 1,-1-1,1 0,-1 0,1 0,-1 0,0 0,0 0,1 0,-1 0,0 0,0 0,0 0,0 0,0 0,0 0,0 0,0 0,-1 0,1 0,0 0,0 0,-1 0,1 0,-1 0,-15-40,15 38,-1 0,0 0,0 1,0-1,-1 0,1 1,-1-1,1 1,-1 0,0 0,0 0,0 0,0 1,0-1,0 1,0 0,-1 0,1 0,-4-1,-11 0</inkml:trace>
  <inkml:trace contextRef="#ctx0" brushRef="#br0" timeOffset="79">9733 5501,'-11'-1,"16"-2,23-3,-25 5,146-33,-17 3,2 5,85-3,-125 34,-92-5,-1 1,1-1,-1 1,1 0,-1 0,1 0,-1 0,0 0,1 0,-1 0,0 0,0 0,0 0,0 1,0-1,0 1,0-1,0 0,-1 1,1-1,-1 1,1 0,-1-1,1 1,-1-1,0 1,0 0,0-1,0 1,0 0,0-1,0 1,0 0,-1-1,1 1,-1-1,1 1,-1-1,0 1,1 0,-37 61,-90 93,82-106,3 2,2 2,-17 33,50-74,0 0,1 0,0 1,1 0,0 1,1-1,0 5,2 21</inkml:trace>
  <inkml:trace contextRef="#ctx0" brushRef="#br0" timeOffset="80">10989 5474,'-11'15,"2"1,0 0,0 0,2 1,0 0,1 1,0-1,2 1,0 0,1 0,0 1,2-1,0 1,2 14,-3 5,2 1,1 0,3-1,0 1,3-1,1 0,-3-19,1-1,0 0,2 0,0 0,0-1,2-1,0 1,1-2,1 1,0-1,1-1,1 0,1 0,-2-4,1 1,1-2,-1 0,1-1,1 0,0-1,0-1,0 0,0-1,1-1,8 1,-14-4,-1 1,1-2,-1 1,1-1,-1-1,1 0,-1 0,0-1,0 0,1-1,-1 0,-1-1,1 0,0 0,-1-1,0-1,0 1,-1-1,4-3,6-12,-2 1,0-2,-1 0,-1-1,-1-1,-1 0,-1 0,-1-1,-1-1,-1 0,-2 0,0-3,0 10,-2 1,1-1,-2 0,-1-1,0 1,-2 0,0-1,-1 1,0 0,-2 0,-1 0,0 0,-1 0,-1 1,-1 0,0 0,-8-13,4 15,0 0,-1 1,-1 0,-1 1,1 0,-2 1,0 1,-1 0,0 1,0 1,-1 0,-1 2,1 0,-2 0,1 2,-1 0,1 2,-1 0,-19-2,30 6,-1 1,1 0,-1 0,1 1,-1 0,1 0,0 1,0 0,0 1,0 0,1 0,-1 0,1 1,0 0,1 0,-1 1,1 0,0 0,0 1,1-1,0 1,0 0,1 1,0-1,0 1,0 0,-1 6,-6 16,1 0,1 0,2 1,1 0,1 0,2 0,1 14,0 11</inkml:trace>
  <inkml:trace contextRef="#ctx0" brushRef="#br0" timeOffset="81">10682 5127,'-7'-11,"4"26,22 152,-7-100,33 345,-9 293,-32-589,-3-87,-2-11,0 1,1-1,2 1,0-1,0 1,2-1,0 0,1 0,1 0,1-1,1 0,0 0,8 12,-13-26,-1 0,1 0,0-1,0 1,0-1,0 0,0 1,1-2,-1 1,0 0,1-1,0 1,-1-1,1 0,0 0,0 0,-1-1,1 1,0-1,0 0,0 0,0-1,-1 1,1-1,0 1,0-1,-1-1,1 1,0 0,-1-1,1 0,37-27,78-40,-70 54,2 3,0 2,0 2,0 2,1 3,12 2,-55 1,372-3,-378 3,0 1,0-1,0 1,0-1,0 0,0 0,0 0,-1-1,1 1,0-1,0 1,0-1,0 0,-1 0,1 0,0-1,-1 1,1-1,-1 1,0-1,1 0,-1 0,0 0,0 0,0 0,0 0,-1-1,1 1,0 0,-1-1,0 0,0 1,0-1,0 0,0 0,0-1,-1-158,-10-141,-19-50,-50-307,37 399,42 259,0 0,-1 0,1 1,-1-1,0 0,1 1,-1-1,0 0,0 1,0-1,0 1,0 0,-1-1,1 1,0 0,-1 0,1 0,-1 0,1 0,-1 0,1 0,-1 0,1 0,-1 1,0-1,0 1,1-1,-1 1,0 0,0 0,1 0,-1 0,0 0,0 0,0 0,1 0,-1 1,0-1,0 1,0 0,-183 35,-173 9,209-16,81-14,0-2,0-4,-22-2,87-6,2-2,-1 1,1 0,0-1,-1 1,1 0,-1 0,1 0,0 0,-1 1,1-1,0 0,-1 1,1-1,0 0,-1 1,1 0,0-1,0 1,0 0,-1-1,1 1,0 0,0 0,0 0,0 0,0 0,1 0,-1 0,0 1,0-1,1 0,-1 0,1 0,-1 1,1-1,-1 1,3 151,46 521,-28 169,-24-776,5-67,-1 0,0 0,0-1,0 1,0 0,0-1,0 1,0 0,0-1,0 1,0 0,0-1,0 1,0 0,0-1,-1 1,1 0,0 0,0-1,0 1,0 0,-1 0,1-1,0 1,0 0,0 0,-1-1,1 1,0 0,0 0,-1 0,1 0,0-1,0 1,-1 0,1 0,0 0,-1 0,1 0,0 0,-1 0,1 0,0 0,-1 0,1 0,0 0,0 0,-1 0,1 0,0 0,-1 0,1 0,0 0,-1 0,1 1,0-1,0 0,-1 0,-8-45,1-1,2 0,2-20,2 49,-14-480,12 231,-3 85,-9 1,-12-37,27 216,-5-37,5 32,4 26,26 157,-4 48,-13 165,-23 131,10-502,-4 49,2-62,0-20,-51-362,16-2,16-39,25 111,3 376,63 979,-66-964,-3 1,-4 0,-4-1,-11 44,18-124,0-3,-1 1,1 0,-1 0,1 0,0 0,0 1,1-1,-1 0,1 0,-1 0,1 1,0-1,0 0,0 1,1-1,-1 0,1 0,0 0,0 1,0-1,0 0,1 0,-1 0,1-1,-1 1,1 0,0-1,0 1,1-1,-1 1,0-1,1 0,-1 0,1 0,0 0,0-1,-1 1,4 0,9 0,0-1,0 0,0-1,0-1,0-1,0 0,0-1,0 0,0-1,2-2,3 1,58-15,2 3,0 4,71-2,169-5,-300 17,-28-1,-249 42,-349 28,591-64,33-4,315-69,-331 71,95-23,0 4,2 4,0 5,42 3,-135 7,2-1,0 1,0 0,-1 1,1 0,0 0,0 0,-1 1,1 0,-1 1,0 0,1 0,5 3,-13-5,0-1,1 0,-1 1,0-1,1 0,-1 1,0-1,0 1,1-1,-1 0,0 1,0-1,0 1,0-1,0 1,0-1,1 1,-1-1,0 1,0-1,0 0,0 1,0-1,-1 1,1-1,0 1,0-1,0 1,0-1,0 1,-1-1,1 0,0 1,0-1,-1 1,1-1,0 0,-1 1,1-1,0 0,-1 0,1 1,-1-1,1 0,0 0,-1 1,1-1,-1 0,1 0,-1 0,1 0,-1 0,1 1,0-1,-1 0,1 0,-1 0,1 0,-1-1,1 1,-111 12,83-11,-151-1,65-1,-1 4,1 6,-22 7,49 8,71-8,42-8,10-9,0-1,-1-3,0 0,0-3,33-10,-32 8,43-11,29-9,1 5,0 5,2 4,8 5,-118 10,55 5,-54-4,-1 0,0 0,0 0,1 0,-1 1,0-1,0 1,1-1,-1 1,0-1,0 1,0 0,0-1,0 1,0 0,0 0,0 0,0 0,0 0,0 0,-1 0,1 0,0 0,-1 1,1-1,-1 0,1 0,-1 0,1 1,-1-1,0 0,0 1,0-1,0 0,0 0,0 2,43-28,-18 7,-8 6,-1 0,0-1,-1-1,-1 0,11-14,-21 20,0 0,-1-1,0 1,0-1,-1 1,0-1,-1 0,0 0,0 0,-1 0,0 0,0 0,-2-4,2-8,-7-75,-5 1,-3-1,-5 2,-18-48,4 5,20 80,-31-125,9-1,-3-88,29 223,-20 52,21 0,-31 6,-2 0,1-3,-30 1,-19 3,-75 21,3 6,-66 29,181-55,54-24,30-10,1 2,1 1,1 3,1 0,0 3,1 2,0 1,11 0,-13 2,0 1,1 2,-1 2,1 2,22 3,-51 3,-32-1,-180 3,131-7,0 3,0 3,-17 5,80-10,-15 2,0 1,0 1,1 1,-1 1,2 1,-1 0,-4 4,24-12,0 0,1 0,-1 0,0 0,1 0,-1 0,0 0,0 1,1-1,-1 0,0 0,0 0,1 0,-1 1,0-1,0 0,0 0,1 0,-1 1,0-1,0 0,0 0,0 1,1-1,-1 0,0 0,0 1,0-1,0 0,0 1,0-1,0 0,0 0,0 1,0-1,0 0,0 1,0-1,0 0,0 0,0 1,0-1,0 0,-1 1,162-48,-106 27,275-82,-318 101,-26 7,-78 27,-2-4,-1-4,-61 6,69-17,426-101,-203 48,2 5,61-3,-191 36,-4-1,1 1,-1 0,1 0,0 0,0 1,-1-1,1 1,0 0,0 0,0 1,-1 0,1 0,0 0,-1 0,1 1,-1-1,1 1,-1 0,0 1,0-1,0 1,0 0,0 0,0 0,1 1,45 125,-31-77,-2 2,-3 0,-1 0,-4 1,3 39,30 301,-20-248,-4-43,-5 1,-3 0,-6 1,-4-1,-6 11,5-104,2-10,-1 0,0 0,1 0,-1 0,0-1,0 1,-1 0,1 0,0 0,0 0,-1 0,1-1,-1 1,0 0,0 0,1-1,-1 1,0 0,0-1,-1 1,1-1,0 1,0-1,-1 0,1 0,-1 1,1-1,-1 0,1 0,-1 0,0-1,1 1,-1 0,0-1,-2 1,-113-20,20 10,1 5,-1 3,-59 9,-86 0,128-9,106 0,1-1,0-1,0 0,0 0,0 0,0 0,0-1,1-1,0 1,0-1,0 0,-3-4,-30-20,29 23,-1-1,1 0,0-1,1 0,-1 0,2-1,-1 0,1-1,1 0,0 0,0 0,1-1,0 0,1 0,0-1,1 0,-3-11,-5-40,3 0,-1-57,-18-114,-71-72,93 282,1-1,1 1,2-1,0 0,2 1,1-15,24-116,-14 187,47 495,-33-268,-7 193,-19-439,-1-26,0 2,-43-394,12-493,34 865,2 0,1 0,2 0,1 0,2 1,1 0,7-15,-8 22,31-53,-34 74,0 0,0 1,0 0,1 0,-1 1,1 0,-1 0,1 0,0 1,0 0,0 0,4 0,-5 1,60-5,0 4,1 2,3 4,-24-1,1-1,-1-3,1-1,-1-3,0-2,0-1,7-5,79-30,-80 58,-15-1,-20-13,-14-2,0 0,-1 0,1 0,-1 0,1 1,-1-1,1 1,-1-1,1 1,-1 0,0 0,1 0,-1 0,0 0,0 1,0-1,0 1,0-1,0 1,0 0,0 0,-1 0,1 0,-1 0,1 0,-1 0,0 0,0 1,0-1,0 1,42 171,2 37,-2 57,-41-251,32 277,-13 0,-13 1,-13 9,4-355,1 26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1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14 909,'1'0,"-1"-1,0 1,1 0,-1-1,0 1,1 0,-1 0,1 0,-1-1,1 1,-1 0,0 0,1 0,-1 0,1 0,-1 0,1 0,-1 0,1 0,-1 0,1 0,-1 0,1 0,-1 0,0 0,1 0,-1 0,1 1,-1-1,1 0,-1 0,0 1,1-1,-1 0,0 0,1 1,-1-1,0 1,1-1,-1 0,0 1,0-1,1 0,-1 1,0-1,0 1,0-1,0 1,1-1,-1 1,0-1,0 1,0-1,0 0,5 12,-1 0,-1 0,0 1,0-1,-1 1,0-1,-2 1,1-1,-2 13,1-4,5 182,30 183,-30-351,8 40,-3 0,-3 1,-3 0,-4 0,-6 37,-5-9,4 0,4 13,3-10,-5 0,-11 46,5-46,2 100,9-200,-5 78,-5 0,-7 23,4-38,4 0,3 1,2 51,7-52,4 107,-9 50,-7 90,13 0,15-1,37 172,-35-325,-7 0,-6 24,-8-73,0 58,17 100,1-108,-6 0,-8 60,-30 292,27-325,0-37,-7 1,-6-1,10-138,-17 146,1 119,12 216,0-223,22 180,-3-227,-5-48,14 42,46 332,-53-466,3-2,4 0,13 24,7 48,-35-116</inkml:trace>
  <inkml:trace contextRef="#ctx0" brushRef="#br0" timeOffset="1">95 1765,'0'0,"1"0,-1 0,0 1,0-1,0 0,0 0,0 1,1-1,-1 0,0 0,0 1,0-1,0 0,0 0,0 1,0-1,0 0,0 0,0 1,0-1,0 0,0 0,0 1,0-1,0 0,0 0,0 1,0-1,0 0,-1 0,1 1,199 3,-166-5,516-31,145-2,-643 33</inkml:trace>
  <inkml:trace contextRef="#ctx0" brushRef="#br0" timeOffset="2">3156 990,'-86'-9,"-1"4,1 4,-63 8,73 0,1 3,0 3,1 4,1 2,0 4,2 4,1 2,1 3,2 3,1 3,2 3,2 3,-15 16,54-41,1 0,0 2,2 0,1 2,1 0,0 1,2 0,1 2,1 0,1 0,1 1,2 1,1 0,0 0,3 1,0 0,-1 29,5-39,1-1,1 0,1 1,0-1,2 0,0 0,1 0,0 0,2-1,0 1,1-1,0-1,2 1,0-1,1-1,0 0,1 0,1-1,0 0,12 9,15 5,0-1,2-2,1-2,1-2,1-2,0-1,1-3,5 0,83 16,0-6,1-5,1-7,1-5,60-7,-84 1,214 5,0-15,45-17,546-103,-77 29,-613 67,-1-9,-3-10,-2-10,27-19,-221 71,0-2,-1 0,0-2,-1 0,12-10,-31 18,0 1,0-1,0 0,0-1,-1 1,0-1,0 0,-1-1,1 1,-1-1,-1 0,1 0,-1 0,0 0,-1 0,0-1,0 1,-1-1,0 0,0 1,0-1,-1-4,-4-13,-1 1,-1-1,-1 1,-1 1,-1-1,-1 1,-1 1,-1 0,-1 0,-1 1,-1 1,-2-1,-12-15,-1 1,-2 2,-1 0,-2 3,-1 1,-1 1,-1 2,-2 2,0 2,-1 1,-34-11,-101-27,-2 7,-2 9,-128-13,290 53,-280-48,-2 13,-226 3,340 31,1 8,0 8,0 8,-2 9,52 4,2 5,1 6,2 6,-62 36,73-27</inkml:trace>
  <inkml:trace contextRef="#ctx0" brushRef="#br0" timeOffset="3">2501 1578,'-5'8,"-3"4,0 0,1 1,1 0,0 0,0 0,1 1,-1 8,6-23,1 0,-1 0,1 1,-1-1,1 0,-1 1,1-1,-1 0,1 1,0-1,-1 1,1-1,0 1,0-1,-1 1,1-1,0 1,0 0,0 0,0-1,-1 1,1 0,0 0,0 0,0 0,0 0,0 0,0 0,-1 0,1 0,0 0,0 0,0 1,0-1,-1 0,1 1,0-1,0 1,0-1,-1 1,1-1,0 1,-1-1,1 1,0 0,-1-1,1 1,-1 0,1-1,-1 1,0 0,1 0,-1 0,0-1,1 1,-1 0,0 0,0 0,0 0,1 0,-1-1,0 1,0 0,-1 0,1 0,0 0,0 0,0 0,0-1,-1 2,4-8,0 1,-1-1,1 0,-1 0,-1 0,1 0,-1 0,0 0,0 0,-1-1,0 1,0 0,0 0,-1-1,0 1,0 0,0 0,-1 0,0 0,0 0,-3-5,0 5,1-1,-1 1,-1 0,1 0,-1 0,0 1,0 0,0 0,-1 1,0 0,0 0,0 0,0 1,-1 0,1 0,-1 1,0 0,1 0,-1 1,0 0,0 1,0-1,0 1,0 1,0 0,0 0,0 0,0 1,1 0,-1 1,1 0,-1 0,1 0,0 1,0 0,0 1,1-1,-6 6,2-1,1 1,0-1,0 2,1-1,0 1,1 0,0 1,1 0,1 0,0 0,0 1,1-1,0 1,2 0,-1 0,1 0,1 7,0-9,1 0,0-1,1 1,0-1,0 1,1-1,1 1,-1-1,2 0,0 0,0 0,0-1,1 1,1-1,0 0,0-1,0 1,1-1,1-1,-1 1,1-1,2 0,7 4,1-2,0 0,1-1,-1-1,2-1,-1-1,1 0,0-2,0 0,0-1,0-1,0-1,0-1,0 0,0-2,0 0,0-2,-1 0,16-6,-22 6,1 0,-1-1,0-1,-1 0,1-1,-1 0,-1-1,0 0,0-1,0 0,-2 0,1-1,-1-1,-1 0,5-8,-14 29,1-1,0 1,1 0,0-1,0 1,1-1,0 1,0-1,1 2,1-5,-1-1,1 1,0-1,1 0,-1-1,1 1,0-1,0 1,0-1,0-1,0 1,0-1,1 0,0 0,-1 0,1-1,0 0,0 0,-1-1,1 1,0-1,0-1,0 1,0-1,-1 0,1 0,0 0,-1-1,1 0,-1 0,1-1,-1 1,0-1,0 0,2-3,-5 4,0 0,0 0,0-1,-1 1,1-1,-1 1,1-1,-1 0,0 1,0-1,0 0,-1 0,1 0,-1 0,1 0,-1 0,0 0,0 0,0 0,-1 0,1 0,-1 0,0 1,1-1,-1 0,0 0,-1 0,1 1,0-1,-1 1,0-1,1 1,-3-2,-3-5,0 0,-1 0,0 1,-1 0,0 1,0-1,0 2,-3-2,-1 1,0 0,-1 1,1 0,-1 1,-1 1,1 0,0 1,-1 0,0 1,0 1,1 0,-9 2,14 4,30 0,44-3,0-3,0-2,-1-3,30-8,14-1,-79 11,-21 2,0 0,0 1,1 0,-1 1,0 0,0 0,1 1,-1 0,5 1,-12-1,1 1,-1-1,0 1,0-1,0 1,0 0,0-1,0 1,0 0,0 0,-1-1,1 1,-1 0,0 0,1 0,-1 0,0 0,0 0,0 0,0 0,0-1,-1 1,1 0,0 0,-1 0,0 0,1-1,-1 1,0 0,0 0,0-1,0 1,0-1,0 1,-1-1,1 1,0-1,-3 6,-3 6,4-7,0-1,0 1,1-1,-1 1,1 0,1 0,-1 0,1 0,0 0,0 0,0 0,1 5,2-9,-1 0,1 1,0-1,0 0,0 0,0-1,0 1,0 0,0 0,0-1,1 0,-1 1,1-1,-1 0,1 0,0 0,-1-1,1 1,0-1,-1 1,1-1,0 0,0 0,-1 0,1 0,0 0,0-1,-1 0,1 1,0-1,-1 0,1 0,0-1,9-1,0 0,-1-1,1-1,-1 1,0-2,-1 0,1 0,-1-1,0 0,-1-1,0 0,0 0,-1-1,0 0,0-1,-1 1,0-2,-1 1,0-1,-1 1,0-2,-1 1,0-1,-4 12,0 0,-1 0,1 0,0 0,-1 0,1 0,0 0,-1 0,1 0,0 0,-1 0,1 0,0 0,-1 0,1-1,0 1,-1 0,1 0,0 0,0-1,-1 1,1 0,0 0,0 0,-1-1,1 1,0 0,0-1,0 1,0 0,-1 0,1-1,0 1,0 0,0-1,0 1,0 0,0-1,0 1,0 0,0-1,0 1,0 0,0-1,0 1,0 0,0-1,0 1,0 0,0-1,1 1,-1 0,0-1,0 1,0 0,0-1,1 1,-1 0,0 0,-17 24,14-20,0 0,1 1,-1-1,1 1,0-1,0 1,0 0,1 0,-1 0,1 0,1 0,-1 0,1 0,0 0,0 1,0-1,1 0,-1 0,1 0,0 0,1 0,0 0,-1-1,1 1,1 0,-1-1,1 1,0-1,0 0,0 0,0 0,1 0,-1-1,1 1,2 0,5 0,0 0,1-1,0 0,0-1,-1-1,1 0,0 0,0-1,0-1,7 0,28-4</inkml:trace>
  <inkml:trace contextRef="#ctx0" brushRef="#br0" timeOffset="4">4052 1698,'-19'-2,"0"0,0 2,0 0,0 1,0 1,-12 3,23-4,1 1,0 0,0 0,0 1,0 0,1 0,-1 0,1 1,-1 0,1 1,1-1,-1 1,1 0,0 0,0 1,0 0,0 0,-1 3,5-6,-1 0,1 0,-1 1,1-1,0 1,0-1,1 0,-1 1,1 0,-1-1,1 1,0-1,0 1,1-1,-1 1,1 0,0-1,0 0,0 1,0-1,1 1,-1-1,1 0,0 0,0 0,0 0,0 0,0-1,1 1,-1 0,1-1,0 0,0 0,0 0,0 0,0 0,0 0,0-1,1 0,-1 1,1-1,-1-1,1 1,4 2,0 0,1-1,0 0,-1-1,1 0,0 0,0-1,0 0,-1 0,1-1,0 0,0-1,-1 0,1 0,-1-1,0 0,1 0,-1-1,-1 0,1-1,0 1,-1-1,0-1,-1 0,1 0,-1 0,0 0,0-1,-1 0,0-1,0 1,-1-1,1-1,2-18,-2 0,0 0,-2-1,-1 1,-1-1,-1 0,-2 1,0-1,-2 1,-3-6,6 21,-46-274,32 229,10 62,-2 26,1 1,2 0,1 0,1 17,0-14,0-2,-2 15,2 0,1 1,3-1,2 0,2 0,11 40,-14-78,0-1,1 1,0 0,1-1,0 0,0 0,1 0,0-1,1 0,0 0,0 0,1-1,-1 0,2-1,-1 0,5 2,34 17</inkml:trace>
  <inkml:trace contextRef="#ctx0" brushRef="#br0" timeOffset="5">4707 1658,'7'-31,"1"0,1 1,2 0,1 1,1 0,14-37,29-84,-45 124,-5 25,-5 19,-8 82,1-20,3 1,5 40,26 62,-10-108</inkml:trace>
  <inkml:trace contextRef="#ctx0" brushRef="#br0" timeOffset="6">42 3636,'25'0,"187"0,101-18,538-90,-673 103,-148 8</inkml:trace>
  <inkml:trace contextRef="#ctx0" brushRef="#br0" timeOffset="7">2568 3089,'-33'-4,"-1"1,0 2,1 1,-1 2,1 2,-1 0,1 3,0 0,1 2,0 2,1 1,0 1,0 2,-13 9,18-7,1 1,0 1,1 1,2 1,0 1,1 1,1 1,1 1,2 0,0 2,2 0,0 0,-8 26,3-1,3 1,2 0,2 2,3-1,2 1,2 0,3 20,1-56,2 0,1 1,0-1,1 0,1 0,1 0,1 0,0-1,2 1,0-1,1-1,0 1,2-2,0 1,1-1,0-1,1 0,1 0,14 11,19 8,1-3,1-2,2-2,0-2,2-2,1-3,0-2,39 7,30 7,2-5,0-6,2-5,96-1,181-14,-1-17,-1-17,-2-18,-2-18,168-59,-408 86,-1-6,135-62,-217 76,-2-2,-1-4,-2-3,-2-3,-1-2,45-47,-80 65,-2 0,-1-2,-1-1,-2-1,-2-1,-1-1,13-29,-26 46,-1-1,-1 0,0-1,-2 1,0-1,-1-1,-2 1,0 0,-1-1,-1 1,-1-1,-1 1,-1 0,-1 0,0 0,-2-1,-6-9,0 1,-2 1,-2 0,0 1,-2 1,-1 0,-1 2,-1 0,-1 1,-2 1,0 1,-1 2,-1 0,-1 2,-1 0,-20-8,-4 5,-2 3,1 2,-2 2,0 3,-1 2,0 3,0 2,0 3,-5 2,-220 8,0 13,-147 35,140-17,-134 10,-112 14,-379 101,816-142,1 5,1 4,2 3,2 5,1 4,1 5,3 5</inkml:trace>
  <inkml:trace contextRef="#ctx0" brushRef="#br0" timeOffset="8">2555 3664,'-16'-12,"0"2,0 0,-1 1,0 0,-1 1,0 2,0-1,-1 2,1 1,-1 0,0 1,0 1,-20 0,32 3,-1 0,0 0,1 1,-1 0,1 0,-1 1,1 0,0 0,0 1,0 0,1 0,0 1,-1-1,1 1,1 1,-1-1,1 1,0 0,0 0,1 0,-1 1,2 0,-1 0,1 0,0 0,0 0,1 1,0-1,0 2,-1 2,1-1,0 1,0 0,1 0,1 0,0 0,1-1,0 1,0 0,1 0,0-1,1 1,0-1,1 0,0 0,1 0,0 0,1-1,-1 0,8 9,0-8,0 1,1-2,0 0,1-1,0 0,0-1,1-1,-1 0,1-1,0-1,1 0,-1-1,1-1,0-1,-1 0,1-1,0-1,0-1,-1 0,1-1,-1-1,5-1,1-1,-1 0,0-1,-1-1,1-1,-2-1,1 0,-1-2,-1 0,0-1,-1-1,0-1,-1 0,-1-1,-1-1,0 0,-1-1,7-12,-11 12,-7 43,-3-18,0 0,1 0,-1 0,2 0,-1 0,1 0,0 0,0 0,1 0,0 0,0-1,0 1,1-1,0 1,0-1,1 0,0 0,0 0,0-1,1 0,0 1,0-2,0 1,0 0,1-1,0 0,5 3,-1-3,-1 0,1-1,-1 0,1 0,0-1,0 0,0-1,1 0,-1 0,0-1,0-1,0 1,1-2,-1 0,0 0,0 0,1-2,-9 3,0 0,0 0,0 0,0 0,0 0,0-1,-1 1,1 0,0-1,-1 1,1-1,-1 0,0 0,1 1,-1-1,0 0,0 0,0 0,-1 0,1 0,0 0,-1 0,1-1,-1 1,0 0,0 0,0 0,0-1,0 1,0 0,0 0,-1 0,1-1,-2-2,0-1,0 0,-1 1,1 0,-1-1,-1 1,1 0,-1 1,1-1,-1 1,-3-3,-4-3,-1 1,1 1,-1 0,-1 1,0 0,0 1,0 0,0 1,-1 0,0 1,0 1,0 0,0 1,-1 1,1 0,-11 1,14 3,19 1,11-3,1 0,0-1,0-1,-1-1,1-1,-1 0,1-2,7-2,-12 3,400-103,-413 106,-1 1,1-1,0 0,0 1,0-1,0 1,0-1,0 1,0 0,0 0,0 0,0 0,0 0,0 0,0 0,0 1,0-1,0 1,0 0,0-1,-1 1,1 0,0 0,0 0,-1 0,1 1,-1-1,1 0,-1 1,1-1,-1 1,0-1,0 1,0 0,0-1,1 2,0 10,0 0,-1 1,0-1,-1 1,-1-1,0 1,-1 4,-2 17,8 56,-4-88,1 0,0 1,0-1,1 0,-1 0,0 0,1 0,0 0,0 0,0 0,0-1,0 1,1-1,-1 1,1-1,-1 0,1 0,0 0,0 0,0-1,0 1,0-1,0 0,0 1,2-1,6 0,0-1,0 0,1-1,-1 0,0-1,0 0,0-1,-1 0,1 0,0-1,-1-1,0 0,0 0,-1-1,1 0,-1 0,0-1,-1-1,0 1,0-1,-1-1,0 0,0 0,5-9,-1 1,-2 0,1-1,-2-1,0 1,-2-1,4-15,-12 42,-1-1,2 1,-1 0,1 0,0 0,1 0,0 0,0 0,1 0,-1 0,2 0,-1 0,1 0,1 0,0-1,0 1,0-1,1 0,0 1,0-2,0 1,1-1,0 1,5 3,-3-6,1 0,0-1,0 1,0-2,1 1,-1-1,1-1,-1 1,4-1,34 2</inkml:trace>
  <inkml:trace contextRef="#ctx0" brushRef="#br0" timeOffset="9">4467 3610,'-9'-2,"0"0,1 0,-1 1,0 0,0 1,0 0,0 0,0 1,0 0,1 0,-1 1,0 0,1 1,-1 0,1 0,0 1,0 0,0 0,1 1,-1 0,1 0,0 1,1 0,-1 0,1 1,-2 3,4-5,1-1,0 1,0 0,0 0,1 0,0 0,0 0,0 1,1-1,-1 1,1-1,1 1,-1 0,1-1,0 1,0 0,0-1,1 1,0-1,0 1,1-1,-1 1,1-1,0 0,1 1,-1-1,1 0,0-1,0 1,1 0,-1-1,1 0,0 0,0 0,1 0,-1-1,1 0,3 3,-4-5,1 1,-1-1,1 0,0 0,-1 0,1-1,0 1,-1-1,1 0,0-1,0 1,-1-1,1 0,-1 0,1 0,-1-1,1 0,-1 0,0 0,0 0,1 0,-2-1,1 0,0 0,-1 0,1-1,4-4,0 0,-1 0,0-1,0 0,-1-1,-1 1,1-1,-2 0,1-1,1-7,5-28,-3 0,-2-1,-1 0,-3 0,-2 0,-2 0,-2-1,4 38,-1-20,-1 1,-2 0,-1 0,-1 0,-3-9,9 37,0 1,0-1,0 0,0 1,0-1,0 0,0 1,0-1,0 0,0 1,0-1,-1 1,1-1,0 0,0 1,-1-1,1 0,0 1,-1-1,1 1,0-1,-1 1,1-1,-1 1,1-1,-1 1,1-1,-1 1,1 0,-1-1,0 1,1 0,-1 0,1-1,-1 1,0 0,1 0,-1 0,0 0,1 0,-1 0,0 0,1 0,-1 0,0 0,1 0,-1 0,0 0,1 0,-1 1,0-1,1 0,-1 1,1-1,-1 0,0 1,-17 36,6 11,2 1,3 1,1 0,3 0,2 30,0-57,1 0,1-1,1 1,1-1,1 1,1-1,1 0,1-1,1 1,0-1,2-1,9 16,12 3</inkml:trace>
  <inkml:trace contextRef="#ctx0" brushRef="#br0" timeOffset="10">4868 3370,'239'2,"-236"-2,1-1,0 1,0 0,0 0,0 1,0-1,0 1,-1-1,1 1,0 1,0-1,-1 0,1 1,-1 0,1-1,-1 2,0-1,0 0,0 1,0-1,0 1,0 0,-1 0,1 0,-1 0,0 0,0 0,0 1,0-1,-1 1,1 0,-1-1,0 1,0 1,-3 5,0 1,0-1,-1 0,-1 0,0 0,0 0,-1-1,0 0,0 0,-1 0,-1 0,-1 1,-6 10,-22 31,19-28,0 0,2 1,0 1,2 0,1 1,-9 27,20-50,0 0,0 0,0 0,0 0,1 0,-1 0,1 0,0 0,0 0,0 1,0-1,1 0,-1 0,1 0,0 0,-1 0,2 0,-1 0,0 0,0 0,1-1,0 1,0 0,-1-1,1 1,1-1,-1 0,0 0,1 0,-1 0,1 0,-1 0,1 0,0-1,0 0,0 1,0-1,1 0,14 2,-1 0,1-2,0 0,0 0,0-2,0-1,0 0,0-1,0-1,-1 0,0-1,1-2,28-7</inkml:trace>
  <inkml:trace contextRef="#ctx0" brushRef="#br0" timeOffset="11">1 6164,'54'-25,"2"3,0 2,1 2,0 3,2 3,-1 2,1 2,25 2,133-4,108 12,-135 2,1-8,46-13,58-25,-223 31</inkml:trace>
  <inkml:trace contextRef="#ctx0" brushRef="#br0" timeOffset="12">5469 5001,'-73'-5,"0"3,-1 3,1 3,0 4,0 3,-38 12,-849 170,614-123,3 15,5 14,-129 66,405-140,1 3,1 3,-29 22,77-46,1 2,0-1,0 2,1-1,0 1,1 1,0 0,0 0,1 1,1 0,0 0,1 1,0 0,1 0,0 0,1 1,-1 6,1 10,1 0,1 1,2-1,1 0,1 1,2-1,0 0,3-1,0 1,2-1,1-1,1 1,2-2,0 0,2 0,1-1,1-1,1-1,1-1,2 0,6 5,22 19,1-3,2-1,3-3,1-2,1-3,2-2,1-3,2-3,27 7,19 2,1-6,1-4,2-5,0-4,24-4,169 3,0-13,0-14,138-28,-86-14,-4-15,-2-16,-5-15,49-34,-283 96,-2-4,-2-5,-2-4,-2-5,-3-5,60-47,-132 82,0 0,-1-2,-2-1,-1-2,-1 0,-1-1,8-18,-21 31,0 0,-2-1,0 0,-1 0,-1-1,0 0,-2 0,0-1,-2 1,0-1,-1 1,-1-1,-1 0,-3-15,-2 11,0 1,-2-1,0 1,-2 0,-1 1,0 0,-2 1,-1 0,0 1,-2 0,0 1,-13-10,-26-25,-3 4,-2 1,-38-21,50 36,-3 2,0 3,-2 1,-1 3,-1 2,-1 3,-1 2,-1 2,-31-2,7 8,0 3,-1 5,0 3,0 3,-21 7,-70 14,-165 46,-15 28,-79 44,202-59</inkml:trace>
  <inkml:trace contextRef="#ctx0" brushRef="#br0" timeOffset="13">3089 6177,'4'-5,"-1"-1,0 1,0-1,-1 0,1 1,-1-1,0 0,-1-1,0 1,0 0,0 0,-1 0,1-1,-2 1,1 0,-1-1,0 1,0 0,0 0,-1 0,0 0,0 0,-1 0,0 1,0-1,0 1,0 0,-1-1,0 2,0-1,-5-4,4 6,0 0,0 0,0 1,-1-1,1 1,-1 0,0 1,1-1,-1 1,0 1,0-1,0 1,0 0,0 0,0 0,0 1,0 0,1 0,-1 1,0-1,1 1,-1 0,1 1,-1 0,1 0,0 0,-1 1,-2 2,0 0,0 1,0 0,1 0,0 0,1 1,0 0,0 1,1-1,0 1,0 0,1 0,0 1,1-1,-2 8,3-5,0 0,1 1,0-1,1 0,1 1,0-1,1 0,0 0,0 0,2 0,-1 0,1-1,1 1,0-1,1 0,0-1,1 1,0-1,0 0,1-1,1 0,2 2,-4-3,1-1,0 0,1 0,0-1,0 0,0-1,1 0,-1 0,1-1,0 0,1-1,-1 0,1-1,-1 0,1 0,0-1,-1-1,1 0,0 0,0-1,-1 0,1-1,0 0,-1-1,5-2,4-4,1-1,-2-1,1-1,-2 0,0-1,0-1,-1-1,-1 0,0-1,-1-1,7-11,-19 25,-2 3,0-1,0 0,0 1,0-1,0 0,1 1,-1-1,0 1,0-1,1 0,-1 1,0-1,1 1,-1-1,1 1,-1-1,0 1,1-1,-1 1,1-1,-1 1,1 0,0-1,-1 1,1 0,-1 0,1-1,0 1,-1 0,1 0,-1 0,1 0,0 0,-1 0,1 0,0 0,-1 0,1 0,0 0,-1 0,1 0,0 0,-1 1,1-1,-1 0,1 0,-1 1,1-1,0 1,-1-1,1 0,-1 1,1-1,-1 1,0-1,1 1,-1-1,1 1,61 133,-53-124,0 0,0 0,1-1,1 0,0 0,0-1,0-1,1 0,0-1,0 0,1 0,0-2,0 1,0-2,0 0,1 0,-1-1,1-1,-1 0,9-1,-16-1,1-1,-1 1,0-1,0 0,1-1,-2 0,1 1,0-2,0 1,-1-1,0 0,0 0,0 0,0-1,-1 0,1 0,-1 0,0 0,-1 0,0-1,1 0,-2 0,1 0,-1 0,0 0,0 0,0-1,-1 1,0-1,-1 1,1-1,-1 1,0-1,-1 1,0-1,0 1,0-1,-1 1,1 0,-2 0,1-1,-1 2,0-1,-2-3,0 1,0 1,-1 0,0 0,0 1,0 0,-1 0,0 0,0 1,-1 0,1 0,-1 1,0 0,-1 0,1 1,-1 0,1 1,-1-1,0 2,0-1,0 1,1 1,-1 0,0 0,0 0,0 1,0 1,0-1,0 2,1-1,-1 1,0 0,-21 22,29-25,1 1,0 0,-1-1,1 1,0-1,0 1,-1 0,1-1,0 1,0 0,0-1,0 1,0 0,0-1,0 1,0 0,0-1,0 1,0 0,0-1,1 1,-1-1,0 1,0 0,1-1,-1 1,0-1,1 1,-1-1,0 1,1-1,-1 1,1-1,-1 1,1-1,-1 1,1-1,0 0,-1 1,1-1,-1 0,1 0,0 1,-1-1,1 0,0 0,-1 0,1 0,0 0,-1 0,1 0,0 0,-1 0,1 0,0 0,12 1,0 0,0 0,1-2,-1 1,0-2,0 0,0 0,8-3,1 0,382-70,-296 74,-104 1,0 1,0 0,-1 0,1 0,0 0,0 1,-1 0,1-1,-1 1,1 0,-1 1,0-1,0 1,0-1,0 1,-1 0,1 0,-1 0,1 0,-1 1,0-1,0 1,-1-1,1 1,0 2,9 108,-10-113,-1 0,0 0,0 1,0-1,1 0,-1 0,0 0,1 0,-1 0,1 0,0 0,-1-1,1 1,-1 0,1 0,0 0,0-1,0 1,-1 0,1 0,0-1,0 1,0-1,0 1,0-1,0 0,0 1,0-1,0 0,0 1,0-1,1 0,-1 0,0 0,0 0,0 0,0 0,0-1,0 1,0 0,0 0,0-1,0 1,0-1,0 1,0-1,0 1,0-1,1 0,46-35,-28 16,0-2,-2 0,0-1,-1-1,-2 0,-1-1,0-1,-2 0,2-9,-9 32,-5 24,0-15,0 1,7 133,-5-133,0 1,0-1,1 1,0-1,0 0,0 0,1 0,0-1,1 1,-1-1,1 0,1 0,-1-1,1 1,0-1,0-1,2 2,5 0,1 0,-1-1,2 0,-1-2,0 1,1-2,-1 0,1 0,0-2,0 0,-1 0,1-1,0-1,-1-1,1 0,-1-1,0 0,7-4,56-16</inkml:trace>
  <inkml:trace contextRef="#ctx0" brushRef="#br0" timeOffset="14">5429 6057,'-14'0,"0"1,0 1,0 0,1 1,-1 1,1 0,0 1,0 0,0 1,1 0,0 1,0 0,0 1,1 1,0 0,1 0,0 1,1 0,0 1,0 0,1 0,1 1,-1 0,2 0,0 1,1 0,0 0,-1 7,4-17,2 1,-1-1,0 1,1 0,0-1,0 1,0 0,0 0,0-1,1 1,-1 0,1-1,0 1,1-1,-1 1,0-1,1 0,0 1,0-1,0 0,0 0,0 0,1-1,-1 1,1 0,0-1,-1 0,1 1,1-1,-1 0,0-1,0 1,1 0,-1-1,1 0,-1 0,1 0,-1 0,1-1,3 1,2-3,0 0,0 0,0-1,0 0,-1-1,1 0,-1-1,0 1,0-1,-1-1,0 0,0 0,0 0,0-1,-1 1,0-2,-1 1,1-1,-2 0,1 0,-1 0,1-4,4-12,-1 0,-1-1,-1 0,-1 0,-1 0,-2-1,0 1,-2-1,-1 0,-1 1,-1-1,-1 1,-1 0,-4-8,3 6,-1 0,-2 0,0 1,-2 0,-14-23,0 15,24 33,1 0,-1 1,0-1,1 0,-1 1,0-1,0 1,1-1,-1 1,0-1,0 1,0 0,1-1,-1 1,0 0,0 0,0 0,0 0,0-1,0 1,0 0,0 0,1 1,-1-1,0 0,0 0,0 0,0 1,0-1,0 0,1 1,-1-1,0 1,0-1,0 1,1-1,-1 1,0-1,1 1,-1 0,1-1,-1 2,-3 4,1 0,0 1,0-1,1 1,0-1,0 1,1 0,0 0,0 0,0 4,1-8,-4 22,1 1,1-1,2 1,0 0,2-1,0 1,2-1,1 1,1-1,1-1,1 1,2-1,0-1,1 0,2 0,0-1,1-1,1 0,4 3,-9-15,0-1,1 0,0 0,0-1,0-1,1 0,0-1,4 2,34 8</inkml:trace>
  <inkml:trace contextRef="#ctx0" brushRef="#br0" timeOffset="15">5857 5763,'18'-11,"1"2,0 1,0 0,1 1,0 1,0 1,4 0,1-1,-2 0,9-3,1 2,0 1,0 1,27 1,-59 3,1 1,-1-1,1 1,0 0,-1 0,1-1,-1 1,1 0,-1 1,1-1,-1 0,1 0,0 1,-1-1,1 1,-1-1,0 1,1 0,-1-1,1 1,-1 0,0 0,0 0,0 0,1 0,-1 0,0 0,0 1,0-1,0 0,-1 0,1 1,0-1,-1 1,1-1,-1 1,1-1,-1 1,1-1,-1 1,0-1,0 1,0 1,-5 7,0-1,-1 1,-1-1,1 0,-1 0,-1-1,0 1,0-2,0 1,-1-1,-5 2,-1 3,-3 3,-44 48,62-62,0 1,0-1,1 1,-1-1,0 1,0-1,1 0,-1 1,1-1,-1 1,1-1,0 0,-1 1,1-1,0 0,0 0,0 0,0 0,0 0,0 0,0 0,0 0,0 0,1 0,-1 0,0-1,0 1,1-1,-1 1,1-1,-1 1,0-1,1 0,-1 0,1 1,-1-1,1 0,-1 0,1-1,-1 1,1 0,-1 0,0-1,1 1,-1-1,123-1,-101-1,1 1,-1 2,0 0,0 2,1 0,-1 1,8 4,-28-7,0 1,0 0,-1 0,1 0,0 0,-1 0,1 0,-1 1,1-1,-1 1,0 0,0-1,0 1,0 0,0 0,0 1,0-1,0 0,-1 1,0-1,1 1,-1-1,0 1,0 0,0-1,0 1,-1 0,1 0,-1-1,0 1,0 0,0 0,0 0,0 0,0 0,-1-1,1 1,-1 0,0 0,0-1,0 1,0 0,-1-1,1 1,-10 12,0-1,0 0,-2 0,0-1,0-1,-1 0,0-1,-1-1,-1 0,1-1,-14 5,-65 25,61-34</inkml:trace>
  <inkml:trace contextRef="#ctx0" brushRef="#br0" timeOffset="16">6980 3289,'23'-2,"27"-6,29-5,27-6,24-4,19-2,7 1,-1 1,-10 6,-19 2,-23 3,-30 2</inkml:trace>
  <inkml:trace contextRef="#ctx0" brushRef="#br0" timeOffset="17">7154 1538,'22'5,"0"-1,1-1,-1-1,1-1,-1-1,1 0,0-2,-7 1,851-82,-844 81,1 2,-1 0,0 1,0 1,10 3,-29-4,-1 0,1 0,0 0,-1 0,1 0,-1 1,1 0,-1 0,0 0,0 0,0 0,0 1,0-1,0 1,-1 0,1 0,-1 0,0 0,0 0,0 0,0 1,-1-1,1 1,-1-1,0 1,0 0,0-1,0 1,-1 0,1 0,-1-1,0 1,0 0,-1 0,1 0,-1-1,0 1,0 2,-12 64,-8 103,27-101,3 0,16 63,-8-46,145 661,-136-658,-4 0,-5 2,4 60,-18-106,2 1,2-1,2 0,3-1,9 25,20 32,-23-61,-1 1,-2 0,-3 0,-1 2,4 38,-20 320,36-93,-31-275,1 1,2-1,1 0,2 0,2 0,10 29,-12-47,-1 0,0 0,-2 1,0-1,-1 1,-1 0,0 0,-2-1,0 1,-1 0,-1 0,-5 15,2-7,2-5,-1 1,-1-1,-1-1,-1 1,-1-1,-1 0,-1-1,-2 2,-2 0,-1-1,0-1,-2 0,-16 14,25-29,-1 0,1 0,-1-1,0-1,0 1,0-2,-1 1,1-1,-1-1,1 0,-1 0,1-1,-1-1,0 1,-3-2,-21 1,-120-3,0-7,-110-24,153 15</inkml:trace>
  <inkml:trace contextRef="#ctx0" brushRef="#br0" timeOffset="18">8384 1604,'345'-9,"106"-26,470-27,-896 61,91 9,-86-10,-21-3</inkml:trace>
  <inkml:trace contextRef="#ctx0" brushRef="#br0" timeOffset="19">10790 909,'-14'11,"-13"14,-12 15,-5 18,-5 16,2 12,6 9,10 5,18 1,22-6,23-6,22-11,17-11,14-12,7-16,2-14,-14-12</inkml:trace>
  <inkml:trace contextRef="#ctx0" brushRef="#br0" timeOffset="20">11257 1016,'16'0,"12"2,8 8,8 11,2 14,0 14,2 15,-1 12,-3 12,-7 6,-11 4,-11-2,-12-8,-17-9,-15-15,-9-14,-2-17,5-14</inkml:trace>
  <inkml:trace contextRef="#ctx0" brushRef="#br0" timeOffset="21">11899 1484,'239'25,"0"-11,95-12,-218-2,824 3,-613 18,-249-2,-77-19,-1 1,1 0,0-1,-1 1,1-1,-1 1,1 0,-1 0,1-1,-1 1,0 0,1 0,-1-1,0 1,1 0,-1 0,0 0,0 0,0-1,0 1,0 0,0 0,0 0,0 0,0-1,-1 1,1 0,0 0,0 0,-1 0,1-1,0 1,-1 0,1 0,-1-1,1 1,-1 0,1-1,-1 1,0-1,1 1,-1-1,0 1,1-1,-1 1,0-1,0 1,1-1,-1 0,0 0,0 1,0-1,0 0,1 0,-1 0,0 0,0 0,0 0,0 0,1 0,-1 0,0 0,0-1,0 1,0 0,0-1,-19 5</inkml:trace>
  <inkml:trace contextRef="#ctx0" brushRef="#br0" timeOffset="22">11899 41,'12'18,"7"13,11 10,6 7,4 3,3-1,-3-2,-2-5,-6-5,-4-7,-5-8,-5-8</inkml:trace>
  <inkml:trace contextRef="#ctx0" brushRef="#br0" timeOffset="23">12674 0,'-16'5,"-11"3,-7 6,-2 4,2 6,3 6,5 7,4 6,7 7,5 9,5 8,3 6,4 5,6 4,9 2,10-1,8-4,-2-16</inkml:trace>
  <inkml:trace contextRef="#ctx0" brushRef="#br0" timeOffset="24">14118 201,'3'3,"-1"0,-1 1,1-1,0 1,-1 0,1-1,-1 1,0 0,-1 0,1 0,-1 0,1 0,-1 0,0 0,-1 0,1 1,0 2,-8 301,16-234,4 0,2-1,4 0,21 50,-19-63,-2 1,-3 0,-3 1,-3 1,-2 0,-3 0,-3 1,-4 33,-58 341,67-147,-6-252,-2 0,-1 0,-2-1,-2 1,-1-1,-2-1,-9 21,6-21,2 1,1 0,2 0,1 0,3 1,1 0,1 0,3 18,24 246,-24-155,-2-56,4 0,4 0,9 36,34 170,-45-146,-7-109,3 0,1-1,3 1,1 0,2-1,2-1,2 2,23 46,-18-49,-2 0,-1 1,-2 0,-2 1,4 40,-11 4,-3 0,-8 40,0 52,7-120,-14 273,-22-89,16-128,5 1,6 0,4 105,37 212,27 55,-50-430,-2 1,-2 0,-3-1,-3 1,-2 0,-8 32,-2-14,2 1,-1 69,10-71,-4 1,-4-1,-19 72,17-91,2 0,2 1,3 0,1 37,5 72,18 124,-2-122,-6 129,16 379,-18-145,-4-487,-3-1,-1 1,-2-1,-1 0,-3 0,-2 0,-7 21,-5-1,9-35,2 0,0 0,3 1,0 0,1 0,2 0,1 13,3-31,1 0,0 0,0 0,1 0,1 0,0-1,0 1,1-1,5 8,9 13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3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 1,'2'23,"1"18,0 14,-3 9,-1 3,-1-3,-2-7,-1-7,1-10,1-17,4-16,0-17,2-15,-1-11,0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3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128 272,'-128'-48,"129"47,-1 1,0 0,0 0,1 0,-1 0,0 0,0 0,0-1,1 1,-1 0,0 0,0 0,0-1,0 1,1 0,-1 0,0-1,0 1,0 0,0 0,0-1,0 1,0 0,0 0,0-1,0 1,0 0,0 0,0-1,0 1,0 0,0 0,0-1,0 1,0 0,0 0,0-1,0 1,-1 0,1 0,0-1,277-53,346-96,-581 140,-26 13,-35 11,-5-1,0-1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3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1 153,'20'2,"26"-6,22-9,19-9,9-5,3-1,-9 2,-17 6,-22 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3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23 7,'0'-5,"0"4,0 8,0 15,0 12,0 12,0 10,0 3,0 0,0-6,0-8,-5-9,-3-10,-1-10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3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1 185,'23'-9,"27"-5,29-5,26-6,17-3,9 1,-2 2,-17 6,-22 6,-26 7,-32 10,-20 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4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0 197,'2'41,"3"1,0-1,13 40,-9-37,12 63,-5 1,-5 1,-4 0,-5 5,-8-40,3-75,0-84,13-161,-2 93,-12-139,-19 142,22 146,0 3,1 0,-1-1,0 1,1-1,-1 1,1 0,-1-1,1 1,0-1,0 1,0-1,0 1,0-1,0 1,0-1,0 1,0-1,1 1,-1 0,1-1,-1 1,1-1,-1 1,1 0,0 0,0-1,-1 1,1 0,0 0,0 0,0 0,1 0,-1 0,0 0,0 0,1 0,114-30,-83 26,91-17,105-4,-217 25,0-1,1 2,-1-1,0 2,1 0,-1 0,0 1,0 1,1 0,-2 0,1 1,0 1,7 4,8 13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4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0 169,'23'0,"26"-5,29-6,28-5,25-7,11-5,3 1,-10 3,-23 5,-31 8,-29 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4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4561,'8'-34,"1"1,2 0,2 1,1 0,1 1,1 1,2 0,1 2,1 0,2 1,1 1,0 1,2 1,1 1,1 1,1 2,26-15,-9 11,1 2,1 2,1 2,47-10,84-45,-147 57,0 1,0 1,1 2,1 2,0 1,0 1,32-2,271 10,-133-11,-45 2,123 9,-63 8,86-14,-209 4,1 4,30 7,8 0,1-6,-1-6,48-10,276-17,-403 22,98-13,64 3,351 26,393-17,-564-16,224-20,-376 18,-19 3,102-28,90-35,-397 83,0 0,0-2,-1-1,0-1,0 0,-1-2,0 0,-1-1,0-1,0-1,30-32,-1-2,-2-2,14-22,-40 43,-2-1,-1 0,-1-1,-2-1,-1-1,-1 1,-2-2,-1 0,-1 0,-2 0,-2-1,0-25,8-59,-3 4,5 0,5 1,18-50,110-272,-96 257,-27 83,5 1,3 1,5 1,29-49,108-124,-50 83,-97 138,-13 17,1 0,2 1,0 0,2 2,1 0,0 1,2 1,0 1,2 1,0 1,1 1,1 1,3 0,29-3,1 3,1 1,0 4,30-2,-39 6,73-10,0 6,107 3,258 25,-455-19,-30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4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42 0,'-40'497,"39"-340,1-149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4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1 215,'252'-43,"-163"32,859-149,-948 160,0 0,0 0,-1 0,1 1,0-1,0 0,0 0,0 0,0 1,0-1,-1 0,1 0,0 1,0-1,0 0,0 0,0 1,0-1,0 0,0 0,0 1,0-1,0 0,0 0,0 1,0-1,0 0,1 0,-1 1,0-1,0 0,0 0,0 0,0 1,1-1,-1 0,0 0,0 0,-12 12,6 1,1-9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4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74 1,'-16'139,"-35"431,48-572,0-11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4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43 202,'-19'3,"22"-8,34-12,44-11,1 3,1 5,1 2,0 5,56-1,90 2,-271 20,-126 9,-54 7,-25 14,85-1,150-31,21-5,226-68,-84 25,2 7,57-1,-154 32,-57 9,-70 13,40-15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4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267 1,'-12'23,"0"1,2 0,1 1,1 0,1 0,1 1,2 0,0 0,2 0,0 0,2 1,1-1,1 0,4 14,-4 1,10 300,-29-474,-28-390,31 462,14 61,-1 0,1-1,-1 1,1-1,-1 1,1 0,-1-1,1 1,-1 0,1 0,-1-1,0 1,1 0,-1 0,1 0,-1 0,0 0,1 0,-1 0,1 0,-1 0,0 0,1 0,-1 0,0 0,1 1,-1-1,1 0,-1 0,1 1,-1-1,1 0,-1 1,1-1,-1 0,1 1,-1-1,1 1,-1-1,1 1,0-1,-1 1,1-1,0 1,-1-1,1 1,0 0,0-1,0 1,0-1,-1 1,1 0,0-1,0 1,-8 21,0 0,1 1,1 0,1 0,1 0,1 1,2-1,0 19,1-42,-2 50,2-1,2 1,3-1,1 0,3-1,15 48,-4-49,-17-62,-65-323,43 219,18 119,1 1,0-1,0 0,0 0,0 0,0 1,-1-1,1 0,0 0,0 0,-1 0,1 0,0 1,0-1,0 0,-1 0,1 0,0 0,0 0,-1 0,1 0,0 0,0 0,-1 0,1 0,0 0,0 0,-1 0,1 0,0 0,0 0,-1 0,1 0,0-1,0 1,-1 0,1 0,0 0,0 0,0 0,-1-1,1 1,-35 252,30-215,0 99,5-137,0 1,0 0,0 0,1-1,-1 1,0 0,0 0,1-1,-1 1,0 0,0 0,1 0,-1-1,0 1,1 0,-1 0,0 0,1 0,-1 0,0 0,1 0,-1 0,0-1,1 1,-1 0,0 0,1 1,-1-1,0 0,1 0,-1 0,0 0,1 0,-1 0,0 0,1 0,-1 1,0-1,0 0,1 0,-1 0,0 1,0-1,1 0,-1 0,0 1,0-1,0 0,1 1,-1-1,0 0,0 0,0 1,0-1,0 0,0 1,0-1,0 0,1 1,-1-1,0 0,0 1,-1-1,1 0,0 1,0-1,0 0,0 1,0-1,15-24,-2-13,-1-1,-2 0,-2-1,-2 0,-1 0,-1-7,3-74,-15 135,0 33,2-1,2 1,2 1,4 29,10 17,-4-63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4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74 288,'18'293,"-9"-207,-3 0,-5 1,-2-1,-8 26,9-106,-1 5,-1 1,1-1,-2 1,0-1,0 0,-1 0,0 0,-1-1,-4 7,8-16,0-1,0 1,0-1,0 0,0 1,0-1,0 0,0 0,0 0,0 1,0-1,0 0,0-1,0 1,0 0,0 0,0 0,0 0,0-1,0 1,0-1,0 1,0 0,0-1,1 0,-1 1,0-1,0 1,0-1,1 0,-1 0,0 1,1-1,-1 0,0 0,1 0,-1 0,1 0,0 0,-1 0,1 0,0 0,0 0,-1 0,1 0,0 0,0 0,0 0,0 0,0 0,0 0,1 0,-1 0,0 0,0 0,1 0,-10-45,2 0,3-1,1 1,3-24,-1 30,0 0,-3-55,5 1,3-1,5 1,18-82,-25 163,1 0,0 0,1 1,0-1,1 1,1 0,0 0,0 1,1 0,0 0,1 1,1-1,0 2,0-1,0 1,1 1,1 0,10-6,-7 8,1 0,0 2,0-1,1 2,-1 0,1 1,-1 1,1 0,0 1,0 1,-1 0,1 1,-1 1,1 0,-1 2,0-1,0 2,-1 0,1 0,-1 2,-1-1,10 8,-13-8,0 0,0 0,0 1,-1 0,0 1,-1 0,0 0,0 1,-1 0,0 0,-1 1,0-1,0 2,-1-1,-1 0,0 1,-1 0,0 0,-1 0,0 1,-1-1,0 0,-1 1,0-1,-1 0,0 0,-1 1,-3 10,-1-8,0 0,-1 0,0 0,-2-1,1 0,-2-1,1 0,-2 0,0-1,0 0,-1-1,-1 0,0-1,0-1,-6 3,-7 4,0-2,-1-1,0-1,-1-2,-1 0,1-2,-1-1,-2-2,-139 9,166-14,3-1,0 1,0-1,-1 1,1 0,0-1,-1 1,1 0,-1 0,1 0,0 0,-1 0,1 0,0 0,-1 1,1-1,0 0,-1 1,1-1,0 1,0-1,-1 1,1 0,0 0,0-1,0 1,0 0,0 0,0 0,0 0,0 0,0 0,0 0,1 1,-1-1,1 0,-1 0,0 1,1-1,0 0,-1 1,1-1,0 0,0 1,0-1,0 1,5 7,0 0,1-1,0 1,1-1,0 0,0-1,1 0,-1 0,6 2,7 9,46 41,1-3,4-3,52 29,-88-61,1-2,0-2,1-2,1-1,0-1,0-3,2-1,-1-1,13-1,-41-6,-1-1,1 1,-1-2,1 1,-1-1,0-1,1 0,-1-1,0 1,0-2,0 0,-1 0,0 0,1-1,-1-1,-1 0,1 0,-1 0,0-1,-1-1,1 1,-1-1,-1 0,0-1,4-5,0-4,-1-1,0 0,-1 0,-1-1,-1 0,-1 0,0-1,-2 1,0-1,-1-11,-1 27,0 0,-1 1,1-1,-1 0,0 1,-1-1,1 0,-1 0,0 1,0-1,0 1,0-1,-1 1,0-1,0 1,0 0,0 0,-1 0,0 0,0 0,0 1,0-1,0 1,-1 0,0 0,1 0,-1 0,0 0,0 1,-1 0,1 0,0 0,-1 1,-2-1,1 2,-1 0,0 1,0 0,1 1,-1-1,1 1,-1 1,1-1,0 1,0 0,0 0,0 1,0 0,1 0,-1 0,1 1,1-1,-1 1,-2 3,-1 2,-1 1,2 0,0 0,0 0,1 1,0 0,1 0,0 0,-2 10,5-13,1 0,0-1,0 1,1 0,0 0,0 0,1-1,0 1,1 0,0-1,0 1,1-1,0 1,0-1,1 0,0-1,1 1,-1-1,1 1,1-1,0-1,0 1,0-1,0 0,1 0,0-1,0 0,1 0,0-1,7 3,17 7,1-1,0-2,1-1,0-2,0-1,1-2,0-1,19-1,202-4,-145-9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4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490 978,'-1'-10,"0"0,-1-1,0 1,0 0,-1 0,-1 1,1-1,-2 0,1 1,-1 0,-1 0,1 1,-2 0,1-1,-1 2,0-1,-1 1,1 0,-1 1,-1 0,1 0,-1 1,0 0,-1 0,1 1,-1 1,0-1,0 2,0-1,-7 0,4 3,1 1,0 0,-1 1,1 1,0 0,0 0,0 1,0 0,1 1,0 1,0 0,0 0,1 1,0 1,0-1,0 2,1-1,1 1,0 1,0-1,0 1,1 1,1-1,0 1,0 0,1 1,1-1,0 1,0 0,1 0,1 0,-1 2,3-9,0 0,0 0,0 0,1 0,-1 0,1 0,0 0,1-1,-1 1,1 0,0-1,0 1,0-1,1 0,-1 1,1-1,0-1,0 1,1 0,-1-1,1 1,0-1,0 0,0 0,0-1,0 1,1-1,-1 0,1 0,-1-1,1 1,0-1,0 0,-1 0,1 0,0-1,2 0,7 1,0-1,0-1,0 0,0-1,0 0,0-1,0-1,-1 0,1-1,-1 0,0-1,-1-1,0 0,0 0,0-1,7-7,-1 0,-1-1,-1-1,0 0,-1-1,-1-1,0 0,-2-1,0 0,5-16,-3 4,-13 32,-1 1,0-1,0 0,1 0,-1 0,0 1,0-1,1 0,-1 0,0 0,1 0,-1 0,0 1,1-1,-1 0,0 0,1 0,-1 0,0 0,0 0,1 0,-1 0,0 0,1 0,-1-1,0 1,1 0,-1 0,0 0,1 0,-1 0,0 0,0-1,1 1,-1 0,0 0,0 0,1-1,-1 1,0 0,32 269,6-92,24 53,-21-84,-6 1,2 48,-34-173,-1-1,-1 1,-1 0,-1 0,-2 18,3-37,0 0,0 0,-1 0,1 0,0 0,-1 0,0 0,0-1,0 1,0 0,0 0,0-1,-1 1,1-1,-1 1,0-1,1 0,-1 0,0 0,-1 0,1 0,0 0,-1 0,1 0,0-1,-1 0,0 1,1-1,-1 0,0 0,0 0,0-1,1 1,-1-1,0 0,0 1,0-1,0 0,0-1,0 1,-2-1,-3-3,1 0,0 0,0-1,0 0,0 0,1-1,0 1,0-2,0 1,1 0,0-1,0 0,-2-5,-11-23,1 0,2-1,1-1,2 0,1-1,2 0,2 0,1-1,3 0,0-30,1 18,3 0,1 0,3 0,3 0,1 1,2 0,3 1,2 0,2 1,2 1,2 1,2 1,21-30,-35 62,0-1,1 2,0-1,1 1,1 1,9-7,-21 17,0-1,0 1,0 0,1 0,-1-1,1 1,-1 0,1 0,-1 0,1 1,0-1,-1 0,1 1,0-1,0 1,-1-1,1 1,0 0,0 0,0 0,-1 0,1 0,0 0,0 0,0 1,-1-1,1 0,0 1,0 0,-1-1,1 1,0 0,-1 0,1 0,-1 0,1 0,-1 0,0 1,1-1,-1 0,0 1,0-1,0 1,0-1,0 1,0 1,4 10,-1 1,-1-1,0 1,-1 0,-1 0,0 0,0 5,1 17,-1-9,2 0,1-1,1 1,2-1,5 16,-10-36,0 0,1 0,0-1,-1 1,2-1,-1 1,1-1,0 0,0 0,0-1,0 1,1-1,0 0,0 0,0-1,0 1,1-1,-1 0,1 0,0-1,0 0,0 0,0 0,0-1,0 0,6 0,-6-1,0 0,-1 0,1 0,0-1,-1 0,1-1,-1 1,1-1,-1 0,0 0,0-1,0 1,0-1,0 0,0-1,-1 1,1-1,-1 0,0 0,0 0,-1 0,1-1,-1 0,0 0,0 0,-1 0,1-1,5-11,-1-1,-1 1,-1-2,-1 1,0 0,-1-1,0-12,-1-85,-2 166,1-34,1 1,1 0,0-1,1 0,1 1,1-2,0 1,1-1,0 0,1 0,1-1,1 0,0 0,0-1,1-1,5 4,-12-13,0 0,1 0,-1-1,1 1,0-1,0 0,0-1,0 1,0-1,0 0,0 0,1 0,-1-1,0 1,1-1,-1-1,0 1,0-1,1 0,-1 0,0-1,0 1,0-1,0 0,0 0,-1-1,1 0,-1 1,1-2,-1 1,0 0,0-1,-1 0,1 0,-1 0,1 0,14-21,-2 0,0-2,-2 1,-1-2,0 0,-3 0,0-1,-2 0,4-23,5-30,-2 0,-4 0,-4-1,-4 0,-3 0,-5-23,3 77,-1 0,-1 1,-2-1,0 1,-2 0,-1 1,-2 0,-12-24,22 47,-1-1,0 1,-1 0,1 0,-1 0,1 0,-1 1,0-1,0 1,-1 0,1 0,-1 0,0 0,1 0,-1 1,0 0,-1 0,1 0,0 0,-1 1,1-1,0 1,-1 0,0 0,1 1,-1 0,1-1,-1 2,0-1,1 0,-1 1,1 0,-5 1,-1 5,1 0,0 0,0 1,0 0,1 1,0 0,1 0,0 1,0-1,1 2,0-1,1 1,1 0,-1 0,1 0,1 0,-2 10,-5 12,2 0,0 1,2 0,2 0,1 0,2 0,1 1,2-1,1 0,1 0,2 0,2 0,1-1,1-1,2 1,2-2,0 0,2 0,1-1,20 24,-12-25,1-2,2 0,1-2,0-1,2-1,1-2,0-1,2-2,25 11,18-14,-71-13,1-1,-1 1,0 1,0-1,0 1,0 0,0 0,-1 1,1 0,-1 0,0 0,0 1,-1-1,1 1,-1 0,0 0,0 1,2 4,21 22,-23-28,-1 1,1-1,0 0,0-1,0 1,1-1,-1 0,1 0,0 0,-1-1,1 1,1-1,-1 0,0-1,0 1,1-1,-1 0,1 0,-1-1,1 0,-1 0,1 0,-1-1,1 1,-1-1,4-2,-1 0,0-1,-1 0,1 0,-1-1,0 1,-1-2,1 1,-1-1,0 0,-1 0,1-1,-1 0,0 0,-1 0,0 0,0-1,-1 0,1 1,-2-1,1-1,-1 1,0 0,-1 0,0-1,0 1,-1-3,1-4,-1-1,-1 1,0 0,-1 0,-1 0,0 0,-1 0,-1 0,0 1,-1 0,0 0,-1 0,-1 1,-2-2,7 10,-1-1,1 1,-1 0,-1 0,1 1,-1-1,0 1,0 0,0 0,-1 0,1 1,-1 0,0 0,1 1,-2-1,1 1,0 0,0 1,-1 0,1 0,0 0,-1 1,1 0,-1 0,1 0,-1 1,1 0,0 0,-1 1,-4 4,0 0,0 1,1 0,0 1,0 0,1 1,0 0,0 1,1-1,0 1,1 1,0 0,1 0,0 0,1 0,0 1,1 0,0 0,1 1,0-1,0 5,2-12,0 0,1 0,0 0,0-1,0 1,0 0,1 0,-1 0,1-1,1 1,-1 0,1-1,-1 1,1-1,0 0,1 1,-1-1,1 0,0 0,0-1,0 1,1-1,-1 1,1-1,-1 0,1 0,0-1,1 1,-1-1,0 0,1 0,-1 0,1-1,2 1,32 7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5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232 23,'-18'-7,"-13"-2,-9 3,0 6,0 9,8 9,9 6,15 6,19 2,18 0,13 0,0-6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5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1,'2'18,"8"13,14 6,13-1,17-7,17-8,13-8,7-8,-4-8,-15-3,-20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5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1 376,'119'-6,"1"-6,-1-4,17-10,-62 13,616-99,318 5,248 59,-1106 46,-1-8,56-13,-200 22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5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51 160,'2'2,"0"0,0-1,0 1,0 0,0 0,-1 0,1 1,-1-1,1 0,-1 0,0 1,0-1,0 1,0-1,-1 1,1 0,0-1,-1 2,21 37,-19-41,0 0,0 1,0-1,1-1,-1 1,0 0,0 0,0-1,0 0,0 1,0-1,0 0,0 0,0 0,0 0,0 0,0 0,-1 0,1-1,0 1,-1-1,1 1,-1-1,0 0,0 0,1 1,-1-1,0 0,0 0,-1 0,1-1,4-4,-1-2,-1 1,0 0,0-1,0 1,-1-1,0 0,-1 0,0 0,0 0,-1 0,0 0,-1-1,1 6,-1 0,1 0,-1 0,0 0,0 0,0 1,0-1,-1 0,1 1,-1-1,0 1,0-1,-1 1,1 0,-1 0,1 0,-1 0,0 0,0 1,0-1,-1 1,1 0,0 0,-1 0,0 0,1 1,-1-1,0 1,0 0,-1 0,1 1,0 0,0 0,0 0,0 0,0 1,0 0,0-1,0 2,0-1,0 0,0 1,1 0,-1-1,1 2,-1-1,1 0,0 1,0-1,0 1,0 0,0 0,1 0,-1 0,1 1,0-1,0 1,0-1,0 1,1 0,-1 0,1 0,0-1,0 1,1 0,-1 1,1-1,0 0,0 0,0 0,0 0,1 0,0 0,-1 0,2 1,9 32,2-4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5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1 156,'7'4,"1"0,0-1,1 0,-1 0,0-1,1 0,-1 0,1-1,0 0,0-1,-1 0,1 0,0-1,-1 0,1 0,0-1,-1-1,0 1,1-1,-1 0,0-1,-1 0,1 0,-1-1,1 0,-1 0,-1-1,1 0,-1 0,0 0,0-1,-1 0,0 0,3-6,-7 11,1 0,-1 0,0 0,-1 1,1-2,0 1,0 0,-1 0,1 0,-1 0,0 0,0 0,0-1,0 1,0 0,0 0,0 0,-1-1,1 1,-1 0,1 0,-1 0,0 0,0 0,0 0,0 0,0 1,-1-1,1 0,0 0,-1 1,0-1,1 1,-1-1,0 1,1 0,-1 0,0 0,0 0,0 0,0 0,0 0,0 1,0-1,-1 1,1-1,0 1,-1 0,-3 0,0 0,-1 0,1 1,0 0,0 0,0 0,-1 1,1 0,1 0,-1 1,0-1,1 1,-1 0,1 1,0 0,0-1,0 2,0-1,1 0,0 1,0 0,0 0,0 0,1 0,0 1,0 0,1-1,-1 1,0 2,4-4,-1 0,1 0,-1-1,1 1,0 0,0-1,1 1,-1-1,1 1,0-1,-1 0,2 0,-1 1,0-1,1-1,-1 1,1 0,0-1,0 1,0-1,0 0,0 0,0 0,1 0,-1-1,1 1,-1-1,1 0,-1 0,1 0,0 0,47 15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5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39 456,'-8'22,"1"1,0 0,2 0,1 0,0 1,2 0,1 0,1 0,1-1,1 1,1 0,1 0,5 15,-6-21,0 0,1 0,1 0,1-1,0 1,2-2,0 1,0-1,2 0,0-1,1 0,0 0,1-1,1-1,0 0,1-1,0 0,1-1,0-1,0 0,1-1,1-1,4 2,-13-8,0 0,0-1,0 0,1 0,-1 0,0-1,0 0,1-1,-1 0,0 0,0-1,0 0,0 0,0-1,0 0,-1-1,1 1,-1-1,0-1,0 1,0-1,-1-1,0 1,0-1,0 0,-1 0,5-7,5-12,-1 0,-1-1,-2 0,0-1,-2-1,-1 1,-1-1,-1-1,-2 1,-1-1,-1 0,-1-5,1-11,-2-1,-2 0,-2 0,-2 1,-2-1,-1 2,-3-1,-2 1,-2 1,-1 1,-21-36,31 65,-1 1,-1 0,0 0,0 1,-1 0,-1 1,1 0,-2 0,-1 0,9 7,-1 1,1-1,0 1,-1 0,0 0,1 0,-1 0,0 1,0 0,0 0,0 0,0 1,0 0,0 0,0 0,0 0,0 1,0 0,0 0,0 0,0 1,0 0,1 0,-1 0,0 0,1 1,-3 1,-7 9,0 0,1 1,0 0,1 1,1 1,1 0,0 0,1 1,0 0,2 0,0 1,1 0,0 1,1 2,-5 15,2 0,1 1,2 0,1 1,2-1,1 1,3-1,2 17,12 41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5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284 29,'-8'-4,"0"0,1 0,-2 1,1 0,0 0,0 1,-1 0,1 1,-1-1,0 2,1-1,-1 1,0 1,0 0,1 0,-1 0,1 1,-1 0,1 1,0 0,0 0,0 1,0 0,1 1,0-1,-1 1,2 1,-1-1,0 1,1 0,0 1,2-1,1 0,-1 0,1 1,0 0,0-1,1 1,0 0,0 0,1 0,0 1,0-1,0 0,1 0,0 1,1-1,-1 0,2 0,-1 0,1 0,0 0,0 0,1 0,-1 0,2-1,-1 1,1-1,0 0,0 0,1-1,0 1,0-1,1 1,21 18,1 0,0-3,2 0,1-2,0-1,11 3,89 56,-81-34,-49-42,0 0,-1 1,1-1,0 0,0 0,0 1,-1-1,1 0,-1 1,1-1,-1 1,1-1,-1 1,0-1,0 1,0-1,0 1,0-1,0 1,0-1,0 1,-1-1,1 1,0-1,-1 1,0-1,1 1,-1-1,0 0,1 0,-1 1,0-1,0 0,0 0,0 0,0 0,-1 0,1 0,-1 1,-5 2,0 0,-1 0,1-1,-1 0,0 0,0-1,-1 0,1 0,0-1,-1 0,1 0,0-1,-1 0,1-1,-1 0,1 0,0 0,0-1,-1-1,1 0,1 0,-1 0,0-1,-5-3,9 4,0 0,0-1,1 1,-1-1,1 1,0-1,0 0,0 0,1-1,-1 1,1 0,0-1,0 0,0 1,1-1,0 0,0 0,0 0,1 0,-1 0,1 0,0 0,1 1,-1-1,1 0,0 0,0 0,0 0,1 0,0 1,0-1,1-2,5-9,0 1,1 0,1 0,0 0,1 2,1-1,0 1,10-8,0 2,1 1,0 1,1 2,1 0,1 1,0 1,0 2,1 1,25-6,-50 14,1 1,-1 0,1 0,0 0,-1 0,1 1,0-1,-1 1,1-1,0 1,0 0,0 0,0 0,-1 1,1-1,0 1,0-1,-1 1,1 0,0 0,-1 0,1 1,-1-1,0 0,1 1,-1 0,0-1,0 1,0 0,0 0,0 0,0 1,-1-1,1 0,-1 1,1-1,0 2,6 111,-8-54,2-44,0-1,0 1,2 0,0-1,1 1,0-1,3 4,-5-14,-1 0,1-1,1 1,-1-1,1 0,-1 0,1 0,1 0,-1 0,1-1,0 0,0 0,0-1,0 1,1-1,-1 0,1 0,0-1,0 0,5 2,22-4,-3-6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5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0,'359'237,"-339"-224,-2 1,1 1,-2 0,0 1,-1 1,-1 1,0 1,-1 0,-1 0,-1 1,-1 1,-1 0,-1 0,0 4,20 102,-29-124,0-1,1 1,0 0,0-1,0 1,0-1,0 0,0 1,0-1,1 0,-1 0,1 0,0 0,0 0,-1 0,1 0,1 0,-1-1,0 1,0-1,0 0,1 1,-1-1,1 0,-1 0,1-1,-1 1,1 0,0-1,-1 0,1 0,-1 1,1-1,0-1,-1 1,1 0,0-1,-1 1,1-1,1-1,10-5,-1-2,0 0,0 0,-1-1,0-1,-1 0,0-1,-1 0,0 0,-1-1,0 0,-1-1,0 0,-2 0,1-1,-2 0,36-117,-40 120,-5 21,1 2,1 0,-1 0,2 1,0-1,0 0,1 1,1-1,-1 0,2 1,0-1,0 0,1 0,0 0,1 0,0 0,1-1,0 0,1 0,0 0,1-1,-1 0,2 0,-1-1,1 1,1-2,-1 1,5 1,9 6,1-2,0 0,0-2,2-1,-1 0,1-2,1-1,-1-1,23 2,47 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5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416 389,'-2'-15,"-1"0,0 0,-1 0,0 0,-1 1,-1 0,0 0,-1 0,-1 1,0 0,0 0,-1 1,-1 0,0 1,-1 0,-6-5,12 12,0 1,1 0,-1 0,0 1,-1-1,1 1,0 0,-1 1,1-1,-1 1,1 0,-1 0,0 1,1-1,-1 1,0 1,1-1,-1 1,0 0,1 0,-1 1,1 0,-1 0,1 0,0 0,0 1,0 0,0 0,1 0,-1 1,-7 5,2 0,-1 1,1 0,1 1,0 0,0 0,1 1,1 0,0 0,0 1,1 0,1 0,0 1,1-1,1 1,0 0,0 0,2 0,0 0,0 3,2-11,-1 0,1-1,0 1,1-1,0 1,0-1,0 0,0 0,1 0,-1 0,1 0,1 0,-1-1,1 0,0 1,0-1,0 0,0-1,1 1,-1-1,1 0,0 0,0-1,0 1,0-1,0 0,1 0,-1-1,3 1,12 2,0 0,0-2,0 0,0-2,0 0,0-1,16-3,249-55,-279 58,0-1,1 1,-1 0,1 1,-1 0,1 0,-1 0,1 0,-1 1,1 0,-1 1,0-1,0 1,0 1,0-1,0 1,0 0,0 0,-1 1,0-1,1 1,0 2,2 5,-1 0,-1 1,1 1,-2-1,0 1,0 0,-1 0,-1 0,0 0,-1 1,0-1,-1 13,0-19,8 78,-4 1,-3 0,-4 0,-4 0,-6 17,9-84,-1-1,0 0,-1 0,-1 0,0-1,-2 0,-3 5,9-17,0-1,-1 0,0 0,0 0,0 0,-1 0,1 0,-1-1,0 0,0 1,0-2,0 1,0 0,-1-1,0 0,1 0,-1 0,0 0,0-1,0 0,0 0,0 0,0-1,0 0,0 0,0 0,0 0,-4-2,-3-2,1 0,-1-2,1 1,1-1,-1-1,1 0,0 0,0-1,1 0,0-1,1 0,0-1,0 1,1-1,0-1,1 1,0-1,1-1,-3-6,-4-5,2-1,0 0,2-1,1 0,0 0,2 0,1-1,1 0,1 0,1 0,2 0,1 0,0 1,2-1,1 0,1 1,1 0,1 0,10-17,14-15,3 1,2 2,2 2,3 2,2 1,5 0,63-75,-55 59,-57 65,0-1,0 1,0 0,0-1,0 1,1-1,-1 1,0-1,0 1,1 0,-1-1,0 1,1 0,-1-1,0 1,1 0,-1-1,1 1,-1 0,0 0,1 0,-1-1,1 1,-1 0,1 0,-1 0,1 0,-1 0,0 0,1 0,-1 0,1 0,-1 0,1 0,-1 0,1 0,-1 0,1 0,-1 0,1 0,-1 1,0-1,1 0,-1 0,1 1,-1-1,0 0,1 1,-1-1,0 0,1 1,-1-1,0 0,1 1,-1-1,0 1,0-1,0 0,1 1,-1-1,0 1,0 0,1 34,-1-25,0 5,2-1,0 0,1 1,0-1,1 0,1 0,0-1,0 1,2-1,0 0,0-1,1 0,1 0,0-1,0 0,1 0,1-1,-1 0,2-1,-1 0,1-1,1 0,-1-1,1-1,1 0,6 2,-18-7,0 0,-1 0,1 0,0 0,0-1,0 1,0-1,1 1,-1-1,0 0,0 0,0 0,0 0,0 0,0 0,0 0,1-1,-1 1,0-1,0 0,0 1,0-1,-1 0,1 0,0 0,0 0,0-1,-1 1,1 0,-1-1,1 0,-1 1,1-1,-1 1,0-1,0 0,0 0,0 0,0 0,0-1,25-160,-26 161,2-18,2 0,0 0,1 0,1 1,1-1,8-16,-15 36,0-1,0 0,0 0,0 0,1 0,-1 1,0-1,0 0,1 0,-1 1,0-1,1 0,-1 0,1 1,-1-1,1 0,-1 1,1-1,-1 1,1-1,0 1,-1-1,1 1,0-1,0 1,-1 0,1-1,0 1,0 0,-1-1,1 1,0 0,0 0,0 0,-1 0,1 0,0 0,0 0,0 0,0 0,-1 0,1 1,0-1,0 0,-1 0,1 1,0-1,0 1,-1-1,1 0,0 1,-1-1,1 1,10 82,-11-63,0 6,1 0,1 0,2 0,0 0,5 10,-7-29,0 0,1 1,0-1,0 0,1-1,0 1,0 0,0-1,1 0,0 0,1-1,-1 1,1-1,0 0,0-1,0 1,1-1,0 0,-1-1,6 2,-6-2,1-1,0-1,0 1,0-1,1 0,-1-1,0 1,0-1,0-1,1 1,-1-2,0 1,0 0,0-1,0-1,-1 1,1-1,-1 0,1-1,-1 1,0-1,0 0,0-1,-1 1,0-1,0-1,0 1,0 0,-1-1,0 0,0 0,-1-1,1 1,-1-1,0 0,7-26,-1 0,-2 0,-1-1,-1 1,-2-1,-1-1,-2 1,-2-10,2 30,-6-122,6 135,0 1,0-1,0 1,0-1,0 1,0-1,0 1,0-1,0 1,0-1,0 1,0-1,0 1,1-1,-1 1,0 0,0-1,1 1,-1-1,0 1,1 0,-1-1,0 1,1 0,-1-1,0 1,1 0,-1-1,1 1,-1 0,1 0,-1 0,1-1,-1 1,1 0,-1 0,1 0,-1 0,1 0,-1 0,1 0,-1 0,0 0,1 0,-1 0,1 0,-1 0,1 1,-1-1,1 0,0 0,28 16,-19-9,20 6,0 0,1-2,0-1,22 3,82 28,-129-39,-1 0,0 1,1-1,-1 1,0 0,-1 1,1-1,-1 1,1 0,-1 0,0 0,0 1,-1 0,0-1,1 1,-1 0,-1 1,1-1,-1 0,0 1,0-1,-1 1,0 0,0 0,0 0,-8 258,7-258,0 0,1 0,-1 0,1 0,1 0,-1-1,1 1,0 0,0-1,1 0,0 1,0-1,0 0,0 0,1 0,0-1,0 0,0 1,1-1,-1 0,1-1,0 1,0-1,0 0,0-1,1 1,-1-1,6 2,3-2,1 0,-1-1,0 0,1-1,-1-1,0 0,0-1,0 0,0-1,0-1,0 0,-1-1,1-1,-1 0,-1 0,1-2,-1 1,-1-2,1 1,-1-1,-1-1,0 0,0-1,-1 0,0 0,-1-1,7-12,-7 11,3-4,-9 35,-3-9,-1-1,1 0,0 1,1-1,0 1,1-1,0 1,0-1,0 1,1-1,0 0,1 0,0 0,0 0,1 0,0-1,0 1,1-1,0 0,0-1,1 1,0-1,0 0,0 0,1-1,-1 0,1 0,1 0,5 2,-6-4,-1 0,1-1,0 0,-1-1,1 1,0-1,0 0,0-1,0 0,0 0,0 0,0-1,0 0,0 0,0-1,-1 0,1 0,0-1,-1 1,0-2,0 1,0 0,0-1,0 0,-1-1,1 1,-1-1,-1 0,1-1,0 1,-1-1,0 1,-1-1,1-1,1-5,1-3,-1-1,0 1,-2-1,0 0,0 0,-2 0,0-1,0 1,-2 0,0 0,-1-1,-1 1,0 0,-1 1,-1-1,0 1,-1-1,-1 2,0-1,-1 1,-1 0,-5-7,9 16,-1-1,1 1,-1 0,-1 0,1 1,0 0,-1 0,0 0,0 1,0 0,-1 0,1 1,-1 0,1 0,-1 1,0 0,1 0,-1 1,0 0,0 1,1-1,-1 1,0 1,1-1,-1 1,1 1,-1-1,1 1,-2 2,-9 3,1 1,0 1,0 1,1 0,1 1,0 0,0 1,2 1,-1 1,2 0,0 0,1 1,0 1,1 0,1 0,1 1,-3 9,9-23,1 0,-1 1,1-1,0 1,0-1,1 1,-1 0,1-1,0 1,0 0,0-1,1 1,0 0,0-1,0 1,0-1,1 1,0-1,-1 0,2 0,-1 0,0 0,1 0,0 0,0 0,0-1,0 0,1 1,1 0,5 2,0-1,0-1,1 0,-1 0,1-1,0 0,0-1,0 0,0-1,0 0,0-1,0 0,1-1,9-2,40-5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310 107,'-7'-10,"-2"0,1 0,-1 1,0 1,-1-1,0 1,0 1,-1 0,0 0,-4-1,10 6,0 0,0 0,-1 0,1 1,-1-1,1 1,-1 1,1-1,-1 1,1 0,-1 0,1 1,-1-1,1 1,-1 1,1-1,0 1,-1 0,1 0,0 0,0 1,0-1,1 1,-3 2,1 1,0-1,0 1,1 0,0 0,0 1,1 0,-1 0,2 0,-1 0,1 0,0 1,0-1,1 1,0 0,0 0,1 0,0 0,1 0,0 0,0 0,0 0,1 0,0 0,1 0,0 0,0-1,1 1,0 0,0-1,3 4,16 34,3-1,2-1,1-1,27 28,17 27,-15-9,41 89,-72-127,-22-40,1 0,1 0,0 0,0-1,1 0,0 0,0-1,1 1,0-2,1 1,0-1,0-1,0 1,1-1,0-1,0 0,4 1,14 0,1-1,0-1,0-2,0-1,0-1,1-1,-1-2,27-5,22-6,-13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6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 0,'-6'90,"3"0,5 0,3 0,5-1,3 0,4-1,4 0,21 51,0-41,-42-98,0-1,0 1,1-1,-1 0,0 1,0-1,1 1,-1-1,1 1,-1-1,0 1,1-1,-1 1,1 0,-1-1,1 1,-1 0,1-1,0 1,-1 0,1-1,-1 1,1 0,0 0,-1 0,1 0,0 0,-1 0,1 0,-1 0,1 0,0 0,-1 0,1 0,0 0,-1 0,1 1,-1-1,1 0,-1 0,1 1,0-1,-1 0,1 1,-1-1,1 1,-1-1,0 0,1 1,-1-1,1 1,-1-1,0 1,1 0,-1-1,0 1,0-1,1 1,-1 0,0-1,0 1,0-1,0 1,0 0,0-1,6-54,-6 53,3-260,-4 255,1 0,0 0,1 0,0 0,0 0,0 0,0 0,1 0,0 0,0 1,1-1,-1 1,1-1,1 1,-1 0,1 0,0 0,0 1,0 0,0-1,1 1,0 1,0-1,0 1,0-1,0 2,1-1,-1 0,1 1,4-1,4 2,1 1,0 0,0 1,0 1,0 0,0 1,-1 1,1 0,-1 1,0 0,0 1,-1 1,0 0,0 1,0 0,-1 1,-1 1,1 0,3 4,-9-9,1 0,-1 1,0-1,-1 1,0 0,0 1,0-1,0 1,-1 0,0 0,-1 1,0-1,0 1,0-1,-1 1,0 0,0 0,-1 0,0 0,-1 0,0 0,0 0,-1 0,0 1,0-1,-2 6,-6 0,1-1,-2 0,0-1,0 0,-1 0,0-1,-1-1,-1 0,1 0,-2-2,1 1,-1-2,0 0,-1 0,0-2,0 1,0-2,0 0,-1-1,1-1,-12 1,12-2,1 0,-1-1,1 0,-1-1,1-1,0 0,-1-1,1-1,-5-2,14 5,1 0,0-1,0 0,-1 0,1 0,0 0,1-1,-1 1,0-1,1 0,-1 0,1-1,0 1,0-1,1 1,-1-1,1 0,-1 0,1 0,0 0,1-1,-1 1,1 0,0-1,0 1,0-1,1 1,-1-1,1 1,0-1,1-1,0-2,1 1,-1-1,2 1,-1 0,1 0,1 0,-1 0,1 1,0-1,0 1,1 0,0 0,0 0,0 1,1 0,0 0,1-1,10-7,1 2,0-1,0 2,1 0,15-4,-12 5,1 2,0 0,0 1,0 1,1 2,0 0,-1 2,1 0,0 2,1 0,-10 1,1 0,-2 1,1 0,0 2,-1-1,1 2,-1 0,-1 0,1 2,-1 0,0 0,-1 1,0 0,0 1,-1 1,2 3,44 63,-50-65,1 1,0-1,1 0,1-1,0 0,0 0,1-1,0 0,1-1,0-1,0 0,2 0,-4-3,0-1,1 0,-1-1,1-1,0 1,-1-2,1 1,0-2,0 1,0-1,0-1,0 0,0-1,0 0,0 0,-1-1,1-1,-1 0,0 0,0-1,0 0,-1-1,0 0,0 0,0-1,-1 0,0-1,0 0,-1 0,0 0,0-1,-1 0,0-1,-1 1,0-1,0 0,-1 0,-1-1,1-2,-2 6,-1-1,0 1,-1-1,1 1,-1-1,-1 0,0 1,0-1,0 1,-1-1,0 1,0 0,-1 0,0 0,0 0,-1 0,1 1,-2-1,1 1,-1 0,0 0,0 1,0-1,-1 1,0 1,-4-4,-5-2,1 0,-2 2,1 0,-1 0,0 2,-1 0,1 1,-1 0,-1 1,1 1,-3 1,4 1,1 0,-1 1,1 1,-1 0,1 1,0 1,0 1,0 0,0 0,1 2,-1 0,-4 3,10-4,1 0,0 0,0 1,0 0,1 0,-1 1,2 0,-1 0,1 1,0-1,1 1,-1 1,2-1,-1 1,1 0,1 0,-1 0,1 0,1 1,0 1,0-2,1 0,1 0,0 0,0 0,1 0,0 0,0-1,1 1,0 0,1 0,-1-1,2 0,-1 1,1-1,1 0,-1-1,1 1,1-1,-1 0,4 2,3 3,1 0,0 0,1-1,0-1,1 0,0-1,1-1,0 0,13 4,51 14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6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60 33,'-4'-4,"-25"-21,28 25,0-1,1 1,-1 0,0-1,1 1,-1 0,0 0,1-1,-1 1,0 0,1 0,-1 0,0 0,0 0,1 0,-1 0,0 0,1 0,-1 1,0-1,1 0,-1 0,0 0,1 1,-1-1,0 1,1-1,-1 0,1 1,-1-1,1 1,-1-1,1 1,-1-1,1 1,-1 0,1-1,0 1,-1-1,1 1,0 0,-1-1,1 1,0 0,0-1,0 1,0 0,0 93,22 30,6 0,6-2,9 13,-22-69,8 13,-28-79,1 1,-1 0,0 0,1-1,-1 1,0-1,1 1,-1-1,1 0,-1 1,1-1,-1 0,1 0,-1 0,0 0,1 0,-1-1,1 1,-1 0,1-1,-1 1,0 0,1-1,-1 0,0 1,1-1,-1 0,0 0,0 0,0 0,0 0,1 0,-1 0,-1 0,1 0,0 0,0-1,0 1,0-1,7-5,0 0,1-1,0 2,0 0,1 0,-1 0,2 1,-1 1,0 0,1 0,0 1,-1 0,1 1,0 0,1 1,-1 0,0 1,0 0,0 1,0 0,0 1,0 0,0 1,0 0,0 0,-1 1,0 1,7 3,-5 0,-2-1,1 2,-1-1,-1 1,1 1,-1 0,-1 0,0 1,-1 0,0 0,4 9,-8-15,0 1,0 0,-1 0,0 0,0 0,-1 1,1-1,-2 0,1 1,0-1,-1 1,0-1,-1 1,0-1,0 0,0 1,0-1,-1 0,0 0,-1 0,1 0,-1 0,0 0,-3 3,1-4,0 1,0-1,-1 0,0 0,0 0,0-1,-1 0,1-1,-1 1,0-1,0 0,0-1,0 0,-1 0,1 0,0-1,-1 0,1-1,-1 1,0-1,1-1,-1 0,1 0,0 0,-1-1,1 0,-6-2,5 1,0 1,0-2,0 1,0-1,1 0,0 0,-1-1,2 0,-1 0,0-1,1 0,0 0,1 0,-1-1,1 0,0 0,1 0,0 0,0-1,0 0,1 0,1 0,-1 0,0-5,3 6,0 1,0 0,0-1,1 1,0-1,1 1,-1 0,1 0,0 0,1 0,-1 0,1 0,1 1,-1-1,1 1,0 0,0 0,0 0,0 1,1-1,0 1,0 0,5-2,9-7,0 1,0 1,2 1,-1 1,1 1,6-2,1 1,1 0,0 2,0 1,1 1,0 1,-1 2,1 1,0 2,0 1,0 1,0 1,1 2,-24-4,-1 0,1 0,-1 1,0 0,0 0,0 0,0 1,-1 0,1 0,-1 0,0 1,0 0,-1 0,0 0,1 0,-2 1,1 0,-1 0,0 0,0 0,0 0,-1 0,0 1,0-1,-1 1,1 3,5 154,-7-162,0-1,0 1,0 0,0-1,0 1,1 0,-1-1,1 1,-1 0,1-1,-1 1,1-1,0 1,0-1,0 1,0-1,0 0,0 0,0 1,1-1,-1 0,0 0,1 0,-1 0,0 0,1 0,-1-1,1 1,0 0,-1-1,1 1,-1-1,1 0,0 0,-1 1,1-1,0 0,0 0,1-1,18-5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6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1,'233'28,"-224"-27,42 3,1 1,-1 3,-1 2,0 2,0 2,-1 2,-1 3,-1 1,11 9,-46-21,-1 1,0 0,0 1,-1 0,0 0,0 1,-1 1,-1 0,0 0,-1 0,0 1,-1 0,0 0,-1 1,-1 0,0-1,-1 2,0-1,0 13,6 148,-9-172,0 0,0 0,0 0,0 0,0 0,1 0,0 0,-1-1,1 1,0 0,0 0,1-1,-1 1,1-1,-1 1,1-1,0 0,0 1,0-1,0 0,0 0,0 0,0-1,1 1,-1 0,1-1,-1 0,1 1,0-1,-1 0,1 0,1 0,5-3,0 1,0-2,-1 1,1-1,-1 0,0-1,0 0,0 0,0 0,-1-1,1-1,-1 1,-1-1,1 0,-1-1,0 0,30-31,-1-2,-3-1,-1-1,-2-2,-1-3,-15 26,6-7,-19 28,0-1,0 1,0 0,0-1,0 1,0 0,0-1,0 1,0-1,1 1,-1 0,0-1,0 1,0 0,1 0,-1-1,0 1,0 0,1 0,-1-1,0 1,1 0,-1 0,0-1,1 1,-1 0,0 0,1 0,-1 0,0 0,1 0,-1 0,1 0,-1 0,0 0,1 0,-1 0,0 0,1 0,-1 0,1 0,-1 0,0 0,1 0,-1 0,0 1,1-1,-1 0,0 0,1 0,-1 1,0-1,0 0,1 0,-1 1,0-1,0 0,1 1,-1-1,0 0,0 1,0-1,0 0,1 1,2 25,-3-26,0 33,-1-25,0 1,1 0,0 0,0 0,1 0,0-1,1 1,0 0,0-1,1 1,0-1,0 0,1 0,0 0,0-1,1 1,0-1,4 4,2-4,1 0,0 0,1-1,-1 0,1-1,0-1,1 0,-1-1,1 0,-1-1,1-1,0 0,0-1,0 0,11-2,11 0,1-1,-1-2,0-2,-1-1,1-1,-2-2,1-2,15-9,-44 19,-5 2,0 1,-1-1,1 0,0 0,0 1,0-1,0 1,0-1,0 1,0-1,0 1,0-1,0 1,0 0,1 0,-1 0,0-1,0 1,0 0,0 0,0 1,0-1,1 0,-1 0,0 0,0 1,0-1,0 1,0-1,0 1,0-1,0 1,0-1,0 1,0 0,-1 0,1-1,0 1,0 0,49 99,-45-94,1-1,0 0,1 0,-1-1,1 0,-1 0,1 0,1-1,-1 0,0-1,1 1,-1-1,1-1,0 1,-1-2,1 1,0-1,0 0,0 0,-1-1,1 0,0 0,-1-1,1 0,-1-1,1 1,-1-2,0 1,0-1,3-2,-2 2,-1 0,0 0,0-1,0 0,-1-1,0 0,0 0,0 0,-1 0,1-1,-2 0,1 0,-1 0,0-1,0 1,-1-1,0 0,-1 0,0 0,0-1,0 1,-1 0,0-1,-1 1,0-1,0 1,-1 0,-1-3,-2-1,0 0,-1 0,0 0,-1 1,-1-1,0 2,0-1,-1 1,-1 0,1 0,-2 1,1 1,-1-1,0 2,-1-1,0 1,0 1,0 0,-1 1,0 0,0 0,-1 1,1 1,-1 0,1 1,-1 1,0 0,0 0,0 1,0 1,0 0,1 1,-1 0,0 1,1 0,0 1,-1 0,2 1,-1 1,0 0,1 0,0 1,1 1,0 0,0 0,0 1,-7 9,9-9,2 0,-1 1,1 0,1 0,0 0,0 0,1 1,0-1,1 1,0 0,1 1,0-1,0 0,2 0,-1 1,1-1,1 1,0-1,1 0,2 9,-2-15,1 0,0-1,0 1,0-1,0 1,1-1,-1 0,1-1,0 1,1-1,-1 1,0-1,1 0,0-1,-1 1,1-1,0 0,1 0,-1-1,0 1,0-1,1 0,-1-1,0 1,1-1,1 0,44-1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6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352 29,'-20'-9,"-19"-3,-13 5,-8 10,0 15,8 12,13 11,15 7,19 4,19 6,16-1,15-1,-1-10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6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1 441,'9'19,"7"14,9 14,11 7,12 4,17-1,20-8,26-12,22-15,21-20,-16-11</inkml:trace>
  <inkml:trace contextRef="#ctx0" brushRef="#br0" timeOffset="1">2340 1,'2'13,"4"21,2 21,0 16,-1 15,-2 10,-4 3,-7-2,-4-5,-6-11,-1-11,-1-16,0-16,2-18,3-18,3-11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6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1304,'3'-19,"0"-1,1 1,0 0,2 1,0-1,1 1,1 1,1-1,0 1,2 1,0-1,0 2,4-3,-10 13,0 1,0-1,1 1,-1 1,1-1,0 1,0 0,1 0,-1 1,0-1,1 2,0-1,-1 1,1 0,0 0,0 0,0 1,-1 0,1 1,0 0,0 0,-1 0,1 1,0 0,-1 0,0 0,1 1,-1 0,0 0,0 1,-1 0,1 0,-1 0,0 1,5 2,-2 1,1 1,-1-1,0 1,-1 1,0 0,0 0,-1 0,0 0,-1 1,-1 0,3 7,-5-13,-1 0,0 0,0 0,0 0,0 0,-1 0,1 0,-1 0,-1 0,1 0,-1 0,0 0,0-1,0 1,-1 0,0 0,0-1,0 1,0-1,-1 1,1-1,-1 0,0 0,-1 0,1 0,-1-1,1 0,-1 1,0-1,-3 2,4-3,0 0,1 0,-1 0,0 0,0-1,0 1,0-1,0 1,-1-1,1 0,0 0,-1-1,1 1,0-1,-1 0,1 0,-1 0,1 0,0 0,-1-1,1 1,-1-1,1 0,0 0,0 0,0-1,-1 1,1-1,1 1,-1-1,0 0,0 0,1-1,-1 1,1-1,-1 1,1-1,0 1,0-1,1 0,-1 0,0 0,1 0,0-1,0 1,0 0,-1-3,2-7,0 0,1 0,0 1,1-1,0 0,1 1,0-1,1 1,1 0,0 0,6-10,-8 14,157-361,-137 298,-4-1,-3 0,-3-1,-3-1,-3 0,-4 0,-4-42,1 105,-1 0,0 0,0 0,-1 0,0 0,-1 1,0-1,-3-3,6 13,0 0,0 0,-1 1,1-1,-1 0,1 1,-1-1,1 0,-1 1,1-1,-1 0,1 1,-1-1,0 1,1-1,-1 1,0 0,1-1,-1 1,0 0,0-1,1 1,-1 0,0 0,0 0,0-1,0 1,1 0,-1 0,0 0,0 0,0 1,1-1,-1 0,0 0,0 0,0 1,1-1,-1 0,0 1,1-1,-1 1,0-1,1 1,-1-1,0 1,1-1,-1 1,1-1,-1 1,1 0,-1 0,1-1,-1 1,1 0,0-1,0 1,-1 0,1 0,-9 16,1-1,1 1,1 1,0-1,1 1,1 0,1 0,0 0,1 16,0-23,-4 70,2 0,4 0,4 0,3-1,4 1,3-2,4 0,3 0,18 38,39 56,-71-161,1 0,-1-1,2 0,0 0,0-1,1 0,0-1,0 0,1 0,1-1,-1-1,7 4,-15-10,-1 1,1-1,0 0,0 0,-1 0,1 0,0 0,0-1,0 1,0-1,0 0,0 0,0 0,0 0,0 0,-1-1,1 1,0-1,0 0,0 0,0 0,-1 0,1 0,0 0,-1-1,1 0,-1 1,0-1,1 0,-1 0,0 0,0 0,0-1,-1 1,1 0,0-2,14-28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6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1,'84'3,"-1"5,47 11,-83-12,47 7,-1 3,-1 5,0 4,4 6,-81-27,0 0,-1 1,0 1,0 0,0 1,-1 0,-1 1,1 1,-1 0,-1 0,0 2,0-1,-1 1,-1 0,0 1,-1 0,0 1,5 13,-6 2,-1 0,-1 1,-2 0,-1-1,-1 1,-2 0,-1 0,-1 0,-3 8,1-20,3-52,2 26,-55-369,54 374,0-1,0 0,1 1,-1-1,1 0,-1 0,1 1,0-1,1 0,-1 1,1-1,-1 0,1 1,0-1,1 0,-1 1,1-1,-1 1,1 0,0 0,0 0,0 0,1 0,-1 0,1 0,-1 1,1-1,0 1,1-1,7 0,0 1,0 0,0 0,0 1,0 1,1 0,-1 1,0 0,0 0,0 1,0 1,5 1,13 2,307 51,-218-40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6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1 679,'48'-9,"0"-3,0-2,-1-2,-1-1,0-3,-2-2,0-2,2-4,-16 9,-1-2,-1 0,-1-2,-1-2,-1 0,-1-1,-2-2,0 0,-2-1,-1-1,-1-1,11-30,-24 51,-1 0,-1 0,0-1,0 1,-1-1,0 0,-1 1,0-1,-1-7,0 17,-1-1,1 0,0 0,-1 1,1-1,-1 0,1 1,-1-1,0 0,0 1,0-1,0 1,0 0,0-1,0 1,0 0,-1-1,1 1,0 0,-1 0,1 0,-1 0,1 0,-1 1,1-1,-1 0,0 1,1-1,-1 1,0 0,0-1,1 1,-1 0,0 0,0 0,1 0,-1 1,0-1,0 0,1 1,-1-1,0 1,1-1,-1 1,0 0,1 0,-1 0,1 0,0 0,-1 0,1 0,0 0,-1 1,1-1,0 0,0 1,0-1,0 1,-14 14,1 0,0 1,1 0,1 1,1 1,0 0,2 0,0 1,1 0,1 1,-3 13,-21 82,4 1,6 1,5 1,5 1,5 71,9 47,10-1,15 33,-21-205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6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0 369,'57'-33,"0"2,2 2,1 3,5 2,-9 1,321-138,-284 120,-92 41,1 0,-1 0,1 1,-1-1,0 1,1-1,-1 1,0 0,1-1,-1 1,0 0,0 0,0 0,0 0,0 0,0 0,0 0,0 0,0 0,0 1,-1-1,1 0,0 1,-1-1,1 0,-1 1,0-1,1 0,-1 1,0-1,0 1,0-1,0 1,0-1,0 1,0-1,0 0,-1 1,1-1,0 1,-1-1,0 0,1 1,-1-1,0 0,1 0,-2 1,1 3,-9 50,6-41,0-1,0 1,2 0,0 0,0 1,1-1,1 0,1 0,0 1,0-1,2 0,0 0,0 0,1-1,1 1,3 5,-6-16,0 0,0-1,0 1,1 0,-1-1,1 1,0-1,0 0,0 0,0 0,0 0,0 0,1-1,-1 0,1 1,-1-1,1 0,-1-1,1 1,-1-1,1 1,0-1,-1 0,1 0,0-1,-1 1,1-1,-1 0,1 0,-1 0,1 0,-1-1,0 1,1-1,-1 0,0 0,0 0,0 0,-1-1,1 1,0-1,27-27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7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166 12,'-16'-7,"-9"3,-4 8,-1 13,3 12,5 11,9 10,10 3,8 1,5-8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7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0 422,'7'1,"1"-1,-1 0,0 0,0 0,1-1,-1-1,0 1,0-1,0 0,-1-1,1 1,0-1,-1-1,0 1,1-1,-1 0,-1-1,1 1,-1-1,0 0,0-1,0 1,-1-1,4-5,0-2,-1 0,0 0,0 0,-1-1,-1 0,-1 0,0-1,-1 1,0-1,-1 0,0-9,-1 15,0-1,-1 1,0-1,-1 1,0-1,-1 1,1-1,-2 1,1 0,-1 0,-1 0,0 0,0 1,-1-1,0 1,-1-2,3 9,1-1,-1 1,0 0,1-1,-1 1,0 1,0-1,0 0,0 1,0-1,0 1,0 0,0 0,0 0,0 0,0 1,0-1,0 1,1 0,-1 0,0 0,0 0,0 0,1 0,-1 1,1 0,-1-1,1 1,0 0,-1 0,1 0,0 0,0 1,0-1,1 0,-1 1,1 0,-1-1,1 1,0 1,-9 10,1 0,1 1,0 0,1 1,0 0,2 0,0 0,1 0,0 1,1 0,1 0,1 0,0 0,2 0,0 0,0 0,2 0,0-1,1 1,0-1,1 1,1-1,1-1,0 1,1-1,1-1,0 0,1 0,1 0,0-1,12 11,-7-12,1 0,0-1,0 0,1-1,0-1,1-1,0-1,0-1,1 0,0-1,0-1,0-1,0-1,0-1,7-1,38-4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7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349 10,'-14'-3,"-1"1,1 0,0 0,-1 1,1 1,-1 1,1 0,-1 1,1 0,0 1,0 1,0 0,1 1,-4 2,9-3,-1 0,1 1,0 0,0 0,0 1,0 0,1 0,0 1,1 0,0 0,0 0,0 1,1 0,0 0,0 1,1-1,0 1,1 0,0 0,0 0,-1 7,3-8,1 0,-1-1,1 1,1 0,-1-1,1 1,1-1,-1 1,1-1,1 0,-1 1,1-1,0 0,1-1,0 1,0 0,0-1,1 0,0 0,0-1,0 1,3 1,6 5,0 0,2-1,-1-1,1 0,1-1,0-1,0-1,12 4,-9-3,0-1,1-1,0 0,1-2,-1-1,1 0,-1-2,1 0,0-1,-1-2,1 0,-1-1,1-1,-1-1,0-1,-1-1,5-3,-16 4,0 0,-1 0,0-1,0 0,0 0,-1-1,-1 0,1 0,-1-1,0 1,-1-1,0-1,-1 1,0-1,0 0,-1 0,0 0,-1 0,0 0,0-1,-1 1,-1-1,0 1,0-1,-2-4,3 14,-1 0,0 1,0-1,1 0,-1 0,0 1,0-1,0 0,0 0,0 0,0 1,0-1,0 0,0 0,-1 0,1 1,0-1,0 0,-1 0,1 1,0-1,-1 0,1 1,-1-1,1 0,-1 1,1-1,-1 0,1 1,-1-1,0 1,1-1,-1 1,0 0,1-1,-1 1,0 0,0-1,1 1,-1 0,0 0,0 0,0 0,1 0,-1 0,0 0,0 0,0 0,1 0,-1 0,0 0,0 0,0 1,0-1,-39 108,6-3,34-103,0-1,0 1,0 0,0 0,0-1,1 1,-1 0,1 0,-1-1,1 1,0 0,-1-1,1 1,0-1,0 1,0-1,0 0,0 1,1-1,-1 0,0 0,1 1,-1-1,1 0,-1 0,1-1,-1 1,1 0,-1 0,1-1,0 1,0-1,-1 0,1 1,0-1,0 0,-1 0,2 0,68-4,-64 3,-1 0,1 0,-1-1,1 0,-1 0,0 0,0-1,0 0,0 0,-1 0,1-1,-1 0,0 0,0 0,0-1,0 0,-1 0,0 0,0 0,0-1,-1 1,0-1,0 0,0 0,-1 0,0-1,0 1,0 0,-1-1,0-1,0 7,-1 0,0-1,0 1,1 0,-1 0,0 0,0 0,0 0,0 0,0 0,0-1,0 1,-1 0,1 0,0 0,-1 0,1 0,0 0,-1 0,0 0,1 0,-1 0,1 0,-1 0,0 0,0 1,0-1,1 0,-1 0,0 1,0-1,0 0,0 1,0-1,0 1,0 0,0-1,0 1,-1 0,1-1,0 1,0 0,0 0,0 0,0 0,0 0,-1 0,1 1,0-1,0 0,0 0,0 1,0-1,0 1,0-1,0 1,0-1,0 1,0 0,0-1,0 1,1 0,-1 0,0 0,0-1,1 1,-1 0,1 0,-1 1,-2 2,0 1,1-1,0 1,0 0,0 0,0 0,1 0,0 0,0 0,0 0,1 0,-1 0,1 1,0-1,1 0,0 0,-1 0,1 0,1 1,-1-2,1 1,0 0,0 0,1 0,-1-1,1 1,0-1,0 0,0 0,1 0,0 0,-1-1,1 0,1 1,-1-1,0 0,1-1,-1 1,1-1,0 0,2 0,-4-1,0-1,0 0,0 0,0 0,0 0,0 0,0-1,0 0,0 1,0-1,0 0,0 0,-1-1,1 1,0-1,-1 1,1-1,-1 0,0 0,1 0,-1 0,0 0,0 0,0-1,0 1,-1-1,1 0,28-78,-23-79,-7 156,0 3,0 0,-1 0,1 0,0-1,0 1,-1 0,1 0,0 0,0-1,0 1,1 0,-1 0,0 0,0-1,1 1,-1 0,1 0,-1 0,1 0,-1 0,1 0,-1 0,1 0,0 0,0 0,0 0,0 0,-1 0,1 0,0 1,0-1,1 0,-1 1,0-1,0 1,0-1,0 1,0 0,1-1,5 4,-1 0,0 0,0 0,-1 1,1-1,-1 1,1 1,-1-1,-1 1,1 0,-1 0,1 0,-2 1,1 0,0-1,-1 1,0 0,0 3,0 0,0 1,0 0,-1 0,-1 0,0 0,0 0,-1 0,0 0,-1 0,0 0,0 0,-1 0,-1-1,1 1,-2 0,1-1,-1 0,-2 3,0 2,1-1,1 1,0 0,0 0,2 1,0-1,0 0,2 8,0-19,0 1,1 0,0 0,0-1,0 1,0-1,1 1,-1-1,1 1,0-1,0 0,0 0,0 0,1 0,-1 0,1 0,0-1,0 1,0-1,0 0,0 0,0 0,0 0,1-1,-1 1,1-1,-1 0,1 0,0 0,0 0,4 1,0-1,1 0,-1 0,1-1,-1 0,1-1,-1 1,1-2,-1 1,0-1,1-1,-1 1,0-1,2-3,0 0,-1 0,0-1,0 0,0 0,-1-1,0-1,0 1,-1-1,-1 0,1-1,-1 0,-1 0,0 0,0 0,-1-1,0 0,-1 0,0 0,-1 0,0 0,-1-1,0-3,-5-38,4 52,-1 0,1 0,-1 0,1 0,0 0,-1 0,0 0,1 1,-1-1,0 0,1 0,-1 1,0-1,0 0,1 1,-1-1,0 1,0-1,0 1,0-1,0 1,0 0,0-1,0 1,0 0,0 0,0 0,0 0,0 0,0 0,0 0,0 0,0 0,0 0,0 0,0 1,0-1,0 0,0 1,0-1,0 1,1-1,-1 1,0 0,0-1,0 1,0 0,-12 10,0 1,0 0,2 1,-1 0,2 1,0 0,0 0,2 1,-1 1,2-1,0 3,-102 210,84-188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7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1,'7'20,"5"14,2 10,1 7,-2 3,-3 2,-4-1,-2-4,0-6,0-10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7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222 225,'-4'-13,"-7"-17,-8-11,-5-2,-3 5,-2 9,0 9,0 10,5 11,7 11,8 7,13 7,12 7,15 4,2-5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7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1 310,'7'2,"0"-1,1 0,-1 0,1-1,-1 0,1-1,-1 1,0-1,1-1,-1 0,0 0,0 0,0 0,0-1,0-1,-1 1,1-1,-1 0,0 0,0-1,-1 0,1 0,-1 0,0-1,0 1,1-5,3 1,0-1,-1 1,-1-2,1 1,-2-1,1 0,-2-1,0 1,0-1,-1 0,0-1,-1 1,0-1,-1-5,-1 16,-1-1,0 1,0 0,0-1,0 1,0-1,0 1,-1 0,1-1,-1 1,1 0,-1 0,0-1,0 1,0 0,0 0,-1 0,1 0,0 0,-1 0,0 0,1 1,-1-1,0 1,0-1,0 1,0 0,0-1,0 1,0 0,0 0,0 0,-1 1,1-1,0 1,-1-1,1 1,0 0,-1 0,1-1,-1 2,1-1,0 0,-1 0,1 1,0 0,-1-1,1 1,0 0,0 0,0 0,-1 1,-10 6,1 1,0 0,0 1,1 1,1-1,0 2,0-1,1 1,1 1,0 0,0 0,2 0,-1 1,-1 8,3-13,1 0,0 0,1 0,0 0,0 1,1-1,0 1,1 0,0-1,1 1,0 0,0 0,1-1,0 1,1 0,0-1,0 1,1-1,0 0,1 0,0 0,1 0,3 5,4-4,0 0,0-2,1 1,0-1,0-1,1-1,0 0,0 0,0-1,1-1,0-1,0 0,0-1,0 0,0-1,0-1,0 0,12-3,53-1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7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134 1,'-6'0,"0"1,0-1,1 2,-1-1,0 0,0 1,1 0,-1 1,1-1,0 1,-1 0,1 0,0 0,1 1,-1 0,1 0,0 0,0 1,0-1,0 1,1 0,0 0,0 0,0 0,0 1,1-1,0 1,0-1,1 1,-1 0,1 0,1 0,-1 0,1 0,0 0,0 0,1 0,-1 0,2-1,-1 1,0 0,1 0,0-1,2 5,5 4,1-1,0 1,1-2,1 1,-1-1,2-1,0-1,0 1,1-2,0 0,1-1,-1 0,2-1,-1-1,13 4,77 42,-102-51,-1 0,1 0,-1 1,1-1,-1 0,1 1,-1 0,0 0,0-1,0 1,0 1,0-1,0 0,0 0,-1 1,1-1,-1 1,0-1,0 1,0-1,0 1,0 0,-1 0,1-1,-1 1,1 0,-1 0,0 0,0 0,-1 1,-3 2,-2 1,1-1,-1 0,1 0,-2-1,1 0,0 0,-1-1,0 1,0-1,-1-1,1 1,-1-1,1-1,-1 0,0 0,0 0,0-1,-2 0,5 1,1 0,0-1,-1 0,0 0,1-1,-1 1,0-1,1 0,-1 0,0 0,1-1,-1 0,1 1,-1-2,1 1,-1-1,1 1,0-1,-1 0,1-1,0 1,1-1,-1 1,0-1,1 0,-1-1,1 1,0-1,0 1,0-1,1 0,0 0,-1-1,2-6,0 0,2 0,-1 0,1 0,1 1,0-1,0 0,1 1,1 0,-1-1,2 1,-1 1,2-1,-1 1,1 0,0 0,1 0,0 1,1 0,5-5,9-11,1 2,0 0,2 1,1 2,0 0,1 2,1 1,1 1,0 1,16-4,-42 17,0-1,0 1,1 0,-1 0,0 0,1 0,-1 1,1-1,-1 1,0 0,1 0,-1 0,1 1,-1-1,1 1,-1 0,0 0,1 0,-1 0,0 1,0-1,0 1,0 0,0-1,0 2,0-1,-1 0,1 0,-1 1,1 0,5 11,-1-1,0 1,-1 1,0-1,-2 1,1 0,0 12,8 21,-7-29,1 0,0 0,2-1,0 0,10 14,-16-26,1-1,0 1,1-1,-1 0,1 0,0 0,0-1,1 0,-1 0,1 0,0 0,0-1,0 0,0-1,1 1,-1-1,1 0,4 0,-6-2,0 0,-1 0,1 0,-1-1,1 1,-1-1,1 0,-1-1,0 1,1-1,-1 0,0 0,0 0,0 0,-1-1,1 0,0 0,-1 0,0 0,0 0,0-1,0 1,0-2,19-25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7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246 254,'-7'-16,"-11"-16,-10-13,-6-4,-2 3,0 9,4 14,5 17,8 17,11 13,11 12,15 8,13 4,2-6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7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1 565,'10'-6,"1"0,-1-2,0 1,0-1,-1-1,0 1,0-1,-1-1,0 0,-1 0,0-1,-1 1,0-1,0-2,5-13,0-1,-2 1,-2-1,0-1,2-19,-6 30,0 1,-1 0,-1-1,0 0,-1 1,-1-1,-1 0,0 1,-1 0,-1-1,0 1,-2-2,5 16,0 0,1 0,-1 0,0 1,0-1,-1 0,1 1,0-1,0 1,-1-1,1 1,-1 0,1-1,-1 1,0 0,1 0,-1 0,0 0,0 1,1-1,-1 0,0 1,0-1,0 1,0 0,0 0,0-1,0 1,0 1,0-1,0 0,0 0,0 1,0-1,0 1,0-1,1 1,-1 0,0 0,0 0,1 0,-1 0,0 0,1 0,-1 1,-3 3,1 0,-1 0,1 1,1-1,-1 1,1 0,0 0,0 0,0 0,1 0,0 1,1-1,-1 1,1-1,0 1,1 0,-1-5,1 1,0 0,0 0,0-1,1 1,-1 0,1 0,-1-1,1 1,0 0,0-1,0 1,0-1,0 1,1-1,-1 0,1 1,0-1,-1 0,1 0,0 0,0 0,1-1,-1 1,0 0,0-1,1 1,-1-1,1 0,-1 0,1 0,0 0,-1-1,1 1,0-1,0 1,-1-1,1 0,0 0,16-1,-1-1,0 0,1-2,-1 0,0-1,-1 0,1-2,-1 0,-1-1,1-1,74-28,-90 36,0 0,0 1,1-1,-1 1,0-1,1 1,-1-1,1 1,-1 0,1 0,-1 0,0-1,1 1,-1 1,1-1,-1 0,1 0,-1 0,0 1,1-1,-1 1,0-1,1 1,-1 0,0-1,1 1,-1 0,0 0,0 0,0 0,0 0,0 0,0 0,0 0,0 0,-1 1,1-1,0 0,-1 1,1-1,-1 0,1 1,-1-1,0 0,1 1,-1-1,0 1,0-1,20 148,6 51,-27-195,1 1,0 0,0-1,1 1,-1 0,1-1,0 1,1-1,-1 1,1-1,0 0,1 0,-1 1,1-2,0 1,0 0,0-1,1 1,0-1,0 0,0 0,0 0,1-1,-1 1,1-1,0 0,1 0,15 3,0-2,1 0,-1-1,1-1,0-1,0-1,15-2,-13 1,0-1,0-1,0-1,0-1,-1-2,0 0,3-2,-17 5,0 0,0 0,-1-1,1 0,-1 0,0-1,0 0,-1 0,0-1,0 0,-1 0,1-1,-2 0,1 0,-1 0,0-1,-1 0,4-8,-5 1,0 0,-1-1,-1 1,0-1,-1 1,-1 0,0-1,-2 1,1 0,-2 0,0 0,-1 0,-1 1,0-1,-1 2,-1-1,-7-9,-36-35,49 57,0 1,1 0,-1 0,0 0,0 0,0 1,0-1,0 0,0 1,0-1,-1 1,1 0,0 0,0 0,0 0,0 0,0 0,-1 1,1-1,0 1,0-1,0 1,0 0,0 0,0 0,0 0,1 0,-1 0,0 0,0 1,1-1,-1 1,1-1,-1 1,-7 10,0 1,1 0,1 0,0 0,0 1,2 0,-1 0,2 0,0 1,1 0,-1 8,-2 5,1 1,2 0,0 1,2-1,3 24,-2-41,2-1,-1 0,2 0,-1 0,2 0,-1 0,2 0,-1-1,1 0,1 0,0 0,0-1,1 1,0-2,1 1,3 3,2-2,0-1,0-1,0 0,1 0,1-1,-1-1,1-1,0 0,0-1,0 0,1-1,9 0,16 1,0-2,0-2,0-2,13-3,82-15,-12-7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7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593 1,'-5'13,"-5"24,-9 29,-10 34,-11 31,-14 31,-13 20,-10 15,-3 2,4-9,14-16,17-28,16-37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8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264 672,'-13'0,"1"1,-1 0,0 1,1 0,0 1,0 1,0 0,0 0,0 1,1 0,0 1,0 1,0 0,1 0,0 1,0 0,1 1,0 0,1 0,0 1,0 0,-3 7,8-12,1 1,0 0,1 0,-1 0,1 0,0 0,0 0,1 0,0 0,0 0,1 0,-1 0,1 0,0 0,1 0,0 0,0-1,0 1,0 0,1-1,0 0,0 0,1 0,-1 0,1 0,0 0,0-1,1 0,-1 0,1 0,4 2,21 15,1-1,0-1,1-2,17 5,-23-10,0 0,0 1,-1 2,-1 0,-1 2,0 0,17 19,-35-33,-2 1,1 0,0 0,-1 0,1 0,-1 0,-1 1,1-1,0 1,-1 0,0-1,0 1,-1 0,1 1,-1-1,0 0,0 0,-1 0,1 1,-1-1,-1 0,1 1,-1-1,1 0,-2 0,1 0,0 0,-1 0,0 0,0 0,-1 0,1-1,-4 4,3-4,0-1,0 1,-1-1,1 0,-1-1,0 1,0 0,0-1,-1 0,1 0,0 0,-1-1,1 1,-1-1,1 0,-1-1,0 1,0-1,1 0,-1 0,0 0,1 0,-1-1,0 0,1 0,-1 0,1-1,-1 0,1 0,0 0,-1 0,1 0,0-1,1 0,-1 0,0 0,1 0,0 0,0-1,0 0,0 1,0-1,-1-3,1-2,0 0,0-1,0 0,2 0,-1 1,1-1,0 0,1 0,0 0,1 0,0 0,1 0,0 0,3-8,53-135,22-4,42-53,55-105,-147 256,-2-1,-3-2,-2 0,5-32,-23 56,-6 39,1-1,0 0,0 1,-1-1,1 0,0 1,-1-1,1 0,0 0,-1 1,1-1,0 0,-1 0,1 0,-1 1,1-1,0 0,-1 0,1 0,-1 0,1 0,0 0,-1 0,1 0,-1 0,1 0,-1 0,1 0,0 0,-1 0,1 0,-1-1,1 1,0 0,-1 0,1 0,0-1,-1 1,1 0,0 0,-1-1,1 1,0 0,-1-1,1 1,0 0,0-1,0 1,-1 0,1-1,0 1,0-1,0 1,0 0,0-1,0 1,-1-1,-7 16,1 0,0 0,1 1,0 0,1 0,1 0,1 1,0-1,1 2,1-15,-6 68,2 0,3 0,4 0,2 0,4 0,3-1,2 0,4-1,3-1,3-1,3 0,2-2,4-1,-23-43,-6-13,0 0,1 0,0 0,1 0,-1-1,1 0,1 0,0 0,4 5,0-11,-4-8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6:37:33.68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69 88,'-60'-5,"52"8,20 3,17 0,1-2,-1 0,1-2,16-1,-5 0,670-2,-505-2,-142 4,-64-2,1 1,-1 0,1-1,-1 1,1 0,0-1,-1 1,1 0,-1 0,1-1,0 1,-1 0,1 0,0 0,-1 0,1 0,0 0,-1 0,1 0,0 0,-1 0,1 1,0-1,-1 0,1 0,-1 1,1-1,0 0,-1 1,1-1,-1 0,1 1,-1-1,1 1,-1-1,0 1,1-1,-1 1,1-1,-1 1,0-1,1 1,-1 0,0-1,0 1,0 0,0-1,1 1,-1-1,0 1,0 0,0-1,0 1,0 0,0-1,-1 1,1 0,-32 23,30-23,-46 27,15-11,1 1,1 2,1 0,0 3,2 0,0 2,2 1,-20 25,43-47,0-1,0 0,1 1,-1 0,1-1,0 1,0 0,0 0,0 1,1-1,-1 0,1 0,0 1,1-1,-1 1,1-1,0 0,0 1,0-1,1 1,-1-1,1 1,0-1,0 0,1 0,-1 1,1-1,0 0,0 0,0-1,1 1,-1 0,1-1,0 1,0-1,0 0,4 1,0-1,0 1,0-2,0 1,0-1,1 0,-1 0,1-1,-1 0,1 0,-1-1,1 0,0 0,-1-1,1 0,-1 0,1-1,-1 0,0 0,3-2,7-2,0-1,0-1,-1-1,0 0,0-2,-1 1,12-13,-5 1,-2-2,0 0,-2-1,0-1,-2 0,-1-1,-1-1,-2-1,2-7,-14 36,0 0,0 0,1 0,-1 1,0-1,0 0,0 0,0 0,0 0,0 1,0-1,1 0,-1 0,0 0,0 0,0 0,0 0,0 0,1 0,-1 0,0 1,0-1,0 0,1 0,-1 0,0 0,0 0,0 0,0 0,1 0,-1 0,0 0,0 0,0 0,0-1,1 1,-1 0,0 0,0 0,0 0,0 0,1 0,-1 0,0 26,0-22,-2 37,0-17,1 0,0 1,2-1,1 1,1-1,1 0,1 0,1 0,1-1,4 9,-9-29,-1 1,1 0,0-1,0 1,0-1,0 1,1-1,-1 0,1 0,0 0,0 0,0-1,0 1,1-1,-1 0,1 1,-1-2,1 1,0 0,-1-1,1 0,0 0,0 0,0 0,0 0,0-1,0 0,0 0,0 0,1 0,-1-1,0 0,1 0,4-4,-1-1,0 0,0 0,0-1,-1 0,0-1,0 0,-1 0,0 0,0 0,-1-1,0 0,-1 0,0-1,0 1,-1-1,1-2,6-28,-1 0,-2 0,-2 0,-1-1,-2 1,-2-2,4-57,-4 94,0 3,-1 0,1 0,0 0,0-1,0 1,0 0,0 0,0 0,0 0,1 0,-1 0,1 0,0 0,-1 0,1 0,0 1,0-1,0 0,0 0,0 1,1-1,-1 0,1 1,-1 0,1-1,-1 1,1 0,0 0,-1-1,1 1,0 1,1-2,80 40,88 21,-107-40,-62-19,-1 0,1 0,0 0,0 1,-1-1,1 1,0-1,-1 1,1 0,0 0,-1 0,1 0,-1 0,0 0,1 0,-1 0,0 0,0 1,1-1,-1 1,0-1,0 0,0 1,-1 0,1-1,0 1,-1 0,1-1,-1 1,1 0,-1 0,0-1,0 1,0 0,0 0,0-1,0 1,0 0,0 0,-1-1,1 1,-1 0,0-1,1 1,-1 0,0 0,-30 63,24-55,1 1,0 0,0 0,1 0,0 1,1 0,1 0,-1 0,2 1,0-1,0 0,2 1,-1 0,1-1,1 1,0-1,1 1,3 10,0-14,-1 0,2-1,-1 1,1-1,0-1,1 1,0-1,0 0,0 0,1-1,0 0,0-1,1 1,-1-2,1 1,1-1,-1 0,0-1,2 0,5 2,0-1,0-1,0-1,0 0,1-1,-1 0,0-2,1 0,-1 0,0-2,7-1,-4-4,1 0,-1 0,0-2,-1 0,0-2,0 0,-1 0,-1-2,-1 0,1-1,-2 0,0-1,-1-1,-1 0,-1-1,0 0,-1-1,-1 0,-1 0,0-1,-2 0,0-1,-2 1,0-1,-1 0,-1 0,-1 0,-1 0,-1 0,0-1,-4-13,5 31,-1 0,1-1,-1 1,0 0,0 0,0 0,-1 0,1 0,-1 0,0 0,0 0,0 1,-1-1,1 1,-1-1,0 1,0 0,0 0,0 1,-1-1,1 0,-1 1,1 0,-1 0,0 0,0 1,0-1,-2 0,-4 4,1 0,-1 0,1 1,0 0,0 0,0 1,1 1,-1-1,1 1,0 1,1-1,-1 1,1 1,0-1,0 1,1 1,0-1,1 1,-1 0,1 0,-2 6,-3 2,1 1,0 0,1 0,1 1,0 0,2 0,0 1,1 0,-1 16,4-26,0 0,1 0,0 1,1-1,0 0,0 0,1 0,0 0,1 0,0 0,0 0,1-1,0 0,0 0,1 0,0 0,1 0,0-1,0 0,0-1,3 3,4 1,1 0,1-1,0-1,0 0,0-1,1-1,0 0,1-1,-1-1,17 3,168 11,-85-17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8:27:54.02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65 0,'0'14,"0"16,0 18,-3 22,0 22,-2 20,0 18,-2 12,-2 9,-1 2,-2-2,2-27</inkml:trace>
  <inkml:trace contextRef="#ctx0" brushRef="#br0" timeOffset="884.149">1093 335,'-1'-16,"0"1,-2 0,0 0,0 0,-2 0,0 0,0 1,0 4,-1 1,1-1,-2 1,1 0,-1 1,0 0,-1 0,0 0,0 1,-1 0,0 1,0 0,-1 0,1 1,-1 0,0 1,-1 0,1 0,-1 1,1 1,-1 0,0 0,0 1,0 0,0 1,0 1,0-1,0 2,0 0,1 0,-1 0,0 2,-1 0,-4 4,0 0,0 2,1-1,0 2,1 0,0 1,1 0,0 1,1 1,1 0,0 0,-2 6,-11 17,2 1,2 1,1 1,-5 21,6-15,3 1,2 0,2 0,-4 49,13-77,0 1,2 0,0-1,1 1,1-1,1 1,1-1,0 0,2 0,0 0,1-1,1 0,7 13,-6-18,1 0,0 0,1-1,0-1,1 1,0-2,0 0,1 0,1-1,0-1,0 0,0-1,1-1,0 0,0-1,2 0,16 3,0-1,0-2,0-1,1-1,0-2,-1-1,8-3,-4 1,0-2,0-2,-1-1,1-2,-2-2,0-1,0-1,-1-2,-1-2,12-8,6-12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8:27:53.28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47 228,'11'21,"11"17,9 17,7 14,7 10,7 4,8 2,8-1,4-7,2-5,-1-6,-4-6,-8-8,-9-7,-11-10,-12-10</inkml:trace>
  <inkml:trace contextRef="#ctx0" brushRef="#br0" timeOffset="259.755">648 1,'-4'14,"-7"17,-7 23,-11 21,-11 25,-13 21,-13 18,-11 14,-6 7,-1-1,8-10,14-19,17-31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8:28:21.83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356 525,'-6'-6,"0"1,0 0,0 0,0 0,-1 1,1 0,-1 0,0 1,-1 0,1 0,-1 1,1 0,-1 0,1 1,-1 0,0 0,0 1,0 0,1 0,-1 1,0 0,0 0,1 1,-1 0,1 0,-1 0,0 2,-4 4,0 1,1 0,0 1,0 1,1-1,0 2,1-1,1 1,-1 1,2-1,0 1,0 1,2-1,-1 1,2 0,0 1,0-1,2 1,-1 6,6 71,-2-89,-1 0,1 1,1-1,-1 0,0 0,1 0,0-1,-1 1,1 0,0-1,1 1,-1-1,0 1,1-1,-1 0,1 0,0 0,-1-1,1 1,0 0,0-1,0 0,0 0,1 0,-1 0,2 0,4-1,1-1,0 0,0 0,-1-1,1-1,-1 1,0-2,0 1,0-1,0 0,0-1,-1 0,0-1,0 1,0-2,-1 1,3-4,19-15,-1-2,-1 0,-1-2,-2-1,-1-1,-2-1,-1-1,-1-1,-2 0,-1-1,-2-1,-1-1,-2 0,-2 0,-1-1,-2 0,-2 0,0-27,-3 54,-1 1,0-1,-1 0,0 1,-1-1,0 1,0-1,-1 1,-1 0,0 0,0 0,-3-5,5 14,1 0,0 0,-1-1,1 1,-1 1,1-1,-1 0,1 0,-1 0,1 1,-1-1,0 1,1-1,-1 1,0 0,0 0,1-1,-1 1,0 1,0-1,1 0,-1 0,0 1,1-1,-1 0,0 1,1 0,-1-1,1 1,-1 0,1 0,-1 0,1 0,-1 0,1 0,0 0,0 1,-1-1,1 0,0 1,0-1,1 1,-1-1,0 1,0 0,1-1,-1 1,0 1,-14 24,0 2,2-1,1 2,1 0,2 0,1 1,1 0,-1 29,1-19,2 0,2 0,2 1,3 34,0-61,-1 1,2-1,0 0,1 0,0-1,1 1,1-1,0 0,1 0,1-1,0 0,0 0,1-1,7 8,-9-14,0 1,0-1,0 0,0-1,1 0,0 0,0-1,1 0,-1 0,1 0,0-2,0 1,0-1,0 0,0-1,0 0,1 0,-1-1,0 0,0-1,1 0,-1 0,0-1,0 0,0-1,0 0,-1 0,1-1,-1 0,0-1,0 0,0 0,-1 0,7-6,-2-1,-1 0,0 0,-1-1,0 0,-1-1,0 0,-1-1,-1 0,0 0,-1 0,-1-1,0 0,-1 0,-1 0,0 0,-1-1,-1 1,-1-1,0 1,-2-14,-19-28,21 57,-1 0,1-1,-1 1,0 0,1 0,-1 0,0 0,0 0,0 0,0 0,0 0,0 0,0 0,0 1,0-1,-1 0,1 1,0-1,0 1,-1-1,1 1,0-1,-1 1,1 0,0 0,-1 0,1 0,0 0,-1 0,1 0,0 0,-1 1,1-1,0 0,-1 1,1-1,0 1,0-1,0 1,-1 0,1 0,-5 5,0 0,1 0,0 0,1 1,-1 0,1 0,0 0,1 1,0-1,0 1,0 0,1-1,0 1,0 8,0-7,0 1,0-1,1 1,0-1,1 1,0 0,0 0,1-1,1 1,0-1,0 1,0-1,1 0,1 0,0 0,0 0,0-1,1 1,1-1,-1 0,1-1,0 1,1-1,0-1,7 6,4 1,0-2,1 0,0-1,1-1,0-1,0-1,15 4,59 12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8:28:27.54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13 333,'-3'-8,"1"-1,0 0,0 0,0 0,1 0,1 0,0 0,0 0,0 0,1 0,1 0,-1 0,2 0,-1 0,1 0,0 1,1 0,0-1,0 1,1 1,0-1,1 1,2-4,9-3,0 1,1 1,1 0,0 2,1 0,0 1,0 0,1 2,0 1,0 0,0 2,1 0,0 2,8 0,-13 0,0 1,0 0,1 2,-1 0,0 1,0 0,0 2,0 0,2 2,-11-4,-1 1,0 1,0-1,0 1,0 0,-1 0,1 1,-1 0,0 0,-1 1,1 0,-1 0,0 0,-1 0,0 1,0 0,0 0,-1 0,1 0,-2 0,1 2,1 6,-1 1,-1 0,0 0,-1 1,-1-1,0 0,-1 0,-1 0,-1 0,0 0,-1 0,0 0,-6 11,-8 16,-2 0,-1-2,-3 0,-6 5,-43 60,43-65,1 1,2 1,2 2,-18 45,30-50,6-7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8:28:27.82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19 47,'-3'8,"-1"0,2 0,-1 0,1 0,1 0,-1 0,1 0,1 1,-1-1,2 0,-1 1,1-1,0 0,1 0,0 0,0 0,1 0,-1 0,2 0,-1-1,1 1,1-1,-1 0,1-1,0 1,1-1,2 3,-2-5,0 0,0 0,0 0,0-1,1 0,-1 0,1-1,0 0,0 0,0-1,0 1,0-2,0 1,0-1,1 0,-1 0,0-1,0 0,0 0,0-1,0 0,0 0,-1 0,1-1,0 0,-1-1,0 1,0-1,0 0,0-1,-1 1,0-1,0 0,0-1,0 1,-1-1,0 0,0 0,-1 0,1 0,-1-2,-2 3,0-1,0 0,0 0,-1 1,0-1,0 0,0 0,-1 1,0-1,0 0,0 1,-1-1,0 0,0 1,0 0,-1 0,0 0,0 0,0 0,0 0,-1 1,0-1,0 1,0 0,0 0,-1 1,0-1,1 1,-1 0,0 0,-1 1,1-1,0 1,-1 1,1-1,-1 1,0-1,0 2,-90-22,-6 8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8:28:26.49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 93,'-1'-3,"0"1,0-1,0 1,0-1,0 0,0 0,1 1,-1-1,1 0,0 0,0 0,0 1,0-1,0 0,0 0,1 0,0 1,-1-1,1 0,0 1,1-1,-1 0,0 1,1 0,-1-1,1 1,0 0,-1 0,1 0,0 0,1 0,-1 0,0 0,0 1,1-1,-1 1,1-1,0 2,0 0,0 0,0 0,0 0,0 0,-1 1,1-1,0 1,0 0,0 0,-1 0,1 0,0 1,-1-1,1 0,-1 1,1 0,-1 0,0 0,0 0,0 0,0 0,0 0,0 1,0-1,37 68,-26-32,-1 0,-3 0,-1 1,-1 0,-1 17,8 45,-14-99,0 0,-1-1,1 1,0 0,0-1,0 1,0 0,0-1,0 1,1-1,-1 1,1 0,-1-1,1 1,-1-1,1 1,0-1,0 1,-1-1,1 0,0 1,0-1,1 0,-1 0,0 0,0 0,0 0,1 0,-1 0,1 0,-1 0,1-1,-1 1,1 0,-1-1,1 0,-1 1,1-1,1 0,3-4,0-1,0 0,-1-1,0 1,0-1,0 0,-1-1,0 1,0-1,0 0,-1 0,0 0,1-4,-3 7,14-32,-1 0,-3 0,-1-1,-1 0,-2-1,-2 0,-1-7,-4 45,-1 0,1 0,0 0,0 0,0 0,0 0,-1 0,1 0,0 0,0 0,0 0,0 0,-1 0,1-1,0 1,0 0,0 0,-5 24,3-10,0 1,1 0,0-1,1 1,1 0,0-1,1 1,1-1,0 1,1-1,0 0,1 0,1-1,0 1,1-1,0-1,1 1,1-1,0-1,0 1,8 6,-14-16,-1 0,1 0,0 0,0-1,0 1,-1-1,1 0,0 0,1 0,-1 0,0-1,0 1,0-1,0 1,0-1,1 0,-1-1,0 1,0 0,0-1,1 0,-1 0,0 0,0 0,0 0,-1 0,1-1,0 0,0 1,-1-1,1 0,-1 0,1-1,-1 0,9-11,0-2,-2 0,0 0,-1 0,0-1,-2 0,0-1,0 0,-2 0,0 0,-1-8,-2 22,14-101,-15 105,-1 0,1 0,0 0,0 0,0 0,-1 1,1-1,0 0,0 0,0 0,-1-1,1 1,0 0,0 0,0 0,-1 0,1 0,0 0,0 0,0 0,0 0,-1 0,1 0,0-1,0 1,0 0,0 0,0 0,-1 0,1-1,0 1,0 0,0 0,0 0,0 0,0-1,0 1,0 0,0 0,0 0,0-1,-1 1,1 0,0 0,0 0,0-1,1 1,-1 0,0 0,-8 18,3-5,1 1,1 0,1 0,0-1,0 1,1 0,1 1,1-1,0 0,0 0,2-1,-1 1,2 0,0-1,1 1,0-1,1 0,0-1,1 0,0 0,1 0,0-1,1 0,1 0,0-1,0-1,0 1,1-2,1 0,0 0,0-1,2 1,-2-3,1 0,-1-1,0 0,1-1,0 0,0-1,0-1,0 0,0-1,0 0,0-1,0 0,-1-1,1-1,0 0,-1 0,1-1,-1-1,0 0,0-1,-1 0,0-1,0 0,0-1,-1 0,0-1,-1 0,1-1,3-5,-1 0,0 0,-1-2,-1 1,0-1,-1-1,-1 1,-1-2,0 1,-2-1,0 0,-1 0,-1 0,0-1,-2 1,0-1,-1 0,0 15,0 1,0-1,0 1,0-1,-1 0,0 1,0-1,0 1,-1 0,1-1,-1 1,0 0,0 0,0 0,-1 0,0 0,0 1,0-1,0 1,0-1,0 1,-1 0,0 1,1-1,-1 0,0 1,0 0,-1 0,1 0,0 1,-1 0,1-1,-1 1,1 1,-1-1,1 1,-3 0,0 1,0 1,1 1,-1-1,0 1,1 0,-1 1,1-1,0 1,0 1,1-1,-1 1,1 0,0 0,0 1,0-1,1 1,0 0,-2 5,-2 1,1 1,1 0,0 1,1-1,1 1,0 0,0 0,0 15,3-18,1 0,0 0,1 0,1 0,-1 0,2 0,0 0,0 0,1 0,0-1,0 0,1 0,1 0,0-1,0 1,1-1,0-1,1 1,-1-1,2-1,-1 0,1 0,0 0,0-1,1 0,0-1,0 0,0-1,1 0,0 0,7 2,0-1,1 0,0-2,0 0,1 0,-1-2,1-1,48-3</inkml:trace>
  <inkml:trace contextRef="#ctx0" brushRef="#br0" timeOffset="632.305">1587 119,'-8'7,"0"-1,1 2,0-1,0 1,1 0,0 0,0 1,1-1,0 1,1 1,0-1,0 0,1 1,0 0,1 0,0 0,0 0,1 0,1 0,0 1,0-1,1 0,0 0,1 0,0 0,0 0,1 0,1 0,-1-1,2 0,-1 1,1-2,0 1,1 0,0-1,1 0,0-1,7 7,-7-8,1-1,0 0,0 0,0-1,1 0,0-1,-1 0,1 0,0-1,1 0,-1 0,0-1,0 0,1-1,-1 0,0-1,1 0,-1 0,0-1,0 0,0 0,0-1,0-1,-1 1,1-1,-1-1,0 0,0 0,0 0,-1-1,0 0,0 0,-1-1,6-7,-4 1,-1-1,0-1,-1 1,-1-1,0 0,-1 0,0-1,-2 1,1-1,-2 0,0 0,-1 1,-2-16,2 29,0 0,1 0,-1 1,0-1,0 0,0 0,0 0,0 1,0-1,-1 0,1 0,-1 1,1-1,-1 0,1 1,-1-1,0 0,0 1,0-1,0 1,0 0,0-1,0 1,-1 0,1-1,0 1,-1 0,1 0,-1 0,1 0,-1 1,1-1,-1 0,0 1,1-1,-1 1,0-1,0 1,1 0,-1 0,0 0,0 0,-1 0,-4 6,1 0,-1 0,1 1,1 0,-1 0,1 1,0 0,1-1,0 2,0-1,0 0,1 1,1 0,-1-1,2 1,-1 0,1 0,0 0,1 2,-1-2,1 0,0 0,1 0,0-1,0 1,1 0,0 0,1-1,0 1,0-1,1 0,0 0,0 0,1 0,0-1,0 0,1 0,0 0,0-1,0 1,1-2,0 1,0-1,1 0,-1 0,1-1,0 0,1 0,-1-1,0 0,1-1,0 0,-1 0,5 0,-4-2,0 1,0-1,-1 0,1-1,0 0,0-1,0 0,-1 0,1-1,-1 0,0 0,0-1,0 0,0 0,0-1,-1 0,0 0,0-1,-1 0,1 0,-1-1,0 0,-1 0,0 0,0 0,-1-1,1 0,-2 0,1 0,-1-1,0 1,0-5,31-143,-25 306,-8-140,1 20,1 0,1-1,2 1,1-1,1 0,1 0,7 11,-14-36,0 0,1 0,0 0,-1 0,1-1,1 1,-1-1,0 0,1 0,0 0,0 0,0-1,0 1,0-1,0 0,0 0,1-1,-1 1,1-1,-1 0,1 0,0 0,-1-1,1 0,0 0,0 0,-1 0,1-1,0 0,-1 0,1 0,-1 0,1-1,-1 0,1 0,24-11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8:28:25.30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267 339,'-5'16,"-3"16,0 13,-2 6,1 3,0-4,2-8,1-12</inkml:trace>
  <inkml:trace contextRef="#ctx0" brushRef="#br0" timeOffset="290.224">0 5,'32'-3,"0"1,0 2,0 1,0 2,-1 1,1 1,-1 2,0 1,-1 2,0 0,0 2,-1 2,0 0,-19-6,1-1,-1 2,0-1,0 1,-1 1,-1 0,1 0,-2 0,1 1,-2 0,1 1,-1 0,-1 0,0 0,-1 0,0 1,-1 0,-1-1,0 1,0 0,-1 0,-1 1,0 0,-12 131,12-144,-1-1,1 1,-1 0,1 0,-1 0,1 0,-1 0,1 1,0-1,0 0,0 0,0 0,-1 0,2 0,-1 0,0 0,0 0,0 0,0 0,1 1,-1-1,0 0,1 0,-1 0,1 0,-1 0,1-1,-1 1,1 0,0 0,0 0,-1 0,1-1,0 1,0 0,0-1,0 1,0-1,0 1,0-1,0 1,0-1,0 1,0-1,0 0,0 0,0 0,0 0,0 0,0 0,0 0,1 0,-1 0,0 0,0 0,0-1,1 1,12-10,1 0,-1-1,-1 0,0-1,0-1,-1 0,-1 0,0-1,-1-1,3-6,5-5,-2-1,-1 0,-1-1,-1 0,6-21,-14 26,-5 24,0-1,0 0,0 0,0 1,0-1,0 0,0 1,0-1,0 0,0 1,0-1,0 0,0 0,0 1,0-1,-1 0,1 1,0-1,0 0,0 0,0 1,-1-1,1 0,0 0,0 0,0 1,-1-1,1 0,0 0,0 0,-1 1,1-1,0 0,-1 0,1 0,0 0,0 0,-1 0,1 0,0 0,-1 0,1 0,0 0,-1 0,1 0,0 0,0 0,-1 0,1 0,0 0,-1 0,1 0,0 0,0-1,-1 1,1 0,0 0,0 0,-1 0,1-1,-6 11,0 1,0-1,1 1,1 0,-1 0,2 1,0-1,0 1,1 0,1 0,0 0,0 0,1 0,1-1,0 1,0 0,1 0,1 0,0-1,1 1,0-1,1 0,0 0,0-1,1 1,1-1,3 4,3-2,0 0,2-1,-1 0,1-1,1-1,-1 0,2-1,-1-1,10 3,68 21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8:28:22.24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348 829,'7'-29,"1"0,1 1,2 0,1 1,1 0,1 1,6-7,-16 25,17-30,2 1,1 1,23-25,-47 60,0 0,0 0,0 0,1 0,-1 1,0-1,1 0,-1 0,0 0,1 0,-1 1,1-1,-1 0,1 0,0 1,-1-1,1 0,0 1,-1-1,1 1,0-1,0 1,0-1,-1 1,1 0,0-1,0 1,0 0,0 0,0 0,0-1,-1 1,1 0,0 0,0 0,0 0,0 1,0-1,0 0,0 0,0 0,-1 1,1-1,0 0,0 1,0-1,-1 1,1-1,0 1,0 0,-1-1,1 1,0-1,-1 1,1 0,-1 0,1-1,-1 1,1 0,-1 0,0 0,2 18,0 1,-2-1,-1 1,0-1,-1 0,-3 6,-1 25,-15 150,13-142</inkml:trace>
  <inkml:trace contextRef="#ctx0" brushRef="#br0" timeOffset="277.465">441 1176,'21'0,"15"0,11-2,5-1,-1-2,-3-2,-9-5,-10-1</inkml:trace>
  <inkml:trace contextRef="#ctx0" brushRef="#br0" timeOffset="523.433">1 0,'11'2,"13"8,14 11,9 14,9 11,3 6,-8-7</inkml:trace>
  <inkml:trace contextRef="#ctx0" brushRef="#br0" timeOffset="796.819">936 67,'0'9,"5"14,10 18,12 12,8 11,3 9,-6-9</inkml:trace>
  <inkml:trace contextRef="#ctx0" brushRef="#br0" timeOffset="1584.231">1510 629,'16'4,"0"0,0-1,0-1,0 0,0-1,0 0,0-2,0 0,0-1,0 0,0-2,0 1,-1-2,1 0,-1-1,0-1,-1 0,0-1,0 0,0-1,-1-1,-1 0,0-1,0 0,-1-1,4-1,0-1,-2-1,0 0,0 0,-1-2,-1 1,-1-1,-1-1,0 0,-1 0,-1-1,0 0,-2 0,0-1,-2 1,0-1,-1 0,0 0,-2 0,-1-3,1 19,-1 0,1-1,-1 1,0 0,0 0,-1 0,1 0,-1 0,0 0,0 1,-1-1,1 1,0-1,-1 1,0 0,0 0,0 0,0 0,-1 0,1 1,-1 0,1-1,-1 1,0 1,0-1,0 0,0 1,0 0,0 0,0 0,0 1,-1-1,1 1,0 0,0 0,-1 1,1-1,0 1,0 0,-2 0,-4 3,-1 0,1 1,0 0,0 1,0 0,1 0,0 1,0 0,0 1,1 0,0 0,1 1,0 0,0 0,-3 8,-4 7,1 0,1 1,1 0,2 1,0 0,2 1,-2 7,3 0,0 0,3 0,0 1,3-1,0 1,3-1,0 1,4 5,-4-20,2-1,0 0,1-1,1 1,1-1,0-1,1 1,1-1,1-1,0 0,2-1,-1 0,2 0,0-2,0 1,14 8,-19-16,0 0,0-1,0 1,0-2,1 0,0 0,0 0,0-1,0-1,0 0,1 0,-1-1,1 0,-1-1,1 0,-1-1,1 0,-1-1,0 0,1 0,-1-1,0 0,0-1,-1 0,9-6,-2-1,0-1,-1-1,-1-1,0 0,-1-1,-1 0,0-1,-1 0,0-1,-2 0,5-12,-4 7,-10 22,0 0,0 0,0 0,0 0,-1 0,1 0,0 0,0 0,0 0,0 0,-1 0,1 0,0 0,0 0,0 0,0-1,-1 1,1 0,0 0,0 0,0 0,0 0,0 0,-1 0,1 0,0-1,0 1,0 0,0 0,-13 19,6-11,1 2,0-1,1 1,0 0,0 0,1 0,0 1,1-1,1 1,-1 0,2 0,-1 0,1 5,2-14,-1 0,1 1,0-1,-1 0,1 0,0 0,1 1,-1-1,0 0,0 0,1-1,-1 1,1 0,0 0,-1-1,1 1,0-1,0 1,0-1,0 0,0 0,0 0,1 0,-1 0,0 0,0-1,1 1,-1-1,1 0,-1 1,0-1,1 0,-1 0,0-1,1 1,1-1,6 0,-1 0,0-1,0 0,-1-1,1 0,0 0,-1-1,0 0,2-1,-3 0,1-1,-1 0,0 0,-1-1,1 0,-1 0,-1 0,1-1,-1 0,0 0,-1 0,0-1,-1 0,1-2,-2 7,0-1,-1 1,0-1,0 0,0 0,-1 1,1-1,-1 0,0 0,-1 0,1 0,-1 1,0-1,0 0,-1 1,1-1,-1 1,0-1,0 1,0 0,-1-1,0 1,1 1,-1-1,-1 0,1 1,-1-1,0 1,-5-3,-1 1,0 0,-1 1,1 0,0 1,-1 0,0 0,0 1,0 1,0 0,0 0,0 1,0 1,0 0,0 0,0 1,0 0,0 1,1 0,-1 1,1 0,0 1,0 0,1 1,-1-1,1 2,-2 1,6-4,0-1,0 1,0 0,1 0,0 0,0 1,0 0,0 0,1 0,-1 0,1 0,0 1,1-1,0 1,0 0,0-1,0 1,1 0,0 0,0 0,1 1,0-1,0 0,0 0,0 0,1 0,0 0,1 0,-1 0,1 0,0-1,2 3,4 2,1-1,0 0,1 0,0-1,0-1,1 1,-1-2,2 1,-1-2,1 1,0-2,0 1,0-2,0 0,9 1,58 15</inkml:trace>
  <inkml:trace contextRef="#ctx0" brushRef="#br0" timeOffset="2230.545">2888 923,'-3'-12,"0"0,0 0,-1 0,0 1,-1 0,-1 0,1 0,-2 1,0-1,0 2,0-1,-1 1,-1 0,0 0,0 1,0 1,-1-1,0 2,-1-1,0 1,0 1,0 0,0 0,-8-1,14 5,0 1,0-1,0 1,-1 0,1 0,0 0,0 1,0 0,0 0,0 0,0 1,0-1,1 1,-1 1,0-1,1 0,-1 1,1 0,0 0,0 0,0 1,1-1,-1 1,1 0,0 0,0 0,0 1,0-1,1 1,0-1,0 1,0 0,0 0,1 0,0 0,0 0,0 5,-1-1,1 0,0 1,1 0,0-1,0 1,1-1,1 1,-1-1,1 1,1-1,0 0,0 0,1 0,0-1,0 1,1-1,0 0,1 0,0 0,0-1,0 0,1 0,0-1,1 0,-1 0,1 0,0-1,1-1,-1 1,1-1,6 2,-5-3,0 1,0-1,0-1,1 0,-1 0,1-1,0 0,-1-1,1 0,0-1,-1 0,1-1,-1 0,0-1,1 0,-1 0,0-1,-1 0,1-1,-1 0,7-5,-16 11,0-1,0 1,0-1,0 1,0-1,0 1,0 0,0-1,0 1,0-1,0 1,1-1,-1 1,0-1,0 1,1-1,-1 1,0-1,1 1,-1-1,1 0,-1 1,1-1,-1 0,0 1,1-1,-1 0,1 1,-1-1,1 0,0 0,-1 0,1 1,-1-1,1 0,-1 0,1 0,-1 0,1 0,0 0,-1 0,1 0,-1 0,1 0,-1-1,1 1,-1 0,1 0,-1 0,1-1,-1 1,1 0,-1-1,1 1,-1 0,1-1,-1 1,1-1,-1 1,0-1,-39 254,-36 260,71-488,3-17,0 1,0-1,-1 0,0 1,0-1,-1 0,0 0,0-1,-5 8,8-15,0 1,-1-1,1 0,0 1,-1-1,1 1,0-1,-1 1,1-1,-1 0,1 1,-1-1,1 0,-1 0,1 1,-1-1,1 0,-1 0,1 0,-1 0,1 1,-1-1,1 0,-1 0,1 0,-1 0,0 0,1 0,-1-1,1 1,-1 0,1 0,-1 0,1 0,-1-1,1 1,-1 0,1 0,-1-1,1 1,-1 0,1-1,0 1,-1-1,1 1,0 0,-1-1,1 1,0-1,-1 1,1-1,0 1,0-1,-14-30,8-1,0-1,2-1,2 1,1-1,1 1,2-1,1 1,2 0,6-20,3-14,4 1,2 0,4 1,2 1,3 2,2 1,3 1,18-20,-41 64,0 0,1 1,1 0,0 0,1 2,0 0,2 0,10-6,-25 18,1 0,-1 0,0 0,0 0,0 1,0-1,1 0,-1 1,0-1,1 1,-1 0,0-1,1 1,-1 0,0 0,1 0,-1 0,1 0,-1 0,0 0,1 0,-1 0,0 1,1-1,-1 1,0-1,1 1,-1-1,0 1,0 0,0 0,1-1,-1 1,0 0,0 0,0 0,0 0,-1 0,1 0,0 1,0-1,-1 0,1 0,-1 1,1-1,-1 0,1 1,-1-1,0 0,1 1,-1-1,0 0,0 1,0-1,0 1,5 214,-6-197,1-1,1 1,1-1,0 1,1-1,2 0,0 0,0 0,2-1,0 0,1 0,0-1,2 1,0-2,2 2,32 10,-27-26</inkml:trace>
  <inkml:trace contextRef="#ctx0" brushRef="#br0" timeOffset="2507.945">3289 535,'-2'20,"8"14,12 8,4-3</inkml:trace>
  <inkml:trace contextRef="#ctx0" brushRef="#br0" timeOffset="2774.927">3971 963,'0'-7,"-1"-1,0 0,0 1,-1-1,0 1,0 0,0-1,-1 1,0 0,-1 1,0-1,0 0,0 1,-1 0,0 0,0 0,0 1,-1 0,1 0,-2 0,1 1,0 0,-1 0,1 0,-1 1,0 0,-1 0,1 1,0 0,-1 0,-1 0,-4 3,1 1,0 0,0 1,0 0,1 1,-1 0,1 1,0 0,0 1,0 0,1 1,0 0,0 0,1 1,0 1,0-1,1 1,0 1,1 0,0 0,0 0,1 1,0 0,-3 9,6-14,0 1,0 0,1 0,0 0,0 0,0 0,1 0,0 0,0 0,1 1,0-1,1 0,-1 1,1-1,0 0,1 0,0 0,0 0,1 0,0 0,0-1,0 1,1-1,0 0,0 0,0 0,1-1,0 1,0-1,1 0,-1-1,5 4,11 2,0-1,0 0,1-2,0-1,1 0,-1-2,1 0,0-2,0 0,0-2,10-1,237-17,-143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8:28:18.65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0 573,'9'55,"3"-1,1 0,3-1,17 36,-26-67,1 0,1-1,1 0,1-1,1 0,0-1,2 0,0-1,1 0,15 12,-30-29,1 0,0 0,0 0,0 0,0-1,0 1,0 0,0-1,1 1,-1 0,0-1,0 0,0 1,1-1,-1 0,0 1,0-1,1 0,-1 0,0 0,0 0,1 0,-1 0,0-1,1 1,-1 0,0-1,0 1,0 0,1-1,-1 0,0 1,0-1,0 0,0 1,0-1,0 0,0 0,0 0,-1 0,1 0,0 0,0 0,-1 0,1 0,-1-1,1 1,0-1,6-15,-1-2,-1 1,0-1,-1 0,-1 0,0-16,4-17,-5 38,5-34,2 0,2 1,2 0,4-3,-16 46,0 0,0 0,0 0,1 1,-1-1,1 1,0-1,0 1,0-1,1 1,-1 0,1 0,-1 0,1 1,0-1,0 1,1-1,-1 1,0 0,1 0,-1 1,1-1,0 1,-1 0,1-1,0 2,0-1,0 0,0 1,0 0,0 0,0 0,22 7</inkml:trace>
  <inkml:trace contextRef="#ctx0" brushRef="#br0" timeOffset="967.925">843 854,'-1'-6,"0"1,0 0,-1-1,1 1,-1 0,-1 0,1 0,-1 0,0 1,0-1,0 1,0-1,-1 1,0 0,0 1,0-1,0 1,-1-1,1 1,-1 1,0-1,0 1,0-1,0 1,0 1,0-1,-1 1,1 0,0 0,-1 0,1 1,-1 0,1 0,-1 1,1-1,-1 1,1 0,0 0,-1 1,1 0,0 0,-2 1,-2 1,-1 1,0 0,1 0,0 1,1 0,-1 1,1 0,0 0,1 1,0 0,0 0,0 1,1 0,1 0,-1 0,2 1,-1 0,1 0,1 0,-1 0,2 0,0 1,0-1,1 1,0 1,1-9,0 0,0 0,1 1,-1-1,1 0,0 0,0 0,0 0,0 0,1 0,-1 0,1-1,0 1,-1 0,1-1,1 1,-1-1,0 0,0 0,1 0,-1 0,1 0,0 0,0-1,-1 1,1-1,0 0,0 0,0 0,1 0,-1 0,0-1,0 1,3-1,4 0,-1 0,1 0,-1-1,1 0,-1-1,0 0,1-1,-1 0,0 0,0-1,2-1,-1-1,1 0,-1 0,0-1,0-1,-1 0,0 0,0-1,-1 0,-1 0,1-1,-1 0,-1 0,0 0,0-1,-1 0,0 0,-1-1,-1 1,1-1,-1-6,-3 19,-1-1,1 1,-1-1,1 0,-1 1,1-1,-1 0,0 1,1-1,-1 0,1 0,-1 1,0-1,1 0,-1 0,0 0,1 0,-1 0,1 0,-1 0,0 0,1 0,-1 0,0-1,1 1,-1 0,1 0,-1 0,0-1,1 1,-1 0,1-1,-1 1,1-1,-1 1,1 0,-1-1,1 1,0-1,-1 1,1-1,0 0,-1 1,1-1,0 1,-1-1,1 1,0-1,0 0,0 1,0-1,0 0,0 1,0-1,0 0,0 1,0-1,0 1,0-1,0 0,0 1,1-1,-1 0,0 0,-6 11,-1 0,1 0,1 0,0 1,0 0,1 0,0 0,1 1,1-1,0 1,0-1,1 9,0-15,0 0,1 0,0-1,0 1,0 0,0 0,1-1,0 1,0 0,0-1,1 1,0-1,0 1,0-1,0 0,0 0,1 0,0 0,0 0,0-1,0 1,0-1,1 0,0 0,-1 0,1 0,0-1,1 1,-1-1,0 0,1-1,-1 1,1-1,0 1,12-2,0 0,-1 0,1-2,0 0,-1-1,0-1,0 0,0-1,0-1,-1-1,1 0,-2-1,1 0,-1-1,0-1,-1 0,0-1,-1 0,8-10,6-9,-2-2,-1 0,-1-1,-2-1,-2-1,-1-1,-1-1,-2 0,-2 0,-2-2,-1 1,-2-1,-1 0,-2-1,-2 0,-2 1,-2-8,2 26,0-1,-2 0,0 0,-2 1,0 0,-1-1,-1 2,-1-1,-1 1,-3-3,10 19,-1 1,1 0,-1-1,0 1,0 0,0 0,-1 1,1-1,-1 0,0 1,1-1,-1 1,0 0,-1 0,1 0,0 0,0 1,-1-1,1 1,-1 0,1 0,-1 0,0 0,1 1,-1-1,0 1,1 0,-1 0,0 1,1-1,-1 1,0 0,1-1,-1 2,-2 0,-4 5,0 0,1 0,0 1,0 1,0-1,1 2,1-1,-1 1,2 0,-1 0,2 1,-1 0,1 0,1 0,-4 12,-4 14,1 0,2 1,1 1,2-1,2 1,1 0,2 0,2 0,2 0,1 0,2-1,2 1,1-1,4 6,-7-25,0 0,1-1,1 0,1 0,0-1,1 0,1-1,1 0,0-1,1 0,1-1,0 0,1-1,0-1,1 0,1-2,-1 1,7 1,-19-10,0-1,0 1,0-1,0 0,0 0,0-1,0 1,0-1,1 0,-1 0,0 0,0 0,0-1,1 0,-1 0,0 0,0 0,0-1,-1 1,1-1,0 0,0 0,-1-1,1 1,-1-1,0 1,0-1,0 0,0 0,0-1,-1 1,0 0,1-1,-1-1,26-84,-9 164,-15-63,1 0,1-1,0 0,0 0,1 0,1-1,-1 0,2 0,-1-1,1 0,1 0,2 1,-7-6,0-1,1 1,-1-1,0 0,1-1,0 1,0-1,0 0,0-1,0 1,0-1,0 0,0-1,1 0,-1 0,0 0,0 0,1-1,-1 0,0-1,0 1,0-1,0 0,-1-1,6-2,-4 1,0-1,-1 0,1 0,-1 0,0-1,0 0,-1-1,0 1,0-1,0 0,-1 0,0 0,0-1,-1 0,0 1,0-1,-1 0,0-1,0 1,-1 0,0 0,-1-1,0 1,0 0,0-1,-1 1,-1 0,1 0,-1-1,-1 1,0 0,0 1,0-1,-1 1,0-1,0 1,-1 0,0 1,0-1,-1 1,0 0,0 0,0 1,0-1,-1 1,-4-1,0 1,1 1,-1 1,0-1,0 2,-1 0,1 0,-1 1,1 0,-1 1,1 1,-1 0,1 0,0 1,0 0,-1 1,1 1,1-1,-1 2,0-1,1 2,0-1,0 1,1 1,0 0,0 0,0 1,1 0,-2 3,8-8,-1 0,1 1,-1 0,1-1,0 1,1 0,-1 0,1 0,0 0,0 0,0 1,0-1,1 0,-1 0,1 1,0-1,1 0,-1 0,1 1,0-1,0 0,0 0,0 0,1 0,-1 0,1 0,0 0,0-1,1 1,-1-1,2 2,28 29</inkml:trace>
  <inkml:trace contextRef="#ctx0" brushRef="#br0" timeOffset="2224.725">2247 974,'-40'-55,"-3"2,-39-37,78 85,2 3,1-1,-1 1,1-1,-1 1,0-1,0 1,0 0,0 0,-1 0,1 0,0 0,-1 1,1-1,-1 1,0-1,1 1,-1 0,0 0,0 0,0 1,0-1,1 1,-1-1,0 1,0 0,0 0,0 1,0-1,0 0,0 1,0 0,0-1,0 1,1 1,-1-1,-2 1,-2 8,0 0,1 0,0 0,1 0,0 1,1 0,0 0,0 1,1-1,-1 9,3-14,-5 16,0 1,2 0,1 1,0-1,2 1,1-1,1 1,2 15,-2-36,-1 1,1-1,-1 1,1-1,1 0,-1 1,0-1,1 0,-1 0,1 0,0 0,0 0,0 0,0 0,1-1,-1 1,1-1,0 0,0 0,-1 0,1 0,1 0,-1 0,0-1,0 1,0-1,1 0,-1 0,1-1,-1 1,1-1,-1 1,1-1,-1 0,1 0,-1-1,1 1,-1-1,4 0,9-6,-1 0,0-1,0 0,-1-1,0-1,-1 0,0-1,0 0,-1-1,-1 0,0-1,0 0,-2-1,1 0,-2-1,0 0,-1 0,2-6,15-48,-24 69,0 0,0 0,-1 0,1 0,0 0,0 0,0 0,-1 0,1 0,0 0,0-1,0 1,-1 0,1 0,0 0,0 0,0-1,-1 1,1 0,0 0,0 0,0-1,0 1,0 0,0 0,0 0,-1-1,1 1,0 0,0 0,0-1,0 1,0 0,0 0,0-1,0 1,0 0,0 0,0-1,0 1,1 0,-1 0,-13 21,8-7,0 0,0 1,2 0,0 0,0 0,2 0,0 0,0 0,2 5,-1-14,0-1,1 1,0 0,0 0,0 0,1 0,-1-1,1 1,1-1,-1 1,1-1,0 0,0 0,1 0,-1 0,1-1,0 0,0 1,1-1,-1-1,1 1,0-1,0 1,0-2,1 1,-3-1,0-1,0 0,0 0,0-1,0 1,0-1,0 1,0-1,0 0,0 0,0 0,0-1,0 1,1-1,-1 0,0 1,-1-1,1-1,0 1,0 0,0-1,-1 1,1-1,-1 0,1 0,-1 0,0 0,1 0,-1-1,0 1,-1-1,2-1,3-6,0 0,-1 0,0 0,0 0,-2-1,1 0,-1 0,0-6,4-31,-3 0,-1-1,-4-14,2 20,-1 39,-1 2,0 1,1 0,-1-1,1 1,0-1,-1 0,1 1,0-1,0 1,0-1,0 1,0-1,0 1,1-1,-1 1,0-1,1 1,-1-1,1 1,0-1,-1 1,1 0,0-1,0 1,0 0,0 0,0-1,0 1,0 0,0 0,1 0,-1 0,0 1,1-1,-1 0,0 1,1-1,-1 0,1 1,-1 0,1-1,-1 1,1 0,-1 0,1 0,0 0,20 6,0 1,-1 2,0 0,0 1,-1 1,0 1,3 3,-14-9,-1 0,1 0,-1 0,0 1,-1 1,0-1,0 1,0 0,-1 1,0-1,-1 1,0 0,-1 1,1-1,-2 1,1 0,-1 0,-1 0,0 0,0 1,-1-1,-1 7,-5 68,3-72,0 0,0 0,2 1,-1-1,2 0,0 1,0-1,2 0,-1 0,1 0,1 0,3 5,-5-13,1-1,0 1,0-1,0 0,1 0,-1 0,1 0,0-1,0 0,0 1,1-1,-1-1,1 1,-1-1,1 0,0 0,0 0,0 0,0-1,0 0,0 0,0 0,1-1,-1 0,0 0,4-1,0 0,0 0,0-1,0 0,0-1,0 0,-1 0,1-1,-1 0,0-1,0 1,0-2,-1 1,1-1,3-5,5-5,-2-1,0 0,-1-1,-1-1,-1 0,0 0,-1-1,-2-1,0 0,-1 0,-1 0,-1-1,1-10,-5 28,0 0,0 0,0 0,0 0,-1 0,0-1,1 1,-2 0,1 0,0 0,-1 0,0-1,0 1,0 0,-1 0,1 1,-1-1,0 0,0 0,0 1,0-1,-1 1,0 0,1 0,-1 0,0 0,-1 0,1 0,0 1,-1 0,1 0,-1 0,0 0,0 0,0 1,0-1,0 1,-2 0,-6 2,1 1,0 1,0-1,1 2,-1 0,1 0,-1 1,1 0,0 1,1 0,0 0,0 1,0 0,1 1,0 0,0 0,1 1,-3 3,6-8,0 0,0 0,0 1,1-1,-1 1,1 0,0-1,1 1,-1 1,1-1,0 0,0 1,0-1,1 1,0-1,0 1,0 0,1-1,0 1,0 0,1-1,-1 1,1 0,0-1,1 1,-1-1,1 1,0-1,0 0,1 0,0 0,0 0,0 0,2 2,8 2,0 0,1-1,0-1,1 0,-1 0,1-2,0 0,1-1,-1 0,1-1,0-1,-1 0,12-1,37 4,0-2,0-4,1-2,-2-3,1-2,-1-4,30-10,-81 20,-1 0,-1-1,1-1,0 1,-1-2,1 1,-1-2,0 1,-1-1,0-1,0 0,0 0,-1-1,0 1,3-6,-9 10,0 0,-1 0,0 0,0-1,0 1,0 0,0-1,-1 1,1-1,-1 1,0-1,0 1,-1-1,1 1,-1-1,1 1,-1-1,0 1,0 0,-1-1,1 1,-1 0,1 0,-1 0,0 0,0 0,-1 1,1-1,0 1,-1-1,-6-6,0 0,0 1,-1 1,0-1,-1 1,0 1,-10-5,12 7,1 0,-1 0,-1 1,1 0,0 0,-1 1,1 0,-1 1,1 0,-1 1,0 0,0 0,1 1,-1 0,1 1,-1 0,1 1,0 0,-1 0,1 1,1 0,-1 0,1 1,0 0,0 1,0 0,0 0,1 0,0 1,-2 4,3-3,0 0,1 1,0 0,1 0,0 0,0 1,1-1,0 1,0 0,1 0,1 0,0 0,0 0,1 0,0 1,0-6,1 0,-1 1,1-1,1 0,-1 1,1-1,-1 0,2 0,-1 0,0-1,1 1,0 0,0-1,0 0,1 1,0-1,-1-1,1 1,1-1,-1 1,0-1,1 0,0-1,-1 1,1-1,0 0,0 0,4 1,2-1,1 0,-1 0,1-1,0 0,0-1,-1-1,1 0,0 0,-1-1,1-1,-1 1,0-2,0 0,0 0,0-1,-1 0,0-1,0-1,5-3,-2 1,0-1,-1-1,0 0,-1 0,0-1,-1-1,0 1,-1-2,0 1,-1-2,-1 1,0-1,4-15,-11 29,2-2,-1 0,0-1,1 1,-2 0,1-1,0 1,-1-1,1 1,-1-1,0 1,0-1,-1 1,1 0,-1-1,1 1,-1-1,0 1,0 0,-1-1,1 4,0 0,0-1,0 1,0 0,0 0,0 0,0 0,0 0,-1 0,1 0,0 0,0 0,0 1,0-1,0 0,0 1,0-1,0 1,0-1,0 1,0 0,1-1,-1 1,0 0,0-1,0 1,1 0,-1 0,0 0,1 0,-7 6,0 0,0 1,1 0,0 0,0 1,1-1,0 1,1 0,0 1,0-1,-1 8,4-12,0 0,0 0,0 0,0-1,1 1,0 0,0 0,0 0,1 0,-1 0,1 0,0 0,1-1,-1 1,1 0,0-1,0 1,0-1,1 0,0 0,0 0,0 0,0 0,0 0,2 0,5 3,1 0,1 0,-1-1,1 0,0-1,1-1,-1 0,1 0,0-1,-1-1,2 0,68 9,1-3,1-4,59-6,-16-3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8:28:17.38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295 133,'-4'59,"-3"-1,-2 0,-3-1,-2 0,-2-1,-3-1,-2 0,-3-2,-2-1,-11 15,-2-7,39-60,1 0,-1-1,0 1,0 0,1 0,-1-1,0 1,0 0,0 0,0-1,1 1,-1 0,0-1,0 1,0 0,0-1,0 1,0 0,0-1,0 1,0 0,0-1,0 1,0 0,0-1,0 1,0 0,0-1,-1 1,1 0,0-1,0 1,0 0,0 0,-1-1,1 1,0 0,0 0,-1-1,1 1,0 0,0 0,-1 0,1-1,0 1,-1 0,1 0,0 0,0 0,-1 0,1 0,0 0,-1 0,1 0,0 0,-1 0,1 0,74-190,-33 96,124-337,-159 416,-3 7,0 0,0 0,0 1,1 0,0 0,1 0,-1 0,1 0,4-3,-8 10,1 0,-1 0,0 0,0 0,0 0,0 0,1 0,-1 0,0 0,0 1,0-1,0 1,0-1,0 0,0 1,0 0,0-1,0 1,0 0,0-1,0 1,0 0,-1 0,1 0,0 0,-1 0,1 0,0 0,-1 0,1 0,-1 0,0 0,1 0,-1 0,0 0,1 0,-1 1,0-1,0 0,0 0,0 0,0 0,-1 1,1-1,0 0,8 39,-3-1,-1 1,-1 32,0-18,9 490,-8-460,-1-57</inkml:trace>
  <inkml:trace contextRef="#ctx0" brushRef="#br0" timeOffset="697.646">1 561,'106'-16,"13"-2,113-2,-211 19,-1 1,1 1,0 1,-1 1,1 1,13 4,-28-6,0 0,1 0,-1 1,0 0,0 0,-1 1,1 0,-1 0,0 0,0 0,0 1,0 0,-1 0,0 0,0 1,0-1,-1 1,1 0,-1 0,-1 0,1 0,0 4,0 10,0 0,-2 0,0 1,-1-1,-1 0,-1 0,0 0,-2 0,-1 2,-4 30,8-50,0 0,0 0,1 0,-1 0,0 0,1 0,-1 1,1-1,-1 0,1 0,0 1,0-1,0 0,1 0,-1 1,0-1,1 0,-1 0,1 0,0 0,0 0,0 0,0 0,0 0,0 0,0 0,1 0,-1 0,1-1,-1 1,1-1,0 1,0-1,-1 0,1 0,0 1,0-1,0 0,0-1,1 1,0 0,7-4,1-1,-1 0,0 0,0-1,-1-1,1 0,-1 0,0 0,-1-1,0-1,0 1,-1-1,1-1,3-6,4-3,-1-1,0 0,-2-1,0-1,-1 1,-1-2,-1 0,-1 0,0-3,-10 17,-7 28,4-6,1 0,1 0,0 1,0-1,2 1,0-1,0 1,2 12,-1-21,1-1,-1 0,1 0,0 0,1 0,-1 0,1 0,0 0,0-1,1 1,-1 0,1-1,0 0,0 0,1 0,-1 0,1 0,0-1,-1 1,2-1,-1 0,0 0,1-1,-1 1,1-1,3 1,-4-2,0 0,0 0,0 0,0-1,0 1,1-1,-1 0,0-1,0 1,0-1,0 1,0-1,0 0,0-1,0 1,-1-1,1 0,0 0,-1 0,1 0,-1 0,0-1,0 0,0 1,0-1,0 0,-1-1,1 1,1-3,5-9,1 0,-2 0,0-1,-1 0,-1 0,2-8,20-119,-43 189,11-27,-13 114,17-127,0 0,0 0,1-1,0 1,0 0,0-1,1 1,0-1,0 0,0 1,1-1,0 0,0 0,0-1,0 1,1-1,0 1,0-1,0 0,0-1,5 4,3-1,0-1,1-1,0 0,-1-1,1 0,1-1,-1 0,0-1,0-1,1 0,-1 0,0-2,0 0,0 0,8-3,40-9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8:28:31.04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2972 314,'-91'-50,"-3"3,-2 4,-1 5,-2 4,-2 4,0 5,-23 1,38 13,-2 3,1 5,-1 3,1 4,0 4,0 4,1 4,0 3,2 4,0 3,2 5,1 2,2 5,-45 29,56-26,1 3,3 3,1 3,3 2,2 3,3 3,2 2,3 2,2 2,4 2,2 2,3 2,-23 61,46-89,1 1,2 0,3 1,1 0,2 0,2 1,2 0,2 0,1 0,3 0,2 0,6 23,9-1,3-1,3-1,2-1,4-2,2 0,2-3,3-1,3-2,2-2,3-1,18 13,33 33,4-4,5-5,3-4,3-6,5-4,2-6,119 50,-134-76,1-5,1-4,2-5,1-5,2-5,0-4,0-6,1-4,0-5,69-11,-49-4,-1-7,-1-5,-1-5,-1-7,-3-5,-1-5,-3-6,-2-6,-3-4,17-18,-55 28,-1-4,-4-3,-2-4,-3-2,-3-4,-3-2,17-31,-40 48,-3-2,-2-2,-3-1,-3-2,-2-1,-3-1,-3-1,-3 0,-3-2,3-43,-13 66,-2 0,-2 0,-2 0,-2 0,-2 0,-2 1,-2-1,-2 1,-1 1,-3 0,-1 1,-2 1,-2 1,-14-21,3 16,-1 2,-3 0,-1 3,-2 1,-2 1,-1 3,-2 1,-1 2,-43-23,7 10,-3 5,0 3,-3 3,-1 4,-50-8,12 9,-1 6,-17 3,-22 5,-122 7,-205 32,29 24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8:29:21.42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1309 773,'-19'711,"20"-486,-2-222,1 0,0 0,0 0,0 0,0 0,0-1,0 1,1 0,0 0,-1 0,1-1,0 1,0 0,1-1,-1 1,0-1,1 1,0-1,-1 0,1 1,0-1,0 0,1 0,-1-1,0 1,0 0,1-1,-1 1,1-1,0 0,-1 0,1 0,0 0,0 0,-1-1,1 1,0-1,0 0,0 1,141-24,-110 20,0 2,0 2,0 0,0 3,-1 1,6 2,-20-1,-6 0</inkml:trace>
  <inkml:trace contextRef="#ctx0" brushRef="#br0" timeOffset="1383.351">2339 1428,'-19'-14,"13"8,-1 0,0 0,0 1,-1 0,0 1,1 0,-1 0,-1 0,1 1,0 1,-1-1,0 1,1 1,-1-1,-3 1,8 2,0 1,0-1,0 1,0-1,0 1,0 0,0 1,0-1,1 1,0 0,-1-1,1 1,0 1,0-1,0 0,1 1,-1-1,1 1,0 0,0 1,-32 82,16 32,18-114,0 0,0-1,1 1,-1 0,1 0,0 0,0-1,1 1,-1-1,1 1,0-1,0 1,1-1,-1 0,1 0,0 0,0 0,0-1,1 1,-1-1,1 0,0 0,1 0,3 1,1 0,-1-1,1-1,0 1,0-1,0-1,0 0,1 0,-1-1,0 0,0 0,0-1,1 0,-1-1,0 0,0-1,-1 0,1 0,-1 0,1-1,-1-1,5-3,-7 5,0-1,0 1,0-1,-1 0,0-1,0 0,0 1,0-1,-1-1,0 1,0-1,0 0,-1 0,0 0,0 0,0 0,-1-1,0 1,0-1,-1 1,0-1,0 0,0 0,-1 0,0 0,0 1,-1-1,0 0,0 0,-2-3,0 2,0 0,-1 0,0 1,-1-1,0 1,0 0,0 0,-1 0,0 1,0 0,-1 0,0 1,0 0,0 0,-1 0,1 1,-1 0,0 1,0-1,0 2,-1-1,1 1,-2 0,3 1,0-1,1 2,-1-1,0 1,1 0,-1 0,0 1,1-1,-1 2,1-1,-1 1,1 0,-1 0,1 0,0 1,0 0,0 1,1-1,-1 1,1 0,0 0,0 1,0 0,0 0,1 0,0 0,0 1,1-1,-1 1,0 2,2-5,1 1,-1-1,1 1,0 0,0 0,0-1,0 1,0 0,1 0,0 0,0 0,0 0,0 0,1 0,-1 0,1 0,0-1,0 1,1 0,-1 0,1-1,0 1,0-1,0 1,0-1,0 0,1 0,-1 0,2 0,35 26,5-7</inkml:trace>
  <inkml:trace contextRef="#ctx0" brushRef="#br0" timeOffset="2068.404">2900 1522,'-6'-8,"0"0,-1 1,1 0,-2 0,1 1,-1 0,0 0,0 1,0 0,-1 0,1 1,-1 0,-1 1,1 0,0 0,-1 1,1 0,-1 1,0 0,1 0,-1 1,0 0,0 1,1 0,-1 1,1 0,-6 2,6 0,1 1,0 0,0 0,0 1,1 0,-1 0,2 1,-1 0,1 0,0 0,0 1,1 0,0 0,0 1,1-1,0 1,1 0,0 0,0 0,1 0,-1 5,3-11,0-1,0 1,0-1,0 1,1 0,-1-1,1 1,0-1,-1 1,1-1,0 0,0 1,0-1,1 0,-1 0,1 1,-1-1,1 0,0 0,-1-1,1 1,0 0,0-1,0 1,1-1,-1 0,0 1,1-1,-1 0,0 0,1-1,-1 1,1 0,-1-1,1 0,6 2,0-1,0-1,0 0,0 0,0-1,0 0,0 0,-1-1,7-2,8-5,0-1,-1-1,0-1,-1-1,-1-1,0 0,0-2,-2 0,0-1,-1-1,-1-1,0 0,-2-1,0-1,-1 0,-1-1,0-3,-3 7,-4 19,-4 64,3 74,6 0,10 24,1 28,-17-157,-2 1,-1-1,-2 0,-1 1,-2 4,3-31,-1 1,1-1,-1 0,-1 0,0 0,0 0,0-1,-1 1,0-1,0 0,-1 0,0 0,-1-1,1 1,-1-1,0-1,0 1,-1-1,0 0,0-1,0 1,0-1,-5 1,6-3,-1 0,1 0,0-1,-1 0,1 0,0 0,-1-1,1 0,-1 0,1-1,-1 0,1 0,0 0,-1-1,1 0,0 0,0-1,0 1,1-1,-1-1,0 1,1-1,0 0,0 0,-2-3,-3-2,1-1,0-1,1 1,0-1,1 0,0-1,1 0,0 0,1 0,0-1,1 0,1 0,0-3,0 0,1 0,1 0,1-1,0 1,1 0,1 0,1 0,0 0,1 0,0 0,2 1,0 0,7-14,7-8,1 0,3 1,0 1,3 2,4-4,40-42,4 4,77-62,-89 94,-61 43,0 0,0-1,0 1,0 1,0-1,0 0,0 0,0 1,0-1,0 1,0 0,-1-1,1 1,0 0,0 0,-1 0,1 0,0 0,-1 1,1-1,-1 0,0 1,1-1,-1 1,0 0,0-1,0 1,0 0,0 0,0-1,-1 1,1 0,0 0,-1 0,0 0,1 0,-1 0,0 0,0 0,0 0,0 0,-1 1,3 3,5 22,43 128,-45-146,0-1,0-1,1 1,0-1,0 0,1 0,0 0,1-1,-1 0,1-1,1 0,-1 0,1-1,8 5,14 2,-6-5</inkml:trace>
  <inkml:trace contextRef="#ctx0" brushRef="#br0" timeOffset="2348.654">3434 1121,'3'15,"11"13,16 6,13 2,0-6</inkml:trace>
  <inkml:trace contextRef="#ctx0" brushRef="#br0" timeOffset="2813.412">4224 1508,'-16'-10,"-1"0,1 2,-1 0,-1 1,0 1,1 1,-2 0,1 1,-7 0,18 3,0 1,0 0,-1 0,1 0,0 1,0 0,0 0,0 0,0 1,0 1,0-1,1 1,-1 0,1 0,0 1,0 0,0 0,0 0,1 1,-1 0,1 0,0 0,1 1,-1 0,0 2,0-2,1 1,-1 0,1 0,1 0,-1 0,1 1,1 0,-1-1,1 1,1 0,0 0,0 0,0 0,1 0,0 0,0 0,1 0,0 0,1 0,0 0,0 0,0 0,1-1,0 1,1-1,0 0,0 0,0 0,1-1,0 0,0 1,1-2,0 1,0-1,0 1,0-2,6 4,9-2,0-1,0 0,0-2,0 0,1-2,-1 0,1-2,0 0,-1-1,0-1,0-2,0 0,0 0,0-3,25-4,-1-2,-1-2,-1-3,0-1,15-11,-35 15,-15 11,-17 20,-21 68,29-80,1 0,0 1,0-1,0 0,0 0,1 0,-1 0,1 0,0 0,-1 0,1 0,1 0,-1 0,0-1,1 1,0 0,-1-1,1 1,0-1,0 1,0-1,1 0,-1 0,1 0,-1 0,1-1,1 2,5 1,0-1,1 1,-1-1,1-1,-1 0,1 0,0-1,0-1,0 1,0-2,0 1,0-1,-1-1,1 1,0-2,-1 1,1-2,-1 1,0-1,0 0,0-1,-1 0,0-1,0 1,0-2,0 1,-1-1,0 0,1-2,-5 4,0 0,0 0,0 0,-1-1,0 1,0-1,0 0,-1 0,0 1,0-1,0 0,-1 0,1 0,-1 0,-1 0,1 0,-1 0,-1 0,1 0,-1 1,1-1,-2 0,1 1,-1-1,0 1,0 0,0 0,0 0,-1 1,0-1,-4-4,0 0,0 1,0 0,-1 0,0 1,-1 0,0 1,0 0,0 0,-1 1,0 1,0-1,0 2,0 0,-1 0,4 1,0 0,-1 1,1 1,0-1,0 1,-1 0,1 1,0 0,0 0,0 1,0 0,0 0,0 1,0 0,1 1,-1-1,1 2,0-1,0 1,1 0,-1 0,1 0,0 1,0 0,1 0,0 1,0 0,1 0,-1 0,1 0,1 1,0-1,0 1,0 0,2-4,1 0,0 0,0 0,0 0,0 0,1 0,-1 0,1 0,0 0,0 0,1 0,-1-1,1 1,0 0,0-1,0 0,0 1,0-1,1 0,0 0,0 0,-1 0,2-1,-1 1,0-1,0 0,1 0,-1 0,9 4,-1-1,1 0,0 0,0-1,0-1,0 0,1-1,1 0,44 3</inkml:trace>
  <inkml:trace contextRef="#ctx0" brushRef="#br0" timeOffset="3078.256">4879 1013,'-19'0,"-12"5,-8 8,-1 8,0 11,8 8,10 4,12 2,15-2,7-10</inkml:trace>
  <inkml:trace contextRef="#ctx0" brushRef="#br0" timeOffset="3342.436">4919 1735,'2'18,"3"15,6 10,7 3,12-2,15-5,17-10,22-9,19-13,-9-8</inkml:trace>
  <inkml:trace contextRef="#ctx0" brushRef="#br0" timeOffset="3559.029">6670 1441,'-11'23,"-9"21,-3 21,3 16,2 14,4 11,3 9,0 7,-2 6,-2-1,0-6,1-15,-1-20,1-26,0-24,1-28,1-15</inkml:trace>
  <inkml:trace contextRef="#ctx0" brushRef="#br0" timeOffset="3915.426">6402 1802,'12'-179,"-11"175,-1 0,1 1,0-1,0 0,1 0,-1 1,1-1,0 0,0 1,0 0,0-1,1 1,-1 0,1 0,0 1,0-1,0 0,0 1,0 0,1 0,-1 0,1 0,-1 0,1 1,0-1,0 1,-1 0,1 0,0 1,0-1,0 1,0 0,18-1,0 1,0 1,0 1,-1 1,1 0,-1 2,0 1,0 0,-1 2,1 0,-2 2,3 1,42 44,-63-53,1 0,-1 0,0 1,0-1,0 1,0-1,0 1,0 0,-1-1,1 1,-1 0,0-1,1 1,-1 0,0-1,-1 1,1 0,-1-1,1 1,-1 0,0-1,0 1,0-1,0 1,0-1,0 0,-1 1,1-1,-1 1,-9 7,0-1,0 1,-1-2,0 0,0 0,-1-1,0 0,0-1,-1-1,1 0,-1-1,0-1,-1 0,1 0,-3-1,16-2,-9 3,0-1,-1 0,1-1,-1 0,1 0,-1-1,1 0,-1-1,1-1,-1 1,1-1,0-1,-6-2,14 4,1 0,0-1,-1 1,1 0,0-1,0 1,0-1,0 1,0-1,0 0,0 1,1-1,-1 0,0 1,1-1,-1 0,1 0,0 0,0 0,0 1,0-1,0 0,0 0,0 0,1 0,-1 1,0-1,1 0,0 0,-1 1,1-1,0 0,0 1,0-1,0 1,0-1,0 1,0-1,1 1,-1 0,1 0,-1 0,1 0,-1 0,1 0,-1 0,1 0,0 0,0 1,11-9,1 0,0 1,1 1,-1 1,1 0,1 1,-1 0,1 1,0 1,0 1,0 0,0 1,0 1,1 0,-1 1,0 1,1 0,-10-1,0 1,0-1,1 1,-1 0,-1 1,1 0,0 0,-1 0,1 1,-1 0,0 0,0 1,-1-1,1 1,-1 1,0-1,0 1,-1-1,0 1,0 1,0-1,-1 1,0-1,0 1,0 0,-1 0,1 6,2 29,-5-36,-1 0,1 0,0-1,1 1,0 0,0 0,0 0,0-1,1 1,0 0,0-1,1 0,-1 1,1-1,0 0,1-1,-1 1,1 0,0-1,0 0,0 0,1 0,0 0,4 2,2-3,1-1,0-1,-1 1,1-2,0 0,0 0,0-1,-1 0,1-1,0-1,-1 0,0 0,0-1,0-1,0 0,0 0,-1-1,0 0,0-1,-1 0,-2 4,-1-1,0 0,0 0,0 0,-1-1,0 1,0-1,0-1,0 1,-1-1,0 0,0 0,0 0,-1 0,0-1,0 1,-1-1,0 0,0 0,0 0,-1 0,0 0,0 0,-1 0,0 0,0 0,-1 0,0 0,0-1,0 1,-1 1,0-1,-1 0,0 0,0 0,-3-1,0 0,-1 1,1 0,-1 0,-1 0,0 1,0 0,0 1,0-1,-1 2,0-1,0 1,0 0,0 1,-1 0,0 1,1 0,-1 1,0-1,0 2,0-1,0 2,1-1,-1 1,0 1,0 0,1 0,-1 1,1 0,-1 0,1 1,-3 3,8-5,1 0,0 0,0 0,0 0,1 1,-1-1,0 1,1 0,0 0,0 0,0 0,0 0,0 0,0 1,1-1,0 1,0-1,0 1,0-1,0 1,1 0,-1 0,1-1,0 1,0 0,1-1,-1 1,1 0,-1-1,1 1,2 3,14 26</inkml:trace>
  <inkml:trace contextRef="#ctx0" brushRef="#br0" timeOffset="4522.667">7499 1548,'5'-9,"1"1,1-1,-1 1,2 1,-1-1,1 1,0 1,0-1,0 1,1 1,0-1,0 2,1-1,0 1,-1 1,1-1,0 2,1-1,-1 2,0-1,2 1,1-3,0 1,0 0,0 1,1 0,-1 1,1 1,-1 0,1 1,0 0,-1 1,0 0,1 1,-1 1,-1 0,1 1,0 0,-1 1,0 0,0 1,-1 1,0-1,0 2,-1 0,0 0,-1 1,2 1,-3 3,1 1,-2-1,0 2,-1-1,0 1,-1 0,-1 0,-1 0,0 1,-1 0,-1-1,0 1,-1 2,-3 37,-2-1,-2 1,-6 14,-5 23,6-50,3 1,2 0,1 1,3-1,1 1,3 0,1 0,3 8,-3-43,0-1,0 1,1-1,0 1,1-1,0 0,1 0,-1-1,2 1,-1-1,1 0,0 0,1-1,0 0,0 0,0 0,1-1,0 0,0-1,1 0,0 0,-1-1,5 1,-10-4,0 0,1 0,-1 0,1-1,-1 1,1-1,-1 0,1 0,-1-1,1 1,-1-1,0 1,1-1,-1 0,0 0,1-1,-1 1,0-1,0 1,0-1,0 0,0 0,-1-1,1 1,-1 0,2-3,1-1,0-1,-1 0,0 0,0 0,-1 0,0 0,0-1,-1 0,0 1,0-1,0-4,0-18,-2 0,-1 0,-1 0,-1 1,-2-1,-1 1,-1 0,-1 0,-2 1,-1 0,-1 1,-8-12,3 5,-2 0,-2 2,-1 0,-1 1,-1 1,-2 2,-1 0,-1 2,-2 1,0 1,-1 2,-2 0,0 3,-25-11,19 12,31 9,25 7,-13 2,449-20,-440 19,-8 0,0 0,-1 0,1 0,0 1,-1-1,1 1,0 0,0 1,0-1,-1 1,1 0,0 0,-1 0,1 1,-1-1,1 1,-1 0,0 1,0-1,0 1,0 0,0 0,-1 0,1 0,-1 1,0-1,0 1,0 0,0 0,-2 7,0 0,0 1,-1-1,-1 0,0 1,0-1,-1 0,0 0,-4 8,-6 46,11-62,0 0,0 0,1 1,-1-1,1 0,0 1,0-1,0 0,0 1,0-1,1 0,-1 1,1-1,0 0,0 1,1-1,-1 0,1 0,-1 0,1 0,0-1,0 1,0 0,0-1,1 1,-1-1,1 0,-1 0,1 0,0 0,0 0,0 0,0-1,0 0,0 1,0-1,17-1</inkml:trace>
  <inkml:trace contextRef="#ctx0" brushRef="#br0" timeOffset="4812.647">8288 1321,'-16'-3,"-5"3,1 2,8 2,13-1,6 0</inkml:trace>
  <inkml:trace contextRef="#ctx0" brushRef="#br0" timeOffset="5086.313">8636 746,'-5'13,"2"1,0 1,0-1,2 0,-1 0,2 1,0 6,0-9,19 449,-7 24,-12-457,-1-11,0 0,1 0,1 0,1-1,0 1,1 0,1-1,0 0,1 0,1 0,1 0,0-1,4 5,-8-16,0-1,1 1,-1-1,1 0,0-1,0 1,0 0,0-1,0 0,0 0,1 0,-1-1,1 1,-1-1,1 0,0-1,-1 1,1-1,0 0,-1 0,1 0,0-1,-1 1,1-1,0 0,-1-1,1 1,-1-1,0 0,1 0,-1 0,0 0,0-1,2-1,17-15,1 0,-2-1,-1-2,-1 0,0-1,-2-1,-1-1,0 0,-2-1,-1-1,-2 0,0-2,-11 27,-22 55,20-50,-6 16,1 0,1 0,1 0,1 1,-1 14,3-30,1 0,0 0,0 0,0 0,1 0,-1-1,1 1,0 0,0 0,0-1,1 1,-1-1,1 1,0-1,0 1,0-1,0 0,1 0,-1 0,1 0,0-1,0 1,0-1,0 1,0-1,0 0,1 0,-1-1,1 1,-1-1,1 0,3 1,30 3,0-6</inkml:trace>
  <inkml:trace contextRef="#ctx0" brushRef="#br0" timeOffset="5380.527">9117 1588,'-16'-4,"-10"-5,-2-4,3-3,6-3,6-5,5 1</inkml:trace>
  <inkml:trace contextRef="#ctx0" brushRef="#br0" timeOffset="5662.199">8462 1121,'25'-10,"33"-6,34-7,29-2,18-1,-13 5</inkml:trace>
  <inkml:trace contextRef="#ctx0" brushRef="#br0" timeOffset="5926.178">9357 1802,'1'11,"0"0,0 0,1 0,1 0,0 0,0 0,1-1,1 0,-1 1,2-1,-1-1,1 1,1-1,0 0,0-1,1 0,0 0,0 0,1-1,5 4,-13-10,0 0,-1 0,1 0,0 0,0-1,0 1,-1 0,1 0,0-1,0 1,0 0,0-1,0 1,0-1,1 1,-1-1,0 0,0 1,0-1,0 0,0 0,1 0,-1 0,0 0,0 0,0 0,0 0,1 0,-1-1,0 1,0 0,0-1,0 1,0-1,0 1,0-1,0 0,0 1,0-1,0 0,0 0,0 1,-1-1,1 0,0 0,0-1,1-8,0 0,-1 0,0 0,0 0,-1 0,-1 0,0 0,0 0,-2-6,1-3,-10-66,4 35,2-1,2 1,3-1,2-5,-1 51,0 1,0-1,0 0,1 1,0-1,0 1,0-1,1 1,0-1,0 1,0 0,0 0,0 0,1 0,0 0,-1 1,1-1,1 1,-1 0,1-1,-1 2,1-1,0 0,0 1,25-9</inkml:trace>
  <inkml:trace contextRef="#ctx0" brushRef="#br0" timeOffset="6173.115">9825 1923,'0'91,"1"-88,0 0,0 0,0 1,0-1,1 0,-1 0,1 0,0-1,0 1,0 0,0-1,0 1,0-1,1 1,0-1,-1 0,1 0,0 0,0-1,0 1,0-1,0 1,0-1,0 0,3 0,3-1,0 0,0 0,0-1,0-1,0 1,0-2,0 1,0-1,-1 0,1-1,-1 0,0 0,0-1,0 0,-1 0,0-1,0 0,0 0,0-1,-1 0,-1 0,1 0,-1-1,0 0,-1 0,0 0,0-1,0 0,-1 3,0 0,-1 0,1 0,-2 0,1-1,0 1,-1-1,0 1,-1-1,0 0,0 1,0-1,0 1,-1-1,-1 0,1 1,-1 0,0-1,0 1,-1 0,1 0,-1 0,-1 0,1 1,-1-1,0 1,0 0,-1 0,0 1,0-1,0 1,0 0,0 0,-1 1,0-1,1 1,-1 0,-1 1,0-1,0 3,0-1,0 1,0 0,-1 0,1 1,0 0,0 0,0 1,0 0,0 0,1 1,-1 0,0 0,1 0,0 1,0 0,0 0,0 0,1 1,0 0,-1 0,2 0,-1 1,1 0,0 0,0 0,0 0,1 1,0-1,0 1,1 0,0 0,0-1,1 2,0-1,0 0,0 0,1 0,0 0,0 1,2 6,0-9,0 0,1 0,-1 0,1 0,0 0,1 0,-1-1,1 0,0 1,0-1,0-1,0 1,1-1,-1 1,1-1,0-1,0 1,0-1,0 0,1 0,2 1,33 9</inkml:trace>
  <inkml:trace contextRef="#ctx0" brushRef="#br0" timeOffset="6174.115">10173 1228,'-16'-19,"-12"-7,-6 0,-2 7,4 13,4 15,5 14,6 11,6 9,5-4</inkml:trace>
  <inkml:trace contextRef="#ctx0" brushRef="#br0" timeOffset="6434.414">10213 1909,'5'18,"5"11,9 5,9-4,12-6,15-10,12-12,10-16,-8-4</inkml:trace>
  <inkml:trace contextRef="#ctx0" brushRef="#br0" timeOffset="7971.244">10948 799,'5'-17,"2"1,0-1,1 1,0 1,1 0,4-5,-13 21,0 0,0 0,0 0,1 0,-1 0,0-1,0 1,0 0,1 0,-1 0,0 0,1-1,-1 1,1 0,-1 0,1-1,-1 1,1 0,0-1,-1 1,1-1,0 1,-1-1,1 1,0-1,0 1,-1-1,1 0,0 1,0-1,0 0,0 0,-1 1,1-1,0 0,0 0,0 0,0 0,0 0,0 0,-1-1,1 1,0 0,0 0,0-1,0 1,-1 0,1-1,0 1,0-1,-1 1,1-1,0 1,0-1,-1 1,1-1,-1 0,1 1,-1-1,1 0,-1 0,1 1,-1-1,0 0,1-1,-13 126,-47 202,14-92,-14 231,47-89,11-359,0 1,-1-1,-1 0,0 0,-1 0,-1 0,-1-1,0 1,-2-1,1-1,-2 0,0 0,-1 0,0-1,-1-1,-1 0,0 0,0-1,-10 6,-5-4,-1-1,0-1,-1-1,0-2,-1-1,0-1,0-2,0 0,-1-3,0 0,1-2,-1-1,-3-2,-140-9,-87-20,88 9,-985-79,193 22,467 22,-322-30,-523 46,969 31,-60-23,-318-23,-226 52,537 8,380-3,-133-4,-1 9,1 8,1 9,-96 26,184-20,48-11,0-3,-2-2,0-3,-55 1,109-9,-1-1,1 0,-1-1,1 0,0 0,-1 0,1 0,0-1,0 1,0-2,0 1,0 0,0-1,1 0,-1 0,1 0,0-1,0 1,0-1,0 0,1 0,0 0,-1-1,1 1,1-1,-1 0,1 0,0 0,0-1,-13-37,2-1,3 0,1-1,-1-26,3 23,-31-186,-10-59,12-1,11-65,23 289,4 1,10-64,-9 109,1 1,2-1,0 1,2 1,0-1,1 1,2 1,0-1,1 2,5-6,-6 13,0 0,1 2,1-1,0 1,0 1,1 0,0 1,1 1,0 0,0 1,0 0,1 2,0-1,1 2,7-1,35-5,0 3,0 2,45 3,412 16,111 32,-242-15,2869 115,-3134-144,2374 95,-2332-85,1110 65,-173-39,-1083-37,4 1,-1-1,1-1,-1-1,1-1,0 0,15-5,-12 1,-1 2,1 0,0 1,0 2,0 0,0 1,10 3,-32-3,0 0,0 0,0 0,0 0,0 0,0 0,0 1,0-1,0 0,0 1,0-1,-1 1,1-1,0 1,0-1,0 1,-1-1,1 1,0 0,-1 0,1-1,0 1,-1 0,1 0,-1 0,1-1,-1 1,0 0,1 0,-1 0,0 0,0 0,1 0,-1 0,0 0,0 0,0 0,0 0,0 0,-1 0,1 0,-13 45,8-33,-16 58,16-43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8:28:41.18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474 228,'-18'26,"2"0,1 0,1 2,1 0,1 0,2 1,1 0,1 1,2 0,-2 21,4-30,0-1,2 2,0-1,1 0,2 0,0 0,1 0,1 0,1 0,1 0,1-1,0 0,2 0,0-1,1 0,1 0,1-1,1 0,0-1,1 0,1-1,0-1,8 6,-3-7,1-1,0-1,0 0,1-2,0 0,1-2,0 0,1-2,-1 0,1-2,0 0,1-1,-1-2,0 0,1-2,-1 0,0-2,0 0,0-2,0 0,-1-2,1 0,-2-1,3-3,-11 3,0 0,-1-1,0-1,-1 0,0-1,-1 0,0 0,0-1,-2 0,1-1,-1 0,-1 0,-1-1,0 0,0 0,-1 0,-1-1,-1 0,0 0,-1 0,0 0,-1 0,-1 0,0 0,-1 0,-1 0,-2-10,0 5,0-1,0 1,-2 0,-1 1,0-1,-1 1,-1 1,-1 0,-1 0,0 1,-2 0,0 1,0 0,-1 1,-1 1,-1 0,0 1,-1 1,0 1,0 0,-1 1,-1 1,0 0,0 2,-1 0,1 1,-2 1,1 1,0 1,-1 0,-7 2,8 2,0 2,1 0,-1 1,1 1,0 0,0 2,0 0,1 2,0-1,1 2,0 1,1 0,0 1,0 0,-10 12,-2 4,2 2,1 0,2 1,0 1,2 2,2 0,-7 19,-23 60</inkml:trace>
  <inkml:trace contextRef="#ctx0" brushRef="#br0" timeOffset="263.417">1250 1,'-21'2,"-19"17,-23 26,-20 32,-23 35,-23 35,-20 28,-14 24,-8 14,-5 5,27-35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8:28:37.28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285 180,'2'38,"-1"0,-3 0,-1 0,-1 0,-3-1,-1 1,-1-2,-9 20,-26 76,-5-2,-11 9,44-105,10-23,8-22,133-388,-106 296,0 2,3 2,12-15,-18 74,-25 40,0 0,1 1,-1-1,0 1,0-1,0 1,0 0,0-1,0 1,0 0,0 0,0 0,0 0,0-1,0 1,0 0,-1 1,1-1,0 0,-1 0,1 0,-1 0,1 0,-1 1,0-1,1 0,-1 0,0 1,0 0,0-1,14 50,-3-1,-2 2,1 37,-3-30,79 602,-81-597,-6-54</inkml:trace>
  <inkml:trace contextRef="#ctx0" brushRef="#br0" timeOffset="637.81">112 729,'-107'-22,"108"22,-1 1,0-1,0 0,0 0,0 0,0 1,0-1,0 0,0 0,1 1,-1-1,0 0,0 0,0 0,0 1,0-1,0 0,0 0,0 1,-1-1,1 0,0 0,0 0,0 1,0-1,0 0,0 0,0 0,0 1,0-1,-1 0,1 0,0 0,0 0,0 1,0-1,-1 0,1 0,0 0,0 0,0 0,-1 0,1 0,0 1,0-1,-1 0,1 0,0 0,0 0,0 0,-1 0,1 0,0 0,0 0,-1 0,1 0,22 9,19-4,0-1,0-2,0-2,0-1,15-5,-13 4,256-11,-291 12,0 1,0 0,-1 1,1 0,0 0,-1 0,1 1,-1 0,1 1,-1-1,0 1,0 1,0 0,-1 0,1 0,-1 0,0 1,0 0,0 1,-1-1,4 6,-4 1,0 0,-1 1,0 0,-1-1,-1 1,0 0,-1 0,0 1,-1-1,0 0,-1 0,-1 0,0 0,-2 6,-4 70,8-87,0-1,-1 1,1 0,0-1,0 1,0-1,0 1,1 0,-1-1,0 1,1-1,-1 1,1-1,-1 1,1-1,0 1,-1-1,1 1,0-1,0 0,0 0,0 1,0-1,1 0,-1 0,0 0,0 0,1 0,-1 0,1-1,-1 1,0 0,1-1,0 1,-1-1,1 1,-1-1,1 0,-1 0,1 0,0 0,-1 0,1 0,-1 0,1 0,0-1,-1 1,1-1,-1 1,1-1,-1 1,1-1,-1 0,0 0,1 0,-1 0,1 0,14-10,0-1,-1 0,-1-1,0-1,-1 0,0-1,-1 0,-1-1,0 0,-1-1,-1 0,-1-1,0 0,-1 0,-1-1,-1 1,-1-1,0-1,-1 1,-8 39,2 0,0 1,1 0,2 0,0-1,1 1,1 0,1-1,0 1,2 0,-4-17,1-1,0 1,0 0,0-1,0 1,0-1,0 0,1 0,0 0,0 0,0 0,0-1,0 1,0-1,1 0,-1 0,1 0,-1 0,1-1,0 1,0-1,0 0,-1 0,1-1,0 1,0-1,0 0,0 0,1 0,2-1,5 0,0-2,-1 1,0-2,1 1,-1-2,-1 1,1-2,-1 1,1-1,-1-1,1 0,-1-1,1 0,-2 0,1-1,-1-1,0 1,-1-2,0 1,-1-1,0 0,-1 0,0-1,-1 0,0 0,-1 0,0-1,-1 1,0-1,-1 0,0-12,-9 66,6-34,-3 134,5-134,0 0,0-1,1 1,-1-1,2 0,-1 1,1-1,0 0,0 0,0-1,1 1,0-1,0 0,1 0,-1 0,1 0,0-1,0 1,1-2,1 2,7 2,1 0,0-2,0 0,0 0,1-2,-1 0,1 0,5-1,62 5</inkml:trace>
  <inkml:trace contextRef="#ctx0" brushRef="#br0" timeOffset="1103.568">2317 676,'26'34,"-2"2,-1 1,14 31,14 22,-51-89,18 29,1 0,1-1,2-1,0-1,3-1,-25-24,1-1,-1 0,1 0,0 0,0 0,-1 0,1 0,0 0,0 0,0 0,0 0,0 0,0 0,1 0,-1-1,0 1,0-1,1 1,-1-1,0 1,0-1,1 0,-1 1,0-1,1 0,-1 0,1 0,-1 0,0 0,1-1,-1 1,0 0,1 0,-1-1,0 1,0-1,1 1,-1-1,0 0,0 0,0 1,0-1,0 0,0 0,0 0,0 0,0 0,0 0,0 0,-1 0,1-1,0 1,-1-1,37-139,-29 96,-6 39,5-36,2 1,2 1,1-1,2 2,10-18,-22 53,-1 0,1 0,0 0,0 0,0 0,0 1,1-1,0 1,-1-1,1 1,1 0,-1 0,0 0,1 1,-1-1,1 1,0-1,0 1,0 1,0-1,0 0,0 1,1 0,-1 0,0 0,1 1,-1 0,0-1,1 1,-1 1,1-1,-1 1,0-1,1 1,0 1,25 13</inkml:trace>
  <inkml:trace contextRef="#ctx0" brushRef="#br0" timeOffset="2046.488">3266 916,'-1'-5,"0"0,-1 0,0 0,0 0,-1 0,1 1,-1-1,0 1,0 0,-1-1,1 1,-1 1,0-1,0 1,0-1,0 1,-1 0,1 0,-1 1,0 0,0 0,1 0,-2 0,1 1,0-1,0 1,0 1,-1-1,1 1,0 0,-3 0,-8 5,0 0,0 1,0 1,1 0,1 1,-1 1,1 1,1-1,-1 2,2 0,0 1,0 0,1 1,0 0,1 0,-5 10,10-16,-1 0,1 0,1 1,-1-1,1 1,0 0,1 0,0 0,0 1,1-1,0 1,0-1,1 1,0 5,1-11,1-1,0 0,-1 0,1 1,0-1,0 0,0 0,0 0,0 0,1 0,-1 0,0 0,1-1,0 1,-1 0,1-1,0 1,0-1,0 0,0 0,0 1,0-1,0-1,0 1,0 0,1 0,-1-1,0 1,3-1,69-4,-57 0,0-2,0 0,-1-2,0 1,0-2,0 0,-1-1,-1 0,0-1,0-1,-1 0,-1-1,0 0,0-1,-2-1,0 0,0 0,3-8,-11 19,0 0,0 0,-1 0,1 0,-1 0,0 0,0 0,0 0,0 0,-1-1,0 1,0 0,0 0,0-1,-1 1,1 0,-1 0,0 0,-2-4,1 7,0 1,0 0,0-1,0 1,0 0,0 0,0 1,0-1,0 0,0 1,0-1,0 1,0-1,0 1,0 0,1 0,-1 0,0 0,0 0,1 0,-1 0,1 1,-1-1,1 1,0-1,-1 1,1 0,0-1,0 1,0 0,0 0,0-1,1 1,-1 0,1 0,-7 10,1-1,1 1,0 0,1 1,0-1,1 1,0 0,1-1,1 1,0 0,1 0,0 9,0-15,1 1,0-1,0 0,1 0,0 0,0 0,0 0,1-1,0 1,0-1,1 1,0-1,0 0,0 0,1-1,0 0,0 1,0-2,1 1,0 0,0-1,0 0,3 1,1-1,1 0,-1 0,1-1,0 0,0-1,0-1,0 1,0-2,0 0,0 0,1-1,-1 0,0-1,0 0,-1-1,1 0,0 0,-1-1,0-1,6-3,2-2,-1 0,0-2,0 0,-1-1,-1 0,0-1,-1-1,-1 0,0-1,11-17,2-17,-2-2,-2 0,-3-1,-2-1,-2-1,-3-1,-2 1,-2-2,-3-3,2 5,-3 0,-2 0,-2 0,-3 0,-4-12,6 55,-2 0,1 1,-2 0,0-1,0 1,-1 1,0-1,0 1,-6-7,9 14,0 0,-1 0,1 1,-1-1,0 1,1-1,-1 1,0 0,-1 0,1 0,0 0,-1 1,1-1,-1 1,1 0,-1 0,1 0,-1 0,0 1,0 0,1 0,-1 0,0 0,0 0,1 1,-1-1,0 1,1 0,-1 0,1 0,-1 1,-11 6,0 1,1 0,1 1,0 1,0 0,1 0,0 1,1 1,1 0,0 0,1 1,0 1,1-1,0 1,0 4,-9 16,1 0,2 1,2 1,1 0,2 0,1 1,2 1,2-1,1 0,2 1,2 0,2-1,1 1,2-1,2 4,-3-23,1-1,0 1,2-1,0 0,1-1,1 0,0 0,2-1,-1-1,2 1,0-2,1 0,0-1,1 0,1-1,0-1,0 0,1-1,1-1,0-1,0 0,0-2,1 0,0-1,0 0,0-2,0 0,1-1,9-1,-21-1,0-1,0 1,0-1,0-1,0 0,0 0,0 0,-1-1,1 0,-1 0,1-1,-1 0,0 0,-1-1,1 0,-1 0,0-1,0 1,-1-1,1-1,-1 1,-1-1,1 0,-1 0,0 0,1-6,11-39,-15 62,1 1,0 0,1-1,0 1,1-1,0 0,1 0,-1 0,2-1,0 0,0 0,0 0,1-1,0 1,1-2,0 1,0-1,1 0,0-1,0 0,0-1,1 0,0 0,0-1,0 0,0 0,1-1,-1-1,2 0,3 1,0-1,0-1,0-1,0 0,0 0,0-2,0 0,-1 0,1-2,0 0,9-4,-17 5,0 0,0 0,0-1,-1 0,1 0,-1-1,0 0,0 0,-1 0,1-1,-1 0,-1 0,1 0,-1 0,0-1,0 0,-1 0,0 0,0 0,0 0,-1 0,0-1,0-4,-2 3,0 0,0 0,-1 0,0 0,0 0,-1 0,-1 1,1-1,-1 1,-1-1,0 1,0 0,0 0,-1 0,0 1,-1 0,1 0,-1 0,-1 1,1-1,-1 1,0 1,-1 0,1 0,-1 0,0 1,0 0,-1 1,1-1,-1 2,1-1,-1 1,0 1,0-1,0 1,0 1,0 0,0 0,0 1,0 0,0 1,0 0,0 0,0 0,1 2,-3 0,7-2,1 0,-1 1,1-1,0 1,-1-1,1 1,1 0,-1 0,0 0,1 1,-1-1,1 1,0-1,0 1,1 0,-1 0,1-1,0 1,0 0,0 0,0 0,1 1,0-1,-1 0,2 0,-1 0,0 0,1 4,20 32,8-3</inkml:trace>
  <inkml:trace contextRef="#ctx0" brushRef="#br0" timeOffset="2935.324">5325 1077,'-38'-36,"-2"1,-1 3,-2 1,-1 2,-1 2,34 21,0 0,0 1,0 0,-1 1,1 0,-1 0,0 2,-2-1,9 2,1 1,-1 0,1 0,-1 0,1 0,-1 1,1 0,-1 0,1 0,0 0,-1 1,1 0,0 0,0 0,0 0,0 1,1-1,-1 1,1 0,-1 0,1 0,0 1,-1 0,-2 5,0 1,0-1,1 1,0 0,1 0,0 0,1 0,0 1,0 0,1-1,0 1,1 0,1 6,-1-11,1-1,0 1,1 0,-1-1,1 1,0-1,1 1,-1-1,1 0,0 1,0-1,1 0,-1 0,1-1,0 1,1 0,-1-1,1 0,0 0,0 0,0 0,0-1,1 1,0-1,-1 0,1-1,1 1,9 1,0-1,0-1,0 0,0-1,0-1,0 0,0-1,0-1,0 0,-1-1,1-1,-1 0,1-1,-1-1,-1 0,1 0,-1-2,0 1,-1-2,0 0,0 0,0-1,2-3,0 0,-1-1,-1-1,0 0,-1 0,7-13,-25 47,0 1,2 0,1 0,0 0,1 0,1 1,1-1,1 1,2 7,-2-25,0 0,0 0,1 0,0 0,-1 0,1 0,0-1,0 1,1 0,-1-1,0 1,1 0,0-1,-1 0,1 1,0-1,0 0,1 0,-1 0,0 0,1-1,-1 1,1 0,-1-1,1 0,0 0,-1 0,1 0,0 0,0 0,0-1,0 1,0-1,0 0,0 0,0 0,0 0,0-1,-1 1,1-1,0 0,0 1,1-2,7-5,0-1,-1 0,0-1,-1 0,0-1,0 0,-1 0,-1-1,1 0,-2 0,1 0,-2-1,1 0,-2-1,4-11,0-6,-2-1,-1 1,-1-1,-1-1,-2-6,1-2,-2 39,-1-1,1 1,0-1,0 1,0-1,0 1,1-1,-1 1,0-1,1 1,-1-1,0 1,1-1,0 1,-1-1,1 1,0 0,0-1,0 1,0 0,0 0,0 0,0 0,0 0,1 0,-1 0,0 0,0 0,1 1,-1-1,1 0,-1 1,1-1,-1 1,1 0,-1-1,1 1,-1 0,1 0,19 1,0 2,0 0,0 2,-1 0,1 1,-1 1,2 2,-11-6,-1 0,1 1,-1 0,0 1,-1 0,1 1,-1 0,0 0,0 1,-1 0,0 1,0 0,-1 0,0 0,0 1,-1 0,0 1,-1-1,0 1,0 0,0 2,-1 8,-1-1,-1 1,0 0,-2 0,0 0,-1 0,-3 12,2 96,2-123,1 0,0 0,0 0,0 0,1 0,0 0,0 0,0 0,0-1,1 1,0-1,0 0,0 0,0 0,1 0,-1 0,1-1,0 1,0-1,0 0,1-1,-1 1,1-1,0 0,-1 0,1 0,0 0,0-1,0 0,0 0,0 0,0-1,1 0,-1 0,0 0,1 0,9-4,-1-1,1 0,-1-1,0-1,-1 0,0 0,0-1,-1-1,1 0,-2-1,0-1,0 1,-1-2,0 1,-1-1,0-1,-1 0,0 0,-1 0,-1-1,0 0,-1-1,0 1,-1-4,-1 12,0-1,-1 1,0-1,0 0,-1 0,0 0,0 0,0 0,-1 0,0 0,-1 0,0 0,0 0,0 0,-1 0,1 1,-2-1,1 0,-1 1,0 0,-3-4,5 9,-1-1,0 1,0 0,0 0,0 0,0 1,0-1,0 0,0 1,0-1,0 1,0 0,0 0,0 0,-1 0,1 0,0 0,0 0,0 1,0-1,0 1,0 0,0-1,0 1,0 0,0 0,0 0,1 0,-1 1,-1 0,-48 45,46-41,0-1,1 1,-1 0,1 0,0 0,0 1,1 0,0-1,0 1,0 0,1 1,0-1,1 0,0 0,0 1,0-1,1 1,0-1,0 1,1-1,0 1,0-1,1 0,0 0,0 0,1 0,0 0,0 0,1 0,2 3,9 1,0-1,2 0,-1-1,1-1,0 0,1-1,-1-1,1-1,1 0,-1-2,1 0,-1-1,1 0,14-2,63 4,-8-4</inkml:trace>
  <inkml:trace contextRef="#ctx0" brushRef="#br0" timeOffset="3302.87">6956 1223,'0'-14,"-1"-1,0 0,-1 0,0 1,-1-1,-1 1,0 0,-1 0,-1 0,0 1,-1 0,0 0,-1 0,0 1,-1 0,0 1,-1 0,-1 1,0-1,0 2,-1 0,0 0,0 1,-1 1,0 0,-5-2,12 8,0-1,0 1,0 1,0-1,-1 1,1 0,0 0,0 1,0-1,0 2,0-1,0 0,0 1,0 0,1 1,-1-1,1 1,-1 0,1 1,0-1,0 1,0 0,1 0,0 0,-1 1,1 0,1 0,-1 0,1 0,-3 5,1-1,0 0,0 1,1-1,0 1,0 0,1 0,1 0,-1 1,2-1,0 1,0-1,0 1,2-1,-1 1,1 0,1-1,2 9,-2-13,0-1,1 1,-1 0,1-1,1 0,-1 0,1 0,0 0,0 0,0-1,0 1,1-1,0 0,0-1,0 1,0-1,1 0,-1-1,1 1,0-1,0 0,0 0,0-1,0 0,0 0,0 0,0-1,0 1,5-2,1 1,1-1,-1-1,0 0,0-1,-1 0,1 0,-1-1,1-1,-1 0,0-1,-1 0,1 0,-1-1,7-7,-10 8,-1-1,0 0,0 0,0 0,-1-1,0 0,0 0,-1 0,0 0,-1-1,0 0,0 1,-1-1,0 0,0 0,-1-1,0 1,-1 0,0 0,-1-1,0-4,0 11,0 0,0 1,0-1,-1 0,1 1,-1-1,0 1,1-1,-1 1,0 0,0 0,-1 0,1 0,0 0,-1 0,1 1,-1-1,1 1,-1 0,0-1,0 1,1 0,-1 1,0-1,0 0,0 1,0 0,0 0,0 0,0 0,0 0,0 0,0 1,0-1,0 1,1 0,-1 0,0 0,0 0,1 1,-1-1,0 1,1 0,0-1,-1 1,1 0,0 0,0 1,0-1,0 0,1 1,-1-1,0 1,0 2,-1-1,0 0,1 0,0 0,0 0,0 1,0-1,1 0,0 1,0 0,0-1,0 1,1 0,-1-1,1 1,1 0,-1-1,1 1,-1 0,1-1,1 1,-1-1,0 1,1-1,0 1,0-1,1 0,-1 0,1 0,0-1,0 1,0 0,0-1,1 0,-1 0,1 0,0 0,0-1,0 1,16 9,0 0,1-2,1 0,-1-2,1 0,1-1,0-1,0-2,123 23,0-7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8:28:46.92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306 642,'-6'-6,"-1"1,0 0,0 0,-1 1,1 0,-1 0,0 1,0 0,0 0,0 1,0 0,-1 0,1 1,-1 0,1 1,-1 0,1 0,-1 1,1 0,-1 0,1 1,0 0,-1 0,1 1,0 0,-1 2,2-1,0 1,1 1,-1-1,1 1,1 0,-1 1,1-1,0 1,0 0,1 1,0-1,0 1,1 0,0 0,0 0,1 0,0 0,0 0,1 1,0-1,1 1,-1 1,2-8,-1 0,1 1,0-1,0 1,0-1,0 0,0 0,0 0,0 1,1-1,-1 0,1 0,0-1,-1 1,1 0,0-1,0 1,0-1,0 1,0-1,1 0,-1 0,0 0,0 0,1 0,-1-1,1 1,-1-1,1 1,-1-1,1 0,-1 0,1 0,-1 0,2-1,86-24,-67 12,1-2,-2 0,0-2,-1 0,-1-2,-1 0,0-1,-2-1,0 0,-1-1,-2-1,0-1,-1 0,-2-1,0 0,-2 0,0-1,2-17,-5 13,-1 1,-1-1,-2 1,0-1,-3 0,0 0,-2 0,-1 1,-3-7,7 33,0-1,0 1,-1-1,1 0,-1 1,0 0,0-1,0 1,-1-1,1 1,-1 0,0 0,0 0,0 0,0 0,-1 0,1 1,-1-1,1 1,-1-1,0 1,0 0,0 0,0 1,0-1,-1 0,1 1,0 0,-1 0,1 0,-3 0,0 3,0 1,0 0,1 0,0 1,0-1,0 1,0 0,0 1,1-1,0 1,0 0,0 0,0 0,-2 5,-14 23,2 1,1 1,2 0,2 1,1 0,1 1,2 1,-2 30,7-45,1 2,1-1,1 0,2 0,0 0,1 1,3 8,-2-22,-1-1,1 1,1-1,0 0,0 0,1-1,0 1,1-1,0 0,1 0,-1-1,2 0,-1 0,1-1,0 1,1-2,6 5,-4-4,1-1,0 0,0-1,1 0,0-1,-1 0,1-1,1-1,-1 0,0-1,1 0,-1-1,0 0,1-1,-1-1,0 0,1-1,-1 0,-1-1,1 0,-1-1,1-1,-1 0,-1 0,1-1,-1-1,0 0,-1 0,0-1,0-1,-1 1,0-2,-1 1,0-1,-1 0,0-1,-1 0,0 0,-1 0,-1 2,-1 1,-1-1,1 0,-2 0,1 0,-1 0,-1 0,0 0,-1 0,1 0,-2-1,0 2,0-1,0 0,-1 0,-1 1,0-1,0 1,-1 0,0 0,0 1,-1 0,0 0,-1 0,6 6,-1 1,1 0,-1 0,0 0,1 0,-1 0,0 0,0 0,0 1,0-1,0 1,1-1,-1 1,0 0,0 0,0 0,0 0,0 0,0 0,0 0,0 1,0-1,0 1,0-1,0 1,0 0,1 0,-1-1,0 1,1 1,-1-1,0 0,1 0,0 1,-2 0,-35 62,34-53,2 0,-1-1,1 1,1 0,0 0,1 0,0 0,0 1,1-1,1 0,0-1,0 1,1 0,1-1,0 1,0-1,1 0,0 0,0-1,1 1,1-1,0-1,3 4,54 45,4-11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8:28:50.13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55 0,'-10'18,"-4"16,0 12,1 11,9 6,16 2,19-5,18-14,1-13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8:28:48.46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0,'15'12,"-1"1,-1 0,0 1,-1 0,-1 1,0 0,-1 1,0 0,-2 1,0 0,0 0,-2 1,0-1,-1 2,-1-1,-1 0,1 9,20 64,-24-89,-1-1,1 1,1 0,-1-1,0 1,0 0,1-1,-1 1,1 0,-1-1,1 1,0-1,0 1,0-1,-1 1,1-1,1 0,-1 1,0-1,0 0,0 0,1 0,-1 0,0 0,1 0,-1 0,1 0,-1-1,1 1,0-1,-1 1,1-1,0 1,-1-1,1 0,0 0,-1 0,1 0,0 0,-1 0,1 0,0-1,-1 1,1-1,0 1,-1-1,1 1,0-1,10-11,-1 0,0 0,0-1,-1 0,-1-1,0 0,-1 0,0-1,2-8,-6 15,11-23,-2-1,-1 0,-1-1,-2 0,-1-2,-4 9,-4 27,0-1,0 0,-1 0,1 1,0-1,0 0,0 0,-1 0,1 1,0-1,0 0,-1 0,1 0,0 0,-1 1,1-1,0 0,-1 0,1 0,0 0,0 0,-1 0,1 0,0 0,-1 0,1 0,0 0,-1 0,1 0,0 0,-1 0,1 0,0-1,0 1,-1 0,1 0,0 0,0 0,-1-1,1 1,0 0,0 0,-1 0,1-1,0 1,0 0,0 0,-1-1,1 1,0 0,0-1,0 1,0 0,0 0,0-1,0 1,0 0,0-1,0 1,0 0,-9 11,0 1,1 1,1-1,0 1,1 0,0 1,1 0,1 0,0 0,1 0,0 0,1 1,1 3,0-13,1-1,0 1,0-1,0 1,0-1,1 1,0-1,0 1,0-1,0 0,1 1,-1-1,1 0,0 0,0 0,1 0,-1-1,1 1,0-1,0 1,0-1,1 0,-1 0,1 0,-1-1,1 1,0-1,0 0,0 0,0 0,3 0,4 2,0-2,0 1,0-2,0 1,0-1,0-1,0 0,0-1,0 0,0 0,0-1,0-1,0 0,0 0,-1-1,0 0,0-1,0 0,0-1,-1 0,0-1,0 1,-1-2,1 1,-2-1,1 0,-1-1,0 0,-1 0,3-5,-5 3,1-1,-1 0,-1 0,0 0,-1 0,0 0,-1 0,-1-1,0 1,0 0,-1 0,-2-8,3 20,0 1,0-1,0 1,0-1,0 0,-1 1,1-1,0 1,0-1,-1 1,1-1,0 0,0 1,-1-1,1 0,-1 1,1-1,0 0,-1 0,1 1,-1-1,1 0,0 0,-1 1,1-1,-1 0,1 0,-1 0,1 0,-1 0,1 0,-1 0,1 0,-1 0,1 0,-1 0,1 0,0 0,-1 0,1-1,-1 1,1 0,-1 0,1 0,0-1,-1 1,1 0,-1 0,1-1,0 1,-1 0,1-1,0 1,-1-1,1 1,0 0,0-1,0 1,-1-1,1 1,0-1,0 1,0-1,0 1,0-1,0 1,0 0,0-1,0 1,0-1,-18 37,12-21,1 0,1 0,1 0,0 0,1 1,0 0,1-1,1 1,1 0,0-1,1 1,0-1,2 1,0-1,1 3,-1-11,0 0,0-1,1 1,0-1,0 0,1 0,-1 0,1-1,1 0,-1 0,1 0,-1-1,1 0,1 0,-1-1,0 0,1 0,4 0,7 2,0-1,1 0,0-1,0-2,0 0,18-2,-18 0,0-1,0-1,0-1,-1 0,1-2,-1 0,0-1,-1-1,0-1,13-8,-20 10,-1 0,-1-1,1 0,-1 0,0-1,-1 0,0 0,-1-1,0 0,0 0,-1-1,0 0,-1 0,0 0,-1-1,0 0,-1 0,0-1,-1 5,-1-1,1 1,-1-1,-1 0,0 1,0-1,-1 0,0 1,0-1,-1 1,0-1,0 1,-1 0,0 0,-1 0,0 0,0 0,-1 1,1 0,-2 0,0-1,3 6,1 0,0 0,0 1,-1-1,1 1,-1 0,1-1,-1 1,0 1,1-1,-1 0,0 0,0 1,1 0,-1-1,0 1,0 0,0 1,1-1,-1 0,0 1,0-1,1 1,-1 0,0 0,1 0,-1 0,1 1,-1-1,1 1,0-1,-1 1,0 1,-3 3,0 0,0 0,0 0,1 1,0-1,0 1,1 1,0-1,0 1,-2 5,2-3,1 0,1 0,-1 0,1 0,1 0,0 0,1 1,0-1,0 0,1 0,0 1,1-1,0 0,1 0,0 0,0-1,1 1,0-1,1 0,0 0,1 0,0 0,0-1,0 0,1-1,1 1,-1-1,1-1,0 1,0-1,1-1,9 5,-1-2,0-1,1 0,0-1,1-1,-1-1,1-1,0 0,0-2,0 0,0-1,0-1,0 0,6-3,-14 3,-1-1,0-1,1 1,-1-2,0 0,0 0,0 0,-1-1,0-1,0 0,0 0,-1-1,0 0,0 0,0 0,-1-1,0-1,-1 1,0-1,0 0,-1 0,0-1,-1 0,1-1,0-3,-1 1,-1 0,0-1,-1 0,0 1,-1-1,-1 0,0 0,-1 0,-1-7,2 20,0 1,0-1,0 1,0-1,1 1,-1-1,0 1,0-1,0 1,0-1,0 1,0-1,0 1,-1-1,1 1,0-1,0 1,0-1,0 1,-1-1,1 1,0-1,0 1,-1-1,1 1,0 0,-1-1,1 1,-1 0,1-1,0 1,-1 0,1-1,-1 1,1 0,-1 0,1-1,-1 1,1 0,-1 0,1 0,-1 0,1 0,-1 0,1 0,-1 0,1 0,-1 0,1 0,-1 0,1 0,-1 0,1 0,-1 1,1-1,-1 0,1 0,-1 1,1-1,-1 0,1 1,0-1,-1 0,1 1,-1-1,1 0,0 1,-1 0,-17 34,14-22,1 1,0-1,0 1,2 0,0 0,0 0,2 0,0-1,0 1,2 8,-1-15,-1-1,1 1,1 0,-1 0,1-1,0 0,1 1,0-1,-1-1,2 1,-1 0,1-1,0 0,0 0,0 0,1-1,0 0,-1 0,1 0,1-1,3 2,-1-2,-1 0,1 0,-1-1,1 0,0-1,0 0,0 0,0-1,0 0,0 0,0-1,0-1,0 1,-1-2,1 1,0-1,-1 0,0-1,0 0,0 0,0-1,0 1,-1-2,0 1,0-1,-1 0,0-1,0 0,0 0,-1 0,0 0,0-1,0-1,3-5,-1 0,-1 0,0-1,-1 0,-1 0,0 0,-1-1,-1 1,0-1,-1 1,-1-17,-9 21,-2 29,5 3,1 1,1 0,1 0,1 0,1 0,1 0,0 1,4 15,-4-31,1 0,0 0,1 0,-1 0,1 0,0 0,1-1,0 1,0-1,0 0,1 0,0 0,0 0,0-1,1 0,0 0,0 0,0 0,1-1,-1 1,1-2,0 1,0-1,1 1,-1-2,0 1,1-1,0 0,6 1,-1-3,0 0,0-1,0 0,0-1,0-1,0 0,-1 0,1-1,-1 0,0-1,0-1,0 0,-1 0,0-1,0 0,-1-1,0 0,0 0,-1-1,0 0,0-1,-1 1,-1-1,0-1,0 0,0 1,-2-2,1 1,-2 0,4-13,-19 56,8-20,1-1,1 1,0-1,0 1,1 0,0 0,1 0,1 0,0 0,1 0,0-1,0 1,1-1,1 1,0-1,0 0,1 0,1-1,0 1,0-1,1 0,0-1,1 0,0 0,1-1,4 5,-1-6,0 0,1-1,0 0,0-1,0-1,0 0,0 0,1-2,0 0,0 0,-1-1,1-1,0 0,0-1,0 0,0-1,-1-1,11-3,-14 3,1 0,0-1,-1 0,1-1,-1 0,-1-1,1 0,-1-1,0 0,0 0,-1 0,0-1,0-1,-1 1,0-1,0-1,-1 1,-1-1,1 0,-2 0,1-1,-1 1,-1-2,-1 3,0 0,-1 0,0 0,-1 0,0-1,0 1,-1 0,0 0,-1 0,1 0,-2 0,0 0,0 1,0-1,-1 1,0-1,-1 2,0-1,0 0,-1 1,0 0,0 0,0 1,-1-1,0 1,0 1,-1-1,0 1,0 1,0 0,0 0,-1 0,1 1,-1 0,0 1,0 0,0 0,-4 1,9 0,-1 1,0 0,0 0,0 1,0-1,0 1,0 0,0 0,1 1,-1 0,0-1,1 1,-1 1,1-1,0 1,0 0,0 0,0 0,1 0,-1 1,1-1,-1 1,1 0,1 0,-1 0,0 1,1-1,0 0,0 1,0 0,1-1,0 1,0 0,0 0,0 0,1 0,-1 0,1 0,1 0,-1 0,1-1,0 6,5 6,0-1,1 0,0 0,1-1,1 1,0-2,1 1,1-2,0 1,8 6,28 29</inkml:trace>
  <inkml:trace contextRef="#ctx0" brushRef="#br0" timeOffset="577.709">3142 762,'7'-37,"1"1,2-1,1 2,2-1,15-25,19-58,-38 95,-1-1,-1 0,-1 0,-1-1,-1 0,-2 1,0-1,-2 0,-2-9,3 32,-1 0,0 0,0 0,0 0,-1 0,1 0,-1 0,0 0,0 0,0 0,0 0,0 0,0 1,-1-1,0 0,1 1,-1-1,0 1,0 0,0 0,0 0,-1 0,1 0,-1 0,1 0,-1 1,0-1,1 1,-1 0,0 0,0 0,0 0,0 0,0 1,0-1,0 1,0 0,0 0,0 0,0 0,0 1,0-1,-1 1,-1 1,1 0,0 1,0-1,0 1,0 0,0 0,1 0,-1 0,1 1,0-1,0 1,0 0,1 0,-1 0,1 1,0-1,0 0,0 1,1-1,0 1,-1 0,2-1,-1 1,0 0,1 0,0 0,0-1,1 1,-1 0,1 0,0-1,0 1,1 0,-1-1,1 1,1 0,6 5,1 0,1 0,0-1,0-1,1 0,0 0,0-1,1-1,0 0,0 0,1-2,-1 1,1-2,0 0,0-1,14 1,-23-2,17 3,-14-4,1 1,-1 0,1 0,-1 1,0-1,1 2,-1-1,0 1,0 1,-1 0,1 0,-1 0,0 1,0 0,0 0,-1 0,1 1,-1 0,-1 1,1-1,-1 1,0 0,3 6,-4 7,0 0,-1 0,-2 0,0 0,0 0,-2 0,-1 0,0 0,-4 12,-3 44,7-65,1-1,0 1,1-1,0 1,1 0,0-1,1 1,0-1,0 0,1 0,1 0,0 0,0 0,1 0,0-1,0 0,1 0,0-1,1 1,0-1,0-1,1 1,0-1,0-1,4 2,-5-3,1-1,0 0,0-1,1 0,-1 0,1-1,0 0,-1 0,1-1,0 0,0-1,0 0,0 0,0-1,-1 0,1-1,0 0,-1 0,1 0,-1-2,1 1,-1-1,0 0,-1 0,1-1,-1 0,0 0,0-1,0 0,-1 0,0-1,0 0,4-6,1-6,-1 1,0-2,-1 1,-1-1,-1 0,-1-1,0 0,-2 0,-1 0,0-1,-2 1,0-4,-8-33,6 58,0-1,0 1,0 0,0-1,0 1,0 0,0 0,0 0,0 0,0 0,-1 0,1 0,0 0,0 0,0 0,0 1,0-1,0 0,0 1,0-1,0 1,0-1,0 1,0 0,0-1,0 1,1 0,-1-1,0 1,0 0,1 0,-1 0,0 0,1 0,-1 0,1 0,-1 0,1 0,0 0,-1 0,1 0,0 0,0 0,0 0,0 0,0 1,-1-2,-9 22,1 0,1 1,1 0,1 0,0 1,2-1,1 1,1 0,1 0,1 0,2 9,-2-28,-1-1,1 1,0-1,1 0,-1 1,1-1,0 1,0-1,0 0,1 0,0 0,-1 0,1 0,1 0,-1 0,0 0,1-1,0 1,0-1,0 0,0 0,1 0,-1 0,1-1,-1 1,1-1,0 0,0 0,0 0,1 0,28-6,-1-7</inkml:trace>
  <inkml:trace contextRef="#ctx0" brushRef="#br0" timeOffset="843.144">4065 41,'-16'-2,"-10"-1,-3 0,4 5,13 9,17 10,19 9,16 10,-1-2</inkml:trace>
  <inkml:trace contextRef="#ctx0" brushRef="#br0" timeOffset="1101.678">4278 856,'14'-2,"1"0,-1-1,1-1,-1-1,0 0,-1-1,1 0,-1-1,0 0,-1-1,0-1,0 0,-1 0,0-1,0-1,-1 0,-1 0,0-1,0 0,-1-1,-1 1,0-2,-1 1,3-9,-3 9,0 0,-1-1,0 1,-1-1,0 0,-1-1,-1 1,-1 0,0-1,0 1,-2-8,1 20,0-1,-1 1,1 0,-1 0,1-1,-1 1,0 0,0 0,0 0,0 0,-1 0,1 0,0 0,-1 1,1-1,-1 0,0 1,1-1,-1 1,0 0,0-1,0 1,0 0,0 0,0 0,-1 0,1 1,0-1,0 1,-1-1,1 1,0 0,0 0,-1 0,1 0,0 0,-1 0,1 1,0-1,0 1,-1-1,1 1,0 0,0 0,0 0,-12 7,1 1,1 0,-1 1,1 0,1 1,0 0,1 1,0 0,0 1,1 0,1 0,1 1,0 0,0 0,1 1,1 1,0-4,0-1,1 1,1 0,0 0,1 1,0-1,1 0,0 1,1-1,0 0,1 1,1-1,0 0,0 1,1-1,1 0,0-1,1 1,0-1,0 0,2 0,-1 0,1-1,4 4,2 0,2 0,0 0,0-2,2 0,-1 0,1-2,1 0,3 1,60 25</inkml:trace>
  <inkml:trace contextRef="#ctx0" brushRef="#br0" timeOffset="1380.849">5080 335,'20'-8,"-1"0,2 2,-1 0,1 1,0 1,0 1,0 1,0 1,0 1,0 1,0 0,4 2,-18-1,0 0,0 0,0 1,0-1,-1 2,1-1,-1 1,0 0,0 0,-1 0,1 1,-1 0,0 0,0 0,0 1,-1 0,0 0,0 0,0 0,-1 0,0 1,0 0,-1-1,0 1,0 0,0 0,-1 1,0-1,-1 0,0 2,-2 17,-2 0,-1 0,-1-1,-1 0,-1 0,-2-1,0 0,-1 0,-2-1,0-1,-2 0,0-1,-5 4,-90 125,61-88,3 2,3 3,-21 44,57-99,1 0,1 0,0 1,1-1,0 1,1 0,0 1,1-1,1 0,0 1,1-1,0 1,1-1,0 1,2-1,-1 0,1 0,1 0,2 3,17 29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8:28:44.16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1 840,'12'-1,"0"-1,0-1,0 0,0 0,0-1,0-1,-1 0,0 0,0-1,0-1,8-7,-13 10,47-31,-3-3,0-1,-3-3,-2-2,-1-2,-3-2,21-31,17-59,-76 130,0 0,0-1,0 0,-1 1,-1-1,1 0,-2 0,1 0,-1 0,0 0,-1 0,0 0,0 1,-1-1,0 0,-2-2,2 6,-1-1,1 1,-1 0,-1 0,1 0,-1 1,0-1,0 1,0 0,0 0,-1 0,0 1,1-1,-1 1,-1 0,1 1,0-1,-1 1,1 0,-1 0,0 1,1 0,-1 0,-5 0,-1 0,0 1,0 0,0 0,0 2,0-1,0 2,1-1,-1 2,1 0,0 0,-10 5,8-1,0 0,0 1,1 0,0 0,0 2,1-1,1 2,0-1,0 1,1 1,1 0,0 0,0 0,2 1,0 0,-3 10,-1 8,2 0,1 0,1 0,2 1,2-1,0 1,3 12,0-13,1 1,2-1,1 0,2-1,1 1,1-1,2-1,9 18,-14-35,0 0,1-1,1 0,0 0,1-1,0 1,0-2,1 0,1 0,0 0,0-2,1 1,0-2,0 1,1-2,0 1,0-2,0 0,1 0,6 0,-6-3,0 0,0-1,0 0,1-2,-1 1,0-2,0 0,0 0,0-2,0 1,0-2,-1 0,0 0,0-2,0 1,-1-2,0 1,0-2,-1 0,0 0,0-1,-1 0,-1 0,0-2,0 1,-1-1,-1 0,0 0,0-1,-1 0,-1 0,0-1,-1 0,0 1,-1-1,0-4,-3 15,1 0,-1 0,1 0,-1 0,0 0,0 0,-1 0,1 0,0 0,-1 0,0 0,0 0,0 0,0 0,0 0,0 1,-1-1,1 1,-1-1,-1 0,-17 21,16-10,0 1,1 0,1 0,0 0,0 0,0 0,1 0,0 0,1 0,0 1,1-1,0 0,0 0,1 0,0 0,1 0,0 0,0 0,1-1,0 0,0 1,1-1,0-1,0 1,1-1,0 0,1 0,-1-1,1 0,0 0,1 0,-1-1,1 0,0-1,1 0,-1 0,9 2,-6-3,0 0,0-1,0 0,0-1,0-1,0 0,0 0,0-1,0 0,0-1,0-1,0 1,0-2,-1 1,1-1,-1-1,0 0,-1-1,1 0,-1 0,0-1,-1 0,1 0,-1-1,-1 0,1-1,-2 1,1-1,-1-1,0 1,-1-1,0 0,-1 0,0-1,-1 0,1 0,-3 4,-1 0,1 0,-1-1,0 1,0 0,-1 0,0 0,-1 0,1 0,-1 0,0 1,-1-1,0 1,0-1,0 1,-1 0,0 0,0 0,-1 1,1-1,-1 1,0 0,-1 1,1-1,-1 1,0 0,-3-2,-2 0,-1-1,0 1,0 1,-1 0,1 1,-1 0,0 1,-1 0,1 1,0 1,-1 0,1 1,0 0,-5 2,6 0,-1 0,1 1,-1 1,1 0,0 1,1 0,-1 1,1 1,0-1,1 2,-1-1,2 1,-7 7,11-11,1 1,-1 0,1 0,0 0,0 1,1-1,-1 1,1 0,1 0,-1 0,1 0,0 0,1 1,-1-1,1 1,0-1,1 1,0 0,0-1,0 1,1-1,-1 1,2-1,-1 1,1-1,2 5,19 34</inkml:trace>
  <inkml:trace contextRef="#ctx0" brushRef="#br0" timeOffset="1334.476">1872 720,'-1'-6,"-1"0,0 0,0 0,0 0,-1 0,0 0,0 1,-1-1,1 1,-1 0,0 0,-1 0,1 1,-1-1,0 1,0 0,0 1,0-1,-1 1,0 0,1 0,-1 1,0 0,0 0,-1 0,1 1,0 0,0 0,-1 0,1 1,-1 0,1 0,0 1,-1 0,0 0,-7 3,0 1,0 0,1 1,-1 0,2 2,-1-1,1 1,0 1,0 0,1 1,1 0,0 1,0 0,1 0,0 1,1 0,0 1,1 0,1 0,-3 6,7-13,0-1,0 1,1 0,-1 0,1-1,1 1,-1 0,1 0,0 0,0 0,0 0,1 0,0-1,0 1,1 0,0 0,0-1,0 1,0-1,1 0,0 1,0-1,1-1,-1 1,1 0,0-1,0 0,1 0,-1 0,12 7,1-2,-1 0,2 0,-1-2,1 0,0-1,1-1,-1 0,1-2,0 0,0-1,0-1,10-1,45-1,-1-4,1-2,-1-4,-1-3,0-3,-1-4,-1-2,57-28,-101 41,0 0,-1-2,-1-1,0-1,-1 0,0-2,-2-1,11-10,-31 26,1 0,-1 0,0 0,0-1,1 1,-1 0,0-1,0 1,0 0,-1-1,1 1,0-1,0 1,-1-1,1 0,-1 1,0-1,1 0,-1 1,0-1,0 0,0 1,0-1,0 0,0 0,-1 1,1-1,0 0,-1 1,1-1,-1 1,0-1,0 1,1-1,-1 1,0-1,0 1,0 0,-1-1,1 1,0 0,-1-1,-9-3,0 0,-1 1,1 0,-1 1,1 0,-1 0,0 2,0-1,0 2,-1-1,1 2,0 0,0 0,0 1,-3 1,-10 0,0 2,0 0,0 2,0 0,1 2,1 0,0 2,0 1,1 0,0 2,1 0,-11 11,29-23,0 1,0-1,0 1,0-1,1 1,-1 0,1 0,0 0,0 0,0 0,0 1,0-1,1 1,-1-1,1 1,0-1,0 1,0 0,1 0,0-1,-1 1,1 0,0 0,1 0,-1-1,1 1,-1 0,1 0,0-1,1 1,-1-1,1 1,-1-1,1 0,0 1,0-1,1 0,-1 0,3 2,6 1,1 1,1-2,-1 0,1 0,-1-2,1 1,1-1,-1-1,0-1,1 0,-1 0,0-1,1-1,-1 0,0-1,12-3,-6 3,0-2,-1 1,1-2,-1-1,0 0,0-1,0-1,-1-1,0 0,-1-1,0-1,-1-1,13-11,-26 21,0 1,0-1,0 0,-1 0,1 0,-1 0,1 0,-1 0,1 0,-1-1,0 1,0 0,0-1,-1 1,1 0,0-1,-1 1,0-1,1 0,-1 1,0-1,0 1,-1-1,1 1,0-1,-1 1,0-1,1 1,-1-1,0 3,-1 1,1-1,0 0,0 1,0-1,0 1,0-1,0 1,0-1,0 1,0 0,0-1,1 1,-1 0,0 0,0 0,0 0,1-1,-1 1,1 0,-1 0,1 0,-1 1,1-1,-1 0,1 0,0 0,0 0,0 0,-1 0,1 0,0 1,0-1,0 0,1 0,-3 7,1-1,0 1,1-1,0 1,0-1,0 1,1-1,0 1,1-1,-1 0,1 0,1 1,0-1,0 0,0-1,1 1,-1-1,2 1,-1-1,1 0,0-1,0 1,0-1,1 0,0 0,0-1,0 0,1 0,-1 0,1-1,0 0,4 1,-1-1,1 0,0 0,0-1,0-1,0 0,1-1,-1 0,0 0,0-1,0 0,0-1,0-1,0 0,0 0,-1-1,0 0,1-1,-2 0,1-1,0 0,-1 0,0-1,-1 0,0-1,0 0,0 0,-1-1,0 0,-1 0,0 0,0-1,-1 0,9-25,-1 0,-2 0,-2-2,-1 1,-2-1,-1 0,-2 0,-1 0,-3-1,-1 0,2 37,-5-442,2 405,-2 28,1 27,-4 50,3 0,3 58,2-103,-3 43,3 0,3 0,3 0,2 0,4-1,2 0,23 61,-34-114,1 0,1 0,0 0,0-1,1 0,1 0,-1 0,2-1,-1 0,1-1,0 1,1-1,0-1,0 0,1 0,0-1,0 0,0-1,1 0,0 0,4 0,-10-5,0 0,0 0,0 0,0-1,0 0,0 0,0 0,0-1,0 0,-1 0,1 0,-1 0,0-1,1 1,-1-1,0 0,0-1,-1 1,1-1,-1 1,0-1,0 0,2-3,51-104,-43 70,-10 72,-3-12,8 98,-7-113,0 0,1 0,-1 0,1 0,0 0,0 0,0-1,1 1,-1-1,1 0,0 1,0-1,0 0,0-1,1 1,-1-1,1 1,-1-1,1 0,0 0,0-1,0 1,0-1,0 0,0 0,1 0,34 2,-1-5</inkml:trace>
  <inkml:trace contextRef="#ctx0" brushRef="#br0" timeOffset="1583.809">3864 653,'-16'-11,"-10"-6,0-1</inkml:trace>
  <inkml:trace contextRef="#ctx0" brushRef="#br0" timeOffset="1843.658">2795 346,'22'-4,"31"-3,34 2,30-2,27 0,14 2,7 4,-26 2</inkml:trace>
  <inkml:trace contextRef="#ctx0" brushRef="#br0" timeOffset="2123.287">4572 1001,'0'-14,"0"0,-1 0,-1 0,0 1,-1-1,0 0,-1 1,-1 0,0 0,-1 0,0 1,-1-1,0 2,-1-1,-1 1,1 0,-2 1,0 0,0 0,0 1,-1 0,-1 1,1 1,-1-1,-1 2,1 0,-1 0,0 1,0 1,-1 0,1 1,-1 0,-4 1,9 3,0 0,0 0,0 1,0 0,1 1,-1-1,1 2,0-1,0 1,0 1,1-1,-1 1,1 1,0-1,0 1,1 0,0 1,0 0,0 0,1 0,0 0,0 1,1 0,0 0,1 0,0 1,0-1,0 1,1-1,0 1,1 0,0 0,1 0,0 0,0 0,0 0,1-1,1 1,0 0,0 0,1 0,-1-3,0 0,1 0,-1-1,1 1,1-1,-1 0,1 0,0 0,0 0,1 0,-1-1,1 0,0 0,0 0,0-1,1 0,-1 0,1 0,0 0,0-1,0 0,0 0,0-1,3 1,2-1,0 0,0 0,0-1,0-1,0 1,0-2,0 0,0 0,-1-1,1 0,-1-1,1 0,5-3,-5 1,-1 0,1 0,-1-1,-1-1,1 1,-1-1,0-1,-1 0,0 0,0-1,-1 0,-1 0,1 0,-2-1,1 0,-2 0,1-1,-1 1,-1-1,0 0,-1 0,0 0,-1 0,0 0,-1-1,-1-5,1 16,0 1,1 0,-1 0,0-1,0 1,0 0,0-1,0 1,-1 0,1-1,0 1,-1 0,1 0,0-1,-1 1,0 0,1 0,-1 0,0-1,1 1,-1 0,0 0,0 0,0 1,0-1,0 0,0 0,0 0,0 1,-1-1,1 0,0 1,0-1,0 1,-1 0,1-1,0 1,-1 0,1 0,0 0,-1 0,1 0,0 0,-1 0,1 0,0 0,0 1,-1-1,1 1,0-1,0 1,-1-1,1 1,0-1,0 1,-1 1,-1 5,-1 0,1 1,1-1,-1 1,1 0,1-1,-1 1,1 0,1 0,-1 0,1 0,1 0,0 0,0 0,0 0,1 0,0 0,1-1,-1 1,2-1,-1 1,1-1,0 0,0-1,1 1,0-1,4 4,6 4,1-1,0 0,1-2,0 0,1-1,0-1,1 0,0-1,0-2,0 0,1 0,6-1,74 19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8:28:42.40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282 414,'-3'16,"-2"17,-3 14,-5 12,-2 6,1 0,4-3,2-8,4-11,4-15,2-13</inkml:trace>
  <inkml:trace contextRef="#ctx0" brushRef="#br0" timeOffset="496.741">1 0,'78'4,"1"3,75 16,-103-14,0 1,-1 3,0 2,23 12,-60-22,1 1,-1 0,-1 1,0 1,0 0,0 1,-1 0,0 0,-1 1,0 1,0 0,-1 0,-1 1,0 0,-1 0,0 1,0 0,1 7,-2 5,-2-1,-1 0,-1 1,0-1,-2 1,-1 0,-1-1,-2 1,0-1,-1 0,-8 22,-11 71,29-56,-4-59,0 0,0-1,0 0,0 1,0-1,0 0,1 1,-1-1,0 0,1 0,-1 0,1 0,-1 0,1 0,-1-1,1 1,0 0,-1-1,1 1,0-1,-1 0,1 1,0-1,0 0,-1 0,1 0,0 0,0-1,-1 1,1 0,0-1,-1 1,2-1,11-5,1 0,-1-1,-1-1,1 0,-1 0,-1-2,1 1,-2-2,1 0,-1 0,-1-1,0 0,1-4,7-9,-1-1,-1 0,-1-2,-1 0,-2 0,-1-1,-1-1,-1 1,2-20,-7 17,-5 32,1 0,0 0,0 0,-1 0,1 0,0 1,0-1,-1 0,1 0,0 0,0 0,-1 0,1 0,0 0,-1 0,1 0,0 0,0 0,-1 0,1-1,0 1,0 0,-1 0,1 0,0 0,0 0,-1 0,1-1,0 1,0 0,0 0,-1 0,-4 19,0 1,1 1,0-1,2 1,1-1,0 1,2 0,0-1,1 1,1-1,3 8,-2-16,0-1,1 0,1-1,0 1,0-1,1 0,0 0,1-1,0 0,1-1,0 0,0 0,0 0,1-1,0-1,1 0,-1 0,1-1,0 0,0-1,1-1,0 1,-1-2,1 0,0 0,0-1,0 0,0-1,0-1,0 0,0 0,0-1,10-3,21-9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8:29:34.62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1189 690,'-30'65,"2"1,4 2,2 0,4 2,-10 69,-36 213,57-257,7-93,1-1,-1 1,0-1,1 1,-1-1,1 1,0-1,-1 0,1 1,0-1,0 0,0 1,0-1,0 0,0 0,0 0,0 0,1 0,-1 0,0 0,0 0,1-1,-1 1,1 0,-1-1,1 1,-1-1,1 0,-1 1,1-1,-1 0,1 0,-1 0,1 0,0 0,-1 0,63-15,-53 11,31-11,-1 1,2 2,0 1,0 3,1 2,0 1,0 3,0 1,0 2,0 2,37 8,-52-3,-21-4,0-1,0 0,1 0,-1-1,1 0,0-1,-1 0,1 0,0-1,0 0,0 0,-1-1,1 0,0-1,-1 0,1 0,-1-1,1 0,-1 0,0-1,7-4,-15 7,2 0,0 0,0 0,-1 0,1 0,0 0,-1-1,1 1,-1-1,0 1,1-1,-1 1,0-1,0 0,0 0,0 1,0-1,-1 0,1 0,0 0,-1 0,1 0,-1 0,0 0,0 0,-1 1,0 1,-1 0,1 0,0 0,-1 0,1 0,0 0,0 0,-1 1,1-1,0 0,-1 1,1-1,0 1,0-1,0 1,0 0,0-1,-1 1,1 0,0 0,1 0,-1 0,0 0,0 0,0 0,0 0,1 0,-1 0,1 0,-1 0,1 1,-1-1,0 1,0 0,0 1,0-1,0 0,0 0,1 1,-1-1,1 1,-1-1,1 1,0-1,0 1,0-1,0 1,1-1,-1 1,1-1,-1 0,1 1,0-1,0 0,0 1,0-1,0 0,1 0,-1 0,0 0,1 0,0 0,-1 0,1-1,0 1,4 2,-1-1,0 1,1-1,0 0,-1 0,1-1,0 0,0 0,1 0,-1-1,0 0,2 0,0 0,0-1,0 0,0-1,0 0,0 0,0-1,0 0,0 0,0 0,-1-1,1-1,-1 1,0-1,0 0,0-1,-1 1,0-1,1-1,-2 1,1-1,-1 0,0-1,0 1,0-1,-1 0,0 0,0 0,-1 0,0-1,-1 0,1 1,-1-1,-1 0,0 0,0 0,0 0,-1-1,-1-6,2 8,-2-1,1 1,-1 0,0 0,-1 0,0 0,0 0,0 0,-1 0,0 1,0-1,-1 1,0 0,0 0,0 0,-1 1,1-1,-1 1,-1 0,1 0,-1 1,0 0,0 0,0 0,-1 1,1 0,-1 0,1 0,-1 1,0 0,0 0,0 1,-1 0,1 0,0 1,0 0,-1 0,1 1,-4 0,0 2,-1 1,1-1,0 2,0 0,0 0,1 1,0 0,0 1,0 0,1 0,0 1,1 1,0-1,0 1,0 1,2-1,-1 1,1 0,0 1,1 0,0-1,1 2,0-1,1 0,0 1,1 0,0-1,1 1,1 0,-1 0,2 5,1-10,0 0,1 1,0-1,0-1,1 1,-1 0,2-1,-1 0,1 0,0 0,0 0,0-1,1 0,2 2,38 26</inkml:trace>
  <inkml:trace contextRef="#ctx0" brushRef="#br0" timeOffset="610.018">2486 1518,'1'-5,"0"0,0-1,-1 1,1 0,-1-1,0 1,0 0,-1-1,0 1,0 0,0-1,0 1,-1 0,0 0,0 0,0 0,-1 1,0-1,0 0,0 1,0 0,-1 0,1 0,-1 0,0 0,0 1,-1 0,1 0,-1 0,0 0,1 1,-1 0,0 0,0 0,-1 0,1 1,0 0,0 0,-1 0,1 1,0 0,-1 0,-4 2,1 1,-1 0,1 0,0 1,0 1,0-1,0 1,1 1,0-1,0 2,0-1,1 1,0 0,0 0,1 1,0 0,0 0,1 1,0-1,1 1,-4 9,6-16,1 1,0-1,0 1,0-1,0 1,0-1,0 1,0 0,1-1,0 1,-1 0,1 0,0-1,0 1,1 0,-1 0,1-1,-1 1,1 0,0-1,0 1,0-1,0 1,0-1,0 1,1-1,0 0,-1 0,1 1,0-1,0 0,0-1,0 1,1 1,8 0,0 0,-1 0,1-1,0 0,0-1,0 0,1-1,-1 0,0-1,0 0,0-1,0 0,0-1,-1 0,1 0,7-5,32-11,-1-3,-1-2,26-19,-69 40,-4 2,-1 0,1 1,-1-1,1 0,-1 1,1-1,0 1,-1-1,1 1,0-1,-1 1,1-1,0 1,0 0,-1-1,1 1,0 0,0 0,0 0,0-1,-1 1,1 0,0 0,0 0,0 0,0 0,0 1,-1-1,1 0,0 0,0 1,0-1,-1 0,1 1,0-1,0 0,-1 1,1-1,0 1,-1 0,1-1,-1 1,1-1,0 1,-1 0,0 0,1-1,-1 1,1 0,-1 0,0-1,1 1,-1 0,0 0,0 0,0-1,0 1,0 0,0 0,0 0,0 0,0 0,0-1,0 1,-1 178,-1-42,-6-1,-6 0,-6 0,-7 2,23-116,-1 0,-2 0,0-1,-1 0,-1 0,-1-1,-1 0,-12 17,22-35,0 0,0 0,-1 0,1 0,0 0,-1 0,1 0,-1 0,1-1,-1 1,0-1,0 1,1-1,-1 0,0 1,-1-1,1 0,0 0,0-1,0 1,0 0,-1-1,1 1,0-1,-1 0,1 0,0 0,-1 0,1 0,0 0,-1-1,1 1,0-1,0 0,-1 1,1-1,0 0,0 0,0 0,0-1,0 1,-1-4,-1-1,1 1,0-1,1 0,-1 0,1 0,0 0,1 0,0 0,0-1,0 1,0 0,1-3,0-36,2 1,2-1,2 0,1 1,3 0,2 1,12-32,12-35,5 2,5 1,4 3,4 2,25-28,-74 122,-1 1,0 0,1 0,0 1,0 0,0 0,1 0,0 0,0 1,4-3,-9 8,0 0,0-1,0 1,0 0,0-1,-1 1,1 0,0 0,0 0,0 0,0 0,0 0,0 0,0 1,0-1,0 0,0 0,0 1,-1-1,1 0,0 1,0-1,0 1,-1-1,1 1,0-1,0 1,-1 0,1-1,-1 1,1 0,0 0,-1-1,1 1,-1 0,0 0,1 0,-1 0,0 0,1 0,-1-1,0 1,0 0,0 0,0 1,43 197,-42-195,1 11,1-1,0 1,1-1,1 0,0 0,0-1,2 0,0 0,0 0,1 0,1-2,0 1,1-1,5 5,10-4,-2-7</inkml:trace>
  <inkml:trace contextRef="#ctx0" brushRef="#br0" timeOffset="862.872">2927 1171,'-2'13,"8"12,12 8,4-1</inkml:trace>
  <inkml:trace contextRef="#ctx0" brushRef="#br0" timeOffset="1321.037">3528 1639,'-2'-19,"-1"1,-1 1,-1-1,-1 1,0-1,-2 0,7 14,-1 0,0 0,0 0,0 1,0-1,-1 1,1 0,-1 0,0 0,0 0,0 0,0 0,0 1,-1 0,1-1,-1 1,0 1,1-1,-1 0,0 1,0 0,0 0,0 0,0 0,0 1,0 0,-1-1,1 1,-2 1,-3 2,0 1,1-1,-1 2,1-1,0 1,0 1,0 0,1 0,0 0,0 1,0 0,1 0,0 0,1 1,-1 0,1 0,1 1,0-1,0 1,1 0,0 0,0 0,0 6,2-9,-1-1,2 0,-1 0,1 0,0 0,0 1,0-1,1 0,-1 0,1 0,1 0,-1 0,1 0,0 0,0 0,0 0,1-1,-1 1,1-1,0 0,0 0,1 0,-1 0,1 0,0-1,0 0,0 0,1 0,-1 0,1-1,-1 1,1-1,0 0,0-1,0 1,0-1,0 0,23 3,0-1,-1-1,1-1,0-2,0-1,0-1,-1-1,1-1,-1-2,21-8,135-54,-161 61,-24 23,-27 50,29-64,-1 1,1 0,0 0,0-1,0 1,0 0,0-1,0 1,0 0,0-1,1 1,-1 0,0-1,1 1,0 0,-1-1,1 1,0-1,0 1,0-1,0 0,0 1,0-1,0 0,0 0,1 1,-1-1,0 0,1 0,-1-1,1 1,-1 0,1 0,0-1,-1 1,1-1,0 1,-1-1,1 0,0 0,10 1,1 0,0-1,0-1,-1 0,1-1,-1-1,1 0,-1 0,0-1,0-1,0 0,-1 0,1-1,-2-1,1 0,-1 0,0-1,0 0,-1-1,3-3,-8 9,0-1,0 0,-1 0,1-1,-1 1,0-1,0 0,0 0,-1 0,0 0,0 0,0 0,0-1,-1 1,0-1,0 1,0-1,-1 1,0-1,0 1,0-1,-1 1,0-1,0 1,0-1,-1 1,0 0,0-1,0 1,-1 0,1 0,-1 1,0-1,-1 0,1 1,-5-5,-1 0,1 1,-2 0,1 0,-1 1,0 0,-1 1,1 0,-1 1,0 0,-1 1,1 0,-1 1,0 0,0 1,0 0,0 1,0 0,0 1,0 0,-1 1,1 0,0 1,0 1,1 0,-1 0,1 1,-1 0,-7 5,14-5,0 0,1-1,0 2,-1-1,1 0,1 1,-1 0,1 0,0 0,0 0,0 0,0 1,1-1,0 1,1 0,-1-1,1 1,0 0,0 0,1 0,0 0,0 0,0 0,1 0,-1 0,1 0,1-1,-1 1,1 0,0-1,1 1,-1-1,1 1,0-1,0 0,1 0,2 2,4 3,0-1,0 0,1-1,0 0,1-1,0 0,0-1,0 0,1-1,0 0,0-1,11 2,38 8</inkml:trace>
  <inkml:trace contextRef="#ctx0" brushRef="#br0" timeOffset="1599.472">4277 1158,'-13'-26,"-15"-18,-8-8,-7 4,-4 9,0 14,3 18,7 22,7 19,9 18,8 13,6-4</inkml:trace>
  <inkml:trace contextRef="#ctx0" brushRef="#br0" timeOffset="1600.472">4144 1692,'11'14,"13"8,12 8,13 2,14-4,15-6,9-8,-9-8</inkml:trace>
  <inkml:trace contextRef="#ctx0" brushRef="#br0" timeOffset="3399.843">5200 1358,'5'-5,"1"1,-1 0,1 0,0 1,0 0,1 0,-1 0,1 1,-1 0,1 0,0 0,0 1,-1 0,1 1,0-1,0 1,0 1,0-1,0 1,0 0,0 1,-1 0,1 0,-1 0,1 1,-1 0,0 0,0 1,0-1,2 3,3 9,-1 1,-1 0,0 0,-1 1,-1 0,0 0,-2 1,0 0,-1 0,0 0,-2 1,0 9,1-11,1 9,-4-17,0-1,1 1,1-1,-1 1,1-1,1 0,-1 0,2 0,-1 0,1 0,0-1,0 1,1-1,0 0,-2-6,0 0,1 0,-1 0,0 0,0 0,1-1,-1 0,0 0,1 0,-1 0,0 0,0 0,1-1,-1 0,0 1,0-1,1 0,-1-1,0 1,0-1,-1 1,1-1,0 0,0 0,-1 0,1 0,-1-1,0 1,0-1,1 1,-2-1,1 0,0 0,0 0,16-19,-2-2,0 0,-1 0,-1-1,0-4,36-61,-50 90,0 0,0 0,0 1,0-1,0 0,0 0,0 0,0 1,0-1,0 0,0 0,0 0,0 1,0-1,0 0,1 0,-1 0,0 1,0-1,0 0,0 0,0 0,1 0,-1 0,0 1,0-1,0 0,0 0,1 0,-1 0,0 0,0 0,0 0,1 0,-1 0,0 0,0 0,1 0,-1 0,0 0,0 0,0 0,1 0,-1 0,0 0,-4 34,2-24,1-5,0 1,0 0,0-1,1 1,0-1,0 1,0 0,1-1,0 1,0 0,0-1,1 0,0 1,0-1,0 0,1 0,-1 0,1 0,0 0,1-1,-1 1,1-1,0 0,1 1,8 2,0 0,1-2,-1 1,1-2,0 1,1-2,-1 0,0-1,1 0,0-1,-1-1,1-1,10-1,-9 2,0 0,0-1,0-1,-1-1,1-1,-1 0,1 0,-1-2,-1 0,1 0,-1-2,0 0,-1 0,0-1,0-1,10-9,-21 16,1 1,-1-1,0 1,0-1,0 0,0 0,0 0,-1 0,1 0,-1-1,0 1,0 0,0-1,0 1,-1 0,1-1,-1 1,0-1,0 1,0-1,-1 1,1-1,-1 1,0 0,0-1,0 1,0 0,0-1,-1 1,1 0,-1 0,0 0,0 1,0-1,-1 0,1 1,0-1,-3 0,-1-1,0 0,0 1,-1-1,1 2,-1-1,0 1,0 0,0 0,0 1,0 0,-1 0,1 0,0 1,0 1,0-1,-1 1,1 0,-2 1,4-1,0 0,1 0,-1 1,0-1,1 1,-1 0,1 1,0-1,-1 1,1 0,0 0,1 0,-1 0,1 1,-1-1,1 1,0 0,0 0,1 0,-1 0,1 1,0-1,0 1,0-1,1 1,-1 0,1 0,2 3,-1-1,2 0,-1 0,1 0,0 0,0 0,1 0,0 0,0-1,0 1,1-1,0 0,1 0,-1-1,1 1,0-1,0 0,1 0,-1 0,1-1,0 0,1 0,-1-1,1 0,-1 0,1 0,0-1,29 13,0-2,1-2,0-1,1-2,0-2,0-1,0-2,1-2,35-3,54-19,-124 20,0 0,0 0,0-1,0 0,0 0,-1 0,1 0,-1-1,1 1,-1-1,0 0,0 0,0 0,0 0,0-1,-1 1,1-1,-1 1,0-1,0 0,-1 0,1 0,-1 0,0 0,0-1,0 1,0 0,-1-1,-2-8,-1 0,0 0,-1 1,0-1,-1 1,0 0,-1 1,0-1,-1 1,0 1,-1-1,0 1,-1 0,0 1,-1 0,1 0,-8-4,-62-30,76 42,1 0,-1 0,0 1,0 0,0-1,0 1,0 0,0 0,0 1,0-1,0 1,1-1,-1 1,0 0,0 0,0 0,1 1,-1-1,1 0,-1 1,1 0,0 0,-1-1,1 2,0-1,0 0,0 0,1 0,-1 1,-3 5,1-1,-1 1,2 0,-1 1,1-1,1 0,0 1,0 0,0-1,1 1,0 0,1 0,0 0,1 0,-1-1,2 1,-1 0,1 0,0-1,1 1,0-1,1 0,-1 0,2 0,-1 0,1-1,0 0,0 0,1 0,0 0,1-1,-1 0,8 5,0-4,0-1,1 0,-1-1,1 0,0-1,1-1,-1-1,1 0,-1-1,5 0,-4-1,0 1,0 1,0 1,0 0,-1 0,0 2,1 0,-2 1,15 7,-19-6,0 1,0 0,-1 0,-1 1,1 0,-1 0,-1 1,0 0,0 0,-1 1,0 0,-1 0,0 0,1 7,2 9,0 1,-2 1,-1-1,-1 1,-1 17,-1-13,-1 1,-2-1,-2 0,-1 0,-1 0,-2-1,-1 1,-1-2,-2 1,-1-1,-2-1,-1 0,-7 8,19-32,0 0,-1 0,1 0,-1 0,-1-1,1 0,-1 0,0 0,0-1,0 1,-1-1,1 0,-1-1,0 1,0-1,0-1,-1 1,1-1,-1 0,1 0,-1-1,0 0,0 0,1 0,-1-1,0 0,0-1,0 1,0-1,-1-1,-4-7,0 0,0-1,1 0,0-1,1 0,0-1,1 0,0-1,1 0,0 0,1 0,1-1,0 0,1-1,0 1,-1-12,-3-4,1 0,2 0,0-1,3 1,0-1,2 0,1 0,2 0,2-12,-1 23,1 1,1 0,0 0,2 1,0 0,1 0,0 0,2 1,0 1,1-1,1 2,0-1,1 2,0 0,8-6,3 2,0 0,1 2,1 1,0 1,1 1,1 1,0 2,8-2,234-48,-99 31,-169 29,-1 0,0 0,0 0,1 0,-1 0,0 0,1-1,-1 1,0 0,0-1,1 1,-1 0,0-1,0 0,0 1,0-1,0 0,0 1,0-1,0 0,0 0,0 0,0 0,0 0,0 0,-1 0,1 0,0 0,-1 0,1-1,-1 1,1 0,-1 0,0-1,0 1,1 0,-1 0,0-2,-7 0,-1-1,1 1,-1 0,0 1,0 0,0 0,0 0,0 1,0 1,-1-1,1 1,0 1,0-1,-3 2,3-1,-1-1,1 2,0 0,0 0,1 0,-1 1,0 0,1 0,-1 1,1 0,0 0,1 1,-1 0,1 0,0 0,0 1,0 0,1 0,0 1,0-1,1 1,-1 0,1 1,1-1,0 0,0 1,0 0,1 0,0 0,1 0,0 0,0 0,0 0,1 1,1 0,0-4,0 1,0-1,1 1,0-1,0 0,1 0,-1 0,1 0,0 0,0-1,1 1,0-1,-1 0,1 0,1 0,-1-1,0 1,1-1,0 0,0 0,0-1,0 1,0-1,0 0,1-1,-1 1,1-1,-1 0,1 0,-1-1,1 0,0 0,-1 0,1-1,0 1,-1-1,1-1,-1 1,0-1,2 0,9-6,-1 0,1-1,-1 0,-1-2,0 1,0-2,-1 0,-1 0,0-1,0-1,-2 0,1-1,-2 1,0-2,-1 0,6-15,-5 25,-8 28,-1-19,-1 16,1 0,1-1,1 1,0-1,1 1,2 0,-5-15,2-1,-1 1,0 0,1 0,0-1,0 1,0-1,0 0,0 1,1-1,-1 0,1 0,0-1,0 1,0 0,0-1,0 0,1 0,-1 0,1 0,0 0,-1-1,1 0,0 0,0 0,0 0,0 0,0-1,0 1,0-1,3-1,7-2,1 0,0-2,-1 0,0 0,0-2,-1 1,0-2,0 0,0 0,-1-1,0-1,-1 0,0-1,-1 0,0 0,-1-1,0 0,-1-1,3-6,17-32,-2-1,-3-1,-1-2,-4 0,-1-1,-4-1,-1 0,-2-8,18-111,-7-1,-6-55,-14 217,0 8,-1 0,1 0,-1 0,-1 0,1 0,-1 0,-1 0,1 0,-1 0,-1-2,-11 6,9 8,0 1,1-1,0 1,0 0,1 0,-1 1,1-1,1 1,-1 0,0 3,1-3,-16 55,2 0,4 2,2-1,3 1,3 0,3 1,2-1,3 0,3 0,7 22,-4-16,4-2,2 0,3 0,12 25,25 5,-54-95,0-1,1 1,-1-1,0 1,1-1,-1 0,1 0,0 0,-1 0,1 0,0-1,0 1,0-1,1 0,-1 0,0 0,0 0,1 0,-1-1,0 0,1 1,-1-1,0 0,1-1,-1 1,1-1,-1 1,0-1,0 0,0 0,2-1,9-8,0-1,-2 1,1-2,-1 0,-1 0,0-1,-1-1,0 0,-1 0,0-1,0-2,-8 14,72-128,-58 109,-15 23,0-1,0 0,0 0,0 1,0-1,0 0,0 1,0-1,0 0,0 1,0-1,0 0,0 1,0-1,1 0,-1 0,0 1,0-1,0 0,0 0,1 1,-1-1,0 0,0 0,1 0,-1 1,0-1,0 0,1 0,-1 0,0 0,0 0,1 1,-1-1,0 0,1 0,-1 0,0 0,1 0,-1 0,0 0,0 0,1 0,-1 0,0 0,1 0,-1 0,0 0,1-1,-1 1,0 0,0 0,1 0,-1 0,0 0,0-1,1 1,-1 0,0 0,-11 104,7-83,1 0,1 0,1 1,1-1,0 0,4 19,-3-36,-1 0,1-1,0 1,1 0,-1-1,0 1,1-1,0 0,0 1,0-1,0 0,1 0,-1 0,1-1,-1 1,1 0,0-1,0 0,0 0,1 0,-1 0,0 0,1-1,-1 1,1-1,-1 0,2 0,28 5</inkml:trace>
  <inkml:trace contextRef="#ctx0" brushRef="#br0" timeOffset="3661.143">8702 1371,'-13'-9,"-8"-3,-1-4,-3-2,0-2,3 2</inkml:trace>
  <inkml:trace contextRef="#ctx0" brushRef="#br0" timeOffset="3830.375">7687 956,'22'-6,"27"-6,26-2,29-3,21-1,15-1,3 2,-22 4</inkml:trace>
  <inkml:trace contextRef="#ctx0" brushRef="#br0" timeOffset="4037.336">8863 1452,'69'223,"-44"-146,-25-77,1-1,-1 0,0 0,0 1,1-1,-1 0,0 1,1-1,-1 0,1 1,-1-1,1 1,-1-1,1 1,-1-1,1 1,-1-1,1 1,0-1,-1 1,1 0,0-1,-1 1,1 0,0 0,0 0,-1-1,1 1,0 0,0 0,-1 0,1 0,0 0,0 0,-1 1,1-1,0 0,-1 0,1 0,0 1,0-1,-1 0,1 1,0-1,-1 0,1 1,-1-1,1 1,-1-1,1 1,-1 0,1-1,-1 1,1-1,-1 1,0 0,1-1,-1 1,0 0,1-1,-1 1,0 0,168-320,-63 175,-58 89</inkml:trace>
  <inkml:trace contextRef="#ctx0" brushRef="#br0" timeOffset="4342.076">9424 1558,'-1'8,"0"0,1 1,0-1,0 1,1-1,0 0,1 0,0 1,0-1,1 0,0-1,0 1,0 0,1-1,1 0,-1 0,1 0,0 0,1-1,-1 0,1 0,1 0,-1-1,1 0,0 0,2 0,0-1,0-1,0-1,0 0,0 0,1-1,-1 0,1 0,-1-1,1 0,-1-1,1 0,-1-1,0 0,0 0,1-1,-2 0,1-1,0 0,-1 0,1-1,-1 0,-1 0,1-1,-1 0,0 0,0-1,3-4,-3 5,-1-1,0 1,-1-1,1 0,-1 0,-1 0,1-1,-2 0,1 0,-1 0,0 0,0-1,-1 1,0-1,-1 1,0-1,0 0,-1 1,0-1,0 0,-1 0,0 1,-1-1,0 1,0-1,-1 1,0 0,-1 0,-3-7,2 9,0 1,0-1,-1 1,1 0,-1 0,-1 1,1-1,0 1,-1 1,0-1,0 1,0 1,0-1,-1 1,1 0,-1 1,1 0,-1 0,0 0,1 1,-1 1,1-1,-1 1,0 0,1 1,-1 0,1 0,0 0,0 1,0 0,0 1,0-1,1 1,-1 0,1 1,0 0,1 0,-1 0,1 1,0 0,0 0,-3 5,3-5,0 0,0 0,1 0,0 1,0 0,1 0,-1 0,1 0,1 0,0 1,0-1,0 1,1 0,0-1,0 1,1 0,0 0,1-1,-1 1,1 0,1 0,0-1,0 1,0-1,1 0,0 0,0 0,1 0,0 0,4 5,-1-5,1 0,0-1,0 0,0 0,1-1,0 0,0 0,0-1,0 0,1-1,0 0,0-1,0 1,0-2,0 0,0 0,0-1,0 0,0 0,7-2,37-6</inkml:trace>
  <inkml:trace contextRef="#ctx0" brushRef="#br0" timeOffset="4590.298">10052 1104,'-6'-14,"-10"-15,-9-13,-9-3,-5 4,-4 8,0 11,2 13,3 14,7 12,7 12,9 1</inkml:trace>
  <inkml:trace contextRef="#ctx0" brushRef="#br0" timeOffset="4842.166">9919 1705,'4'16,"7"10,8 2,9-3,14-6,14-6,10-8,9-8,-10-5</inkml:trace>
  <inkml:trace contextRef="#ctx0" brushRef="#br0" timeOffset="6345.886">11295 516,'-23'118,"4"2,6 0,4 13,3 110,11 1,17 78,-17-260,5 27,-4 1,-4-1,-3 1,-5-1,-13 65,16-136,0 0,-2 0,0-1,-1 1,0-1,-2 0,0-1,-1 0,0 0,-1-1,-1 0,-1-1,0 0,0-1,-2 0,1-1,-2-1,1 0,-2-1,1 0,-1-2,-4 2,-24 3,-1-3,-1-1,1-3,-1-1,-1-2,1-3,-36-4,-536-35,-1689-42,-575 13,2689 60,-1449-29,244 77,1185-39,-494 15,355 5,346-20,0 0,0 0,0-1,0 0,0 0,0 0,0-1,0 0,0 0,0 0,1-1,-1 0,0 0,1 0,-1-1,1 0,0 0,0 0,0-1,0 1,1-1,-1 0,1-1,0 1,0-1,1 0,-3-4,3-8,0 0,1-1,1 0,0 1,2-1,0 1,1-1,0 1,2-1,2-8,1-11,12-77,-5-1,-6 1,-4-2,-6 1,-8-47,-26-94,-16-24,10 66,-12-196,51 393,1 0,1 0,0-1,1 1,1 0,1 0,0-1,1 1,1 1,1-1,0 1,1-1,1 1,0 1,1 0,1 0,9-12,2 11,0 1,0 1,2 1,-1 0,2 2,0 1,0 0,1 2,-1 1,2 0,-1 2,12 0,129-19,0 8,1 7,0 7,51 10,-180-7,2760 103,-128-75,-1392-28,1551 9,-2693-15,-134 5,0 0,0 0,0 0,-1 0,1 0,0 0,0 0,0 0,0 0,-1 1,1-1,0 0,0 0,0 1,-1-1,1 1,0-1,0 1,-1-1,1 1,-1-1,1 1,0-1,-1 1,1 0,-1-1,1 1,-1 0,1 0,-1-1,0 1,1 0,-1 0,0 0,0-1,0 1,1 0,-1 0,0 0,0 0,0-1,0 1,-1 0,1 0,0 0,0 0,0 1,30 368,-20-206,-3-8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8:29:55.58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2888 1,'10'332,"-21"172,-22 0,-45 158,66-573,-25 180,11 2,9 231,18-480,0-14</inkml:trace>
  <inkml:trace contextRef="#ctx0" brushRef="#br0" timeOffset="667.731">4091 148,'10'328,"-28"36,-16-1,-46 178,9-68,21 15,42-386,4 0,5 0,5-1,4 1,7 16,-5-69,-1-19</inkml:trace>
  <inkml:trace contextRef="#ctx0" brushRef="#br0" timeOffset="1320.274">4184 1632,'25'-7,"0"1,0 1,0 1,1 2,0 0,-1 2,22 2,-13-2,763 20,718-37,-1056 7,0 2,218 34,-289 29,-355-50,-34-5,1-1,0 1,0 0,-1-1,1 1,0 0,0 0,-1-1,1 1,0 0,0-1,0 1,0-1,0 1,0 0,-1-1,1 1,0 0,0-1,0 1,0-1,0 1,0 0,0-1,1 1,-1 0,0-1,0 1,0 0,0-1,0 1,1-1,-1 1,0 0,0 0,0-1,1 1,-1 0,0-1,0 1,1 0,-1 0,0 0,1-1,-1 1,0 0,1 0,-1 0,0 0,1-1,-1 1,1 0,-1 0,0 0,1 0,-1 0,0 0,1 0,-1 0,1 0,-1 0,0 0,1 1,-1-1,0 0,1 0,-1 0,0 0,1 1,-13-15</inkml:trace>
  <inkml:trace contextRef="#ctx0" brushRef="#br0" timeOffset="2123.638">1 1351,'0'0,"0"0,0-1,0 1,1 0,-1-1,0 1,0 0,0 0,0-1,0 1,0 0,0 0,1-1,-1 1,0 0,0-1,0 1,0 0,0-1,0 1,-1 0,1-1,0 1,0 0,0 0,0-1,0 1,0 0,0 0,-1-1,1 1,0 0,0 0,0-1,-1 1,1 0,279-3,1342 30,-1139-16,-450-4,-31-7,-1 1,0-1,1 1,-1-1,0 0,1 1,-1-1,0 1,1-1,-1 1,0-1,0 1,0-1,1 1,-1-1,0 1,0-1,0 1,0 0,0-1,0 1,0-1,0 1,0-1,0 1,-1-1,1 1,0-1,0 1,0-1,-1 1,1-1,0 1,-1-1,1 1,0-1,-1 0,1 1,0-1,-1 1,1-1,-1 0,1 1,-1-1,1 0,-1 0,1 1,-1-1,0 0,-13 12,0-1</inkml:trace>
  <inkml:trace contextRef="#ctx0" brushRef="#br0" timeOffset="4914.022">3263 2621,'2'-47,"3"-1,2 1,2 0,2 0,-3 8,110-451,39-198,-132 550,-6-2,-2-95,-18 268,-1-1,-2 1,-1 0,-5 11,-55 50,-80 144,239-362,-90 121,1 0,0 1,0 0,0 0,0 0,1 1,-1-1,0 1,1 0,-1 1,0 0,1-1,-1 2,1-1,-1 1,1-1,-1 2,0-1,1 0,-1 1,0 0,0 0,0 1,-1 0,1-1,0 1,-1 1,4 2,19 8,-12-6,45 12,-58-22,-1 1,1-1,0 0,-1 0,1 0,-1 0,0 0,0 0,0 0,0 0,0 0,0-1,0 1,-1 0,1-1,-1 1,1 0,-1-1,0 1,0-1,0 1,-1 0,1-1,0 1,-1-2,1-3,-2-83,-4-1,-13-65,-1 88,20 68,-1 0,0 1,0-1,1 0,-1 1,0-1,1 0,-1 1,0-1,1 1,-1-1,0 1,1-1,-1 1,1 0,-1-1,1 1,0 0,-1-1,1 1,0 0,-1 0,1-1,0 1,0 0,0 0,-1 0,1-1,0 1,0 0,0 0,0 0,0-1,1 1,-1 0,0 0,0 0,1-1,-1 1,0 0,0 1,-8 44,-1-1,-3 0,-1-1,-9 15,-2 1,11-55,11-26,27-311,-25 313,-8 47,-8 48,-4 0,-4-2,-2 0,-4-1,18-49,12-24,-1 0,1 0,0 0,0-1,0 1,0 0,0 0,-1 0,1 0,0 0,0-1,0 1,-1 0,1 0,0 0,0 0,0 0,-1 0,1 0,0 0,0 0,0 0,-1 0,1-1,0 1,0 1,-1-1,1 0,0 0,0 0,0 0,-1 0,1 0,0 0,0 0,0 0,-1 0,1 0,0 0,0 1,0-1,-1 0,1 0,0 0,0 0,0 1,0-1,0 0,2-23,42-240,-41 256,-1 20,-1 21,-1-33,0 17,0 0,0-1,-2 1,0 0,-1-1,-1 0,-1 1,-6 14,24-75,102-221,-80 136,-32 117,-2 17,-3 21,-17 68,-4-2,-4 0,-4-2,-16 27,29-84,16-46,3 8,-1 1,1 0,0-1,1 1,-1 0,0-1,1 1,0 0,0 0,0 0,0 0,0 1,0-1,1 1,-1-1,1 1,0 0,0 0,0 0,0 0,0 0,0 1,0-1,1 1,-1 0,0 0,1 0,-1 1,1-1,-1 1,1 0,-1 0,1 0,-1 0,1 1,-1-1,1 1,0 0,59 31,-52-26,-1 1,1-2,1 1,-1-2,1 0,0 0,7 1,-18-5,0 0,1 1,-1-1,0 0,0 0,1 0,-1 0,0-1,0 1,1 0,-1 0,0-1,0 1,0-1,0 1,1-1,-1 1,0-1,0 0,0 0,0 1,0-1,0 0,-1 0,1 0,0 0,0 0,-1 0,1 0,0 0,-1 0,1-1,-1 1,1 0,-1 0,0 0,0-1,1 1,-1 0,0 0,0-1,0 1,0 0,-1-1,1 1,0-1,-14-66,11 60,-73-294,69 284,5 50,2-17,-3 29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8:30:13.18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816 1688,'-3'0,"0"-2,-1 1,0 0,0 0,0 0,0 0,0 1,0-1,0 1,0 0,0 0,0 1,0-1,0 1,0 0,0 0,0 0,0 1,0-1,1 1,-1 0,1 0,-1 0,1 0,0 1,0 0,0-1,0 1,0 0,0 0,1 1,0-1,-1 1,0 9,0 0,1 0,0 1,1-1,1 0,0 0,0 0,2 1,0-1,0 0,1 0,1 0,0-1,0 1,2-1,5 11,-3-6,2-1,-1 0,2 0,0-1,1 0,0-1,4 3,-10-11,-1-1,1 0,1 0,-1 0,1-1,0 0,0 0,0 0,0-1,1-1,-1 1,1-1,0 0,0-1,0 1,0-2,0 1,2-1,-1-3,1 0,0 0,-1-1,0 0,0-1,0 0,-1-1,0 1,0-2,0 1,0-1,-1 0,0-1,-1 1,0-1,0-1,-1 1,0-1,0 0,-1 0,3-8,8-16,-1 1,-2-2,-1 0,-2 0,-1-1,-1 0,-3 0,1-34,-4 54,-2 0,0 0,0-1,-1 1,-1 0,-1 0,0 0,-2-2,4 12,1 1,-1 0,0 0,-1 0,1 0,-1 0,1 0,-1 0,-1 1,1 0,0-1,-1 1,1 0,-1 1,0-1,0 1,0 0,0 0,-1 0,1 0,-1 1,1-1,-1 1,1 0,-1 1,1-1,-1 1,-3 0,-6 2,0 1,0 0,0 1,1 1,-1 0,1 1,1 0,-1 1,1 1,0-1,1 2,-11 9,-82 75,7 7</inkml:trace>
  <inkml:trace contextRef="#ctx0" brushRef="#br0" timeOffset="1330.436">0 2370,'42'18,"1"-2,1-3,0-1,1-2,0-2,1-2,0-2,-32-2,405 33,155-16,-443-17,716 23,-758-24,-87-2,0 0,-1 1,1-1,0 0,-1 0,1 0,-1 0,0 0,1-1,-1 1,0 0,0-1,0 1,0 0,0-1,0 1,0-1,0 0,0 1,-1-1,1 0,-1 0,1 1,-1-1,0 0,0 0,0 1,0-1,0 0,0 0,0 0,0 1,-1-1,1 0,-1 0,1 1,-1-1,0 0,0 0,-1-10,-11-158,8 0,7-1,13-57,43-350,7-107,-65 685,4-35,-1 1,-2-1,-2 0,-1 1,-1-1,-2 1,-2 0,-1 0,-1 1,-7-14,-26-15,42 47,22 16,-18-1,484 55,776 22,-940-61,-256-11,-43 1,-39 2,-20 0</inkml:trace>
  <inkml:trace contextRef="#ctx0" brushRef="#br0" timeOffset="2109.357">2554 712,'-9'14,"-107"162,88-138,-98 121,126-160,0 1,0 0,0 0,0 0,0-1,-1 1,1 0,0 0,0 0,0 0,0-1,-1 1,1 0,0 0,0 0,-1 0,1 0,0 0,0 0,0-1,-1 1,1 0,0 0,0 0,-1 0,1 0,0 0,0 0,-1 0,1 0,0 1,0-1,-1 0,1 0,0 0,0 0,-1 0,1 0,0 0,0 1,12-26,201-379,-186 354,-27 50,0-1,1 1,-1 0,0 0,1 0,-1 0,0 0,1 0,-1 0,0 0,1 0,-1 0,0 0,1 0,-1 0,0 0,1 0,-1 1,0-1,1 0,-1 0,0 0,0 0,1 1,-1-1,0 0,1 0,-1 0,0 1,0-1,0 0,1 1,-1-1,0 0,0 0,0 1,0-1,0 0,1 1,-1-1,0 0,0 1,0-1,0 0,0 1,0-1,0 0,0 1,0-1,0 0,0 1,0-1,-1 0,1 1,0-1,0 0,0 1,0-1,-1 0,1 1,0-1,0 0,0 0,-1 1,1-1,0 0,0 1,-1 11,0 16,1 0,2 0,0 0,2 0,4 12,5-8,1 0,1-1,2-1,1 0,2-1,0-2,2 0,1-1,1-1,2-1,0-1,21 13,-12 6,-49-35,-96-16,-404-67,433 70</inkml:trace>
  <inkml:trace contextRef="#ctx0" brushRef="#br0" timeOffset="3140.479">3703 1341,'17'-28,"1"1,1 1,1 0,2 2,0 1,17-14,-14 13,66-57,-91 80,1 1,-1 0,1 0,-1 0,1 0,-1-1,1 1,-1 0,1 0,-1 0,1 0,0 0,-1 0,1 0,-1 0,1 0,-1 1,1-1,-1 0,1 0,-1 0,1 1,-1-1,1 0,-1 0,0 1,1-1,-1 0,1 1,-1-1,0 1,1-1,-1 0,0 1,1-1,-1 1,0-1,0 1,0-1,1 1,-1-1,0 1,0-1,0 1,0-1,0 1,0-1,0 1,0-1,0 1,0 0,0-1,0 1,0-1,-1 1,1-1,0 1,0-1,-1 1,1-1,0 0,-1 1,-36 166,18-99,4-8,3 0,3 1,2 0,3 0,3 46,2-92</inkml:trace>
  <inkml:trace contextRef="#ctx0" brushRef="#br0" timeOffset="3417.739">3769 1729,'16'2,"17"3,16 1,16-1,15-1,-7-1</inkml:trace>
  <inkml:trace contextRef="#ctx0" brushRef="#br0" timeOffset="3418.739">4692 1862,'-2'-2,"-1"-1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8:30:33.85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2440 1,'10'40,"-1"1,-2 0,-2 0,-1 18,-2-38,29 1045,-29-710,31 673,-30-936</inkml:trace>
  <inkml:trace contextRef="#ctx0" brushRef="#br0" timeOffset="547.59">3750 1,'-10'167,"9"0,6 1,11 31,122 1048,-118-1072,52 623,-69-703</inkml:trace>
  <inkml:trace contextRef="#ctx0" brushRef="#br0" timeOffset="999.376">4097 1351,'18'2,"27"6,33 3,39 2,43 2,45-3,44-2,34-4,26-3,14-1,1-1,-16 1,-29 0,-41 3,-53 0,-57 1,-50 0</inkml:trace>
  <inkml:trace contextRef="#ctx0" brushRef="#br0" timeOffset="1655.099">7 1525,'-5'-5,"4"-1,8 0,17 1,24 0,32 0,34-2,34 2,32 0,25 4,21 5,17 3,10 1,3 1,-3-1,-44-1</inkml:trace>
  <inkml:trace contextRef="#ctx0" brushRef="#br0" timeOffset="2319.012">3241 722,'5'12,"1"12,0 16,-1 20,-2 17,-1 16,-5 13,-8 7,-5 4,-5 3,-1-3,3-6,5-10,4-13,7-15,6-15,2-15,1-15</inkml:trace>
  <inkml:trace contextRef="#ctx0" brushRef="#br0" timeOffset="2867.06">2974 1591,'157'396,"-150"-377,-4-10,0 0,0 0,1-1,0 0,1 0,-1 0,2 0,-1-1,1 1,3 2,-8-10,0 0,0 0,0 0,0 0,0 0,0-1,0 1,0 0,0 0,0-1,0 1,0-1,0 1,-1-1,1 1,0-1,0 1,0-1,-1 0,1 1,0-1,-1 0,1 0,-1 1,1-1,-1 0,1 0,-1 0,1 0,-1 0,0 0,1 0,-1 0,0 0,0 0,0 0,0 0,0 0,0 0,0 0,0 0,0 0,0 0,-1 0,1 1,-1-2,1-23,-2-1,0 1,-2 0,-1 0,0 1,-2-1,-1 1,-1 1,-1-1,-1 2,-1-1,-15-19,19 28,-2-1,1 1,-2 0,0 1,-1 1,0-1,-1 2,0 0,-1 0,0 2,0-1,-1 2,-13-6,8 8,20 6,0 0,0 1,1-1,-1 0,0 0,0 0,0 0,1 0,-1 1,0-1,0 0,0 0,0 0,0 1,1-1,-1 0,0 0,0 1,0-1,0 0,0 0,0 1,0-1,0 0,0 0,0 1,0-1,0 0,0 0,0 1,0-1,0 0,0 0,0 1,0-1,0 0,0 0,0 0,-1 1,1-1,0 0,0 0,0 1,0-1,0 0,-1 0,1 0,0 0,0 1,0-1,-1 0,14 6,1-1,-1 0,1-1,0-1,0 0,0-1,8 1,-10-2,317 18,-321-19,-6 0,0-1,1 1,-1 0,0 0,0 0,0 0,1 0,-1 0,0 0,0 1,0-1,0 1,1-1,-1 1,0 0,0 0,0 0,-1 0,1 0,0 1,0-1,0 0,-1 1,1-1,-1 1,1 0,-1 0,0-1,0 1,1 2,-21 71,-103 272,89-232,3-9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8:34:49.48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28 27,'-5'0,"-1"5,0 3,1 3,2 2,1 1,3-2,4-8,1-6,-1-6,0-5,-2-4,-2 0,0 0,-3 3,-3 8,-4 10,1 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8:34:49.7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 62,'5'11,"3"4,1-3,1-8,-2-9,-1-9,-3-3,-3-2,-5 0,-4 4,-3 3,-1 10,0 8,4 7,8 5,12-1,4-2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8:34:50.11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14 455,'69'-118,"-12"4,-47 105,-9 32,-1-21,0 72,-11 162,5-201</inkml:trace>
  <inkml:trace contextRef="#ctx0" brushRef="#br0" timeOffset="280.204">0 749,'2'0,"6"0,8-2,13-1,10-2,5 0,5 0,-2 1,-1 2,-8 1,-9 0</inkml:trace>
  <inkml:trace contextRef="#ctx0" brushRef="#br0" timeOffset="549.487">762 1,'-7'13,"-6"19,-6 22,-5 19,-4 19,-5 15,-3 11,-2 1,-2-4,3-8,7-12,7-17,9-21</inkml:trace>
  <inkml:trace contextRef="#ctx0" brushRef="#br0" timeOffset="830.268">776 535,'15'-13,"1"0,0 1,1 1,1 0,-1 1,2 2,-1-1,1 2,0 0,1 2,-1 0,15-1,-31 4,1 1,-1 0,1 0,0 0,-1 1,1-1,0 1,0 0,-1 0,1 0,0 0,-1 1,1 0,0 0,-1 0,1 0,-1 0,1 0,-1 1,1 0,-1 0,0 0,0 0,0 0,0 1,-1-1,1 1,0 0,-1 0,0 0,0 0,0 0,0 0,1 4,1 14,-1 1,-2 0,0 0,-1 0,-1 0,-1 0,-1 0,-3 7,-72 334,69-332,2-9</inkml:trace>
  <inkml:trace contextRef="#ctx0" brushRef="#br0" timeOffset="1113.532">923 803,'20'0,"25"-2,26-6,25-3,18-3,6 0,-7 1,-23 4</inkml:trace>
  <inkml:trace contextRef="#ctx0" brushRef="#br0" timeOffset="1602.275">148 509,'0'14,"-3"10,-2 10,-1-3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8:34:48.2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101 324,'0'-13,"2"-8,1-3,0-2,0 3,-2 3,0 8,-3 15,0 12,-1 11,1 10,0 6,1 2,0-1,1-1,0-6,0-12,0-8</inkml:trace>
  <inkml:trace contextRef="#ctx0" brushRef="#br0" timeOffset="440.83">8 150,'0'-2,"-2"-3,1 1,0-1,0 0,0 0,0 1,1-1,0 0,0 0,0 0,1 0,0 1,0-1,0 0,0 0,1 1,-1-1,1 1,0-1,1 1,-1 0,1 0,0 0,0 0,0 1,0-1,3-1,4 0,0 1,1 0,-1 1,1 0,-1 1,1 0,0 1,0 0,0 1,0 0,0 1,0 0,0 0,0 1,0 1,-1 0,1 0,7 5,-13-7,0 0,0 1,0 0,-1 0,1 1,-1-1,1 1,-1 0,0 0,0 0,0 1,0-1,-1 1,0 0,1 0,-2 0,1 1,0-1,-1 1,0-1,0 1,0 0,0 0,-1 0,0 0,0 0,0 0,-1 0,1 0,-1 0,-1 0,1 1,-1-1,1 0,-2 0,1 0,-1 1,-4 3,0-1,0 0,-1 0,0-1,-1 1,0-2,0 1,0-1,-1 0,0-1,0 0,0 0,-6 1,-9 7,25-13,-1 0,1 0,-1 0,1 0,0 0,-1 0,1 0,-1 0,1 0,-1 0,1 0,0 0,-1 1,1-1,-1 0,1 1,-1-1,1 0,-1 1,0-1,1 0,-1 1,1-1,-1 1,0-1,1 1,-1-1,0 1,1-1,-1 1,0-1,0 1,0-1,0 1,1-1,-1 1,0-1,0 1,0 0,0-1,0 1,0-1,0 1,0-1,-1 1,1 0,0-1,0 1,0-1,-1 1,1-1,0 1,0-1,-1 1,1-1,-1 1,1-1,0 0,-1 1,1-1,-1 1,1-1,-1 0,3 1,5 1,0 0,0 0,0 1,0 0,-1 0,1 1,-1 0,0 0,0 0,0 1,-1 0,0 0,0 0,0 0,0 1,-1 0,0 0,0 1,0-1,-1 1,0-1,-1 1,1 0,-1 0,-1 0,1 1,-1-1,0 0,-1 0,0 1,0 5,-2-5,-1 0,0 0,0 0,0 0,-1-1,0 1,-1-1,1 0,-1 0,-1-1,1 1,-1-1,-1-1,1 1,-1-1,1 0,-2 0,1-1,0 0,-1 0,0-1,0 0,0 0,0-1,0 0,0 0,-1-1,1 0,-4-1,11 0,0 1,0-1,0 0,0 0,0 0,0 0,0 0,0-1,0 1,0 0,0 0,1-1,-1 1,0 0,0-1,0 1,0-1,0 1,1-1,-1 1,0-1,0 0,1 1,-1-1,0 0,1 0,-1 1,1-1,-1 0,1 0,-1 0,1 0,0 0,-1 0,1 0,0 0,0 1,0-1,0 0,-1 0,2 0,-1 0,0 0,0-1,5-13</inkml:trace>
  <inkml:trace contextRef="#ctx0" brushRef="#br0" timeOffset="912.64">476 111,'10'-4,"0"1,0 0,1 0,-1 1,0 0,1 1,0 0,-1 1,1 0,0 1,-1 0,1 1,-1 0,0 0,1 1,-9-2,1 0,-1 0,0 0,0 0,0 1,0-1,0 1,0-1,-1 1,1 0,0-1,-1 1,1 0,-1 0,0 0,1 0,-1 0,0 1,0-1,-1 0,1 1,0-1,-1 0,1 1,-1-1,0 0,0 1,0-1,0 1,0-1,-1 1,1-1,-1 0,1 1,-1-1,0 1,-45 76,-31 9,76-87,1 1,-1-1,1 1,-1-1,1 0,0 1,0-1,0 1,0-1,0 1,0-1,0 1,1-1,-1 0,0 1,1-1,-1 1,1-1,-1 0,1 1,0-1,0 0,-1 0,1 0,0 0,0 1,0-1,0 0,0-1,1 1,-1 0,1 0,45 29,-41-27,15 8,61 40,-79-49,-1 0,0 0,0 0,0 0,-1 0,1 1,0-1,-1 1,1-1,-1 1,0-1,0 1,0 0,0 0,-1 0,1-1,-1 1,0 0,0 0,0 0,0 0,0 0,0 0,-1-1,1 1,-1 0,0 0,0 0,0-1,-1 2,-4 5,-1 0,0-1,0 0,-1 0,0-1,0 0,-1 0,0-1,0 0,0-1,-1 0,0 0,0-1,0 0,-9 1,16-4,2 0,-1 0,1-1,-1 1,0 0,1-1,-1 1,1-1,-1 0,0 0,1 1,-1-1,0 0,1 0,-1-1,0 1,1 0,-1 0,0-1,1 1,-1-1,1 0,-1 1,1-1,-1 0,0 0,-2-8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8:34:53.95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34 3,'-9'9,"-3"5,3 1,5-3,6-3,4-3,2-6,1-3,-1-5,-1-3,-2-2,-5 2,-4 2,-3 2,-6 4,0 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8:34:54.22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1 151,'9'2,"5"-4,3-8,-2-7,-3-5,-4-4,-6-1,-5 3,-6 6,-5 11,-2 13,3 10,2 7,8 5,9-2,4-3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8:34:55.6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43,'9'-5,"3"-5,-7-4,-5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8:34:55.23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3,'18'-2,"16"1,8 4,4 5,-2 8,-3 9,-6 8,-10 9,-9 8,-9 6,-10 6,-8 1,-3-1,0-1,3-8,3-7,3-8,2-9</inkml:trace>
  <inkml:trace contextRef="#ctx0" brushRef="#br0" timeOffset="166.553">54 418,'22'-9,"22"-8,21-5,16-4,9 3,4 5,-5 6,-18 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8:34:54.49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39 390,'9'-54,"2"1,2 0,2 1,3 0,6-7,-4 20,-12 57,-27 197,19-214,-2 50,-3 0,-2 0,-13 48,7-58</inkml:trace>
  <inkml:trace contextRef="#ctx0" brushRef="#br0" timeOffset="268.053">0 684,'14'-5,"13"-3,11-3,9-2,5 0,3-1,-2-1,-4 1,-7 2,-10 4</inkml:trace>
  <inkml:trace contextRef="#ctx0" brushRef="#br0" timeOffset="535.025">588 3,'5'-3,"1"12,-3 19,-6 21,-7 23,-7 17,-4 14,-7 7,1 4,1-4,6-12,6-16,10-19,6-20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8:34:53.1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82 191,'-74'331,"70"-306,1-54,6-47,3 1,16-68,-21 132,1 0,1 0,0 0,0 0,1 1,0-1,1 1,0 0,1 1,0-1,1 1,0 0,0 0,1 1,0 0,0 1,0-1,1 1,1 1,-1 0,1 0,0 1,0 1,1-1,-1 1,1 1,3-1,-10 4,-1 0,1 0,-1 0,1 0,-1 0,0 1,1-1,-1 1,0 0,1 0,-1 0,0 1,0-1,0 1,0 0,0 0,0 0,-1 0,1 0,0 0,-1 1,0-1,0 1,0 0,0 0,0 0,0 0,-1 0,1 0,-1 0,0 0,0 0,0 1,0-1,-1 1,1-1,-1 0,0 1,0-1,0 1,-1-1,1 2,-3 7,0 1,-1 0,0-1,-1 0,-1 0,1 0,-2-1,0 0,0 0,-1-1,0 1,-1-2,0 1,-1-1,0-1,0 0,-1 0,-9 5,17-11,2-2,1-1,0 1,-1 0,1 0,-1 0,1 0,-1 0,1 0,0 0,-1 0,1 0,-1 0,1 0,0 0,-1 0,1 0,-1 1,1-1,0 0,-1 0,1 0,0 1,-1-1,1 0,0 0,-1 1,1-1,0 0,-1 1,1-1,0 0,0 1,-1-1,1 0,0 1,0-1,0 1,0-1,0 0,0 1,-1-1,1 1,0-1,0 0,0 1,0-1,0 1,0-1,1 1,-1-1,0 0,0 1,0-1,0 1,0-1,1 0,-1 1,0-1,0 0,1 1,-1-1,0 0,22 2,-15-2,0 0,0 1,0 0,-1 0,1 0,0 1,-1 0,1 0,-1 1,0 0,0 0,0 0,2 3,-3-2,0 1,0 0,0 0,-1 0,0 1,0-1,0 1,-1 0,1 1,-2-1,1 0,-1 1,0-1,0 1,-1 0,0 0,0 0,0-1,-1 1,0 0,0 0,-1 0,0 0,0 0,-1-1,0 1,0 0,0-1,-1 0,0 1,0-1,-1 0,0 0,0-1,0 1,0-1,-1 0,0 0,0-1,-1 1,1-1,-1 0,0-1,0 1,0-1,-2 1,4-3,0 1,1-1,-1 1,0-1,0 0,0-1,0 1,0 0,0-1,0 0,0 0,0-1,0 1,-1-1,2 0,-1 0,0 0,0 0,0-1,0 1,1-1,-1 0,1 0,-1 0,1-1,0 1,0-1,0 0,0 0,1 0,-3-3,5-26,8 16</inkml:trace>
  <inkml:trace contextRef="#ctx0" brushRef="#br0" timeOffset="516.699">497 232,'11'-6,"1"0,-1 1,1 1,1 0,-1 0,1 1,-1 1,1 0,0 1,-1 1,1-1,2 2,-12-1,-1 0,1 0,-1 0,1 0,-1 1,1-1,-1 1,1 0,-1 0,0-1,1 1,-1 1,0-1,0 0,0 1,0-1,0 1,0-1,0 1,0 0,-1 0,1 0,-1 0,1 0,-1 0,0 0,0 1,0-1,0 0,0 1,0-1,-1 0,1 1,-1-1,0 1,0-1,1 1,-2-1,1 1,0-1,0 1,-1-1,0 1,1-1,-4 7,0-1,0 0,0 0,-1-1,-1 1,1-1,-1 0,0-1,-1 1,1-1,-1 0,-1-1,-3 2,-9 10,19-16,1-1,0 0,0 1,0-1,0 1,0-1,0 0,0 1,0-1,0 1,0-1,0 1,0-1,0 0,0 1,0-1,0 1,0-1,0 0,1 1,-1-1,0 0,0 1,0-1,1 0,-1 1,0-1,0 0,1 1,-1-1,0 0,1 0,-1 1,0-1,1 0,-1 0,1 0,-1 1,0-1,1 0,-1 0,1 0,-1 0,0 0,1 0,-1 0,1 0,-1 0,0 0,1 0,-1 0,1 0,-1 0,0-1,1 1,-1 0,1 0,-1 0,0-1,1 1,-1 0,0 0,1-1,-1 1,0 0,1-1,1 1,11 0,1 1,0 0,0 1,0 0,-1 1,1 1,9 4,-19-7,0 1,0 0,-1 0,1 0,-1 0,1 1,-1-1,0 1,0 0,0 0,0 0,-1 0,1 0,-1 1,0-1,0 1,0 0,0 0,-1-1,0 1,1 0,-1 0,-1 0,1 0,0 1,-1-1,0 0,0 2,-2 3,-1-1,1 1,-1 0,-1-1,0 0,0 0,0 0,-1-1,0 1,-1-1,0 0,0 0,0-1,-1 0,0 0,0-1,0 0,-1 0,0 0,0-1,0 0,0-1,-1 0,1 0,-1-1,0 0,0 0,0-1,0 0,0-1,0 0,-4-1,14 1,-1 0,1 0,0 0,0 0,-1-1,1 1,0 0,0 0,-1-1,1 1,-1-1,1 1,0 0,-1-1,1 1,-1-1,1 0,-1 1,1-1,-1 1,1-1,-1 0,0 1,1-1,-1 0,0 1,0-1,1 0,-1 0,0 1,0-1,0 0,0 0,0 1,0-1,0 0,0 0,0 1,0-1,-1 0,1 0,0 1,0-1,-1 0,1 1,0-1,-1 0,1 1,-1-1,1 1,-1-1,1 0,-1 1,1-1,-1 1,0 0,1-1,-1 1,0-1,1 1,-1 0,0 0,0-1,1 1,-1 0,0 0,1 0,-1 0,0 0,19-14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8:37:28.88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406 54,'1'-1,"0"0,-1-1,1 1,0 0,0 0,-1 0,1 0,0 0,0 0,0 0,0 0,0 0,1 1,-1-1,0 0,0 1,0-1,1 0,-1 1,0 0,1-1,-1 1,0 0,1 0,-1 0,0-1,1 1,-1 1,0-1,1 0,-1 0,1 0,-1 1,0-1,0 1,1-1,-1 1,0 0,0-1,0 1,1 0,-1 0,0 0,0-1,0 1,0 0,-1 1,1-1,0 0,0 0,-1 0,5 14,-2-1,0 1,-1 0,-1 0,0 0,-1 0,0 0,-1 0,-1 0,-1 0,0 0,-3 10,5-25,-44 227,44-225,1 1,0 0,0-1,0 1,0 0,0 0,1-1,-1 1,1 0,0-1,0 1,0-1,0 1,0-1,0 1,1-1,-1 0,1 0,0 0,0 0,-1 0,1 0,1 0,-1 0,0-1,0 1,1-1,-1 0,0 1,1-1,-1 0,1-1,0 1,-1 0,1-1,0 1,-1-1,1 0,0 0,0 0,-1 0,1 0,1-1,29-2,0-2,0-1,0-2,18-7,19-4,160-23,-201 42,-10 2</inkml:trace>
  <inkml:trace contextRef="#ctx0" brushRef="#br0" timeOffset="1797.665">607 1953,'-14'120,"3"-35,4 0,4 72,4-142,0 0,1 0,1-1,0 1,1-1,0 0,1 0,4 7,-6-16,0 1,0-1,0 0,1 0,0 0,0-1,0 1,0-1,1 0,0 0,-1 0,2-1,-1 1,0-1,1-1,-1 1,1-1,0 0,0 0,0-1,4 1,-2-1,0-1,0 0,0 0,0-1,1 0,-1 0,0-1,-1 0,1-1,0 0,-1 0,1 0,-1-1,0 0,0-1,0 1,5-6,4-4,-2 0,1 0,-2-1,0-1,-1-1,8-12,-1-5,-2-1,-1-1,-2-1,-1 0,-2-1,-2 0,-1-1,-2 1,-1-2,-2-28,-6 33,-7 32,-20 81,26-61,-13 59,3 1,4 0,3 1,4 55,6-27</inkml:trace>
  <inkml:trace contextRef="#ctx0" brushRef="#br0" timeOffset="4317.904">3668 2715,'354'26,"-52"-1,656-42,-328-4,1511 21,-564 26,-203-65,761 39,-875 0,-1196 0,-62-2,-1 0,0 0,1 0,-1 0,0 0,0 0,0 0,-1 0,1-1,0 1,-1 0,1 0,-1-1,0 1,0 0,0-1,0 1,0 0,-1-1,1 1,-1-1,1-6,-1-116,1-15,-6 0,-6 0,-12-37,-5 73,20 94,15 25,2-9,1 0,0 0,0-1,0 0,0 0,1-1,0-1,0 0,0 0,0-1,0 0,0-1,1 0,-11 0,50 5,-36-5,0 1,1 0,-1 1,0 0,0 1,-1 0,1 2,9 4,-20-8,0 0,-1 0,1 0,-1 0,0 1,1-1,-1 1,0-1,-1 1,1 0,0 0,-1-1,1 1,-1 0,0 0,0 1,0-1,-1 0,1 0,-1 0,1 1,-1-1,0 0,-1 0,1 1,0-1,-26 83,24-80,-8 14,1-1,2 1,-1 1,2 0,1-1,1 2,0-1,2 0,0 1,2 0,0-1,1 1,1-1,5 20,10 4,2-1,2-1,2 0,1-2,10 10,-33-50,0 1,0 0,-1-1,1 1,0 0,1-1,-1 1,0-1,0 0,1 1,-1-1,0 0,1 0,-1 0,1 0,0 0,-1 0,1 0,0 0,0-1,-1 1,1-1,0 1,0-1,0 0,0 0,0 0,-1 0,1 0,0 0,0 0,0-1,0 1,0-1,168-49,-81 40,1 4,83 6,-101 0,1662 42,104 10,429 44,-2142-92,569 0,-621-8,-1-3,43-11,-103 12,-27 0,13 6,-21-7</inkml:trace>
  <inkml:trace contextRef="#ctx0" brushRef="#br0" timeOffset="-1051.423">2546 816,'6'6,"11"0,1-1,-1-1,1 0,0-1,0-1,9 0,-5 0,454 49,-475-51,0 1,0-1,0 1,-1-1,1 1,0-1,0 0,0 1,0-1,0 0,0 0,0 0,0 0,1 1,-1-2,0 1,0 0,0 0,0 0,0 0,0-1,0 1,0 0,0-1,-1 1,1-1,0 1,0-1,0 0,0 1,0-1,-1 0,1 1,0-1,-1 0,1 0,0 0,-1 0,1 1,-1-1,0 0,1 0,-1 0,0 0,1 0,-1 0,0 0,0 0,0 0,0 0,0-1,0 1,0 0,0 0,-1 0,-37-185,27 10,11-122,2 161,1 59,14 99,-9-11,0 0,1 0,0 0,1-1,0-1,1 0,0 0,0-1,0 0,1-1,0 0,0-1,1 0,-1-1,1-1,0 0,0 0,8-1,-1 3,79 28,-95-32,-1 1,0 0,0 0,0 1,-1-1,1 1,0-1,-1 1,0 0,1 0,-1 0,0 0,-1 0,1 0,0 1,-1-1,0 1,0-1,0 1,0-1,-1 1,1 0,-1-1,0 1,0 0,0 2,-47 178,39-147,2 1,1 0,2 0,1 1,2-1,2 0,2 0,1 0,2 0,2 1,-9-36,0 1,0-1,1 1,0-1,-1 0,1 1,0-1,1 0,-1 0,1 0,-1 0,1 0,0 0,0 0,0 0,0-1,1 1,-1-1,1 1,-1-1,1 0,0 0,0-1,0 1,0 0,0-1,0 0,1 0,-1 0,0 0,1 0,-1 0,76-20,40 4,1 5,0 6,0 5,90 13,97 9,29-12,1189 54,-1341-50,925 57,283-52,396-5,-1276-16,1362-25,-631-31,-946 39,-291 18,299-17,207 18,-428 7,-54-16,-27-3</inkml:trace>
  <inkml:trace contextRef="#ctx0" brushRef="#br0" timeOffset="5286.426">15767 977,'11'8,"34"-1,0-1,0-3,0-1,4-3,7 1,770 10,826 53,-1426-57,2699 134,-2391-90,-517-48,-18-1</inkml:trace>
  <inkml:trace contextRef="#ctx0" brushRef="#br0" timeOffset="7098.138">85 4212,'-53'387,"37"-334,11-54,-1-52,3 6,2 1,1 0,3 0,2 0,2 0,2 1,2 0,2 0,5-10,-17 55,0-5,1 0,-1 0,1 1,0-1,0 1,1-1,0 1,-1 0,2 0,-1 0,0 1,1-1,-1 1,1 0,0 0,0 0,0 0,1 0,-1 1,1 0,0 0,-2 3,-1 1,1 0,-1-1,1 1,-1 0,0 0,0 1,0-1,0 0,0 1,0-1,-1 1,1-1,-1 1,1 0,-1 0,0 0,0 0,-1 0,1 0,-1 0,1 0,-1 0,0 0,0 2,2 8,-1 0,0 0,0 0,-2 0,1 0,-2 0,0-1,0 1,-1 0,-1-1,0 0,-1 0,0 0,-1 0,0-1,-1 0,0 0,-5 6,-64 60,131-80,-48 4,1 0,-1 1,1 0,-1 0,0 0,0 1,0 0,0 0,0 1,0 0,-1 0,0 0,0 1,0 0,-1 1,1-1,-1 1,0 0,-1 0,0 0,0 1,0-1,0 1,-1 0,0 0,-1 1,0-1,0 0,0 1,-1 3,1-4,0 0,-1 0,0 0,0-1,-1 1,1 0,-2 0,1 0,-1 0,0 0,0 0,-1-1,0 1,0-1,-1 1,1-1,-1 0,-1 1,1-2,-1 1,0 0,-1-1,1 0,-1 0,0 0,0 0,-1-1,1 0,-1 0,0 0,0-1,0 0,-6 2,5-3,0 0,-1 0,1-1,-1 0,1 0,-1-1,1 0,-1 0,1-1,0 1,-1-2,1 1,0-1,-5-2,22-2,6 4</inkml:trace>
  <inkml:trace contextRef="#ctx0" brushRef="#br0" timeOffset="7621.736">312 4372,'19'-10,"0"1,1 1,0 1,0 0,0 2,1 0,0 1,0 1,0 1,0 1,0 1,0 1,12 2,-29-3,1 0,-1 0,1 1,-1-1,1 1,-1 0,1 1,-1-1,0 1,0 0,0 0,0 0,0 0,0 1,0-1,-1 1,1 0,-1 0,0 0,0 1,0-1,0 1,-1 0,1 0,-1 0,0 0,0 0,-1 0,1 1,-1-1,1 3,-4 4,-1-1,0 0,-1-1,0 1,0-1,-1 1,0-1,-1-1,0 1,0-1,-1 0,0 0,0-1,-1 0,0 0,-5 2,-76 58,88-67,1 0,0 0,-1 1,1-1,0 0,-1 0,1 0,0 0,-1 0,1 0,0 0,0 1,-1-1,1 0,0 0,0 1,-1-1,1 0,0 0,0 1,-1-1,1 0,0 0,0 1,0-1,0 0,0 1,0-1,-1 0,1 1,0-1,0 0,0 1,0-1,0 0,0 1,0-1,0 0,0 1,0-1,1 0,-1 0,0 1,0-1,0 0,0 1,0-1,1 0,-1 1,0-1,0 0,0 0,1 1,-1-1,0 0,0 0,1 0,-1 1,0-1,0 0,1 0,-1 0,0 0,1 0,-1 1,29 2,-17-2,2 1,-1 2,1-1,-1 2,0-1,0 2,0 0,0 0,-1 2,-1-1,12 10,-18-14,-1 1,1 0,-1 0,0 1,0-1,0 1,0 0,-1 0,0 0,0 0,0 1,-1-1,0 1,0-1,0 1,-1 0,0 0,0 0,0 0,-1 0,0 0,0 0,0 0,-1 0,0 0,-1 4,-3 0,-1 1,0-1,-1-1,0 1,0-1,-1 0,0-1,-1 0,0 0,0-1,0 0,-1-1,0 0,-1 0,1-1,-1 0,0-1,0-1,-1 1,1-2,0 0,-4 0,-45 0,58-10,4-2</inkml:trace>
  <inkml:trace contextRef="#ctx0" brushRef="#br0" timeOffset="7959.416">1008 4413,'-38'168,"74"-303,-37 135,1 1,0-1,-1 0,1 0,-1 0,1 0,0 0,-1 1,1-1,-1 0,1 0,-1 0,1 0,0 0,-1 0,1-1,-1 1,1 0,0 0,-1 0,1 0,-1 0,1-1,0 1,-1 0,1 0,0-1,-1 1,1 0,0 0,-1-1,1 1,0 0,0-1,-1 1,1 0,0-1,0 1,0-1,-1 1,1 0,0-1,0 1,0-1,0 1,0 0,0-1,0 1,0-1,0 1,0-1,0 1,0 0,0-1,0 1,1-1,-1 1,0 0,0-1,0 1,1-1,-1 1,0 0,0-1,1 1,-9 17,1 4</inkml:trace>
  <inkml:trace contextRef="#ctx0" brushRef="#br0" timeOffset="8235.945">1008 4960,'-2'7,"-1"0,0-6,3-7,1-8,1-3,-3-4,-2 2,-4 4,-6 5,-1 4,-2 7,2 9,4 4,5 3,9-3,3-2</inkml:trace>
  <inkml:trace contextRef="#ctx0" brushRef="#br0" timeOffset="8560.7">1262 4720,'-1'-35,"1"1,2-1,1 1,2 0,1 0,1 0,3 1,0 0,2 0,1 1,2 1,2-1,-5 11,-12 21,0 1,0-1,0 0,0 0,0 1,0-1,0 0,0 0,0 1,0-1,0 0,0 0,0 0,0 1,0-1,1 0,-1 0,0 1,0-1,0 0,0 0,1 0,-1 0,0 1,0-1,0 0,1 0,-1 0,0 0,0 0,1 0,-1 0,0 1,0-1,1 0,-1 0,0 0,0 0,1 0,-1 0,0 0,0 0,1 0,-1 0,0-1,0 1,1 0,-1 0,0 0,0 0,0 0,1 0,-1 0,0-1,0 1,0 0,1 0,-1 0,0 0,0-1,0 1,0 0,0 0,1-1,-1 1,0 0,2 24,-2-22,-3 314,-10-55,12-232</inkml:trace>
  <inkml:trace contextRef="#ctx0" brushRef="#br0" timeOffset="8885.83">1610 4452,'4'-4,"1"0,0 0,0 1,0-1,0 1,0 0,0 1,1-1,0 1,-1 0,1 0,0 1,0 0,0 0,3 0,-3 0,-1-1,1 1,0-1,-1 1,1 0,0 1,0 0,-1 0,1 0,0 0,0 1,0 0,-1 0,1 1,-1-1,1 1,-1 0,0 1,1-1,-1 1,0 0,-1 1,1-1,0 1,-1 0,0 0,0 0,0 0,-1 1,1 0,-1 0,1 3,4 15,-2 1,-1 0,-1 0,-1 0,-1 0,-1 1,-1-1,-1 0,-2 1,0-1,-4 12,7-34,-32 294,32-282</inkml:trace>
  <inkml:trace contextRef="#ctx0" brushRef="#br0" timeOffset="9129.738">1596 4773,'2'-4,"10"-5,17-2,19-4,17-2,14 0,7 1,-11 2</inkml:trace>
  <inkml:trace contextRef="#ctx0" brushRef="#br0" timeOffset="10569.031">1703 4172,'-4'-2,"-7"5,-5 19,-8 29,-8 32,-7 34,-8 31,-3 20,-3 9,7-26</inkml:trace>
  <inkml:trace contextRef="#ctx0" brushRef="#br0" timeOffset="11717.022">3869 2768,'-131'-4,"2"-6,-44-13,-158-28,-2 14,-1 15,-240 18,387 23,146-10,22-1</inkml:trace>
  <inkml:trace contextRef="#ctx0" brushRef="#br0" timeOffset="13236.153">2426 4640,'8'4,"1"0,0-1,0 0,0 0,0-1,0-1,1 1,-1-1,1-1,-1 0,1 0,9 1,389 1,-408-2,2 1,1-1,-1 1,0-1,1 0,-1 0,0 0,1 0,-1 0,0-1,1 1,-1-1,0 0,1 1,-1-1,0 0,0 0,0 0,0-1,0 1,0 0,0-1,0 1,-1-1,1 0,-1 0,1 1,-1-1,0 0,1 0,-1 0,0-1,0 1,-1-7,0-1,0 1,-1 0,-1 0,1 0,-1 0,-1 0,0 1,-1-3,-6-21,-10-79,4-2,5 1,5-2,5 1,5-1,13-73,0-105,-14 151,-2 148,0-1,0 0,1 0,0 0,0 0,0 0,1 0,0-1,0 1,1-1,-1 0,1 0,0 0,0-1,1 1,0-1,-1 0,1 0,1 0,-1-1,0 0,1 0,0 0,2 0,29 11,-1-2,1-1,1-2,0-2,0-1,7-2,-35-3,210 18,146-8,82 4,-208 6,295 17,-132-27,862 42,-1164-44,-88-10,-26-6,-13-2</inkml:trace>
  <inkml:trace contextRef="#ctx0" brushRef="#br0" timeOffset="15778.635">3508 468,'-1'1,"0"-1,1 1,-1-1,0 1,1 0,-1-1,1 1,-1-1,0 1,1 0,0 0,-1-1,1 1,-1 0,1 0,0-1,-1 1,1 0,0 0,0 0,0 0,0 0,0-1,0 1,0 0,0 0,0 0,0 0,0-1,1 1,-1 0,0 0,0 0,1-1,-1 1,1 0,-1 0,1-1,-1 1,1 0,2 1,0-1,0 1,0-1,0 0,0 0,0 0,0 0,1-1,-1 1,0-1,0 0,1 0,-1 0,0 0,0-1,1 1,-1-1,0 0,0 0,0 0,0 0,0-1,0 1,0-1,-1 1,3-3,-4 4,-1-1,1 0,-1 1,0-1,1 1,-1-1,0 0,1 1,-1-1,0 0,0 1,1-1,-1 0,0 1,0-1,0 0,0 0,0 1,0-1,0 0,-1 1,1-1,0 0,0 1,0-1,-1 0,1 1,0-1,-1 0,1 1,0-1,-1 1,1-1,-1 1,1-1,-1 1,1-1,-1 1,0-1,1 1,-1 0,1-1,-1 1,0 0,1-1,-1 1,0 0,0 0,-34-8,31 8,1 0,0 1,0-1,-1 1,1 0,0 0,0 0,0 1,0-1,0 1,0-1,0 1,1 0,-1 0,1 0,-1 1,1-1,0 0,0 1,0 0,0-1,0 1,0 0,1 0,-1 0,1 0,0 0,0 0,0 1,1-1,-1 0,1 0,0 1,-1-1,1 0,1 1,-1-1,0 0,1 1,0-1,0 0,0 0,0 0,0 0,1 0,-1 0,1 0,0 0,0-1,0 2,5 0,0 0,0 0,0 0,0-1,0 0,1-1,-1 1,1-1,0-1,-1 0,1 0,0 0,0-1,0 0,0 0,-1-1,1 0,0-1,0 0,-1 0,1 0,0-2,-6 4,0 0,1-1,-1 1,0-1,0 0,0 1,0-1,0 0,0 0,0-1,-1 1,1 0,0 0,0-1,-1 1,1-1,-1 0,0 1,1-1,-1 0,0 0,0 0,0 0,0 0,0 0,-1 0,1 0,-1 0,1 0,-1 0,0-1,0 1,1 0,-2 0,1 0,0-1,0 1,-1 0,1 0,-1 0,0 0,1 0,-1 0,0 0,0 0,-1 0,1 0,0 1,0-1,-1 0,1 1,-2-2,-4 0,1-1,-1 2,0-1,0 1,0 0,0 0,0 1,0 0,0 0,-1 0,1 1,0 0,0 1,-1 0,1 0,0 0,0 1,0 0,0 1,0-1,-4 3,9-3,-1-1,1 0,0 1,0-1,-1 1,1 0,0 0,1 0,-1 0,0 0,0 0,1 0,-1 0,1 1,0-1,0 1,0-1,0 1,0-1,0 1,1-1,-1 1,1 0,0 0,0-1,0 1,0 0,0-1,0 1,1 0,0-1,-1 1,1 0,0-1,0 1,0-1,1 0,-1 1,0-1,1 0,0 0,-1 0,1 0,0 0,0 0,2 1,5 0,1 0,0-1,-1 0,1 0,0-1,0 0,1-1,-1 0,0-1,0 0,0 0,0-1,-1-1,1 1,0-2,-1 1,0-1,3-2,-10 5,0 1,-1-1,1 0,0 0,-1 1,1-1,-1 0,1 0,-1-1,1 1,-1 0,0 0,1-1,-1 1,0-1,0 1,0-1,0 0,0 1,-1-1,1 0,0 1,-1-1,1 0,-1 0,0 0,1 0,-1 1,0-1,0 0,0 0,-1 0,1 0,0 1,-1-1,1 0,-1 0,0 0,1 1,-1-1,0 0,-1 0,-5-3,-1 0,0 1,0 1,0-1,0 1,-1 0,0 1,1 0,-1 1,0-1,0 2,0-1,1 1,-10 1,-19 7,37-8,-1 0,0 0,1 1,-1-1,0 0,1 0,-1 1,1-1,-1 0,1 1,-1-1,1 0,-1 1,1-1,-1 1,1-1,-1 1,1-1,-1 1,1-1,0 1,0-1,-1 1,1-1,0 1,0 0,-1-1,1 1,0 0,0-1,0 1,0 0,0-1,0 1,0-1,0 1,0 0,0-1,1 1,-1 0,0-1,0 1,0-1,1 1,-1 0,0-1,1 1,-1-1,1 1,-1-1,1 1,-1-1,1 1,2 2,1 0,0 0,0 0,0 0,0-1,1 0,-1 1,1-2,-1 1,1 0,0-1,0 0,0 0,-1-1,1 1,0-1,0 0,0 0,0 0,0-1,0 0,-1 0,1 0,0-1,0 1,3-3,52-16,1 3,1 3,0 2,63-3,-71 8,0 3,1 1,-1 3,1 3,-1 1,0 4,0 1,-1 3,0 2,-1 3,-1 1,-1 3,0 2,19 14,-54-28,1 2,-1 0,-1 0,0 1,0 1,-1 0,-1 1,-1 1,0-1,0 2,-2 0,0 0,0 0,-2 1,0 0,-1 1,-1 0,0 0,-2 0,0 0,-1 0,0 1,-2-1,0 1,-1 0,-4 6,-1 0,-2-1,0 0,-1-1,-1 0,-1 0,-1-1,-2-1,0 0,-1 0,0-2,-2 0,-10 8,-22 20,-2-3,-2-2,-2-3,-29 15,-174 89,-7-12,-4-11,-103 23,231-89,-5 2,2 6,3 6,3 6,-15 18,123-72,1 2,0 2,2 0,0 2,2 0,-8 14,22-26,1 0,1 1,0 0,1 1,1 0,0 0,1 1,1 0,0 0,2 0,0 0,0 1,2-1,0 6,27 229,-18-111,-6-75,2 0,4 0,9 32,-10-73,1 0,0 0,2-1,1 0,1 0,1-1,1-1,1-1,1 0,1 0,1-2,0 0,10 7,-14-17,1 0,0 0,0-1,0-1,1-1,15 5,20 8,-79-40,22 14,0-1,0 1,1-1,0 0,1 0,-1 0,1-1,1 0,0 0,0 0,0-1,-5-16,-54-120,50 136,15 30,9-1,0-1,2 0,0-1,0 0,2-1,0-1,1-1,9 6,40 39,-56-51,0 1,0 1,-1 0,-1 0,1 1,-2 0,0 0,0 1,-1 0,0 0,-1 1,0-1,1 8,-6-17,1 0,-1 1,0-1,0 0,-1 1,1-1,-1 1,1-1,-1 0,0 0,0 1,-1-1,1 0,-1 0,1 0,-1-1,0 1,0 0,0 0,-1-1,1 0,0 1,-1-1,0 0,1 0,-1 0,0-1,0 1,0-1,0 1,-1-1,1 0,0 0,0 0,-4 0,-9 2,0-1,0 0,0-1,0-1,-1 0,-15-3,-85-20,117 22,0 1,0 0,0 0,0 0,1 0,-1 0,0-1,3 4</inkml:trace>
  <inkml:trace contextRef="#ctx0" brushRef="#br0" timeOffset="16028.973">2585 3971,'-7'-14,"-1"-1,-1 7,2 15,0 18,-2 13,2 12,-1 4,1-2,1-11</inkml:trace>
  <inkml:trace contextRef="#ctx0" brushRef="#br0" timeOffset="19663.896">6729 3651,'39'-19,"90"-4,134 32,-229-6,1-2,-1-2,0-1,14-3,202 1,286 4,-336 13,511-12,-413 12,533-13,-400 27,-311-19,115-2,-142-7,184 1,-39-27,-21 13,357 15,-410-15,47 1,498 13,-546-13,-22 5,136 2,-250-2,-20 3</inkml:trace>
  <inkml:trace contextRef="#ctx0" brushRef="#br0" timeOffset="21073.818">14496 2086,'-8'12,"-1"0,2 1,-1 0,2 0,0 1,0-1,2 1,-1 0,2 1,-2 9,5-25,1 1,-1-1,1 0,-1 1,1-1,-1 0,1 1,-1-1,1 1,0-1,-1 1,1-1,0 1,-1-1,1 1,0 0,0-1,-1 1,1 0,0 0,0 0,0-1,-1 1,1 0,0 0,0 0,0 0,0 0,-1 1,1-1,0 0,0 0,-1 0,1 1,0-1,0 0,-1 1,1-1,0 1,-1-1,1 1,0-1,-1 1,1-1,-1 1,1 0,-1-1,1 1,-1 0,1-1,-1 1,0 0,1 0,-1-1,0 1,0 0,1 0,-1 0,0-1,0 2,1-4,-1 1,1-1,-1 1,1-1,-1 1,0-1,1 0,-1 1,0-1,0 1,0-1,0 0,0 1,-1-1,1 0,0 1,-1-1,1 1,-1-1,0 1,1-1,-1 1,0-1,0 1,0 0,0 0,0-1,0 1,0 0,0 0,-1 0,1 0,0 0,-1 0,1 0,-1 1,1-1,-1 0,1 1,-1 0,1-1,-1 1,0 0,1-1,-1 1,0 0,1 0,-1 0,1 1,-1-1,0 0,1 1,-1-1,1 1,-1-1,1 1,-1 0,1-1,-1 1,1 0,0 0,-1 0,1 1,-1-1,0 0,0 0,0 0,0 0,1 1,-1-1,0 1,1-1,-1 1,1 0,0-1,0 1,0 0,-1 0,2 0,-1 0,0 0,0 0,1 0,-1 0,1 1,-1-1,1 0,0 0,0 0,0 0,0 1,0-1,1 0,-1 0,1 0,-1 0,1 0,0 0,0 0,0 0,0 0,0 0,0 0,0 0,1-1,-1 1,1 0,-1-1,1 1,0-1,0 0,0 1,-1-2,0 1,0-1,0 0,1 0,-1 1,0-1,0 0,0 0,0 0,0 0,0-1,1 1,-1 0,0 0,0-1,0 1,0 0,0-1,0 1,0-1,0 1,0-1,0 0,0 1,-1-1,1 0,0 0,0 0,-1 0,1 1,0-1,-1 0,1 0,-1 0,1 0,-1-1,1 1,-1 0,0 0,0 0,1 0,-1 0,0 0,0 0,0-1,0 1,-1 0,1 0,0 0,0 0,-1 0,1 0,0 0,-1 0,1 0,-1 0,1 0,-1 0,0 0,1 0,-1 0,0 0,0 1,0-1,0 0,-9-6,-1 0,0 1,0 0,0 1,0 0,-1 1,0 1,0-1,0 2,0 0,-1 0,1 1,0 1,-4 0,13 0,-31-3,0 2,-1 2,1 1,-32 6,52-5,0 0,0 0,0 2,1-1,-1 2,1 0,0 0,1 1,0 1,0 0,0 1,1 0,0 2,4-4,2 0,-1 0,1 1,0-1,1 1,0 0,0 1,1-1,0 1,0 0,1 0,0 0,0 0,1 0,1 0,-1 0,2 0,-1 0,1 0,2 6,0 1,0-1,1 0,1 0,1 0,0 0,1-1,1 0,0-1,1 1,0-1,7 6,33 29,2-1,3-3,1-3,2-2,45 23,-62-37,524 358,-343-228,-191-134,25 14,-1 3,-1 3,-3 1,-1 3,-3 2,21 28,-61-69,-1 0,0 1,0-1,0 1,-1 0,0 1,0-1,-1 1,0-1,0 1,0 0,-1 0,-1 0,0 0,0 1,0-1,-1 0,0 1,0-1,-1 0,-1 0,1 1,-1-1,0 0,-1-1,-2 6,-7-1,0-1,0 0,-1-1,-1-1,0 0,0-1,-1 0,0-1,0-1,-1 0,1-1,-1-1,0 0,-1-1,-12 0,-42 8,0-3,0-4,-1-2,-16-5,34-7,49 1,6 0</inkml:trace>
  <inkml:trace contextRef="#ctx0" brushRef="#br0" timeOffset="22013.308">14109 3623,'0'1005,"0"-999,0-4,-1-1,1 0,-1 0,1 1,-1-1,1 1,0-1,0 0,0 1,0-1,0 1,0-1,0 0,0 1,0-1,1 0,-1 1,0-1,1 0,0 1,-1-1,1 0,0 0,-1 1,1-1,0 0,0 0,0 0,0 0,0 0,0 0,0 0,0-1,1 1,-1 0,0-1,0 1,1-1,-1 1,0-1,1 1,-1-1,0 0,1 0,-1 0,1 0,-1 0,0 0,1 0,0 0,143-26,359 23,1487 85,-1640-61,-100-7,570 37,174 60,-642-46,-316-53,-38-8,-22-3</inkml:trace>
  <inkml:trace contextRef="#ctx0" brushRef="#br0" timeOffset="23713.771">15005 4091,'-51'2,"0"3,0 1,1 3,0 2,0 2,-12 7,53-17,2-2,0 1,0 0,1 1,-1-1,1 1,-1 0,1 1,0 0,0 0,1 0,-1 0,1 1,0 0,-1 1,6-5,-1 0,1 0,0 0,0 0,-1 0,1 0,0 0,0 0,0 0,0 0,0 0,0 0,0 0,0 0,0 0,1 0,-1 0,0 0,1-1,-1 1,1 0,-1 0,1 0,-1 0,1 0,-1-1,1 1,0 0,0 0,-1-1,1 1,0-1,0 1,0-1,-1 1,1-1,0 1,0-1,0 0,0 1,0-1,0 0,0 0,0 0,1 0,47 8,-48-8,287 22,-160 0,-126-22,-1 0,0 1,0-1,0 1,0-1,0 0,0 0,1 0,-1 0,0 0,0 0,0 0,0 0,0 0,1-1,-1 1,0 0,0-1,0 1,0-1,0 1,0-1,0 1,0-1,0 0,0 1,0-1,-1 0,1 0,0 0,0 0,-1 0,1 0,-1 0,1 0,-1 0,1 0,-1 0,1 0,-1 0,0 0,0 0,1-1,-1 1,0 0,0 0,0 0,-1 0,1-1,0 1,0 0,0 0,-1 0,1 0,-1 0,0-1,-78-215,59 170,20 48,0-1,0 0,0 0,0 1,0-1,0 0,0 0,-1 1,1-1,0 0,0 0,0 0,0 1,0-1,-1 0,1 0,0 0,0 1,0-1,0 0,-1 0,1 0,0 0,0 0,-1 0,1 0,0 1,0-1,-1 0,1 0,0 0,0 0,-1 0,1 0,0 0,0 0,-1 0,1 0,0 0,0 0,0 0,-1-1,1 1,0 0,0 0,-1 0,1 0,0 0,2 27,1-9,-2-13,0 0,1 1,-2-1,1 0,-1 0,0 1,0-1,0 0,0 0,-1 1,0-1,-1 0,0 4,0-8,0 0,1 0,-1 0,0 0,0 0,1-1,-1 1,0 0,0-1,0 1,0-1,0 0,0 0,0 0,0 0,0 0,0 0,0-1,0 1,0 0,0-1,0 0,0 1,1-1,-1 0,-19-3,-133 23,109-10,-107 23,137-16,39-6,8-7,0-1,0-2,0-1,0-1,31-7,-116 5,24 4,44 0,265 14,-251-14,110-8,-63 2,-73 6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17T08:35:18.70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7944 3971,'-3'-2,"0"0,1 0,-1 0,1-1,-2 2,2-1,-2 1,2-1,-2 1,1-1,-1 2,1-1,-1 0,1 0,-1 1,1-1,-1 1,1 0,0 0,-1 0,1 0,-2 1,2-1,-1 0,1 1,0 1,0-2,-1 2,1-1,0 0,0 1,-2 1,-12 7,-1 1,2 0,0 2,1 0,1 0,-1 2,2-1,0 2,9-11,3-5,0 1,0-1,1 1,-1 0,1 0,-1-1,0 1,1 0,-1 0,0-1,1 1,-1 0,1 0,0 0,-1 0,1 0,0 0,0-1,0 1,0 1,0-2,0 1,0 0,0 0,0 0,0 0,0 0,1 0,-1 0,0 0,1 0,-1-1,1 1,0 0,-1 0,1-1,0 1,-1 0,1 0,-1-1,1 1,0 0,0-1,0 1,0-1,0 0,0 1,0-1,0 1,0-1,1 1,58 20,-31-12,-2 2,0 0,0 1,19 13,-40-21,1 1,0 0,-1 0,0 0,0 1,1 0,-2 1,0-1,-1 0,1 1,-1 0,-1 0,1 0,-2 1,1-2,0 2,-2 0,1 4,-1-8,0 0,-1 1,1-1,-2 1,1-1,0 0,-1 1,0-1,-1 0,1 1,0-1,-1 0,0 0,0 0,0 0,-1-1,0 1,0 0,1-1,-2 1,1-1,-1 0,0 0,1-1,-2 1,2 0,-2-1,1 0,-1 0,1 0,-1 0,0-1,1 1,-3-1,-8 0,0 0,2-1,-2-1,0-1,1 1,0-1,0-2,-11-2,-15-3,36 8,14 1,-6 0,11 0</inkml:trace>
  <inkml:trace contextRef="#ctx0" brushRef="#br0" timeOffset="1">8168 3888,'-9'23,"5"-3,3 0,-1-1,2 0,1 1,0 0,2-1,1 1,0-1,1 0,2 0,3 6,19 74,-16 58,-11-143,-2-14,0 0,0 0,0 0,1 0,-1 0,0-1,0 1,0 0,0 0,0 0,1 0,-1 0,0 0,0 0,0 0,0 0,0 0,1 0,-1 0,0 0,0 0,0 0,0 0,1 0,-1 0,0 0,0 1,0-1,0 0,0 0,0 0,1 0,-1 0,0 0,0 0,0 0,0 0,0 1,0-1,0 0,0 0,1 0,-1-6</inkml:trace>
  <inkml:trace contextRef="#ctx0" brushRef="#br0" timeOffset="2">7979 4168,'4'-1,"5"-3,8 0,6-3,8 2,8 1,6 1,5 1,2 1,0 1,-4 0,-7 0,-8 0,-10 1</inkml:trace>
  <inkml:trace contextRef="#ctx0" brushRef="#br0" timeOffset="3">8557 4387,'-3'17,"2"-13,-1-1,0 1,1 0,1 1,-1-2,1 2,-1-1,1 0,0 0,0 0,1 1,0-2,-1 1,1 1,1-1,-1-1,1 1,-1 0,2 0,-1 0,0-1,1 1,-1-1,2 0,-2 0,2 0,-1 0,3 1,4-1,1-1,0 0,0-1,0 0,0 0,0-1,1 0,-1-1,0 0,0-1,1 1,-2-1,1-1,0 0,-1-1,0 0,9-5,-15 8,-1-1,1 1,-1-1,1 0,-1 1,1-2,-2 1,2 0,-2-1,1 1,-1-1,1 0,0 1,-1-1,0 0,0 0,-1 0,1 0,0-1,-1 1,0 0,-1-1,1 1,0-1,0 1,-1-1,0 0,0 1,0-1,-1 1,0 0,0 0,1-1,-1 1,0-1,-1 1,0 0,0-2,-3-2,1 1,-1-1,0 1,-1 0,0-1,0 1,0 1,-1 0,0 0,-1 0,1 1,-1-1,0 2,0 0,0-1,-1 1,1 0,-1 1,0 1,0-2,2 3,1-1,-1 0,0 0,1 1,-1 0,0 1,1 0,-1 0,0-1,1 2,0-1,-1 2,1-2,0 1,0 1,0 0,1 0,-1 1,1-1,0 0,-1 1,1 0,1 1,0-1,-1 1,1-1,0 2,1-2,1-1,-1 1,0 0,2-1,-1 1,0 0,0 0,1 0,0 0,0 0,0 0,0 0,1 1,0-2,0 2,0-1,1 0,0 0,0 0,0 0,0 0,0 0,1 0,0 0,0 0,2 1,13 12</inkml:trace>
  <inkml:trace contextRef="#ctx0" brushRef="#br0" timeOffset="4">8498 3898,'0'2,"4"1,5-1,6 0,6-1,6 0,7-1,4 0,2 0,0 0,-2 0,-5 0,-2 0,-6 0,-6-2,-7 0</inkml:trace>
  <inkml:trace contextRef="#ctx0" brushRef="#br0" timeOffset="5">8699 3711,'0'-2,"0"2,-2 4,-1 6,-2 9,1 8,-2 9,0 4,2 4,3 1,3-3,9-3,5-8,0-9</inkml:trace>
  <inkml:trace contextRef="#ctx0" brushRef="#br0" timeOffset="6">9253 4210,'-1'0,"0"0,3 0,5 0,5 0,7 0,7 0,5-1,5-1,4-2,1-1,-2 2,-6 0,-9 3,-10 5,-7 2</inkml:trace>
  <inkml:trace contextRef="#ctx0" brushRef="#br0" timeOffset="7">9253 4377,'14'0,"15"2,14 0,11 0,7 1,1-3,-5 0,-13-3</inkml:trace>
  <inkml:trace contextRef="#ctx0" brushRef="#br0" timeOffset="8">10468 3971,'-2'-1,"-1"-2,0 1,0 1,0-1,-1 0,1 1,0-1,0 2,-1-2,1 1,-1 1,1-1,-2 0,2 1,0 0,-1 0,1 0,-2 0,2 0,-1 1,0 0,-11 0,1 1,0 1,-1 1,1 0,1 1,-1-1,1 2,-1 0,2 1,-1-1,1 2,1 0,-1 1,-2 3,10-10,1 1,-1-1,1 0,0 1,1-1,-1 1,0 1,1-1,-1 0,1 0,1 0,-1 1,0-1,1 1,0-1,-1 1,1 0,1 0,-1-1,1 0,-1 1,1 0,1 0,-1 0,1 0,0-1,0 0,0 1,0 0,0-1,1 1,0-1,0 1,0-1,1 0,-1 0,1 0,-1-1,2 2,6 1,1 0,0-1,-1 0,1 0,2-1,-2 0,0-1,1 0,11 0,51 12,-67-12,0 0,-1 0,1 0,-1 1,0 0,0 1,0-1,-1 0,0 1,1 1,-1-1,0 0,-1 1,0-1,1 2,-1-1,0 0,-1 1,0-1,0 0,0 1,-2 0,1 0,0 0,0 0,-2 0,1 5,0-7,0 1,-1 0,0 0,0-1,-1 2,0-2,0 1,1-1,-2 1,0 0,0-1,0 1,0-1,-1 0,1 0,-2 0,2 0,-2 0,1 0,-1-1,0 1,0-1,-1 0,1 0,0-1,0 1,-2-1,2 1,-1-2,0 2,-1-2,-2 1,-2 0,0 0,0-1,-1 0,1-1,-1 0,1 0,0 0,-1-1,2-1,-2 0,1 0,1 0,-10-5,19 7,-1 0,0 0,0-1,0 0,1 1,-1-1,0 1,1 0,0-1,-1 0,0 1,1-1,-1 1,1-1,-1 0,1 0,0 1,-1-1,1 0,0 1,-1-1,1 1,0-1,0 0,0 0,0 0,0 1,0-1,0 0,0 0,0 1,1-1,-1 0,0 0,1 1,-1-1,1 0,-1 0,1 1,-1 0,1-1,-1 0,1 0,-1 1,0 0,1-1,0 1,0-1,0 0,-1 1,1-1,0 1,12-10</inkml:trace>
  <inkml:trace contextRef="#ctx0" brushRef="#br0" timeOffset="9">10657 3971,'0'0,"1"0,-1 0,1-1,-1 1,1 0,-1 0,1 0,-1 0,1 0,-1 0,1 0,-1 0,0 0,0 0,1 0,-1 0,1 0,-1 0,0 0,1 1,-1-1,1 0,-1 0,1 0,-1 1,1-1,-1 0,0 1,1-1,-1 0,0 0,0 0,0 1,0-1,1 0,-1 1,0-1,0 1,0-1,1 0,-1 0,0 1,0-1,0 1,0-1,0 1,0-1,0 1,0-1,0 0,0 0,0 1,0-1,0 1,0-1,-1 1,9 24,-3 1,0 1,-1 0,-2-1,-2 0,0 7,1 43,19 103,-19-176,-1-3</inkml:trace>
  <inkml:trace contextRef="#ctx0" brushRef="#br0" timeOffset="10">10504 4168,'-10'3,"-1"1,7 1,12-1,15-1,16-2,11-5,7-2,1-1,0-2,-6 3,-9 2,-8 1,-12 5,-8 2</inkml:trace>
  <inkml:trace contextRef="#ctx0" brushRef="#br0" timeOffset="11">10952 4304,'-8'40,"-4"50,12-86,0 0,1 0,-1 0,1-1,1 1,-2 0,2 0,0 0,0-1,-1 0,1 1,1-1,-1 1,1-1,-1 0,2 0,-1 0,0 0,0-1,1 0,0 1,6 2,0-1,0 0,0-1,0 0,1 0,-1-1,1-1,0 1,0-1,-1-1,2 0,-2 0,6-1,-11 1,-2-1,1 1,0-1,-1 1,2-1,-2-1,1 2,-1-2,0 1,1-1,-1 0,1 0,-2 0,2 0,-2 0,1 0,0-1,-1 0,1 1,-1-1,0 0,0 1,0-1,0 0,-1 0,1-1,-1 1,0 0,0 0,0-1,-1 1,1-1,1-3,-1 0,0 0,1 0,-2 0,0-1,0 2,0-2,-1 1,-1 0,1 0,-1 0,0 0,0 0,-2 1,1-1,-1 1,1-1,-1 1,-1 0,0 1,0-1,0 0,-1 2,0-2,0 2,-1-1,1 1,-1 0,1 0,-8-2,3 3,-2 1,2-1,-1 2,0 0,0 0,0 1,0 0,0 1,0 0,-1 1,2 0,-1 1,1 0,0 0,-3 3,9-5,2 1,-1-1,0 1,1 0,-1 0,1 0,-1 0,1 1,0 0,1 0,-2-1,2 1,-1 0,1 0,0 0,0 1,0-1,1 1,-1-1,0 1,1-1,0 0,1 1,-1 0,1 0,-1 0,1-1,0 1,1-1,-1 1,1 0,-1 0,1 0,4 6,0 0,0 1,0-1,1 0,1 0,7 6,3 6</inkml:trace>
  <inkml:trace contextRef="#ctx0" brushRef="#br0" timeOffset="12">10079 3618,'-14'10,"-1"2,1 0,0 1,2 0,0 1,1-1,1 2,-1-1,3 1,-1 1,1 0,2 0,-3 10,-4 20,1 1,4-1,2 1,1 15,1 1,3 0,4 0,2 0,9 31,-7-60,1 0,3-1,1 0,2-1,1 0,2-1,2 0,1-2,2 2,5 1,2-1,1-2,1 0,8 1,0 1</inkml:trace>
  <inkml:trace contextRef="#ctx0" brushRef="#br0" timeOffset="13">11530 4190,'3'0,"3"0,6 0,9-2,8 0,7-2,7 0,3 0,0 2,-4-1,-5 2,-7 1,-6 0,-8 0</inkml:trace>
  <inkml:trace contextRef="#ctx0" brushRef="#br0" timeOffset="14">11743 4023,'-2'0,"-1"4,1 4,-1 7,2 5,0 7,0 6,1 2,0 1,0 0,3-2,0-2,1-3,0-6,2-4,0-7,-1-6</inkml:trace>
  <inkml:trace contextRef="#ctx0" brushRef="#br0" timeOffset="15">12593 3909,'0'11,"0"8,1 7,2 4,0 2,-2 3,1 1,-3 1,-1-2,-3-2,1-3,-2-2,0-5,2-5,2-7,3-8,0-6</inkml:trace>
  <inkml:trace contextRef="#ctx0" brushRef="#br0" timeOffset="16">12309 3909,'-9'0,"22"0,3 0,359-11,-166 11,-197 0</inkml:trace>
  <inkml:trace contextRef="#ctx0" brushRef="#br0" timeOffset="17">12887 4127,'-104'209,"99"-199,2-6,0 0,2 1,-2 0,1-1,1 1,0-1,-1 1,1 0,0 0,1-1,0 2,0-2,1 5,1-7,1-1,-1 1,1-1,-1 1,1-1,0 0,-1 1,1-2,0 1,0 0,-1 0,2-1,-2 1,2-1,-2 0,2 0,-2 0,2 0,-1-1,0 1,0-1,-1 0,2 0,-2 1,2-2,-1 2,215-47,-191 45,-15 2</inkml:trace>
  <inkml:trace contextRef="#ctx0" brushRef="#br0" timeOffset="18">13112 4242,'-9'-3,"-1"0,-2 4,1 7,0 8,3 9,0 8,2 9,1 7,2 3,1 2,2-1,0-4,0-6,0-9</inkml:trace>
  <inkml:trace contextRef="#ctx0" brushRef="#br0" timeOffset="19">13843 4034,'0'-4,"0"2,0 1,0 5,0 8,0 6,0 8,-2 6,0 5,-1 3,0 0,1-1,-2-2,1-4,0-4,2-5,1-7</inkml:trace>
  <inkml:trace contextRef="#ctx0" brushRef="#br0" timeOffset="20">13630 4190,'-9'-7,"-2"-2,5 1,9 4,13 2,13 3,12 1,11 0,9-1,5 1,1-3,-6-1,-9 0,-19 2,-16 1</inkml:trace>
  <inkml:trace contextRef="#ctx0" brushRef="#br0" timeOffset="21">14504 3909,'2'4,"2"0,-1 0,-1 0,0-1,0 2,0-1,0 0,-1 1,0-1,0 0,0 1,-1 0,1-1,-1 1,2 6,6 76,-5 0,-3 4,0 13,5-43,3-53,-3-24,-2-29,-3 0,-2 0,-1 0,-10-29,-1-7,-6 2,-21-55,38 126,2 6,-1 1,1-1,1 0,-1 0,0 0,0 0,1 1,-1-2,1 2,-1-2,1 1,0 1,0-2,0 1,0 1,1-2,-1 1,1 0,-1 0,1 1,0-2,0 2,-1-1,1 0,1 0,-1 1,1-2,5 1,-1-1,0 0,1 2,0-2,0 2,0 0,0 0,0 1,0-1,0 1,3 0,10-1,323-14,-336 15,-4-1,-1 0,1 1,0 0,0 0,-1 0,2 0,-2 0,1 1,0-1,0 1,0 0,-1-1,1 1,-1 0,1 0,0 0,-1 1,0-1,0 1,1-1,-1 1,0-1,0 2,1 8</inkml:trace>
  <inkml:trace contextRef="#ctx0" brushRef="#br0" timeOffset="22">14527 3982,'16'8,"16"4,14-1,11-2,7-2,7-5,-3-2,-3-1,-8-3,-13 0</inkml:trace>
  <inkml:trace contextRef="#ctx0" brushRef="#br0" timeOffset="23">15459 3784,'-9'-3,"0"-1,0 1,-1 0,1 0,-1 1,1 1,-2-1,2 1,-1 1,0 0,1 0,-2 0,2 1,-2 0,2 1,-1 0,1 0,-1 1,1 0,0 1,1 0,-2 0,2 0,0 1,0 0,0 1,0-1,1 2,0-1,1 0,-1 2,3-3,0-2,0 2,2 0,-2 0,2 0,-1 0,1 0,0 1,0-1,0 0,2 1,-1-1,0 0,0 1,1 0,0-1,1 0,0 1,0 0,-1-1,2 0,0 1,0-1,0 0,1 0,-1 0,2 0,-2-1,2 1,2 3,12 8,0 0,1 0,1-2,1 0,0-1,18 8,-11-6,-1 1,-1 0,-2 2,3 3,-21-16,-1 0,-1 0,1 1,0-1,-2 0,1 2,0-1,-2 0,2 0,-1 2,-3-6,1 1,0 0,0-1,-1 0,0 1,1 0,-1 0,-1-1,1 1,0-1,-1 1,0 0,0-1,1 1,-1-1,0 1,-1-1,1 0,-1 0,1 1,-1-1,0 0,1 0,-1 0,-1 0,2 0,-2-1,-8 5,-1-2,1 1,-1-1,1 0,-1-1,0-1,-1 0,1 0,0-2,-1 1,0-1,1 0,-12-1,20 1,-26-2,-1 1,1-2,1-2,-1 0,-5-4,22 4,23 0,5 5</inkml:trace>
  <inkml:trace contextRef="#ctx0" brushRef="#br0" timeOffset="24">15719 3347,'24'53,"22"24,-2-4,-4 1,-3 1,3 20,-27-62,-2 1,-2 1,-1 1,-2-1,-2 0,-2 0,-1 1,-3 0,-1-1,-1 1,-3-1,-1 0,-7 16,1-19,-1-1,-2-1,-2-1,0 0,-3-1,0-1,-1-1,-3 0,0-2,-2 0,0-2,-2-1,-1-1,-1-2,-12 6,17-12,27-13,0 1,0 0,0 0,0-1,0 1,0 0,0 0,0 0,0 0,0 0,0 0,0-1,0 1,0 0,0 0,0-1,0 1,0 0,-1 0,1 0,0-1,0 1,0 0,-1 0,1 0,0 0,0 0,0 0,-1 0,18-13,4-3</inkml:trace>
  <inkml:trace contextRef="#ctx0" brushRef="#br0" timeOffset="25">16298 4013,'0'1,"0"0,0-1,0 0,0 1,0 0,0 0,1-1,-1 0,0 1,1 0,-1 0,1-1,-1 0,1 1,-1-1,1 1,0-1,-1 1,0-1,1 0,-1 0,1 1,0-1,0 0,0 1,-1-1,1 0,-1 1,1-1,0 0,0 0,-1 0,1 0,0 0,0 0,0 0,-1 0,0 0,1-1,0 1,0 0,0 0,-1-1,1 1,0-1,-1 1,0 0,1 0,0-1,-1 1,1-1,0 1,-1-1,1 1,-1 0,1-1,-1 0,0 1,0-1,0 1,1-1,-1 0,0 1,0-1,1 0,-1 0,0 0,0 1,-1-1,1 0,0 0,0 0,-1 0,1 0,0 0,0 1,0-1,-1 0,1 0,-1 1,0-1,1 0,-1 1,0-1,0 1,1-1,-1 1,1-1,-1 0,0 1,0 0,0 0,0-1,1 1,-2-1,1 1,0 0,0 0,0-1,0 1,1 0,-1 0,0 0,-1 0,1 0,0 1,1-1,-1 0,0 0,0 1,0-1,0 1,0-1,1 0,-1 0,0 1,0 0,0-1,0 1,0-1,1 1,-1 0,1-1,-1 1,0 0,0 0,1 0,-1 0,0 0,1 0,-1 0,1 1,0-1,0 0,0 0,-1 0,1 0,0 1,0-2,0 2,0-1,1 0,-1 0,0 0,0 0,0 1,1-1,-1 0,1 0,-1 0,1 0,0 0,0 0,0-1,-1 2,1-1,0-1,0 1,0 0,0 0,1-1,-2 0,1 1,1 0,-1 0,0-1,0 1,0-1,1 0,-1 0,1 0,0 1,0-1,0 1,-1-1,2 0,-1 1,-1-1,1 0,1-1,-2 1,1 0,1-1,-1 1,-1-1,1 1,0-1,-1 0,1 0,0 0,0 1,-1-1,1-1,0 2,0-2,-2 1,2 0,-1-1,1 2,-1-2,-1 1,2-3,2-33,-4 36,0 1,0-1,0 0,-1 0,1 1,0-1,-1 0,1 0,0 1,-1-1,0 0,1 0,-1 1,1-1,-1 1,1-1,-1 1,1-1,-1 0,0 1,0 0,0-1,0 1,1 0,-1-1,0 1,0-1,0 1,0 0,0 0,0 0,1 0,-1 0,0 0,0 0,0 0,0 0,0 0,1 0,-1 0,0 0,0 1,0-1,0 1,-5 7,8-4</inkml:trace>
  <inkml:trace contextRef="#ctx0" brushRef="#br0" timeOffset="26">17087 3763,'-14'204,"-62"99,70-275,6-29</inkml:trace>
  <inkml:trace contextRef="#ctx0" brushRef="#br0" timeOffset="27">16817 3691,'5'-2,"10"0,6-3,10 2,13-1,10 1,10 1,8-1,5 1,0 0,-4-2,-7 1,-11 0,-12 0,-14 0,-14 0,-9 3,-6 0</inkml:trace>
  <inkml:trace contextRef="#ctx0" brushRef="#br0" timeOffset="28">17289 4262,'137'-150,"-112"129,-24 20,-1 1,1 0,-1 0,1-1,-1 1,0 0,1 0,-1 0,1 0,0 0,-1 0,1 0,0 0,-1 0,1 0,-1 0,0 0,1 0,-1 1,1-1,-1 0,1 0,0 1,-1-1,1 0,-1 1,1-1,-1 0,0 0,0 0,0 1,1-1,-1 1,0-1,1 1,-1-1,0 0,1 1,-1-1,0 1,0-1,0 1,0-1,1 0,-1 1,0 0,0-1,0 1,0-1,0 0,-1 1,1-1,0 1,0 0,0-1,0 0,-1 0,1 1,0-1,-1 1,0 23,-2-2,0 2,-3-1,-4 15,4-16,-7 31,-3 0,-3 0,-24 42,43-94,0-1,0 1,0 0,0-1,0 1,1-1,-1 1,0 0,0 0,0-1,1 0,-1 1,1 0,-1 0,0-1,1 0,-1 1,1 0,-1-1,0 1,1 0,-1-1,1 0,0 0,0 1,-1-1,1 1,0-1,-1 0,0 1,1-1,0 0,0 0,0 0,0 0,0 0,-1 0,1 0,-1 0,1 0,0 0,0 0,0 0,0 0,-1 0,1 0,-1-1,1 1,0 0,-1-1,1 1,0-1,0 1,-1 0,1 0,7-1,254-12,-244 12</inkml:trace>
  <inkml:trace contextRef="#ctx0" brushRef="#br0" timeOffset="29">16698 3347,'912'-20,"-712"10,-200 10,0 0,0 0,-1 0,1-1,0 1,0 0,0 0,0-1,0 1,0 0,0-1,0 1,0 0,0 0,0 0,0 0,0-1,0 1,0 0,0-1,0 1,0 0,0-1,0 1,0 0,0 0,0 0,0 0,0-1,0 1,0 0,0 0,0-1,0 1,0 0,1 0,-1-1,0 1,0 0,1 0,-1 0,0 0,1 0,-1 0,0 0,-9-5</inkml:trace>
  <inkml:trace contextRef="#ctx0" brushRef="#br0" timeOffset="30">7802 5709,'-14'-2,"-1"1,2 1,-2 0,0 1,1-1,0 3,0-1,0 0,-1 2,-9 3,18-5,-1 1,1 0,-1 0,1 0,0 0,1 1,-1 0,1 0,0 0,-1 1,2 0,0-1,-1 2,1-1,1 0,-1 1,1-1,0 1,1 0,-1-1,1 1,0 4,1-5,1 0,0 0,0-1,0 1,1 0,0-1,-1 1,1-1,1 1,0-1,-1 1,2-1,0 0,-1 0,1 1,-1-1,2-1,-1 1,1-1,-1 1,2-1,-2 0,1 0,1-1,-1 1,0 0,1-1,4 2,47 23,58 33,-108-56,0 0,0 1,-1 0,-1 0,1 0,0 0,-1 1,-1 0,1 0,-1-1,1 1,-2 1,1-1,-1 0,-1 1,1 1,0-2,-1-1,0 1,0 0,-1-1,0 1,0-1,0 1,-1 0,1-1,-1 0,-1 2,0-2,1 0,-2 1,1-1,-1-1,0 2,0-2,-1 1,1-1,-2 1,1 0,0-2,-1 2,1-2,-1 1,-4 2,4-4,1 1,-1-1,0 0,0 0,0 0,0-1,0 1,-1-1,0-1,1 1,0 0,-1-1,1 0,0 0,-1 0,0-1,1 0,-1 1,1-2,0 1,0-1,-1 1,2-2,-1 1,0 0,0-1,1 0,0 0,-1 0,-2-3,1-1</inkml:trace>
  <inkml:trace contextRef="#ctx0" brushRef="#br0" timeOffset="31">8027 5803,'5'-17,"-2"19,-1 31,-6 35,-4-1,-9 28,-10 102,26-192,0-1,1 0,-1-1,1 2,0-1,1 0,-1-1,1 2,0-1,1 0,-2-1,2 1,0 0,0 0,-1 0,2-1,-1 0,0 0,2 1,-2-1,1 0,0 0,1 0,-1-1,1 1,-1-1,1 1,0-1,8 2,0 0,-1-1,2-1,-1 0,0 0,1-1,0 0,-1-1,1 0,-1-1,1 0,-1-1,0 0,0 0,10-5,37-23,-48 19</inkml:trace>
  <inkml:trace contextRef="#ctx0" brushRef="#br0" timeOffset="32">7920 5969,'10'-6,"10"0,8-1,11 1,8 1,6 0,4-1,1 2,-2-1,-5 0,-7 2,-13 1</inkml:trace>
  <inkml:trace contextRef="#ctx0" brushRef="#br0" timeOffset="33">8369 6427,'18'-21,"70"-118,-88 138,2-1,-1-1,1 0,0 1,0 0,-1-1,1 2,1-1,-2-1,2 2,0-1,-1 1,1-1,-1 1,1-1,0 1,0 0,0-1,1 2,-2 0,-1 0,-1 1,1 0,0 0,0-1,0 2,0-1,0-1,-1 1,1 0,0 0,0 0,-1 1,1-1,-1-1,1 2,-1-1,1 0,-1 0,0 0,0 0,0 1,0-1,0 0,0 0,0 0,0 1,0 0,2 73,-4 2,-3-2,-5 8,-8 34,18-117,1 2,-1-1,0 0,0 0,0 1,0-2,0 1,-1 1,1-2,0 2,-1-1,1-1,-1 2,1-1,-1-1,0 2,0-1,1-1,0 1,-1 0,0 0,0 0,0-1,0 1,0 0,0 0,0-1,0 1,0-1,-1 1,1-1,1 1,-2-1,1 0,0 0,-1 0,2 1,-2-1,1 0,-1 0,1 0,0 0,0-1,0 1,-1 0,1 0,0 0,-1-1,-13-8,26 1,123-2,-68 3,0-4,34-10,-74 14</inkml:trace>
  <inkml:trace contextRef="#ctx0" brushRef="#br0" timeOffset="34">8592 5750,'11'2,"8"1,8-3,6 0,5-3,4 0,-2 0,-3 0,-7 1,-6 1,-7 0</inkml:trace>
  <inkml:trace contextRef="#ctx0" brushRef="#br0" timeOffset="35">8805 5522,'-3'12,"1"10,0 8,0 5,1 5,0 3,0-1,1 2,0-1,0-3,0-10</inkml:trace>
  <inkml:trace contextRef="#ctx0" brushRef="#br0" timeOffset="36">8982 6198,'12'0,"12"0,10-2,8-1,5 2,2-3,-2 0,-4 1,-10 3,-11 3,-9 0</inkml:trace>
  <inkml:trace contextRef="#ctx0" brushRef="#br0" timeOffset="37">9064 6302,'17'5,"12"2,12 0,9-2,6-3,1-3,-9-2</inkml:trace>
  <inkml:trace contextRef="#ctx0" brushRef="#br0" timeOffset="38">10269 5573,'-16'6,"1"1,0-1,1 1,-1 2,2-1,0 1,0 0,0 1,2 1,0 0,0 0,1 0,1 2,-5 6,-11 18,2 0,3 1,1 2,2 0,2 0,2 1,2 1,3 0,1 0,2 0,2 0,4 32,-1-46,2 0,1 0,1 0,2 0,2-1,1 1,0-2,3 1,1-1,0 0,2-2,2 0,1 0,0-1,2 0,0-2,3 0,-1-2,21 13,53 12,-58-35</inkml:trace>
  <inkml:trace contextRef="#ctx0" brushRef="#br0" timeOffset="39">10599 5854,'-27'0,"0"3,1-1,0 2,0 0,0 3,1-1,-22 9,39-12,1 0,-1 1,1 0,1-1,-1 2,0-1,1 2,0-2,0 2,0-1,0 1,2 0,1-3,3-1,-2 0,0 0,0 1,2 0,-1 0,0-1,0 1,0-1,0 1,1 0,-1 0,1 0,0-1,0 1,1 0,-1-1,1 2,-1-1,1-1,1 1,-1-1,-1 0,2 2,-1-2,1 0,-1 0,1 1,0-1,0 0,0 1,3 0,8 7,1 0,1-1,0 0,1 0,0-2,8 3,8 5,-20-10,18 9,-1 0,1 2,-3 0,0 1,0 2,9 9,-32-25,0 0,0 0,-1 1,0-1,0 0,0 0,0 1,0 0,-1 0,1 0,-1-1,-1 2,1-1,0 0,-1 0,-1 1,1-1,0 0,-1 1,1-1,-1 1,-1-1,1 0,-1 1,0-1,0 0,0 1,-1-1,0 0,1 0,-2 0,1 0,0-1,-2 1,2 0,-2-1,2 1,-3 0,-7 2,1-1,-1 0,1-1,-1 1,-1-2,1 0,-1-1,1 1,-1-2,0 0,0 0,0-1,0 0,-3-2,11 2,-1 0,0 0,1 0,-1-1,0 1,0-2,1 0,0 1,-1-1,1 1,0-1,0-1,0 0,0 1,1-1,-1 0,1 0,0-1,-1 1,2-1,-1 0,-2-3,6 4,0 0,1 0,0 0,0 0,0-1,1 1,-2 0,2 0,0 1,0-1,-1 1,2-1,-1 0,0 1,1 0,-1 0,1-1,0 1,-1 0,1 0,0 1,1-1,-2 1,2-1,-1 1,1 0,-1 0,2 0,4-3,17-8</inkml:trace>
  <inkml:trace contextRef="#ctx0" brushRef="#br0" timeOffset="40">10858 5844,'-10'164,"2"-120,1 1,2 0,2 0,3 0,2 0,2 3,23 84,-26-128,0-1,-1 0,2 0,-1 0,1 0,0 0,-1 0,2 0,-1 0,0 0,1-1,-2 0,3 1,-1 0,-1-2,1 1,0 1,1-2,-2 1,2-1,-1 1,1-1,-1 0,1 1,0-2,-1 1,1 0,0-1,-1 1,4-1,3 0,1 1,0-1,0 0,-1-1,1 1,0-2,-1 0,0-1,1 0,-1 0,1 0,-2 0,1-2,-1 0,1 0,-2 0,2-1,-3 0,9-7,-3-2</inkml:trace>
  <inkml:trace contextRef="#ctx0" brushRef="#br0" timeOffset="41">10682 6125,'13'1,"14"2,16 0,12-2,11-1,9-4,0-2,-3-1,-10-1,-16 0,-16 1</inkml:trace>
  <inkml:trace contextRef="#ctx0" brushRef="#br0" timeOffset="42">11223 6562,'65'-73,"-40"46,-1 1,-3-2,13-20,-32 45,-2 3,0 0,0 0,0 0,1 0,-1 0,0 0,1 0,-1 1,0-1,1 0,-1 0,0 0,1 0,-1 0,0 0,1 0,-1 0,0 0,1 0,-1 0,0 0,0 0,0 0,0 0,1 0,-1 0,0 0,1 0,-1-1,0 1,1 0,-1 0,0 0,1 0,-1 0,0 0,0 0,1-1,-1 1,0 0,0 0,0-1,1 1,-1 0,0-1,0 1,0 0,0-1,0 1,0 0,0 0,0 0,0 0,0-1,0 1,0-1,0 1,0 0,0-1,0 1,0 0,0 0,0 0,0 0,0-1,0 1,-1 0,1-1,0 1,-3 121,1-62,-1 0,-4 0,-3 0,-14 44,23-100,0 0,0 0,0 0,0 1,0-1,0 0,-1 1,1-1,-2 0,2 0,-1 0,-1 0,1 0,-1-1,1 1,-1-1,0 1,0-1,0 0,2-2,0 0,-1 0,1 0,0-1,0 1,1 0,-1 0,-1 0,1-1,0 1,0-1,1 0,-1 1,0 0,0-1,0 0,1 0,-1 1,0-1,0 0,1 0,0 1,-1-1,1 0,-1 0,1 0,-1 1,1-1,0 0,0 0,-1 0,1 0,0 0,0 1,0-2,0 1,0 1,0-1,1 0,-1 0,0 0,1 0,-1 0,1 0,-1 1,1-1,-1 0,0 0,1 1,-1-1,1 0,0 0,0 1,0-1,0 0,0 1,-1-1,1 1,0 0,54-2,-39 4,48 2,0-2,51-4,-89 0</inkml:trace>
  <inkml:trace contextRef="#ctx0" brushRef="#br0" timeOffset="43">11636 6073,'2'0,"5"0,7 0,9 0,9 0,7 0,7 0,3 0,2-2,0 0,-1-2,-4 0,-6 0,-7 2,-6 0,-8-1,-7 1</inkml:trace>
  <inkml:trace contextRef="#ctx0" brushRef="#br0" timeOffset="44">11955 5854,'-2'13,"-1"9,1 7,0 10,1 4,-1 6,2 2,0 2,0-1,0-5,0-6,2-6,5-8,3-9,0-6</inkml:trace>
  <inkml:trace contextRef="#ctx0" brushRef="#br0" timeOffset="45">12887 5792,'17'-15,"-16"15,-1-1,0 1,1 0,-1 0,0 0,0 0,0 0,1 0,-1 0,1 0,-1 0,1 0,-1 0,0 0,1 0,-1 0,1 0,-1 0,0 1,1-1,-1 0,0 0,0 0,0 1,1-1,-1 0,0 0,1 0,-1 0,0 0,0 1,1-1,-1 0,0 1,0-1,0 1,1-1,-1 0,0 0,0 0,0 1,0-1,0 1,0-1,0 0,0 1,0-1,0 0,0 0,0 0,0 1,0-1,0 1,0-1,-1 1,1-1,0 0,0 0,0 0,-1 0,1 1,-10 124,7-65,4 0,3 0,7 23,-10-73,0-8,0 0,0 1,-1-1,1 0,-1 1,0 0,0-1,0 0,0 0,0 1,-1 0,1-1,-1 0,0 1,0-1,0 3,-4-4,0-2</inkml:trace>
  <inkml:trace contextRef="#ctx0" brushRef="#br0" timeOffset="46">12616 5709,'-50'-21,"66"35,7-6,0-1,1-1,1-1,0 0,0-2,0-1,-1-1,15-1,-26 0,312-7,-288 7,-29 1</inkml:trace>
  <inkml:trace contextRef="#ctx0" brushRef="#br0" timeOffset="47">13182 6344,'15'-27,"15"-30,-21 38,1 0,1 0,1 0,1 2,1 0,10-11,-23 27,-1 0,1 1,-1-1,1 0,-1 0,1 1,0-1,-1 0,0 0,1 0,0 1,-1 0,1-1,0 0,0 1,0-1,-1 1,1 0,0 0,0-1,0 1,0 0,0-1,0 1,0 0,0 0,0 0,0 0,0 0,0 0,-1 0,2 0,-1 0,0 0,0 1,0-1,-1 0,1 1,0-1,0 0,0 1,0-1,0 1,0 0,-1-1,1 0,0 1,3 71,-5-48,-2 331,4-352,0 0,-1 1,1-1,-1 1,0-1,0 1,0-1,-1 1,0-1,0 1,0-1,0 0,0 1,0-1,-1 0,0 0,0 0,0-1,-1 1,2 0,-2-1,1 1,-1 0,-1-1,2 0,-2 0,2 0,-2 0,1 0,-1-1,1 1,0-1,-2 0,-10-1,20-1,336-11,-319 11</inkml:trace>
  <inkml:trace contextRef="#ctx0" brushRef="#br0" timeOffset="48">13902 5397,'1'-1,"-1"0,0 1,0-1,1 1,0 0,-1-1,1 1,0-1,-1 1,1-1,0 1,-1-1,1 1,-1 0,1 0,0 0,0 0,0 0,0 0,0-1,-1 1,0 0,1 0,0 0,0 1,0-1,0 0,0 0,-1 0,0 0,1 0,1 1,1-1,19 2,1 0,-2 1,1 1,-1 1,1 1,0 0,-2 1,13 7,-17-3,-2 1,0 0,0 0,-1 2,-1-1,-1 1,0 1,-1-1,0 2,-2 0,0 0,-1 0,-1 0,0 3,16 45,-2 0,-3 1,-4 1,-4 1,-2-1,-3 28,-5-43,-3 0,-2-1,-2 0,-3 0,-3-1,-1-1,-3 0,-3 0,-2-2,-2 0,-28 37,32-56,-1 1,-1-2,-1-1,-17 12,20-22,16-15</inkml:trace>
  <inkml:trace contextRef="#ctx0" brushRef="#br0" timeOffset="49">15117 5886,'3'3,"0"2,-1-1,1 0,-2 1,2 0,-2-1,1 1,-2-1,1 1,0-1,0 2,-1-2,0 1,0 1,0 4,2 63,-5-1,-5 21,-3 45,9-13,2-124,0 0,0 0,0 0,1 0,-1 0,0-1,0 2,-1-1,1-1,0 1,0 0,0 0,0 0,0 0,-1 0,1-1,-1 1,1 0,-1 0,0 0,1-1,-1 1,0 0,1 0,-1-1,0 1,0-1,0 1,0 0,0-1,0 0,-6 0</inkml:trace>
  <inkml:trace contextRef="#ctx0" brushRef="#br0" timeOffset="50">14881 5896,'-43'3,"45"-1,64-1,-53-3,93-10,-30 3,0 2,69 2,-34 20,-85-9</inkml:trace>
  <inkml:trace contextRef="#ctx0" brushRef="#br0" timeOffset="51">15353 6448,'-1'-1,"0"0,1 1,0-2,-1 1,1 1,-1-1,1-1,-1 2,1-1,0-1,0 2,-1-1,1-1,0 1,0 1,0-2,1 1,-1 1,0-2,0 1,1 1,-1-2,1 1,-1 1,1-1,-1 0,0 0,1 0,0 0,0 0,0 0,0 1,0-1,0 0,-1 1,1-1,0 1,0-1,0 1,0-1,0 1,0-1,0 1,1 0,-1 0,0 0,0-1,0 1,0 0,2 0,8-5,1 1,0 1,1 0,-1 1,0 0,1 0,0 1,-1 1,1-1,0 2,0 0,-1 0,1 1,-1 0,6 2,-16-3,1 1,0-2,0 2,-1 0,0-1,1 1,-1 0,1-1,-1 2,-1-2,2 1,-1 1,-1-1,1 0,-1 1,1-1,-1 1,0-1,0 1,0 0,0-1,0 1,-1-1,1 1,-1 0,0 0,0-1,0 1,-1-1,1 1,-1 0,0 0,0-1,0 1,0-1,1 0,-2 2,0-2,1 0,0 0,-3 2,-12 17,-2-1,-1 0,-1-2,1 1,-24 13,-14 16,46-38,2-4,1 1,-1 1,1 0,1 0,1 0,-1 1,1 0,-6 9,12-16,0-1,1 1,-1 0,0 0,1 0,-1-1,1 2,0-2,0 1,-1-1,1 1,0 0,0-1,1 1,-1 0,0-2,0 2,1-1,0 1,-1-1,1 0,0 0,0 0,-1 0,1 0,0 0,0-1,0 1,0-1,0 1,0-1,0 1,0-1,0 0,0 1,1-1,-2-1,1 1,2 0,40 3,1-1,-1-2,1-1,-1-2,0-3,23-4,-63 9,51-8,-41 4</inkml:trace>
  <inkml:trace contextRef="#ctx0" brushRef="#br0" timeOffset="52">14893 5615,'-6'-5,"23"2,184-6,298-27,-835 31,248 2,62 2</inkml:trace>
  <inkml:trace contextRef="#ctx0" brushRef="#br0" timeOffset="53">16239 6156,'1'2,"0"0,0-1,1 1,0 0,-1-1,1 1,0-1,0 1,-1-2,2 2,-1-1,0 0,0 0,1 0,-2-1,2 1,-1 0,0-1,1 1,-1-1,1 1,-1-1,0 0,1 0,-1-1,1 1,-1 0,0-1,1 0,-1 1,0-1,1 1,-1-1,0-1,0 2,1-3,-1 2,0-1,0 1,-1-1,0 0,1 0,-1 0,0 0,0 0,0 0,0 0,-1 0,1-1,0 1,-1 0,0-1,1 1,-1 0,-1 0,1 0,0 0,-1-1,1 1,-1 0,0 0,0-1,0 2,1-2,-1 1,-1 1,1-2,-1 2,1-1,-1 0,0 1,1-1,-1 0,0 1,0-1,0 2,0-2,-1 1,-1-1,2 1,1 1,-2-1,1 0,0 0,0 1,-1 0,2-1,-2 1,1 0,0 0,0 0,-1 0,1 0,0 0,0 1,0-1,-1 0,2 1,-2 0,1 0,0-1,0 1,0 0,0 0,1 0,-1 1,0-2,0 2,1-1,-1 1,1 0,-1-1,2 1,-2-1,1 1,0 0,0-1,0 2,1-2,-1 1,0 0,1 0,-1 0,1 0,0 0,0 0,0-1,0 3,0-2,-1 0,1 0,-1 0,1-1,0 2,0-1,1 0,-1 0,0-1,1 2,0-2,-1 1,1 0,0 0,-1 0,1-1,1 2,-1-2,1 1,-2-1,2 1,-1-1,1 1,-1-1,1 0,0 1,0-2,-1 2,2-1,-1-1,-1 1,2 0,-1 0,0-1,0 1,1-1,-2 1,2-1,-1 1,0-1,1 0,-1 0,1-1,0 2,0-1,0 0,0 0,0 0,0-1,0 1,-1-1,2 0,-2 1,1-1,1 0,-2 0,1 0,-1-1,1 1,-1-1,1 1,-1-1,0 0,0 0,1 0,-2 1,1-2,0 1,0 0,-1-1,0 1,1 0,-1 0,1-1,-2 0,1 1,-1 0,1-1,0 0,-1 0,0 1,0-1,0 1,0-1,-1 0,1 0,-2 2,2-1,-1 1,-1-1,1 1,-1-1,1 1,0-1,-1 1,0 0,1 0,-1 0,0 0,0 0,0 0,0 0,0 1,0-1,0 1,-1-1,2 1,-1-1,-1 1,2 0,-2 0,1 0,0 0,0 0,-1 1,2-1,-1 1,-1 0,2-1,-1 0,-1 1,2 1,-1-1,0-1,0 1,-1 1,3 0,0-1,0-1,0 2,0-1,0-1,0 2,0-1,0-1,1 2,-1-1,1 0,-1-1,1 2,-1-1,0-1,1 1,-1 0,1 0,0-1,0 1,0 0,0 0,-1-1,1 1,0 0,0-1,0 1,0-1,0 0,0 1,0-1,0 1,0-1,1 1,-1-1,-1 0,2 0,0 0,11 3</inkml:trace>
  <inkml:trace contextRef="#ctx0" brushRef="#br0" timeOffset="54">17158 5949,'-21'329,"9"-197,10-89,2-634,0 590,0-1,0 1,0 0,0-1,0 1,0-1,0 1,1-1,-1 1,1 0,-1-1,1 1,0-1,0 2,0-2,0 1,-1 0,1 0,0-1,1 2,-1-2,0 1,0 1,0-1,1 0,0 0,-2 1,2-1,0 0,-1 0,1 1,-1 0,1 0,0-1,-1 1,0 0,1 0,0 0,0 0,0 0,25-2,1 2,-2 1,2 1,-1 1,13 3,29 4,176 0,-224-8,-7 0</inkml:trace>
  <inkml:trace contextRef="#ctx0" brushRef="#br0" timeOffset="55">17111 6062,'11'7,"8"3,9-1,11-2,8-3,6-3,4-4,1 0,-2-1,-4 1,-8 1,-4-2,-9 1</inkml:trace>
  <inkml:trace contextRef="#ctx0" brushRef="#br0" timeOffset="56">18137 5979,'-16'-3,"0"0,0 1,-2 0,2 2,-1-1,1 2,-1-1,0 3,1-1,0 1,-1 0,2 2,-1-1,0 2,1 0,0 1,1-1,0 2,-10 7,17-11,0 1,0 0,0 0,0 1,1 0,0 0,0 0,1 1,-5 6,8-12,2 2,-1-1,-1-1,1 2,0-1,0 0,1 1,-1-1,1-1,0 2,0-1,0 0,0 0,0 1,0-1,0 0,0 1,1-1,0 0,-1 0,1 0,1 0,-1 1,0-1,0-1,0 2,1-2,0 1,-1 0,1 0,0-1,-1 1,1-1,1 1,-1-2,0 2,1-1,9 4,0 0,1-1,0 0,0-1,0-1,0 1,1-2,-2 1,8-2,-10 1,37 2,-22-2,0 1,1 1,-1 1,1 1,9 4,-32-8,2 0,-2 1,1 0,0 0,-1 0,1 0,-1 1,0-1,0 1,0 0,0 0,-1 0,1 0,-1 0,0 0,1 0,-2 1,1-1,0 1,-1-1,0 0,0 1,-1 0,1 0,0 0,-1 0,0-1,0 0,-1 1,1 0,-1 0,0 0,0 1,-1 3,-1-1,1 1,-1-1,0 0,-1 1,0-1,0 0,-1-1,0 1,0-1,-1 0,1 0,-2-1,1 1,-1-1,0-1,0 1,-1 0,0-2,1 1,-1-1,0 0,0 0,-1 0,1-1,-8 1,-4-2,1-1,0-1,0-1,0 0,0 0,0-2,1-1,-1 0,0 0,2-2,0 0,-6-4,-4 1,-11-5,46 14,0 2</inkml:trace>
  <inkml:trace contextRef="#ctx0" brushRef="#br0" timeOffset="57">16958 5637,'0'-3,"4"1,5 0,12 2,11 0,17 4,19 0,16-1,18-1,12 2,5-1,1 0,-6 0,-13-3,-15 1,-21-1,-18 0,-19 0</inkml:trace>
  <inkml:trace contextRef="#ctx0" brushRef="#br0" timeOffset="58">15011 5553,'-16'-5,"0"1,1 0,-2 1,1 0,-2 2,-11-1,312 2,6 0,-267-3,-33-1,-35 2,-1 2,0 2,-20 4,-24 1,-239 16,315-21,15-2,0 0,0 0,0-1,0 1,0 0,0 0,0 0,1 0,-1 0,0 0,0 0,1 0,-1 0,0 0,0 0,1 0,-1 0,0 0,1 0,-1 0,0 0,0 0,0 0,1 0,-1 0,0 1,0-1,1 0,-1 0,0 0,0 0,0 0,0 1,0-1,0 0,0 0,0 0,0 0,0 0,1 0,-1 0,0 1,0-1,0 0,0 0,0 1,0-1,0 0,0 0,0 1,0-1,0 0,0 0,0 0,0 0,0 0,0 0,0 1,0-1,0 0,-1 0,41 4,1-2,-1-1,-1-2,5-1,-19 1,121-7,92-18,-203 18,-45 3,-134 10,90 0,-259 6,381-2,14 0,-48-5</inkml:trace>
  <inkml:trace contextRef="#ctx0" brushRef="#br0" timeOffset="59">8085 7291,'-12'0,"-3"-2,-2 1,1 1,0 0,0 1,-1 1,2 0,-1 1,0 1,1 0,0 0,0 1,0 2,1-1,-1 1,-1 2,6-3,1 1,1 0,-1 1,1-1,1 2,0-1,0 1,1-1,0 1,0 1,1-1,1 1,-4 8,8-15,0 0,-1 0,1 0,1 0,-1-1,0 1,1 0,0 0,0-1,0 2,0-1,0-1,0 1,1-1,0 0,-1 2,1-2,1 0,-2 0,2 0,-1 0,0 0,3 2,65 34,20-5,-66-26,-1 1,-1 1,1 1,-2 0,1 1,-1 1,-1 1,0 1,11 12,-25-22,-1 1,-1 0,1 1,-1-1,0 1,0-1,-1 1,0 1,-1-1,1 0,-1 1,-1-1,1 0,-1 1,0-1,0 1,-1-1,0 1,-1-1,0 1,0-1,-1 1,1-1,-1 0,-1 1,1-1,-2 0,-2 5,-2-3,1 2,-1-3,-1 2,0-2,0 0,-1 0,0 0,0-1,-1-1,0 1,0-2,-1 1,1-1,-1-1,-1 0,1 0,0-1,0-1,0 1,-1-1,1-1,-1-1,1 0,-5 0,-33-18,49 19,-1-1,0 0,1 0,0 1,0-2,-1 1,1 1,-1-2,2 1,-1 0,0 0,0-1,0 1,0-1,0 2,1-2,-1 1,1-1,-1 1,1-1,0 1,-1-1,1 0,0 1,0-1,0 1,0-1,1 1,-1-1,1 1,13-13,-2 10</inkml:trace>
  <inkml:trace contextRef="#ctx0" brushRef="#br0" timeOffset="60">8321 7332,'-12'77,"2"38,5 1,8 31,11 122,-14-269,9 58,-8-56,0 0,0-1,1 2,-1-2,0 2,0-2,1 1,0-1,-1 1,1-1,0 1,-1-2,2 2,-1-1,0 0,0 0,0 0,0 0,1-1,-1 1,0 0,1 0,-1-1,0 0,1 0,-1 0,9 0,-1 0,1-2,-1 1,0-1,1 0,-1-1,0 0,-1 0,1-1,-1 0,1-1,-2 0,1 0,-1-1,3 0,15-14</inkml:trace>
  <inkml:trace contextRef="#ctx0" brushRef="#br0" timeOffset="61">8062 7675,'-10'0,"3"0,9 0,16-1,21-5,18-3,13-1,10 0,-1 2,-7 5,-13 6,-18 2</inkml:trace>
  <inkml:trace contextRef="#ctx0" brushRef="#br0" timeOffset="62">8569 8039,'144'4,"-141"-4,0 0,0 0,1 0,-2 1,2 0,-1 0,0 0,0 0,0 0,-1 1,1-1,0 0,0 1,0 0,-2 0,2 0,-1 0,0 0,1 0,-2 0,1 0,0 2,0-2,-1 0,0 1,1-1,-1 1,0 0,0 0,-1 0,0-1,1 3,-3 6,-1 1,1-2,-3 1,2 0,-2-1,-1 1,0-1,0 0,-1 0,0-1,0 0,-5 4,0 1,-33 40,20-26,2 1,1 0,2 1,-9 18,28-46,0 0,0 0,-1 1,1-2,0 1,0 1,1-1,-1 0,0 1,0-1,1 0,0 0,0 1,-1-1,2 0,-1 1,0-1,1 0,-1 0,1 0,0 0,-1 0,1 1,0-1,0 0,1 0,-1 0,0 0,1-1,2 3,2-1,2-1,0 1,0-1,0 0,0 0,0-2,1 2,-2-2,2 1,0-1,-2-1,2 0,3 1,37-1,-1-3,0-1,1-2,15-6,-38 6,-11 2</inkml:trace>
  <inkml:trace contextRef="#ctx0" brushRef="#br0" timeOffset="63">8687 7374,'14'1,"11"1,8 1,8-3,5-1,1-2,1-1,-4 1,-5 0,-3 1,-8 2,-8-3,-8 0</inkml:trace>
  <inkml:trace contextRef="#ctx0" brushRef="#br0" timeOffset="64">8888 7155,'-6'17,"-3"14,2 10,0 6,6 6,2 2,3 3,2-4,1-2,-2-11</inkml:trace>
  <inkml:trace contextRef="#ctx0" brushRef="#br0" timeOffset="65">9324 7811,'14'1,"16"2,17-1,10-2,10-1,1 0,-2-1,-8 1,-11 2,-15 1</inkml:trace>
  <inkml:trace contextRef="#ctx0" brushRef="#br0" timeOffset="66">9348 8029,'18'7,"18"4,17 1,12-3,7-2,8-3,-11-2</inkml:trace>
  <inkml:trace contextRef="#ctx0" brushRef="#br0" timeOffset="67">10504 7342,'-27'27,"2"2,1 0,0 1,4 1,0 1,2 0,-2 10,0-3,2 0,2 2,2 0,3 0,1 1,3 0,1 0,2 1,3 34,5-55,-1 1,2-1,2 0,0-1,1 1,2-1,0 0,2-1,0 0,2-1,0-1,1 1,2-2,-1 1,2-2,1-1,0 0,1-1,1 0,1-2,0 0,19 6,-3-4,-7-6</inkml:trace>
  <inkml:trace contextRef="#ctx0" brushRef="#br0" timeOffset="68">10917 7550,'-15'-1,"0"0,1 0,-1 1,0 1,0 0,2 1,-2 0,0 1,1 0,1 1,-1 1,0-1,1 2,-1 0,2 1,-1 0,2 0,-1 1,1 0,0 1,1 0,-8 9,14-13,1 0,-1 0,2 1,-1-1,1 1,-1-1,1 1,1 0,0 0,0 0,0 0,1-1,0 1,0 1,1-1,0 0,0-1,-1 1,2 0,1 0,-2-1,2 1,0-1,0 1,1-1,-1 0,0 0,2 0,-1-1,0 1,2-2,1 4,18 11,0-1,2-1,2 0,-2-2,3-1,4 1,29 13,-38-15,-6-5,0 2,-1-1,-1 2,0 1,0-1,-1 2,14 12,-29-22,1-1,0 1,-1 0,0-1,1 2,0-2,-1 2,0-1,0-1,0 2,0-1,-1 0,1 0,0 1,-1-1,0 0,1 1,-1-1,-1 0,1 0,0 1,-1-1,1 0,-1 1,0-1,0 0,0 0,1 0,-2 0,1 1,-1-2,1 1,0 0,-1 0,0 0,0-1,1 1,-2-1,1 1,0-1,-2 1,-6 3,-1 0,-1 0,0 0,0-2,0 0,0 1,0-2,0-1,-1 1,1-1,-1-1,0 0,1 0,-5-2,15 3,-1-1,2 0,-2 0,0-1,1 1,0-1,-1 1,1 0,0-1,-1 0,2 0,-2 1,1-1,0 0,0-1,0 2,1-2,-1 1,-1-1,2 1,0-1,-1 1,0-1,1 1,0-1,0 0,0 0,-1 0,1 0,1 0,0 1,-1-2,0 1,1 0,-1 0,1 0,0 0,0-1,3-4,1 1,-1 0,2 0,-1 0,0 0,1 1,1-1,-1 2,1-2,0 2,0-1,3 0,-6 3,37-28,-19 18,-2-2,0 0,0-2,-1 1,-1-2,-1 1,0-2,-2 0,0-1,-1 0,-2-1,0 0,1-7,-7 11,0-1,-2 0,0 0,-2 1,0-1,-1-1,0 2,-1-1,-2-1,-1 2,1-1,-3-2,6 19,0-1,1 1,-1-1,0 0,0 1,0 0,0-1,0 0,0 1,0-1,0 1,0-1,-1 1,1-1,0 0,0 1,-1 0,1-1,0 1,-1-1,1 1,-1-1,1 1,0 0,0-1,-1 1,1-1,-1 1,1 0,-1-1,1 1,-1 0,0-1,1 1,-1 0,0 0,1 0,0 0,-1 0,0 0,1 0,-1 0,0 0,1 0,-1 0,0 0,1 0,0 0,-1 0,0 0,1 0,-1 0,0 0,1 1,-1-1,0 1,-1 6,-1 0,1 0,0 1,0-1,1 0,0 1,1 0,0 6,0-3,1 31,3-2,2 1,2 0,1-1,2 0,3-1,14 26,-21-47,0 0,1-1,2 0,-1 0,2 0,2-2,-1 0,1 0,1 0,2-1,-15-12,-1-1,1-1,-1 1,1 0,0 0,0 0,0 0,0 0,0-1,0 1,0-1,0 1,0 0,0-1,1 0,-2 1,1-1,1 1,-1-1,1 0,-2 1,2-1,-1 0,1 0,-1 0,0 0,0 0,0 0,1-1,-1 1,0 0,0-1,1 1,-1-1,0 1,0 0,0-1,0 0,0 0,0 1,1 0,-1-1,-1 0,1 0,0 0,0 0,-1 0,2 0,3-14</inkml:trace>
  <inkml:trace contextRef="#ctx0" brushRef="#br0" timeOffset="69">11012 7790,'-11'-2,"4"1,10 1,15 1,18-1,21-1,12-3,8-2,0 0,-6 1,-14 0,-16 3</inkml:trace>
  <inkml:trace contextRef="#ctx0" brushRef="#br0" timeOffset="70">11589 8164,'9'-5,"0"0,0 0,1 1,-1 1,2-1,-2 1,2 0,-1 1,0 0,1 0,-1 2,1-1,9 1,-11-1,84 3,-90-2,-1 1,1-1,0 1,-1 0,1-1,-1 1,1 1,0-2,-2 2,2-1,-1 0,0 1,0-1,1 1,-2-1,1 2,0-2,-1 1,1 0,0 0,-1 0,0 0,0 0,0 1,0-1,0 0,0 0,0 1,-1-1,1 0,-1 1,0 1,-2 5,-1-1,1 0,-1 0,0 0,-2 0,1 0,0-1,-2 1,1-1,-1-1,0 1,0-1,-1 1,-7 4,9-6,-174 155,178-158,-24 28,25-30,-1 1,1 0,-1 0,1-1,0 1,0 0,-1 0,1 0,0 0,0 0,0-1,0 1,0 0,0 0,1-1,-1 1,0 0,0 0,1 0,-1-1,1 1,-1 0,0 0,0-1,1 0,-1 1,1 0,0 0,0-1,-1 0,1 1,0 0,-1-1,1 1,0-1,0 0,0 0,0 1,0-1,-1 0,2 1,9 1,1 1,-1-1,0-1,0 0,1 0,0-1,0 0,7-2,-11 2,259-31,-220 32,-57 14,-5-7</inkml:trace>
  <inkml:trace contextRef="#ctx0" brushRef="#br0" timeOffset="71">12097 7883,'2'0,"3"0,2 0,4 0,4 0,6 0,5 0,7-1,4-2,5 1,4-2,2 1,-2 0,-5 1,-5 0,-10 2,-10-1</inkml:trace>
  <inkml:trace contextRef="#ctx0" brushRef="#br0" timeOffset="72">12380 7644,'-2'2,"-2"-1,2 1,-1-1,0 1,1-1,-1 1,1 0,0 0,-1 1,2-1,-1 0,0 0,0 1,1 0,-1-1,1 0,-1 1,1 0,1 0,-1 0,0 0,1-1,-1 1,1 0,0 0,0 0,0 0,1 1,-2 29,2 0,1-1,2 2,1-2,5 13,11 78,-15-91,-1-45,-4 3,-1 0</inkml:trace>
  <inkml:trace contextRef="#ctx0" brushRef="#br0" timeOffset="73">13254 7696,'0'11,"0"11,0 11,0 8,1 5,2 4,1 3,2 0,-3-1,2-4,-1-5,0-5,-1-7,-2-7,0-5,-1-8,0-6</inkml:trace>
  <inkml:trace contextRef="#ctx0" brushRef="#br0" timeOffset="74">12875 7696,'-4'-3,"5"-2,12 1,14-2,17 1,14 1,11 1,9 2,3 0,-1 1,-5 0,-8 0,-11 0,-11 0,-12 1,-8-1,-10 0</inkml:trace>
  <inkml:trace contextRef="#ctx0" brushRef="#br0" timeOffset="75">13595 8102,'0'-3,"0"0,1 1,0-1,-1-1,1 2,-1-1,2 0,-1 1,1-1,-1 0,0 1,1 0,0 0,0-1,0 1,1 0,-2-1,2 2,0-1,-1 0,1 1,-1-1,1 1,0-1,0 1,0 0,0 0,1-1,0 2,4-3,0 2,0-1,1 2,-1-1,0 0,1 1,-1 0,0 1,1 0,-1-1,1 2,-5-1,2-1,-1 1,-1 1,1-1,0 1,-1-1,0 1,1 0,0 0,-2 1,2 0,-1-1,-1 1,1 0,-1 0,1 0,-1 1,0-1,-1 1,1 0,-1-1,1 1,-1 0,0 1,-1-2,1 2,-1-1,0 0,0 0,-1 1,1-1,-1 1,0-1,-1 0,1 1,0-1,-1 0,0 1,-1-1,0 0,0 2,-9 10,-2 0,0-1,-1-1,-1 1,0-2,-1 0,0 0,-17 8,-14 13,-29 32,75-66,1 0,-1 1,1-1,-1 1,1 0,-1 0,0-1,1 0,-1 1,1 0,-1 0,1-1,-1 1,1 0,0 0,-1-1,1 1,0 0,0 0,0-1,0 1,0 0,0 0,0-1,0 1,0 0,0 0,0 0,1-1,-1 1,0 0,1 0,-1-1,1 1,-1 0,1 0,0-1,-1 0,1 1,0 0,-1-1,0 1,1-1,0 0,0 1,0-1,0 1,-1-1,1 1,-1-1,1 0,0 0,0 0,0 0,1 0,17 4,1-1,0-2,1 0,-1-1,0-1,6-1,-8 0,256-11,-261 12,-4-1</inkml:trace>
  <inkml:trace contextRef="#ctx0" brushRef="#br0" timeOffset="76">14315 7259,'21'14,"59"39,-3 2,23 25,-78-60,-1 1,0 1,-2 0,-1 1,-1 1,-1 0,-2 2,0-1,2 11,-6-8,-2 1,-1 0,-1 1,-3 0,0-1,-1 1,-3 0,-1 0,-1-1,-2 0,-2 0,0 0,-7 15,-9 12,-2-1,-2-1,-4-1,-1-1,-4-1,-13 11,-69 80,99-115,24-25,-1-6</inkml:trace>
  <inkml:trace contextRef="#ctx0" brushRef="#br0" timeOffset="77">15377 7769,'10'30,"-1"1,-3-1,0 2,-2-2,-1 1,-3 1,-1 21,-22 198,22-212,6-34,-4-12</inkml:trace>
  <inkml:trace contextRef="#ctx0" brushRef="#br0" timeOffset="78">15046 7769,'0'-1,"1"0,-1 0,1-1,0 2,0-1,0-1,0 2,0-1,-1 0,1 0,0 0,0 0,0 0,1 1,-2 0,1-1,1 0,-1 0,1 1,-2-1,2 1,-1 0,1 0,-1 0,0-1,1 1,-1 0,1 0,-1 0,1 0,3-1,52-5,-1 2,0 2,14 2,-17 0,474 1,-517-1</inkml:trace>
  <inkml:trace contextRef="#ctx0" brushRef="#br0" timeOffset="79">15637 8144,'23'-9,"18"3,1 3,-1-1,1 4,29 2,-68-2,0-1,-1 1,1 0,-1 0,1 0,0 0,-1 1,1-1,-1 1,1 0,0-1,-2 1,2 0,0 0,-2 0,2 0,-1 0,0 1,0-1,0 0,0 1,0 0,0 0,-1-1,0 1,1 0,0-1,-1 2,-1-1,2-1,-1 2,0-1,0 0,-1 1,1-1,-1 0,0 0,0 0,0 0,0 1,0-1,0 0,0 0,0 1,-1-1,0 0,0 1,-8 8,1 0,-1-1,-1 0,0-1,-1 1,0-1,0-2,-2 2,-1 0,-58 30,63-26,28-8,-15-4,14 2,0 1,0 0,0 1,0 2,-1-1,0 1,13 8,-25-12,0 0,0 0,0 1,0-1,0 1,-1 0,1 0,-2 1,1-2,0 2,-1 0,0 0,0 0,0 0,-1 0,0 0,0 1,0-1,-1 0,-1 1,1-1,0 1,-1-1,0 1,-1 0,0-2,1 1,-1 0,-1-2,0 2,0 0,0-2,-1 2,1-1,-1 0,0-1,-1 1,2 0,-3-1,2 0,-1 0,0 0,0 0,-4 2,-85 36,67-33,1-2,-2 0,1-2,-1-1,1 0,-9-2,33-1,1 1,0-1,0 1,1-1,-1 0,0 0,0 0,0 0,0 0,0 0,0 0,0 0,0 0,0 0,0 0,0 0,1 0,-1 0,0-1,0 1,0 0,0-1,0 1,0-1,1 1,0 0,-1-1,0 1,0-1,1 0,-1 1,0-1,1 1,-1-1,1 0,0 1,0-1,-1 0,1 0,-1 1,1-2,2-5</inkml:trace>
  <inkml:trace contextRef="#ctx0" brushRef="#br0" timeOffset="80">15082 7467,'385'-16,"-135"2,-181 10,-69 4,-1-1,1 1,0 0,0 0,0-1,0 1,0 0,0 0,0 0,0 0,0 0,0 0,1-1,-1 1,0 0,0 0,0-1,0 1,0 0,0 0,0 0,1-1,-1 1,0 0,0 0,0 0,0 0,1 0,-1 0,0 0,0 0,1 0,-1 0,0 0,0 0,0-1,0 1,0 0,0 0,0 0,1 0,-1 0,0 0,0 0,1 0,-1 0,0 0,0 0,1 1,-21-6,-40 1,-1 1,0 4,-44 5,-299 34,379-37,22-1,18-2,80-2,1-4,42-10,-64 8,105-8,-160 22,-40 6,-8-2</inkml:trace>
  <inkml:trace contextRef="#ctx0" brushRef="#br0" timeOffset="81">16604 7852,'0'8,"4"34,-4-42,0 2,1-1,-1-1,0 2,0-1,0-1,1 2,0-1,-1-1,1 1,0 1,0-1,0-1,-1 1,1 0,0 0,0-1,0 1,0-1,1 1,-2 0,1-1,0 0,1 1,-1-1,0 0,0 1,0-1,1 0,-1 0,0 1,0-1,0 0,1 0,1-1,-2 0,1 0,1 1,-2-2,1 1,1 1,-2-2,1 1,0 0,0-1,-1 1,0-1,1 1,0-1,-2 1,1-2,1 2,-1-1,0 0,0 0,-1 1,1-1,-1-1,1 2,-1-1,1 0,-1 0,0-1,0 2,0-1,-1 0,1 0,-1 0,1 0,-1 0,1 0,-1 0,0 0,0 0,0 1,0-1,0 1,0-1,-1 0,0 0,1 1,-1-1,-2 1,1-2,0 2,0-1,-1 2,0-2,1 1,-1 1,1-1,-2 0,2 0,-1 1,0 0,1 0,-1 0,0 0,0 1,0-1,1 1,-1 0,1 0,-1 0,0 0,1 0,0 1,-1 0,1-1,0 1,0 0,0 1,0-1,0 0,1 0,-1 1,1 0,0-1,0 1,0 0,0 0,0 0,1 0,-1 0,2 0,-2 0,1 1,1-1,-1 0,1 1,-1-1,1 2,1-3,0 0,-1 0,1-1,0 2,0-2,-1 1,1-1,1 1,-1-1,1 2,-1-3,0 2,0-1,1 1,0-1,-1 0,1 0,0 0,-1 0,2 0,-1 0,0-1,-1 1,2 0,-1 0,0-1,0 1,0-1,2 0,63-4,-64 4,0-2,-1 1,1 0,-1-1,1 1,-1-1,0 1,1-1,-1 0,-1 0,2 0,-1 1,-1-2,0 1,1 0,0 0,-2-1,1 1,1 0,-1-1,0 0,-1 1,1 0,-1-1,1 0,-1 0,0 1,0 0,-1-1,1 0,-1 1,1-1,-1 1,0 0,0-1,-1 0,2 1,-2 0,1-1,-1 2,1-1,-1-1,0 1,0 0,0 1,0-1,-1 0,1 1,0-1,0 1,-1 0,0-1,1 1,-1 0,1 0,-2 0,2 1,-1-1,0 1,-2-1,4 1,0 0,0 1,0-1,0 0,0 1,-1-1,2 0,-1 0,0 1,0-1,0 1,0 0,0-1,1 1,-1-1,0 1,0 0,0 0,0-1,0 1,1 0,-1 0,1-1,0 2,-1-1,1-1,0 1,-1 0,1 0,0 0,-1 0,1 1,0-2,0 1,0 0,0 0,1 0,-1 0,0 0,0 0,1 0,-1 0,1-1,-1 2,0-1,1-1,-1 1,1 0,0 0,0 0,-1-1,1 1,1 0,42 28,-15-17</inkml:trace>
  <inkml:trace contextRef="#ctx0" brushRef="#br0" timeOffset="82">17358 7758,'0'105,"-1"27,15 107,-7-197,-2-62,-32-137,-83-271,98 358,13 69,0-1,0 1,0-1,0 2,1-2,-1 1,1 0,-1 0,0 0,1 0,0 0,-1 0,1 0,0 1,0 0,-1-1,1 1,0-1,-1 1,1-1,0 1,1 0,-2 0,1 0,0 0,-1 0,1 1,0-1,0 1,0-1,0 1,0-1,8 1,236-2,79-14,-285 15,-39 2</inkml:trace>
  <inkml:trace contextRef="#ctx0" brushRef="#br0" timeOffset="83">17335 7883,'9'4,"9"1,13-1,11 0,8-2,6 0,1-3,-1-1,-4 0,-5-1,-8 2,-9-2,-7 0,-8 1</inkml:trace>
  <inkml:trace contextRef="#ctx0" brushRef="#br0" timeOffset="84">18291 7716,'-37'0,"2"0,-1 3,0 0,1 2,-1 1,1 2,31-7,-1-1,1 1,0 0,-1 0,1 0,0 1,0 0,0-1,0 2,0-2,1 2,-1-1,1 1,-1-1,1 1,0 0,0 0,0 0,1 0,-1 0,1 1,1 0,-2-1,1 1,2 0,-2 0,1-1,0 1,0 0,0 0,1 0,-1 0,1 0,1 0,-1 0,1-1,0 3,3-2,0 2,1-2,-1 1,2-1,-1 1,0-1,0 0,1-1,0 0,0 0,0 1,0-2,1 0,-1 0,1 1,0-2,5 1,7 5,20 4,-14-5,0 2,-1-1,1 2,-2 1,0 1,0 0,-1 2,-1 0,0 1,-2 1,9 8,-24-20,-1 0,1 0,-1 0,0 1,-1-1,1 1,-1-1,0 1,1 0,-2-1,1 1,-1 1,1-1,-1-1,-1 2,1-1,-1 0,0 0,0 1,0-1,0 0,-1 0,1 0,-1 0,-1 0,1 0,-1 1,1-2,-1 1,-1-1,1 1,-1 0,1-1,-1 1,-3 2,-9 0,1-1,-1 1,-1-3,2 1,-2 0,0-2,0 1,1-2,-2 0,2-1,-2-1,2 0,-4-1,12 2,-11 0,2-1,-1 1,0-3,1 1,-1-2,0 0,-12-4,20 3</inkml:trace>
  <inkml:trace contextRef="#ctx0" brushRef="#br0" timeOffset="85">17182 7207,'665'14,"-531"-5,303 10,-603-28,98 8,-618-10,403 22,265-13,18 2,0-1,0 1,0 0,0 0,1 0,-1 0,0 0,0 0,0 0,0 0,0 0,0-1,0 1,0 0,0 0,0-1,1 1,-1 0,0 0,0-1,0 1,-1 0,1 0,0 0,0 0,0 0,0 0,0 0,0-1,0 1,0 0,0 0,0 0,-1-1,1 1,0 0,0 0,0 0,0 0,-1 0,1-1,0 1,0 0,0 0,-1 0,1 0,0 0,0 0,0 0,-1 0,1 0,0 0,0 0,-1 0,1 0,0 0,0 0,0 0,0 0,0 0,0 0,0 0,-1 0,1 0,42-8,225-13,123 8,-41 11,-301 8,-54-3,-9-1</inkml:trace>
  <inkml:trace contextRef="#ctx0" brushRef="#br0" timeOffset="86">8132 9038,'-17'-6,"-1"1,-1 0,1 1,0 1,-1 1,1 0,-1 1,-2 1,16 0,1 1,-1-1,1 1,-1 0,1 0,-1 0,1 1,0-1,0 1,0 0,0 1,0-1,1 0,-1 0,1 1,-1 0,2 0,-2 0,2 0,-1 0,0 1,1-1,-1 1,2-1,-1 1,0 0,0 0,1 0,1-1,-1 1,0 0,0 0,1 0,0 0,0 0,0 1,1-2,0 1,0 1,4 9,0-1,1 1,2-1,-1 0,1 0,1-1,0-1,1 1,1-1,0 0,1 0,0-1,0-1,11 6,13 13,11 11,-2 1,19 24,-52-51,0 2,-1-1,0 1,-2 1,0 0,-1 0,0 0,-2 1,0 0,0 4,-5-12,-1-1,0 0,0 1,-1 0,0-1,-1 1,0-1,0 0,-2 1,2-1,-2 0,0-1,0 2,-2-2,1 0,0 0,-1 0,0 0,-1 0,0-1,0-1,-1 1,2 0,-3-2,1 1,-1-1,1 1,-1-2,1 1,-2-1,-6 1,13-3,0 0,1-1,-1 1,0-1,0 0,1 0,-2 0,2 0,-1 0,0 0,0 0,0-1,1 0,-2 1,2-1,-1 0,1 0,-1 0,0 0,1-1,0 1,-1-1,1 1,0-1,0 1,0-2,0 2,0-1,1-1,-1 2,0-2,1 1,0 0,0 0,0-1,0 0,0 1,0 0,0-1,1 0,0 0,0-12,0-1,1 1,1 0,1-1,0 1,1 0,2 0,-1 0,2 1,0-1,0 2,3-3,86-144,-70 123,0-1,-3-1,-2-1,-2 0,-2-1,-2-1,-2-1,-3 1,1-18,-11-11,-7 81,1 33,4 0,1 0,2 0,4 19,1 9,4 0,3 0,4-2,2 0,5 0,19 35,-38-93,-1-3,-2-1,3 1,-2-1,2 0,-1 0,2 0,-1-1,1 1,0-1,6 5,12-10,-13-8</inkml:trace>
  <inkml:trace contextRef="#ctx0" brushRef="#br0" timeOffset="87">8121 9340,'6'-2,"16"-2,22-2,22-4,20-2,11 1,1 3,-6 4,-18 3</inkml:trace>
  <inkml:trace contextRef="#ctx0" brushRef="#br0" timeOffset="88">8829 9548,'-14'-2,"42"-2,-18 3,1 1,-1 0,1 1,-1 0,0-1,1 3,-1-2,-1 2,3 0,-10-2,2 0,-2 0,1-1,0 2,-1-1,1 0,-1 1,1-1,0 1,-2 0,2 0,-1-1,0 1,0 1,0-1,-1-1,1 2,-1-1,1 0,-1 1,0 0,0-1,0 0,0 1,-1-1,1 2,-1-2,1 1,-1-1,0 1,-1-1,1 1,-1 1,-3 6,-1 0,0 0,-1-1,0 1,-1-1,0 0,-1-1,1 0,-2 0,0 0,1-1,-2 0,0-1,0 0,-7 3,-31 20,61-25,-3-3,0 0,1 0,-1 1,0 0,1 1,-2-1,1 2,0-1,-1 2,0-1,0 1,0 0,-1 0,1 1,-1 0,-1 0,0 1,0 0,0 0,-1 0,0 1,-1 0,1 0,-1 0,-1 0,0 1,-1-1,2 7,-5-10,0-1,1 1,-2-1,1 1,-1-1,0 0,1 1,-1-1,-1 1,0-1,1 0,-1 0,-1 1,1-2,-1 1,0 0,0-1,0 1,-1 0,1-1,-1 0,0 0,0-1,0 1,0 0,-1-1,1 0,-5 1,-5 3,-1 0,0-2,-2 1,2-1,-2-2,2 0,-2 0,-6-1,-39-1,63-1,5 1</inkml:trace>
  <inkml:trace contextRef="#ctx0" brushRef="#br0" timeOffset="89">8793 8965,'9'2,"9"1,13-1,10-1,8-1,2-2,-1 1,-4-1,-6-1,-9 0,-7-2,-9 1</inkml:trace>
  <inkml:trace contextRef="#ctx0" brushRef="#br0" timeOffset="90">8911 8798,'-10'15,"-3"11,0 10,7 8,8 5,10 5,7 3,4 0,2-3,-3-11</inkml:trace>
  <inkml:trace contextRef="#ctx0" brushRef="#br0" timeOffset="91">9608 9371,'14'2,"12"0,12 0,12 1,7-3,5 1,-3 0,-8 0,-12 5,-13 1</inkml:trace>
  <inkml:trace contextRef="#ctx0" brushRef="#br0" timeOffset="92">9560 9632,'14'3,"14"4,16-1,15 1,12 0,6-1,0-3,-13 0</inkml:trace>
  <inkml:trace contextRef="#ctx0" brushRef="#br0" timeOffset="93">10752 9007,'-14'2,"0"1,0 0,0 0,0 1,2 1,-1 0,0 0,0 2,1-1,0 1,0 1,1 0,1 0,-1 0,2 1,-8 8,-1 2,1 1,0 1,2-1,0 2,1 0,2 0,1 2,2-1,0 1,-2 12,0 5,3 1,2 1,1-1,4 0,2 35,0-55,1 1,1-1,1 1,1-1,1 0,1 1,2-2,0 0,2 0,1-1,0 1,2-2,0 0,1-1,1 0,2-1,5 4,4-1</inkml:trace>
  <inkml:trace contextRef="#ctx0" brushRef="#br0" timeOffset="94">11070 9162,'-13'-1,"0"-1,1 2,-2-1,1 2,0-1,0 1,0 1,0 0,0 0,1 1,-1 1,1 0,0 0,0 2,0-1,1 0,0 2,1 0,-1 0,1 1,0-1,2 2,-2-1,2 1,1 0,-1 1,1-1,1 2,0-1,0 1,-2 6,7-11,-1 1,2-1,-1 0,1 1,0-1,0 0,1 0,-1 1,2-1,0 0,0 1,-1-1,2 0,-1-1,2 1,-1 0,1 0,-1-1,2 0,2 2,9 11,2-2,0 0,1 0,1-1,2-1,15 11,-20-15,0 1,0 0,-2 2,1 0,-1 0,-2 0,1 2,-2-1,0 1,1 4,-12-16,1 0,0 1,-1-1,0 1,0-1,0 1,-1-1,1 1,-1 0,0 0,0-1,0 1,-1-1,1 1,-1 0,0 0,0-1,-1 1,1-1,-1 0,1 0,-2 1,1-1,0 0,-1 0,0 0,1 0,-2-1,2 1,-2-1,1 1,-1 0,-4 1,-1 2,1-3,0 2,-2-1,2-1,-2 0,1 0,-1-1,0 0,7-1,1-1,-2 1,2-1,-1 1,-1-1,2 0,-1 0,0 0,0 0,1-1,-2 1,2-1,-1 1,0-1,1 0,-1-1,1 2,-1-2,0 1,1 0,-1-1,2 1,-2-1,1 0,0 1,0-2,0 2,0-2,1 1,-1 1,1-2,-1 0,0-7,1 0,0 0,1 0,1 1,0-1,0 0,0 0,2 1,0-1,-1 1,3 0,-2 0,2-1,-1 2,3-1,4-6,79-123,-62 101,-3-1,-1 0,-1-2,-3-1,-3 0,-1 0,0-9,-15 47,1-3,-1-1,1 1,-1 0,0 0,-1 0,0 1,0-1,-1 0,0-1,0 1,0 0,-1-1,2 7,0-1,0 0,-1 1,1-1,0 1,0-1,-1 0,1 1,-1-1,1 1,-1 0,1-1,-1 0,1 1,-1-1,1 1,0 0,-1 0,0-1,1 1,-1-1,0 1,0 0,1-1,-1 1,1 0,-1 0,0-1,0 1,1 0,-1 0,0 0,0 0,1 0,-1 0,1 0,-1 1,0-1,0 0,0 0,0 1,1-1,-1 0,1 1,-24 22,17-3,0-1,1 1,1 1,2-2,0 2,1 0,2-1,1 19,3 14,1-1,4 1,2-1,2-1,3 0,3 0,2-2,2-1,7 6,-29-53,-1 1,0-1,0 0,0 0,1 0,0 0,-1 0,1 0,0 1,0-2,0 1,-1 1,1-2,0 1,0 0,0 0,0 0,0-1,0 1,0 0,1 0,-1-1,0 0,0 1,1-1,1-5</inkml:trace>
  <inkml:trace contextRef="#ctx0" brushRef="#br0" timeOffset="95">11012 9475,'-3'-2,"13"0,17 0,22 0,18 1,16-2,5 0,-13 1</inkml:trace>
  <inkml:trace contextRef="#ctx0" brushRef="#br0" timeOffset="96">11425 9673,'13'-2,"20"-4,1 2,0 1,-1 1,3 1,-34 1,1 0,0 0,0 0,0 0,-1 0,1 0,-1 0,1 1,0-1,-1 1,1 0,-1 0,1 0,0 0,-1 0,0 0,0 0,1 1,-1 0,0-1,0 1,0 0,0-1,-1 1,1 0,-1 0,1 0,-1 0,0 1,0-1,0 0,0 0,0 1,0-1,-1 0,0 1,0 0,-2 7,-1 0,0-1,-2 1,1-1,-1 1,0-1,-1-1,0 0,-1 1,0-1,-1 0,0-1,0 0,0 0,-8 4,-30 28,46-39,-1 0,1 0,-1 1,1-1,-1 0,1 1,0-1,-1 1,1-1,0 0,-1 0,1 1,0-1,0 1,-1-1,1 1,0-1,0 1,0-1,0 0,0 1,0-1,0 1,0 0,0-1,0 0,0 0,0 1,0-1,0 1,1 0,-1-1,0 0,0 0,1 1,-1-1,0 1,1-1,-1 0,1 1,-1-1,0 0,1 0,-1 0,1 1,-1-1,1 0,-1 1,0-1,0 0,1 0,31 5,-22-4,4 1,-1 1,0 0,1 0,-1 1,0 1,-1 0,11 6,-19-10,-1 1,0-1,0 2,0-2,0 2,0-1,0 0,-1 0,1 1,-1 0,0 0,0-1,0 1,-1 0,1 0,0 0,-1 0,0 0,0 0,0 0,0 1,-1-1,1 0,-1 1,0-1,0 0,-1 1,1-1,-1 0,0 1,0 0,-4 5,-1-1,0 1,-1-2,0 1,0 0,0-2,-2 1,1 0,0-1,-2 0,1 0,0-1,-1 0,0-1,0 0,-9 2,6-1,-1 1,0-3,0 1,0-1,1 0,-8 0,20-3,-1 0,1 0,0 0,0 0,-1 0,1 0,0 0,0 0,0 0,-1 0,1 0,-1 0,2 0,-2-1,1 0,0 1,0-1,0 1,0-1,0 1,0-1,0 0,-1 1,1-1,1-1,-3-7</inkml:trace>
  <inkml:trace contextRef="#ctx0" brushRef="#br0" timeOffset="97">12002 9579,'4'-2,"10"0,12-2,11 0,12-1,10-2,7 1,1-1,-1-1,-5 1,-8 2,-10 0,-9 0,-12 1,-8-1</inkml:trace>
  <inkml:trace contextRef="#ctx0" brushRef="#br0" timeOffset="98">12286 9340,'-4'17,"0"18,4 14,3 11,5 7,2 3,-2-1,-1-12</inkml:trace>
  <inkml:trace contextRef="#ctx0" brushRef="#br0" timeOffset="99">13241 9268,'6'12,"4"9,1 7,-3 6,-2 4,-1 2,-3 1,-1 2,-1 0,-2 0,-1-4,0-3,1-6,0-7,1-7</inkml:trace>
  <inkml:trace contextRef="#ctx0" brushRef="#br0" timeOffset="100">12923 9162,'-3'0,"3"0,8 0,11 0,15-1,15-3,11-2,10-1,3 2,-1 1,-7 2,-8 0,-12 2,-9 0,-12 2,-7 2,-6 1</inkml:trace>
  <inkml:trace contextRef="#ctx0" brushRef="#br0" timeOffset="101">13525 9569,'13'-5,"1"1,0 1,-1 0,2 1,-1 0,1 1,-1 0,0 1,1 1,0-1,-2 2,2 0,-12-1,0 0,0 0,-1-1,1 1,-1 0,1 0,-1 0,0 1,1-1,-1 1,0-1,0 1,0-1,0 2,0-2,0 1,-1 0,0 0,1 0,-1 0,1 0,-1 1,-1-1,1 0,0 0,0 1,-1 0,1-1,-1 0,0 1,0 0,0-1,0 0,-1 0,1 1,-1-1,0 1,0-1,1 1,-1-1,0 0,-1 0,1 0,-1 0,-7 9,-1 0,1-1,-2-1,0 1,-1-2,1 0,-2 0,1 0,-2-2,1 1,-1-1,-7 2,-22 7,116-19,41 6,-108-2,-1 1,1 0,0 0,0 1,0-1,-1 1,0 1,0-1,0 0,1 1,-1 0,-1 0,0 0,2 0,-3 1,1-1,1 1,-1 1,-2-1,-1-1,1 0,0 0,0 0,-2 0,1 0,0 1,0-1,0 0,-1 1,1-1,-1 0,0 0,-1 1,1-1,-1 1,0-1,0 0,0 1,1-1,-2 0,0 0,0 0,1 0,-1 0,-1 0,-1 2,-2 2,0 0,0-1,-1 0,-1 0,1-1,0 1,-1-2,-1 1,0-1,-4 2,1-1,1-1,-1 0,1-1,-1-1,0 0,0 0,-1-1,-9 1,0-10,17 1</inkml:trace>
  <inkml:trace contextRef="#ctx0" brushRef="#br0" timeOffset="102">14291 8955,'17'19,"164"138,-158-133,-3 0,0 2,-2 0,0 1,-3 1,-1 0,-1 0,-1 1,-2 1,2 12,-8-20,0 1,-1 0,-1-1,-1 1,-2 0,-1 0,-1 0,-1 0,-1 0,-1-1,-2 0,0 0,-1-1,-5 5,4-7,-3 0,1 0,-1-1,-2-1,-1 0,0 0,-1-2,-1 0,-1 0,0-2,-1 0,1-1,-3-1,0 0,-18 6,29-15,23-8,-7 4,9-4</inkml:trace>
  <inkml:trace contextRef="#ctx0" brushRef="#br0" timeOffset="103">15341 9423,'0'11,"0"8,0 7,0 6,0 4,0 4,0 1,0 4,0 0,0-2,0-2,0-5,0-2,0-8,0-4,0-8</inkml:trace>
  <inkml:trace contextRef="#ctx0" brushRef="#br0" timeOffset="104">15034 9371,'-7'-9,"-2"-2,6 1,8 5,13 5,14 2,14 1,13 1,11-4,6 0,1-4,-2 1,-6 0,-10 2,-14 5,-14 6,-12 0</inkml:trace>
  <inkml:trace contextRef="#ctx0" brushRef="#br0" timeOffset="105">15695 9600,'-11'22,"2"-1,0 2,1-1,1 1,2 0,1 0,0 1,3-1,0 11,1 72,-1-105,1 0,0 0,0 0,0 0,0 0,0 0,0 0,0 0,0 1,0-1,0-1,1 2,-1-1,1-1,-1 2,0-1,1-1,-1 1,1 1,0-2,0 1,0 0,0 0,-1-1,1 1,0 0,0 0,0-1,0 1,0-1,0 0,0 1,0 0,1-1,-1 0,0 1,0-1,0 0,0 0,1 0,-1 0,0 0,0 0,0 0,1 0,-1 0,0 0,128-52,-99 38,0 0,-1-2,0-1,14-14,-32 20,-11 11,0 0,-1-1,1 1,0 0,0 0,0 0,0 0,0 0,0 0,-1 0,1 0,0-1,0 1,0 0,0 0,0 0,0 0,0 0,0 0,0 0,0 0,0 0,0 0,0 0,0 0,0 0,0-1,0 1,0 0,0 0,0 0,0 0,-7 6,1 0,0 0,1 1,0 0,0 0,0 0,1 1,1 0,-1-1,0 6,-5 12,2-1,1 0,2 1,1 1,1-1,1 1,1-1,2 0,5 24,-2-23</inkml:trace>
  <inkml:trace contextRef="#ctx0" brushRef="#br0" timeOffset="106">14940 9143,'0'-3,"2"1,7 0,10 0,11 1,15 0,16 1,13 0,11 1,5 2,-2 1,-5 0,-10 1,-17 0,-15-1,-14-1</inkml:trace>
  <inkml:trace contextRef="#ctx0" brushRef="#br0" timeOffset="107">16463 9590,'-32'10,"32"-9,0-1,0 1,-1 0,1 0,0-1,0 0,-1 1,1 0,0-1,0 1,0-1,0 1,0-1,0 1,0 0,0-1,0 0,0 1,1 0,-1 0,0-1,1 0,-1 1,0-1,0 1,0 0,0-1,1 0,-1 1,1-1,0 1,-1-1,1 1,-1-1,1 1,0-1,-1 0,0 0,1 0,-1 0,1 1,0-1,0 0,-1 0,1 0,0 0,0 0,-1 0,5 2,0 0,0-1,-1 1,2-1,-1 0,0 0,0 0,0-1,1 0,-1 0,0 0,0 0,0-1,0 0,1 0,-1 1,-1-2,1 1,0-2,0 2,3-3,-8 3,1 0,0 1,0-1,0 0,0 0,0 1,-1-1,0-1,1 2,0-1,-1-1,1 2,-1-1,1-1,-1 2,0-1,0-1,1 1,-1 0,0 0,0 0,-1 0,1-1,0 2,0-1,-1-1,1 2,-1-1,1-1,-1 2,1-1,-1-1,1 1,-1 1,1-1,-1 0,0 0,0 1,0-1,0-1,-45-20,-32 16,75 6,2 0,-1 0,0 0,1 1,-2-1,1 1,0 0,1-1,-1 1,0 0,1 0,-1-1,1 1,-1 0,1 0,-1 0,1 1,-1-2,1 2,0-1,0 1,0-1,0 0,0 1,0-1,0 1,1-1,-1 1,1 0,-1 0,1-1,-1 1,1-1,0 1,0 0,0 0,0-1,1 1,-1 0,2 2,-1-1,2 1,-1-1,0 0,1 1,0-1,0 0,0 0,1 0,-1 0,1 0,-1-1,1 0,0 1,0-1,0-1,0 1,0-1,1 1,-1 0,1-2,-1 1,1 0,-1 0,1-1,0 0,-1 0,1 0,-1 0,1-1,0 0,0 0,-2 1,-1 0,1-1,-1 0,1 0,0 0,-1 0,1 0,-1 0,0 0,1-1,-2 1,1-1,1 1,-1-1,-1 0,1 0,0 0,-1 1,0-2,1 1,-1 1,1-2,-2 1,1 0,0-1,0 1,-1 0,1 0,-1-1,1 0,-1 1,0 0,0-1,-1 1,1 0,-1 0,1-1,-1 1,0 0,0-1,1 1,-2 0,1 0,-1-1,1 2,0-2,-1 2,0-1,1 0,-1 1,-1-1,1 1,0-1,-2-1,2 2,-1 0,1-1,-1 1,0 0,1 0,-1 0,1 1,-1-1,0 0,0 0,0 1,1 0,-2 0,2 0,-1 0,0 0,0 0,1 1,-1-1,0 1,0 0,0-1,1 1,-1 1,1-2,-1 2,0-1,2 1,-2 0,0-1,2 1,-1-1,-1 1,2 0,-1 0,0 0,1 0,0 0,-1 1,1-1,-1 0,1 0,1 1,-1 0,-6 20,3-1</inkml:trace>
  <inkml:trace contextRef="#ctx0" brushRef="#br0" timeOffset="108">17076 9319,'12'551,"-11"-738,-10-1,-16-52,5 147,20 92,0 0,0 0,0 1,0 0,0-1,-1 0,1 0,0 1,0-1,0 0,0 0,0 1,1-1,-1 0,0 1,0-1,0 0,0 1,0-1,1 0,-1 1,0-1,1 1,-1-1,1 1,0-1,-1 0,1 1,0 0,-1-1,0 1,1-1,0 1,-1-1,1 1,0 0,0 0,0 0,-1 0,1-1,-1 1,1 0,0 0,0 0,0 0,0 0,0 0,-1 0,1 0,0 0,0 1,-1-1,1 0,0 0,0 0,-1 0,1 1,-1-1,1 1,0-1,0 1,-1-1,1 0,0 1,-1 0,4 0,68 10,2-3,-1-1,55-4,-101-3,57 6,-66 1,-12 2</inkml:trace>
  <inkml:trace contextRef="#ctx0" brushRef="#br0" timeOffset="109">16993 9527,'14'0,"11"0,7 0,6 0,4 0,4-2,4 0,5 0,3 0,3 0,-2 2,-5 0,-12-1</inkml:trace>
  <inkml:trace contextRef="#ctx0" brushRef="#br0" timeOffset="110">17972 9298,'-18'-1,"-1"1,0 1,1 1,-1-1,0 2,1 1,0 0,0 1,1 0,-1 2,1-1,1 2,-16 9,23-13,1 2,-1-1,0 0,1 1,2 1,-2-1,1 0,-3 5,10-9,-2 0,0-1,1 2,0-2,0 2,0-1,0 0,0 0,1 0,-1 0,0 1,1-1,0 0,0 0,0 1,0-1,0 0,0 1,1-1,0 0,-1 0,1 0,0 0,0 0,0 0,0 0,1 1,-1-2,1 1,-1 0,1-1,0 1,-1-1,1 1,2 1,9 5,0 0,2-1,-1 0,1-1,-1-1,2 0,-1-1,14 2,-4 1,-7-2,8 1,1 0,-1 2,-1 0,0 1,-1 2,0 0,0 1,-1 1,-2 2,9 5,-26-17,0 1,1 0,-2 0,2 0,-2 0,0 1,0-1,0 1,-1 0,1 0,-1 0,0 0,0 0,-1 0,0 1,0-1,-1 0,1 1,-1-1,0 0,-1 1,0-1,1 0,-1 1,-1-2,0 2,1-1,-2 0,0 0,1 0,-1-1,0 1,-1-1,1 0,-1 1,0-2,-3 4,-7-1,1 1,-1-1,-1 0,0-1,0 0,0-2,0 0,-1 0,0-1,0 0,0-2,1 0,-2 0,-10-2,-122-14,147 16,-1 0,1-1,0 1,0-1,-1 1,2-1,-2 0,1 0,1 0,-1 0,-1 0,2 0,-1-1,0 2,0-2,2 1,-2-1,0 0,1 1,-1-1,2 0,-2 0,0-8</inkml:trace>
  <inkml:trace contextRef="#ctx0" brushRef="#br0" timeOffset="111">16887 8945,'18'0,"16"0,18 2,19 2,16 0,15 0,7 1,2-1,-5 0,-9-2,-17 0,-16-1,-18-1,-23 0,-15 0</inkml:trace>
  <inkml:trace contextRef="#ctx0" brushRef="#br0" timeOffset="112">7367 3473,'-17'127,"9"-58,-8 81,-32 119,5-92,-1 63,10 103,18 1,17 13,30 67,31 156,19 19,14 217,-81-563,-13 86,-3-150,1 10,10-1,31 154,1-53,-36-243,2-1,3-1,3 0,15 36,-23-69,0 0,-2 0,0 0,-2 1,0-1,-2 0,-1 1,1 31,10 32,-6-87,-3-8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17T08:43:38.348"/>
    </inkml:context>
    <inkml:brush xml:id="br0">
      <inkml:brushProperty name="width" value="0.1" units="cm"/>
      <inkml:brushProperty name="height" value="0.1" units="cm"/>
      <inkml:brushProperty name="color" value="#00A0D7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24237 5073,'7'21,"5"17,-1 13,-1 7,-4 3,-1 0,-2-4,-2-6,-1-9,0-16,-1-10</inkml:trace>
  <inkml:trace contextRef="#ctx0" brushRef="#br0" timeOffset="1">24160 5025,'-1'-8,"2"2,-1 0,1 0,0-1,0 1,1 0,0 0,1 0,-1 0,0 0,1 0,1 1,-1 0,1-1,1 1,-2-1,2 2,0 0,0-1,-1 1,2 0,0 0,-1 1,1-1,0 2,0-1,0 0,7-1,-5 1,1 0,0 1,-1 0,1 0,-1 1,2 0,-2 0,1 1,1 1,-2-1,1 1,-1 1,1 0,0 0,-1 0,1 1,-1 0,0 0,0 1,0 0,0 1,-1-1,0 2,0-1,-1 0,1 1,-1 0,-1 0,1 1,0 0,-1 0,-1 0,0 0,0 1,0-1,-1 1,2 8,-5-9,0 1,0 0,0-1,0 1,-1-1,0 1,-1-1,0 2,-1-2,1 0,-2 0,1 0,0 0,-1 0,-1-1,0 0,0 0,0 1,0-2,-1 1,-2 1,-6 4,1 0,-1-1,-1 0,0-2,0 1,-1-2,-1 0,1-1,-6 1,62-17,0 1,1 2,1 1,33 1,-70 3,1 1,0 1,0-1,-1 1,1 0,0 1,-1 0,1-1,0 2,0-1,-1 1,1-1,0 1,-1 1,0-1,0 0,0 1,0 1,-1-2,1 2,0-1,-1 2,0-2,-1 2,1-2,0 2,-1-1,0 2,0-2,-1 1,0 0,2 3,-3-1,0 1,0 0,-1 0,0 0,0-1,-1 1,0 0,-1-1,0 0,0 1,-1-1,1 1,-1-1,-1 0,0 0,0-1,-4 6,-3 1,0 1,-1-1,0 0,0-2,-2 1,0-1,-10 5,14-9,-2-1,2 1,-2-1,1-1,-2 0,2-1,-1 0,-1-1,1 0,-1-1,0 0,-12-1,23-1,0 0,1 0,-2 0,1 0,0 0,0 0,0-1,0 0,0 1,0-1,1 0,-1 0,1 0,-1 0,0 0,1 0,-1 0,1-1,-1 1,1-1,-1 1,1 0,0-1,0 0,0 1,0-1,0 1,0-1,1 0,0 0,0 0,-1 1,1-1,0 0,-1 0,1 0,0 0,1-24</inkml:trace>
  <inkml:trace contextRef="#ctx0" brushRef="#br0" timeOffset="2">24785 4940,'2'-7,"0"1,1 0,0 0,0 0,1 1,0-1,0 1,-1 0,2 0,0 0,0 0,-1 1,2 0,0 0,-1 0,1 1,0 0,0-1,0 2,1-1,3 0,12-3,-1 1,2 0,0 2,0 0,17 0,-33 2,-1 0,-1 1,1-1,0 0,-1 0,1 1,0 0,0 1,-1-1,1 1,0 0,0 0,-1 0,1 1,0 0,-2 1,2-2,-1 2,0 0,-1 0,1 0,0 1,0-1,0 2,-5-3,1 1,-1 0,1-2,-1 2,0 0,0-1,0 2,0-1,0-1,-1 0,1 1,-1 0,1-1,-1 1,0 0,0-1,0 0,0 1,-1 0,0-2,1 2,-1-1,-1 1,-48 47,-90 43,113-68,29-24,-1 0,0-1,0 0,0 0,0 1,0 0,1-1,-1 1,0-1,0 1,1-1,-1 1,1-1,-1 1,0-1,1 1,-1-1,1 0,-1 1,1-1,-1 0,1 1,-1-1,1 0,-1 0,0 0,1 0,-1 0,1 0,-1 0,1 0,0 0,-1 0,1 0,-1 0,1 0,0 0,-1 0,1 0,0 0,0 0,135 3,-113-5,0 1,0 1,0 1,0 1,0 1,0 1,-1 1,-1 0,9 4,-27-8,0 0,0 1,-1-1,0 0,1 0,0 1,-1 0,1 0,-1-1,1 1,-1 0,-1 1,1-2,0 2,0 0,-1-1,1 0,-1 1,1 0,-1-1,0 1,0 0,0-1,-1 1,1 0,-1 0,0 0,0 0,0-1,0 1,0 1,-1-2,1 1,-1 0,0-1,0 1,0 0,0-1,-1 2,-8 11,-2 0,1 1,-3-2,2-1,-2 0,-1 0,0-1,0-1,-1 0,-3 0,-100 56,64-40</inkml:trace>
  <inkml:trace contextRef="#ctx0" brushRef="#br1" timeOffset="3">17337 245,'-2'15,"-1"16,0 19,3 12,1 9,1 0,0-3,-1-8,0-9,-2-11,-5-13,0-11</inkml:trace>
  <inkml:trace contextRef="#ctx0" brushRef="#br1" timeOffset="4">17116 135,'35'-7,"1"3,0 0,1 1,0 2,-1 2,0 2,0 1,25 5,-49-6,1 1,0 0,-1 1,0 0,1 0,-2 2,1-1,-1 1,0 0,9 9,-16-13,-2 1,2-1,0 1,-1-1,0 1,0 0,-1 0,0 0,0 1,0-1,0 1,0-1,-1 1,1-1,-1 1,-1 0,1 0,-1-1,0 1,0 0,0-1,-1 1,0 0,0 0,0-1,-1 1,1-1,-1 1,-3 3,-5 5,-2 1,1-2,-1 0,-1-1,0 1,-1-2,-1 0,1 0,-1-2,-1 0,0 0,0-2,-1 0,0 0,1-2,-7 1,-29 8,125-13,-53 0,0 1,-1 0,1 1,0 1,-1 1,0 0,0 2,-1-1,1 2,-1 0,-1 2,1 0,-1 1,-1 0,15 12,-28-19,0 1,1-2,-1 2,0-1,0 0,-2 2,2-2,-1 1,0-1,0 2,0-2,-1 2,0-1,1 0,-2 0,1 1,0-1,-1 0,0 0,0 1,-1-1,1 1,-1-2,0 2,0-1,-1 0,1 0,-1 0,0 0,0 0,-1 0,2 0,-2 0,-9 6,0 0,-2 0,1-1,0 0,-2-1,1-1,0-1,-1 1,-1-1,1-2,0 1,-1-1,-1-2,1 1,-4-1,14-1,-1 1,1-1,-1 1,2-1,-2 0,0 0,2-1,-2 0,0 0,1-1,0 1,-1-2,2 1,-2-1,1 0,-1 1,2-1,-1-1,0 1,-4-4,1-8</inkml:trace>
  <inkml:trace contextRef="#ctx0" brushRef="#br1" timeOffset="5">17740 220,'16'-8,"2"0,-2 1,1 2,1-2,-1 3,1 0,0 1,1 0,-1 1,1 1,-1 1,0 0,0 2,1 0,-1 1,8 2,-21-4,0 0,-2 0,2 0,0 1,0 0,-2 0,2 0,-1 0,0 0,1 1,-2 0,0 0,1 0,0 0,-1 1,0-1,0 1,-1 0,1-1,-1 2,1-2,-1 2,0-2,-1 2,1-1,-1 1,0-1,0 1,0-1,-1 1,0-1,0 1,0-1,-1 1,1 0,-4 4,-1 0,0 0,0 0,0-1,-1 1,0-1,0-1,-2 1,1-1,0-1,-2 2,1-2,0-1,-1 1,0-1,-6 2,-24 19,38-26,1 0,-1 1,1-1,0 1,-1-1,0 1,1-1,-1 1,1-1,-1 1,1-1,-1 0,1 1,0-1,-1 1,1 0,0-1,-1 1,1 0,0 0,0-1,0 1,0 0,0-1,0 0,0 1,0 0,0 0,0-1,0 1,0 0,0 0,0-1,1 1,-1 0,0-1,1 1,-1-1,0 0,1 1,-1 0,1-1,-1 1,1-1,0 1,-1-1,1 1,-1-1,0 1,1-1,0 1,41 18,-30-14,-10-4,122 65,-119-62,1 1,1-1,-2 2,0-1,0 1,0-1,0 0,-1 2,0-1,0 0,-1 0,1 2,-2-2,0 1,0 0,0 0,1 3,-3-5,0 1,0-1,-1 1,0-1,0-1,0 2,-1-1,1 0,-1 0,0 0,0 0,-1-1,0 1,0-1,0 1,-1-1,1 0,-1 0,0 0,0-1,-1 1,1-1,-11 8,0-1,-1 0,0-1,-1-1,-18 7,24-10,-2 0,1-1,0-1,-1 1,0-1,0-2,0 1,-5-1,17-1,-1 0,1 0,-1 0,1 0,-1 0,1 0,0 0,0-1,0 1,0 0,-1-1,1 1,0-1,-1 0,1 1,0 0,0-1,0 0,0 0,-1 0,1 0,1 0,-1 0,0 0,0 1,0-1,1-1,0 1,-1-1,-2-13</inkml:trace>
  <inkml:trace contextRef="#ctx0" brushRef="#br1" timeOffset="6">18534 379,'-1'1,"-2"-1,1 0,-1 0,1 1,-1 0,1 0,0 0,0 0,0 0,0 0,0 1,0-2,0 2,0 0,0-1,1 1,-1-1,0 1,1 0,0 0,0 1,0-2,0 1,0 0,0 1,0-2,1 2,-1-1,1 1,-1-2,1 2,0-1,0 0,0 0,0 1,0-1,1 0,-1 0,1 1,0-1,-1 0,1 0,0 0,1 1,-2-2,1 1,1 0,-1 0,2 0,-1 0,1-1,0 1,1-1,-2 0,1 0,0 0,0-1,1 1,-1-1,0 0,0 1,0-1,0 0,1-1,-1 1,0-1,0 1,0 0,0-1,0 0,1 0,-1-1,0 1,-1-1,0 1,1-1,0 0,-1 0,1 0,-1 1,1-2,-1 1,-1-1,1 1,0-1,0 1,-1 0,1-1,-1-1,0 2,0-1,0 0,0 1,-1-2,1 1,-1 1,0-2,0 1,0 1,0-2,0 1,-1-2,1 2,-1 1,1 0,0-1,-1 1,0-1,0 1,1-1,-2 1,1 0,0-1,0 1,-1 0,0 0,1 0,0-1,-1 2,0-1,0 0,0 0,0 1,-1 0,1-1,-1 1,1 0,0-1,0 1,-1 0,0 1,1 0,-1-1,0 0,0 1,1 0,-1 0,1 0,-1 0,0 0,0 0,0 1,1-1,0 1,-1-1,-1 1,-12 15,3 3</inkml:trace>
  <inkml:trace contextRef="#ctx0" brushRef="#br1" timeOffset="7">18587 819,'0'0,"1"1,-1 0,1-1,0 1,-1-1,1 1,0-1,-1 1,1-1,0 0,-1 0,1 1,-1-1,1 0,0 0,-1 1,1-1,0 0,0 0,0 0,0 0,-1 0,1 0,0 0,0 0,0 0,0 0,-1-1,1 1,0 0,0-1,-1 1,1 0,0 0,0 0,-1-1,1 1,0-1,-1 1,0-1,0 0,1 1,-1-1,1 0,26-26,-24 24,0-1,-1 0,0 0,0 1,-1-2,0 1,1 0,-1 0,0-1,0 1,-1 0,1 0,-1-1,0 1,-1-1,1 1,-1 0,0 0,-1-4,1 8,-1 0,2-1,-2 1,0-1,1 1,-1 0,0-1,1 1,-1 0,0 0,1 0,-1 0,0 1,1-1,0 0,0 1,-1-1,0 1,1-1,-1 0,1 1,-1 0,1 0,0 0,-1 0,1 0,0 0,0 0,-1-1,2 2,-1-1,0 0,0 1,1-1,-1 1,0-2,0 2,1-1,-1 2,-1-1,0 0,0 1,1 0,-1-1,0 1,1 0,0-1,1 1,-1 1,0-2,0 1,1 1,0-2,-1 1,1 1,0-2,1 2,-1-2,1 1,-1 1,1-2,0 1,-1 1,2-2,-1 1,0 0,1-1,0 1,0 0,0-1,0 0,1 1,16 15</inkml:trace>
  <inkml:trace contextRef="#ctx0" brushRef="#br1" timeOffset="8">19186 306,'-12'16,"3"0,-1 1,2 0,0 0,1 1,2 0,-1 0,2 1,0 0,1 0,1-1,2 6,0-11,0 0,1-2,1 2,0-2,1 1,1 1,0-2,0 0,1 1,0-2,2 2,-1-2,1 1,1-2,-1 1,2-1,-1 0,2 0,3 3,-3-5,0 0,1-1,-1 1,2-2,-1-1,1 2,0-3,0 1,0 0,0-2,1 0,-1 0,1 0,7-2,-13 0,1 0,0 0,0-1,0-1,-1 1,1-1,-1 0,1 0,0-2,-2 1,2 0,-1-1,-1 1,1-2,0 1,-2-1,2 1,-1-2,-1 1,0-1,0 0,0 0,1-2,2-10,0 0,-1-1,-1 2,0-2,-2-1,0 1,-2 0,0 0,-1-1,-2 0,0 2,0-2,-1 1,-2-1,-1 2,-1-1,0 0,-1 1,-3-3,5 8,-2 1,0-1,0 1,-1 0,-1 0,0 2,-1-1,0 0,-6-4,10 11,0 0,0-1,1 2,-1-1,-1 1,2 1,-2-1,0 0,1 1,-1 0,-1 1,2-1,-1 1,-1 0,2 1,-2 0,1 0,1 0,-2 1,-5 1,1 2,1-1,0 1,1 0,-1 1,1 0,-1 1,2 0,-1 0,1 1,0 0,1 1,0 0,-1 0,3 1,-11 11,0 2,2 0,1 1,0 1,0 5,-23 54</inkml:trace>
  <inkml:trace contextRef="#ctx0" brushRef="#br1" timeOffset="9">19043 1870,'-6'12,"1"-3,0 0,2 1,-1 0,0 0,1 0,1 1,0-2,0 2,1 5,2-15,-1 1,1-1,0 1,0-1,0-1,0 2,0-1,0 0,0 0,0 0,0 0,1 0,-1 0,0-1,1 1,-1 0,0-1,0 1,0-1,1 1,-1-1,1 1,0-1,-1 0,1 0,-1 0,1 0,0 0,-1 0,1 0,-1 0,0-1,0 1,1 0,-1-1,1 0,-1 1,1-1,-1 0,0 1,1 0,-1-1,0 0,1 0,-1-1,0 1,0 0,-1 0,1 0,0 0,-1 0,1-1,0 1,-1-1,1 1,1-1,-1 0,0 0,0 0,0 1,0-1,0 0,0 0,0 0,-1 0,1 0,-1 0,1 0,-1 0,0 0,0 0,0 0,0 0,-1 0,1 0,-1 0,1 0,-1 0,0 0,0 0,0 0,0 1,0-1,0 0,0 0,-1 0,1 2,-1-2,1 0,0 1,-1-1,0 1,1 0,-1 0,0 0,0 0,0 0,-1 0,1 0,0 1,1-1,-1 1,-1-1,1 1,0 0,0 0,-1 0,1 0,0 0,0 0,0 1,-2 0,1-1,1 1,-1 0,0 0,0 0,2 1,-2-2,1 2,-1-1,1 1,0 0,-1 0,1-1,0 1,1 0,-1 1,1-2,-1 1,1 1,-1 0,1-2,-1 3,-6 15</inkml:trace>
  <inkml:trace contextRef="#ctx0" brushRef="#br1" timeOffset="10">19068 2347,'1'0,"0"0,1 1,-1-1,1 0,-1 0,0-1,1 1,-1 0,1 0,-1-1,0 1,1-1,-1 1,-1-1,1 1,0 0,1-1,-1 0,0 1,0-1,0 0,0 0,0 0,0 0,0 0,-1 0,1 0,0 0,0 0,-1 0,1-1,-1 1,1 0,1-1,0-1,-1 0,1 2,0-2,-1 0,1 0,-1 0,0 0,0 1,0-1,0-1,0 2,-1-1,1-1,-1 2,0-2,0 1,-1 0,1 0,0 0,-1 0,0 0,0 1,0-1,0-1,-1 2,1-1,-1 0,0 1,0-1,1 1,-1-1,0 1,-1 0,1 0,-1-1,1 2,-1-1,0 0,1 1,-1-1,0 1,0 0,0 0,-1 0,2 0,-3 1,0-1,1 2,-1-1,1 1,0-1,-1 1,1 0,-1 0,2 0,-2 1,1 0,0 0,0 0,1 0,-1 0,0 1,1-1,-1 1,1 0,1 0,-2 0,2 1,-1-1,0 1,1-1,0 1,0-1,1 1,-1 1,1-2,-1 2,1-2,0 3,2-4,-1 1,1 1,0-2,0 1,0 0,1 0,-2 0,2 0,0-1,0 1,0 0,0-2,0 2,0-1,1 1,-1-2,0 1,1 0,0 0,-1-1,2 1,-1-1,0 1,-1-1,3 1,28 10</inkml:trace>
  <inkml:trace contextRef="#ctx0" brushRef="#br1" timeOffset="11">19551 2165,'-1'-28,"2"1,1 0,2-1,0 2,2 0,1-1,1 1,4-3,57-103,-54 114,-15 18,0 1,0-1,0 0,0 0,0 0,0 0,0 0,0 0,0 1,1-1,-1 0,0 0,0 1,0-1,0 0,0 0,1 0,-1 1,0-1,0 0,0 0,1 0,-1 0,0 1,0-1,1 0,-1 0,0 0,0 0,0 0,0 0,0 0,1 0,-1 0,0 0,0 0,1 0,-1 0,0 0,0 0,1 0,-1 0,0 0,0 0,1 0,-1 0,0 0,0-1,1 1,-1 0,0 0,0 0,1 0,-1-1,0 1,0 0,0 0,0 0,1-1,-1 1,0 0,0 0,0-1,0 1,0 0,0 0,-20 153,-6 235,24-375,2-5,0 0,-2 1,1-1,-1 1,-1-1,0 0,0 0,-1-1,1 1,-1-1,-2 2,5-8,0 0,0 0,0 0,0 0,0 0,-1 0,1-1,0 1,0 0,0-1,0 1,-1-1,1 1,-1-1,1 1,-1-1,1 0,-1 0,1 0,-1 0,0 0,1 0,0 0,0 0,-1-1,1 1,-1 0,1-1,-2 0,34-8,262 6,-247 3</inkml:trace>
  <inkml:trace contextRef="#ctx0" brushRef="#br1" timeOffset="12">20201 2433,'-2'0,"-7"-4,-4-2</inkml:trace>
  <inkml:trace contextRef="#ctx0" brushRef="#br1" timeOffset="13">17623 1737,'0'18,"3"19,0 16,-1 11,0 7,0 2,-1-3,-1-7,0-8,0-12,-2-13,-1-15,1-11</inkml:trace>
  <inkml:trace contextRef="#ctx0" brushRef="#br1" timeOffset="14">17519 1785,'-2'-11,"0"9,1-1,0 0,0 0,0 1,0-2,0 2,1-1,-1 0,1 0,0 0,0-1,0 2,1-1,-1-1,1 2,0-1,0 0,0 0,0 0,0 0,1 1,-1-1,1 0,0 2,0-2,0 0,0 1,-1 0,2 0,-1 0,1 0,0 1,-1-1,1 0,1 0,11 0,0 1,-1 0,2 0,-1 1,0 1,0 0,1 1,-2 1,1 1,-1-1,1 2,-1 0,0 1,0 0,-1 1,2 1,77 58,-88-62,0-1,0 2,-1-2,1 2,-1-1,0 1,0 0,-1 0,1 0,-1-1,0 2,-1-1,1 0,-1 1,0-1,0 1,-1-1,0 4,-1-4,0 0,0-2,-1 2,0-1,0 1,0-2,0 2,0-2,-1 2,0-2,0 1,0 0,-1-1,1 0,0 0,-1 0,0 0,0 0,-1-1,2 0,-2 0,-1 0,-6 4,-2-1,2-1,-1 0,-1-1,1 0,-1-2,-4 2,40-5,-1 2,0 1,1 1,-1 1,9 1,-18 0,0 0,-1 1,0-1,1 2,-2 0,2 0,-3 1,2 0,-2 1,1 1,-1-1,-1 1,5 7,-9-12,0 2,0-2,0 1,-1 1,-1-1,1 0,-1 2,0-2,0 1,0 0,-1 0,0 0,0 1,-1-2,0 1,0 0,0 1,-1-1,0-1,-1 2,1-1,-1-1,0 2,-1-2,1 0,-1 1,-1 1,-7 4,1 0,-1-1,0 0,-1-1,-1 0,1-1,-2-1,1 0,0 0,-2-1,1-1,0 0,-1 0,-1-2,2 0,-1 0,-1-2,0 1,0-2,13 0,-1 1,1-1,1 0,-2 1,1-1,-1 0,1-1,-1 1,2-1,-2 1,1 0,-1-1,1-1,0 1,1 0,-1-1,0 0,0 1,0-1,0 0,0 0,1 1,0-2,0 1,-2-2,-6-16</inkml:trace>
  <inkml:trace contextRef="#ctx0" brushRef="#br1" timeOffset="15">18053 1822,'14'-8,"0"0,0 2,0 0,1 1,1 0,-1 1,0 0,0 1,1 2,3-1,-13 1,0 1,0 0,1 0,-2 0,2 1,-1 0,-1 0,2 0,-1 1,0 0,-1 0,1 0,0 1,-2 0,2-1,-1 2,0 0,-1-1,1 1,0-1,-1 2,0-1,0 1,-1-1,1 2,-1-2,1 2,-2 0,0 0,-1 1,0-1,0 1,0-1,-1 0,0 1,0 0,0-1,-1 1,0-1,0 1,0-1,-1 0,-1 0,0 1,0-2,0 1,0 0,0-1,-1 0,-1 1,1-1,-1 0,1 0,-1 0,-1-2,0 2,2-2,-3 1,1-1,1 1,-2-1,1-1,-1 0,1 1,-1-1,-1-2,-6 6,66-2,-40-3,0 2,0-1,-1 1,2 0,-2 1,1 1,-2-1,2 2,-2-1,1 1,-2 1,1 0,-1 0,1 1,-2 0,1 0,-2 1,1 0,-1 1,-1 0,1 0,-1-1,-1 2,-1 0,1 0,-1-1,-1 1,0 1,0 8,-3-13,0-2,-1 0,0 2,0-2,0 0,-1 1,0-1,0 0,-1 1,0-2,0 2,1-2,-1 1,-1-1,0 1,0-1,-1 1,2-2,-2 1,0-1,0 1,1-1,-1 0,-1 0,-2 0,-7 4,0-1,-1-1,1 0,-2-1,1 0,0-1,0-2,-15 2,27-2,1-1,-1 0,0 0,0 0,0 0,0 0,1-1,-2 0,2 0,-1 0,0 0,1 1,-1-2,0 0,1 0,-1 0,1 1,1-2,-2 1,1-1,-2-1,-2-9</inkml:trace>
  <inkml:trace contextRef="#ctx0" brushRef="#br1" timeOffset="16">1503 465,'-18'0,"0"0,-1 0,1 2,0 0,1 2,-1-1,1 2,0 0,-1 1,2 1,-1 0,2 1,-1 1,0 0,-11 10,24-16,0-1,0 1,1-2,-1 2,1 0,0-1,0 1,0 1,0-2,0 1,1 1,-1-2,1 2,0-1,0 0,0 1,0-1,1 0,0 1,-1-1,1 1,1-1,-1 0,0 1,1-1,0 1,0-2,0 2,0 0,1-2,-1 2,1-1,0-1,2 4,7 4,1 1,2-1,-1 0,0-1,2 0,-1-1,1-1,1-1,-1 0,1 0,-1-1,13 1,-19-3,45 12,-32-9,-1-1,0 1,-1 2,0 1,0-1,-1 2,0 1,12 9,-26-17,-1 1,0-1,0 2,-1-1,1 1,-1-1,0 1,0-1,0 2,-1-2,0 2,0-1,-1-1,1 2,-1-1,0 1,0-1,-1 0,0 1,0-1,0 1,-1 0,1-1,-2 0,1 0,-1 0,0 1,1-1,-1-1,-1 2,0-2,0 1,0-1,-1 1,1-1,-1 1,0-2,0 1,-1-1,2 1,-2 0,0-2,0 2,-4 0,-58 14,65-18,0 1,0-1,-1 0,2-1,-1 1,0 0,0 0,0-1,0 1,0-1,0 1,0-1,0 0,0 0,1 0,-1 0,1 0,-1 0,0-1,1 2,-1-2,1 1,-1-1,1 0,0 1,0 0,0-1,0 0,0 0,0 0,1 1,0-2,-1-6,0 0,2 0,-1-1,1 1,0 0,0 0,2 0,0 1,0-1,0 0,1 1,0-1,1 1,0 0,3-2,97-157,-59 101,-4-1,13-35,-37 65,-3 0,-2-1,9-38,-19 57,-7 18,-22 80,24-62,-9 26,3 0,3 0,0 1,3-1,2 1,2 0,3 0,0-1,4 0,1 0,16 40,-22-72,1 1,0-3,0 2,1-1,1 0,-1 0,2 0,0-1,0-1,1 1,-1-1,2-1,5 4,18-6,-21-11</inkml:trace>
  <inkml:trace contextRef="#ctx0" brushRef="#br1" timeOffset="17">1568 636,'2'2,"15"1,18-1,23 0,20-1,15-2,8 0,-4-2,-8 1,-13 0,-20 1</inkml:trace>
  <inkml:trace contextRef="#ctx0" brushRef="#br1" timeOffset="18">2285 758,'-11'11,"-1"-1,1 1,1-1,-1 2,2 0,0 0,1 1,0-1,0 2,2-1,0 1,1 0,0 0,1 0,-1 11,5-22,0 1,1-1,-1 0,1 1,0-1,0 0,0 0,0 0,1 1,-2-2,2 2,0-1,0-1,0 1,1 0,-1-1,1 1,0-1,-2 1,2-2,0 2,0-1,1 0,-1-1,0 0,0 1,0-1,1 1,-1-1,1 0,1-1,8 3,1 0,1-1,-2-1,1 0,0-1,1-1,5 1,-14 0,-1 0,1 0,0-1,-2 1,2-1,0-1,-1 1,0-1,1 0,-1 1,0-1,0-1,0 1,0-1,-1 0,0 0,1-1,-1 0,0 1,0-1,-1 0,0 0,1 0,-1-1,0 1,0-1,-1 1,0-2,-1 2,1-1,0 0,-1 0,0-2,-1-1,-1 1,0 1,-1-1,0 0,1 0,-1 0,-1 1,0 0,-1-1,0 1,0 1,1-1,-2 0,0 1,0-1,1 1,-2 1,0-1,0 1,1-1,-2 2,1-1,0 0,-1 2,-1-1,2 0,-1 1,-1 0,2 0,-2 1,0 0,-1 0,2 0,0-1,0 1,0 0,0 1,0 0,-1 0,2 0,-2 1,1 0,1 0,-2 0,1 1,1 0,-1 1,0-1,1 1,0 1,0-1,0 1,0-1,0 2,1-1,0 1,0-1,0 2,0-2,1 2,1 0,-1-1,0 1,1 0,0 0,-1 7,3-8,0 0,0 0,1 0,0 1,0-1,1 0,0 1,0-2,0 2,-1-1,2-1,0 2,0-2,1 2,0-2,-1 1,2-1,-2 1,2-2,-1 2,1-2,0 2,1-3,-2 2,2 0,0-2,0 1,-1 0,1-1,0 1,1-1,-2 0,2-1,0 0,3 1,35 9</inkml:trace>
  <inkml:trace contextRef="#ctx0" brushRef="#br1" timeOffset="19">2506 489,'-16'-10,"-11"-6,-6-2,-2 2,1 3,4 10,8 7,5 10,9 12,10 8,12 7,13 4,9 6,7 0,-5-8</inkml:trace>
  <inkml:trace contextRef="#ctx0" brushRef="#br1" timeOffset="20">2623 978,'11'26,"-8"-18,-1 0,1 0,1-1,0 0,0 0,0 0,1 0,0 0,1-1,-1 0,3 1,-7-6,1 0,-1 0,1-1,-1 1,1 0,0-1,-2 0,2 1,0-1,-1 0,1 0,0 1,-1-2,1 1,0 0,-1 0,1 0,0-1,-1 1,0-1,1 1,-1-1,1 0,-1 1,1-1,-1 0,1 1,-1-1,0 0,0-1,1 1,-1 0,0 0,0-1,32-43,-25 28,-2-1,0 0,-1 0,-1-1,-2 1,0 0,0-1,-2 0,0 0,-2 0,0 1,0-1,-2 1,-1 0,-4-10,8 24,0-1,0 1,-1-1,1 1,-2 0,1 0,0-1,-1 2,0-1,0 0,1 0,-2 1,1 0,-1-1,0 2,0-1,1-1,-2 2,4 3,1-1,-1 0,0 0,1 0,-1 0,0 0,0 0,1 1,-1-1,1 1,-1-1,0 0,1 1,-1-1,1 1,-1 0,1-1,-1 1,1-1,0 1,0 0,0-1,0 0,-1 1,1 0,0-1,0 1,0 0,0 0,-1-1,1 1,0 0,0 0,1-1,-1 1,0-1,0 1,0-1,0 1,1 0,-1-1,0 1,0 0,0-1,0 1,1 0,-1-1,1 1,-1-1,1 0,-1 0,1 1,-1-1,1 1,0-1,-1 1,1-1,0 0,0 1,9 5,-1 2,1-3,0 1,1 0,-1-2,2 0,-1 0,-1 0,2-2,10 3,1 1,-13-5,1 1,-1 0,1 0,-1 2,0-2,-1 3,1-1,-1 1,1-1,-2 2,2-1,-2 1,0 1,0 0,-1 0,1 0,-1 0,-1 1,0 0,0 1,1 4,30 163,-37-175,0 1,1 0,-1-1,1 0,0 0,-1 1,1-1,0 1,-1-1,1 0,0 0,0 0,0 0,0 0,1 0,-1 0,0 0,1 0,-1 0,0-1,1 1,-1-1,1 1,0 0,-2-1,2 0,-1 1,1-1,0 0,-1 0,1 0,0 0,-1 0,1 0,0 0,-1 0,1-1,-1 1,0-1,1 1,-1-1,1 0,-1 1,0 0,2-2,56-45,-44 30,0 0,-2-1,-1-1,1 1,-3-2,1 0,-3 0,1-1,-1 1,-2-4,-12 99,4-60,1 1,1 0,0 0,2-1,-1 1,1 1,2-1,-3-12,1 1,-1-1,1 1,0-1,0 1,1-1,-1 0,0 0,1 0,1-1,-1 2,1-2,-1 0,0 1,1-2,1 2,-1-2,0 1,0-1,1 1,0-2,-1 1,0 0,2 0,1 0,21-1,-1-3</inkml:trace>
  <inkml:trace contextRef="#ctx0" brushRef="#br1" timeOffset="21">3339 453,'-2'0,"5"4,11 10,7 10,10 13,0-1</inkml:trace>
  <inkml:trace contextRef="#ctx0" brushRef="#br1" timeOffset="22">3703 917,'16'-6,"-1"-1,0 0,1 0,-3-1,1-1,0-1,-1 0,-1-1,1 1,-2-2,0 0,-1 0,0-1,3-6,9-16,-2-1,-2-1,-2 0,0-1,-3-1,-3 0,0 0,-2-1,-3 0,-1 0,-1-11,-3 49,1-13,0-1,0-1,-2 1,0 0,-1 0,-1 1,-1-1,0 1,0-1,-3-1,6 16,1-1,-1 0,0 0,0 0,-1 2,1-2,0 0,-1 0,2 1,-2-1,1 2,-1-1,0-1,1 1,-1 0,0 0,0 0,0 0,0 1,0-1,1 1,-1-1,0 1,-1-1,1 1,0 0,0 0,0 0,0 0,-1 0,2 1,-1-1,0 0,0 1,0 0,0-1,0 0,0 1,0 0,0 0,0 1,2-1,-2 0,0 0,1 0,-1 1,1-1,-1 1,-9 9,-1 2,1 0,1 0,0 1,1 0,0 0,2 1,0 0,1 1,1-1,-3 9,-7 27,2 1,3 1,2 0,3-1,2 2,3 16,0-41,2-2,1 1,1 0,2-1,2 0,-1-1,3 1,7 14,-9-27,-2-1,3 0,-1 0,2-1,0 0,0 0,0-1,2 0,-1-2,2 1,0-1,0 0,1-1,-1 0,1-1,8 2,-14-5,0-1,-1-1,2 1,-1-1,-1 0,2-1,-1 0,0 0,1 0,-1-1,0 0,0-1,1 0,-1 0,0 0,0-1,0 0,0-1,0 0,-1 0,1 0,-2-1,2-1,-1 1,-1 0,1-1,-1 0,1-1,-2 1,0-1,3-3,-2-1,0 0,0 0,-1-1,-2 1,2-1,-2 0,0 0,0 0,-1-1,-1 1,0 0,-1-1,0 1,-1 0,0-1,-1 1,0 0,-1 0,-1-1,0 2,0-1,-1 0,4 8,-1 1,1-1,-1 1,1 0,-1-1,0 1,0 0,0 0,1 0,-1 0,-1 0,1 1,-1-1,1 1,-1-1,0 1,1-1,0 1,-1 1,0-1,0 0,0 0,0 1,0-1,1 1,-1 0,-1 0,1 0,0 0,0 1,0-1,1 1,-1 0,0 0,0-1,-1 1,-2 5,0-2,0 2,0-1,1 0,0 2,0-1,0 0,2 0,-1 1,0 0,1-1,0 1,0 0,0 1,2-1,0 1,-1-1,1 0,1 1,0-1,0 1,0 0,1 0,1 1,-1 0,1-1,0 1,1-1,1 1,0-1,0 1,0-1,1 0,0 0,1-1,-1 0,2 0,0-1,-1 1,2-1,-1 0,0 0,2-1,-1-1,0 1,1-1,7 3,11 3,0-1,2-1,-1 0,1-2,0-2,29 2,32-2,-8-4</inkml:trace>
  <inkml:trace contextRef="#ctx0" brushRef="#br1" timeOffset="23">6021 917,'38'-25,"-3"0,-1-2,-1-2,-1-1,-2-2,-2 0,0-1,-2-2,-2-1,-3-1,0 0,-2-2,-1 1,-3-2,1-11,-4-61,-12 107,0 2,0-1,-1 0,0 0,0 0,0 1,0-1,0 0,-1 0,0 2,0-2,0 0,0 1,-1 0,2 0,-2 0,0 0,0 0,0 1,-1-1,1 0,0 2,0-2,-1 1,0 0,0 1,-1-1,0 1,0 0,0 0,1 0,-1 1,0 0,1 0,-1 0,1 1,-1-1,0 1,0 1,1-1,0 0,-1 0,1 1,-1 0,2 1,-1-2,-1 2,1 0,1-1,0 1,-1 1,1-2,-2 4,-4 3,1 1,-1 0,2 1,0 0,0 0,1 1,1 0,-2 4,-2 12,1 1,1 1,3-1,0 1,1-1,2 1,2 0,0 0,3-1,0 1,2-1,1 0,1 0,4 3,-7-18,-1 1,2-2,1 0,0 1,0-1,1 0,0-1,2 0,0 0,0-2,1 1,1 0,-1-1,2-1,-1 0,1-1,1 0,-1-1,15 5,-21-11,2 0,-1 0,0-1,0 0,0 0,0-1,1 0,-2 0,1-1,-1 0,2-1,-1 1,-2-1,2 0,0 0,-2-2,1 2,1-3,7-4,-2 1,1-3,-1 0,-1 1,1-2,-2 1,7-13,-12 17,0 0,-2 0,1 0,0-1,-1 0,-1 0,0 0,-1-1,1 2,-2-2,1 1,-1-1,-1 0,0 1,-1-6,-1 11,1 2,-1-1,0-1,1 2,-2-1,1 0,0 1,-1 0,0-1,0 1,0 0,1 0,-1 0,0 0,-1 0,1 2,-1-2,1 1,0 0,0 0,-1 0,0 0,0 1,1-1,0 1,-1 0,0 0,1 0,-1 1,1-1,-1 1,1 0,-1 0,0 1,1-1,0 0,0 0,0 1,0 0,-1 0,1 0,0 0,2 0,-2 1,0-1,-2 3,0 0,1 0,-1 0,1 0,0 1,0 0,0-1,2 2,-1-1,0 0,1 1,0-1,0 1,0-1,1 0,0 2,1-2,0 1,0-1,0 1,1 0,0 0,1-1,0 0,0 1,0-1,1 0,0 1,-1-1,2 0,0-1,0 1,1-1,-1 1,0-1,4 2,2 1,2 0,-2 0,3-1,-2 0,2-1,-1-1,0 1,2-2,-2 0,1-1,13 3,151 9,-122-14</inkml:trace>
  <inkml:trace contextRef="#ctx0" brushRef="#br1" timeOffset="24">14407 440,'0'15,"0"14,0 12,0 7,0 3,0-3,0-5,0-8,0-10</inkml:trace>
  <inkml:trace contextRef="#ctx0" brushRef="#br1" timeOffset="25">14212 184,'22'0,"1"0,0 0,-1 2,1 1,-1 1,0 1,-1 0,1 2,-1 1,0 0,-1 1,0 1,15 9,-20-9,0 0,0 0,-1 1,-1 1,0 0,-1 1,-1-1,1 3,-2-2,0 2,-1 0,-1 0,0 1,-1-1,-1 1,0 1,-1 0,-2 0,2 16,5 101,-10-132,1 0,0-1,0 0,-1 1,0 0,1 0,1-1,-1 0,0 0,0 1,1-1,-1 1,0-1,1-1,0 2,-1-1,1 0,0 0,-1 0,0-1,1 1,0 0,0-1,0 1,0-1,0 0,0 0,0 0,0 0,0 0,-1 0,1 0,-1 0,1 0,0 0,0-1,0 0,0 1,0-1,0 0,-1 0,0 0,71-42,-61 32,1 1,-2-2,1 0,-2 0,0-1,0 0,-2 0,0-1,0 1,-2-2,1 1,0-5,-6 15,-3 10,-4 14,5-12,0 1,0-1,1 1,1-1,0 1,0-1,0 1,1-1,0 1,1-1,0 0,1 0,0 0,1 0,-1 0,1 0,0-1,1 0,0 1,0-1,1-1,0 0,1 1,-2-1,3-1,2 3,10 5,0-2,1 0,1-1,0-1,0-1,19 4,53 12</inkml:trace>
  <inkml:trace contextRef="#ctx0" brushRef="#br1" timeOffset="26">1620 1761,'0'18,"0"19,0 14,0 10,2 6,1 1,1 0,-2-1,-1-5,0-7,-2-9,-4-14,-1-11</inkml:trace>
  <inkml:trace contextRef="#ctx0" brushRef="#br1" timeOffset="27">1308 1748,'-11'-8,"0"-1,12 3,16 5,21 5,24 1,23 0,17 0,12-2,4-1,-7-1,-24-1</inkml:trace>
  <inkml:trace contextRef="#ctx0" brushRef="#br1" timeOffset="28">1959 2408,'8'-12,"2"1,-3-2,1 1,-1-2,-1 1,0-1,-1 1,-1-1,-1-1,1 1,-2 0,0-1,-1 1,-1 0,0-2,-1 2,-1 0,0 0,-1-3,2 15,0-1,0 0,1 0,-1 0,-1 0,1 1,-1-1,1 0,-1 1,0 0,0-1,-1 1,1 0,0 0,0-1,-1 1,1 1,-1-1,0 1,0-1,0 1,1-1,-1 2,-1-1,1 0,0 0,2 2,-1 0,1 0,0-1,0 1,0 0,1 0,-1 0,1 0,-1 0,0 0,0 1,1-2,-1 1,1 1,-1-1,1 0,0 1,-1-1,1 0,0 0,0 1,0-1,0 0,0 1,0-1,1 0,-1 0,0 0,1 1,-1-1,1 1,-1-1,1-1,0 1,-1 1,1-1,0 0,-1 0,1 0,0 0,0-1,0 1,0 0,0 0,1-1,0 2,8 5,3 0,-2 0,2 0,-1-2,1 0,0 0,0-1,1 0,-1-1,14 1,16 6,-36-9,1 0,-2 0,2 0,-1 0,-1 2,1-1,0 1,-1-1,1 2,-1-1,1 1,-2 0,1 0,0 0,-2 1,1-1,1 2,-2-2,1 2,-2 0,1-1,0 1,0 0,-1 0,0 0,-2 1,1-1,1 5,-10 102,7-111,0 1,1 0,-1-1,0 1,1 0,0-1,0 1,1 0,-1-2,1 2,-1 0,1-1,0 0,0 0,0 0,0 1,-1-2,2 1,-1 0,0-1,1 1,0-1,-1 0,1 0,0 1,-1-1,1 0,0-1,0 1,0 0,0-1,0 0,96-1,11-25,-59 11</inkml:trace>
  <inkml:trace contextRef="#ctx0" brushRef="#br1" timeOffset="29">2948 2275,'-1'-5,"-1"1,1-1,-1 1,0 0,-1 0,1 0,-1 0,0 0,0 0,0 1,0 0,-1 0,0 0,0 0,0 1,0-1,0 0,0 1,-1 0,1 0,-1 0,1 1,-1-1,0 2,1-1,-2 0,-2 1,-1-1,0 1,1 0,-1 1,-1 0,2 0,-1 0,1 1,-1 1,1 0,-1-1,1 2,1-1,-2 2,2-1,-1 1,1 0,1 1,-1-1,1 1,0 0,1 1,-1-1,1 1,0 0,1 0,-3 7,5-11,1-1,0 1,0 0,0-1,0 1,0 1,1-2,-1 1,1 0,0 0,0 0,0 0,0 0,1 0,-1 0,1 0,0 0,0-1,0 1,0 0,1 0,-1-1,1 1,0 0,0-1,0 0,0 1,-1-1,2 0,-1 0,1 0,7 3,0 0,1-2,0 1,0-1,0 0,-1 0,2-1,-1-2,1 1,-1 0,1-1,-1-1,1 0,-1 1,0-2,0-1,0 0,6-2,-10 4,1-1,-2 0,2 0,-1-1,-1 0,2 0,-2-1,0 1,1-1,-1 0,0-1,-1 1,1-2,0 1,-1 0,-1-1,0 1,1-1,-1-1,0 1,-2 0,1 0,0-2,0 2,-1-1,0 0,-1 0,0 0,0 0,0 0,-1 0,0 0,-1 0,0-1,0 1,-1 0,0 0,-26-32,27 39,1 0,-1-1,0 1,0-1,0 0,1 1,-1-1,0 1,-1-1,1 1,0 0,0-1,0 1,0 0,0 0,0 0,-1 0,1 0,0 0,0 0,0 0,0 1,0-1,0 0,0 1,0-1,0 1,0-1,0 1,0-1,0 1,0 0,0-1,0 0,1 1,-1 0,0 0,0 0,1 0,-1 0,1 0,-1 0,-4 6,2 1,-1 0,1 0,0 0,0 1,1-1,1 1,-1-1,2 1,0 0,0 0,0-1,0 1,1 0,1-1,0 1,0-1,3 4,-2-4,1 1,-1-1,1-1,1 0,0 0,0 0,0-1,1 2,0-2,0-1,1 2,0-2,0-1,0 2,1-2,0 1,0-2,-1 1,2-1,0 0,-1 0,1-1,-1-1,2 1,-1-1,0 0,0-1,-1 0,29-2</inkml:trace>
  <inkml:trace contextRef="#ctx0" brushRef="#br1" timeOffset="30">3287 2213,'-4'4,"1"0,-1 0,1 0,1 0,-1 1,0 0,1 0,0-1,0 2,0-2,0 1,1 0,0 0,0 1,1-1,0 0,0 2,0-2,-1 0,0 0,1-1,0 2,0-2,0 2,1-2,0 1,-1 0,1-1,1 1,0 0,0 0,0-1,1 1,-1-2,1 2,0-1,-1 0,2-1,0 1,-1 0,1-1,0 1,0-2,0 1,1 0,0-1,-1 1,0-1,1 0,1 0,-2-1,1 0,0 0,1 1,4-1,-4-1,1 0,-2-1,2 0,0 0,-2 0,1-1,1 1,-1-1,-1-1,1 0,0 1,-1-1,0 0,1-1,-1 0,-1 1,1-1,0 0,-1-1,1 1,0-4,3-2,-1 1,-2-2,1 1,0 0,-1 0,-2-2,1 1,-1 1,0-2,1-8,-3 16,0-3,0-1,0 1,-1-1,1 1,-1 0,-1 0,0-1,1 1,-1-1,-1 1,0 0,-2-3,4 10,0-1,0 1,-1-1,1 1,0 0,-1 0,1 0,0-1,-1 1,1-1,0 1,-1 0,1-1,-1 1,1 0,-1-1,1 1,-1 0,1 0,-1-1,1 1,-1 0,1 0,-1 0,1 0,-1 0,1 0,0 0,-1 0,1 0,-1 0,1 0,-1 0,1 0,-1 0,1 1,-1-1,1 0,-1 0,1 0,-1 1,1-1,-1 0,1 1,0-1,-1 1,1-1,-1 0,1 1,0-1,-1 0,1 0,0 1,0-1,-1 1,1-1,0 1,-14 28,9-18,2 1,-1 0,2-1,1 2,0-2,0 1,1 1,0-2,1 2,0-2,1 2,0-1,2-1,-2-4,0 1,1-2,0 1,0-1,1 1,0-1,0 0,1 0,-1 0,1-1,1 0,-1 1,1-2,0 1,0-1,0 1,1-2,0 1,-1-1,2 0,-1 0,2 0,-3-1,1 1,-2-1,2-1,-1 0,1 0,-1 0,0 0,1-1,-1 0,1 0,0-1,-2 0,2 0,0 0,-2 0,2-1,-1-1,0 1,-1 0,1-1,0-1,-1 2,2-3,5-8</inkml:trace>
  <inkml:trace contextRef="#ctx0" brushRef="#br1" timeOffset="31">3965 2225,'10'0,"1"0,-1 0,1 0,-1 1,2 1,-2 0,0 1,0-1,1 2,-2-1,1 2,-1-1,1 1,-1 0,0 1,-1 0,1 0,-1 0,5 7,0 0,1 3,-1-2,-1 2,-1 0,-1 0,0 1,0 1,-3-1,7 17,1 27,-4 0,-1 1,-4-1,-3 2,-2-1,-7 53,2 66,3-166,0 1,1 0,1-1,1 0,1 0,-1 1,2-1,1 0,0-1,1 1,0-1,2 0,6 10,-12-22,-1 0,1 1,0-1,1-1,-1 1,-1 0,1 0,1 0,0-1,-1 1,1-1,0 0,-1 1,0-1,1-1,0 1,0-1,0 1,0-1,0 1,-1-1,2 0,-1 0,0 0,0-1,0 1,0-1,-1 0,1 1,0 0,0-2,-1 1,1 0,0-1,0 1,-2 0,2-1,-1 0,0 0,0 0,2-1,4-9,-1 1,0-1,-1 0,0 0,-1-1,0 1,-1-1,-1 0,0-1,-1 1,-1-1,0 1,0 0,-2-10,-2-20,-1 1,-2-1,-3 1,0 0,-4 1,-1 0,-2 0,-21-36,24 51,-1-1,-2 1,-1 0,0 2,-2-1,-1 2,-1 1,-2 0,0 3,-1-1,0 1,-12-4,33 21,2 2,0 0,0 0,0 0,0-1,-1 1,1 0,0 0,0-1,0 1,0-1,0 1,1-1,-1 1,0 0,0 0,0-1,0 0,0 1,1-1,0 0,-1 0,1 0,-1 0,1 1,-1-1,1 0,-1 1,1-1,-1 0,1 0,0 0,0 0,-1-1,1 1,0 1,0-1,0-1,187-20,225-30,-411 52,1-1,1 0,0 0,0 0,0 0,0 1,0-1,-1 1,2 0,-1 0,0 0,0 0,0 1,0-1,0 1,0 0,0 0,0 0,0 0,-1 0,1 0,-1 1,1 0,-1 0,1-2,-1 3,1-1,-1 0,0 0,0 0,-1 0,1 1,-1-1,1 1,-1-1,1 1,-2 9,0 0,0-1,-1 2,-1-1,0-1,-1 1,-2 8,2-12,0 0,0 1,1 0,0-1,1 0,0 1,1-1,0 1,0-1,1 1,0-1,1 0,0 1,0-1,1 0,0 1,-2-7,1-1,-1 1,0-1,0 1,0 0,0-1,1 0,0 1,-1-1,1 1,0-1,0 0,0-1,0 1,0 0,0 0,-1 0,1 0,0-1,1 1,-1-1,0 0,0 1,1-1,-1 0,-1 0,1-1,1 1,-1 0,0-1,0 1,0-1,0 0,1 0,-1 0,-1 0,1 1,-1-1,1 0,0-1,0 1,18-14</inkml:trace>
  <inkml:trace contextRef="#ctx0" brushRef="#br1" timeOffset="32">4719 2054,'3'2,"8"1,13 0,1-2</inkml:trace>
  <inkml:trace contextRef="#ctx0" brushRef="#br1" timeOffset="33">5201 1748,'-7'101,"4"1,7 24,-1-23,-2-28,-2-3,4-2,3 1,5 5,-11-71,0 1,0-1,1 1,0-1,0 0,0 1,1-1,0 0,0 0,1 0,0 0,0-1,0 1,0-1,0 1,1-1,0 0,1 0,-2 0,2-1,0 0,0 1,0-2,-1 1,2 0,-1-1,1 0,-1 0,0 0,1 0,1-2,7-2,-2-1,1-1,-1 0,0 0,1-2,-2 0,1 0,-1-1,0 0,-1 0,0-1,0 0,0-1,-2 0,1-1,-2 0,7-8,35-53,-53 84,2 1,-1-1,1 1,0 0,2-1,0 1,0 0,2-1,0 3,-1-10,0-1,1 1,-1-1,1 0,1 1,-1-1,1 1,0-2,1 0,-1 2,0-2,1 1,1-2,-1 2,1-2,-1 1,1 0,0-1,0 0,0 0,0 0,1-1,0 1,-1-2,1 1,0 0,-1-1,2 0,-1 0,0 0,0-1,5 0,16-5</inkml:trace>
  <inkml:trace contextRef="#ctx0" brushRef="#br1" timeOffset="34">5631 2225,'-16'-9,"-9"-3,0-2</inkml:trace>
  <inkml:trace contextRef="#ctx0" brushRef="#br1" timeOffset="35">5201 2029,'13'-1,"15"-5,17 1,16 0,11 2,7 1,-11 0</inkml:trace>
  <inkml:trace contextRef="#ctx0" brushRef="#br1" timeOffset="36">5918 2445,'-3'12,"-2"12,-4 6,2 5,0 2,4 3,5-3,5-7,2-9,3-8,1-10,-1-6</inkml:trace>
  <inkml:trace contextRef="#ctx0" brushRef="#br1" timeOffset="37">5865 2066,'7'11,"1"2</inkml:trace>
  <inkml:trace contextRef="#ctx0" brushRef="#br1" timeOffset="38">6229 2494,'21'-27,"0"-1,-3 0,1-2,-3 1,-2-3,-1 1,-1 0,-2-2,0 0,-3-4,-1-1,-1 1,-3 0,-1-1,-4-25,-10 14,13 48,0 1,-1-1,1 0,-1 0,1 0,-1 0,1 0,-1 0,1 0,-1 0,0 1,0 0,1-1,-1 0,0 1,0-1,0 0,0 1,0-1,0 1,0-1,0 1,0 0,0-1,1 1,-1 0,0 0,0 0,0 0,-1 0,1 0,0 0,0 0,0 0,0 0,0 1,0-1,0 0,0 1,0-1,0 1,0-1,0 1,0-1,0 1,1 0,-7 5,0 0,1 0,0 2,1-2,-1 2,2-1,-1 0,1 1,0 0,0 0,1 1,0 3,2-10,-13 39,2 2,1-1,4 1,0 0,3 1,2 38,2-60,1-2,1 2,1-2,1 2,2-2,-1 0,2 1,5 7,-9-20,1 0,1 1,0-1,-1-1,2 0,0 0,0-1,0 1,1 0,0-2,0 1,1 0,0-2,-1 2,2-2,-2 0,2-1,0 1,0-1,0-1,2 2,-3-3,0 0,0-1,0 0,0 0,0 0,-1-1,1 0,0-1,0 0,0 0,-1 0,0-1,1 0,-2 1,2-2,-1 0,-1 0,0 0,1-1,0-1,7-7,-1 1,1-1,-2 0,-1-2,0 1,-1-1,8-16,-17 29,1 0,0-1,-1 2,1-1,0-1,0 1,0 0,1 1,-1-1,-1 0,2 1,0-1,-1 2,1-2,0 1,-1 0,1 0,-1 0,1 1,0-1,0 1,0-1,0 1,0 0,-1 0,1 0,0 1,0-1,0 1,0-1,9 1,-4 0,0 0,1 0,-1-1,0 0,1-1,-2 1,2-2,0 1,-2-1,2 0,-2-1,1 0,0 1,-1-2,8-4,-14 7,0 0,0 0,0 0,0 0,0 0,1 0,-1-1,-1 1,1-1,0 1,0 0,0-1,-1 1,1-1,-1 0,0 1,1 0,-1-1,0 0,0 1,0-1,0 1,0-1,0 1,-1-1,1 0,0 1,-1 0,0-1,1 1,-1-1,0 1,0 0,0 0,0-1,0 1,0-1,0 1,0 0,-1 0,-57-33,52 31,-2 0,2 1,-1 2,-1-2,2 1,-2 1,1-1,0 1,-1 1,2 0,-2 0,1 0,0 1,0 0,1 1,-1-1,0 1,1 1,-1-1,1 1,1 0,-1 1,0-1,2 2,-2-1,1 0,2 1,-2 0,1 0,0 0,-1 5,2-4,0 0,0 0,1 0,0 0,1 0,-1 0,1 2,1-2,0 1,0 0,0-1,1 1,1 0,-1-1,1 1,1-1,-1 2,2-2,-1 1,0-1,1 0,1 0,0 0,0 0,0-1,0 1,2-1,-1 0,1 0,-1-1,1 1,1-1,15 9,-1-2,1 0,2-2,-1 0,1-1,1-2,0 1,-1-3,2 0,-1-1,1-1,-1-2,1-1,11-1,150-13,-109 1</inkml:trace>
  <inkml:trace contextRef="#ctx0" brushRef="#br1" timeOffset="39">14915 2041,'-7'17,"-1"12,-1 6,6 5,7-2,4-2,3-3,0-7</inkml:trace>
  <inkml:trace contextRef="#ctx0" brushRef="#br1" timeOffset="40">14745 1809,'25'-1,"-1"0,1 2,-1 1,0 1,1 0,-1 2,0 0,0 1,-2 2,1 1,20 9,-28-10,1 0,-1 1,-1 1,1 0,-2 1,-1 0,1 1,-1 1,-1-1,0 2,-1-1,-1 1,0 1,-1 0,-1 0,0 0,-2 1,1 0,-1 0,-2 0,2 15,-5 121,-1-152,1 0,0 1,0 0,0 0,0 0,0-1,0 1,0 0,0 0,0 0,0-1,0 1,0-1,0 1,0 0,0 0,0 0,0 0,1-1,-1 1,1 0,-1 0,0-1,1 0,0 1,-1 0,1-1,-1 1,1-1,0 1,-1-1,1 1,0-1,0 1,-1-1,1 0,0 1,0-1,0 0,-1 1,1-1,0 0,0 0,0 0,0 0,0 0,-1 0,0 0,1 0,0 0,0-1,0 1,0 0,-1 0,1-1,0 1,0-1,0 1,15-9,0 0,0-1,-1 0,-1-1,1 0,-2-2,0 1,0-2,7-10,-14 16,1 0,-1-1,0 0,-2 0,1 0,0 0,-1 0,-1-1,0 0,1-5,-4 15,0 0,0 0,0 1,-1-1,1 0,0 0,0 0,0 0,0 0,0 0,0 1,0-1,-1 0,1 0,0 0,0 0,0 1,-1-1,1 0,0 0,0 0,0 0,-1 0,1 1,0-1,0 0,-1 0,1 0,0 0,0 0,0 0,-1 0,1 0,0 0,0 0,-1 0,1 0,0 0,0 0,0 0,0 0,0 0,0-1,-1 1,1 0,0 0,0 0,0 0,-1 0,1-1,0 1,0 0,0 0,-1 0,1 0,0-1,0 1,0 0,0 0,0 0,-4 7,0-1,0 1,1 0,0 0,2 1,-1-1,0 0,1 0,0 1,0-1,1 1,0 0,1-1,0 1,0-1,0 0,1 1,0-1,2 3,-1-4,1 0,0 0,1-1,-1 1,1-2,0 2,0-2,0 1,1-1,0 1,0-2,0 1,1-2,0 2,-1-1,3 0,113 28,-38-19</inkml:trace>
  <inkml:trace contextRef="#ctx0" brushRef="#br1" timeOffset="41">8612 709,'-9'-1,"-1"0,1 1,-1 1,0 0,0 0,0 1,2-1,-2 1,1 1,0 1,0-1,0 1,1-1,-1 2,1 0,0 0,0 1,1-1,0 1,0 1,0 0,2-1,-2 1,2 1,0 0,0 0,0 0,-1 3,4-7,1-1,0 0,0 1,0-1,0 1,0-1,0 1,1 0,-1-1,1 1,0-1,1 1,-1 0,1-1,-1 1,1-1,0 1,1-1,-1 1,0-1,1 0,-1 1,2-1,-1-1,0 2,1-1,-1-1,1 1,-1 0,3 0,1 0,1-1,-1-1,2 1,-1-1,-1 1,1-1,1-1,-2 0,1 0,1 0,-2-1,1 0,0 0,-1-1,2 1,-1-1,-2-1,2 0,0 1,-2-1,2-1,-1 1,-1-1,0 0,1 0,-1 0,0-2,-1 2,1-2,0 1,-1 0,-1-1,0 1,1-1,-1-1,-1 2,1-1,-1 0,0-1,-1-4,-1 11,1-1,-1 0,0 0,0 1,1-1,-1 0,0 0,0 0,0 1,0 0,0-1,0 0,0 0,0 0,-1 1,1-1,0 0,0 0,-1 1,1-1,0 0,-1 1,1 0,0-1,0 0,-1 1,1-1,-1 1,0-1,1 1,-1-1,1 1,-1-1,0 1,0-1,1 1,-1 0,0-1,0 1,1 0,-1 0,0 0,0 0,0 0,1 0,-2 0,1 8,5-3</inkml:trace>
  <inkml:trace contextRef="#ctx0" brushRef="#br1" timeOffset="42">8678 0,'0'23,"-2"22,-4 19,-1 20,-4 12,-1 9,1 2,3-4,2-8,3-10,6-14,5-14,2-15,4-15,-3-11</inkml:trace>
  <inkml:trace contextRef="#ctx0" brushRef="#br1" timeOffset="43">8833 624,'12'5,"-1"2,1-3,0 1,1-2,-1 1,0-1,1-1,-1 1,1-2,0 0,0-1,0 0,0 0,-1-2,2 0,-2 0,0-1,1 0,-1-1,1 0,-2-2,9-2,-19 8,0-1,0 1,0 0,0 0,0-1,0 1,0-1,0 1,0-1,0 1,0-1,0 1,-1-1,1 0,-1 0,1 1,0-1,-1 1,1-1,0 0,-1 0,1 0,-1 0,0 0,1 0,-1 0,0 1,1-1,-1 0,0 0,0 0,0 0,0 0,0 0,0 0,0 0,0 1,-1-1,1 0,0 0,0 0,-1-1,-4 2,1-1,-1 1,0 1,0-1,1 1,0-1,-1 1,0 1,0-1,2 0,-2 1,1 0,-1 0,1 0,1 0,-4 3,7-5,-10 5,0 1,0 0,1 0,-1 0,2 1,0 2,0-2,0 1,0 1,2-1,-1 1,1 1,1-1,0 0,0 1,0 0,-1 11,5-18,1 1,0-1,0 1,0 0,0-1,1 1,-1-1,1 0,-1 1,1-1,1 1,-1-1,1 0,0 1,0-2,0 2,0-1,0-1,1 1,-1 0,0-1,1 1,0 0,0-2,1 1,1 2,6 2,0-1,1 1,0-2,0 1,0-2,0 1,7-1,11 2,1-1,-1-3,2 0,-2-2,1 0,0-2,0-2,-2 0,2-1,-2-2,23-9,-4-2</inkml:trace>
  <inkml:trace contextRef="#ctx0" brushRef="#br1" timeOffset="44">9693 563,'-3'-2,"0"0,0 0,0 1,0-1,0 0,0 1,0 1,-1-1,1 0,-1 0,0 0,2 1,-2 0,0 0,1 0,-1 0,0 0,2 1,-2-1,1 1,-1 0,1 0,-1-1,2 2,-2-1,1 1,0 0,0-1,0 1,0 0,1 1,-2 0,-2 10,0-1,2 1,-1-1,2 2,-1-1,2 1,0-1,1 1,0-1,1 0,1 1,0-1,2 1,-1-1,2 1,63 367,-56-309,-4-1,-3 2,-3-2,-3 2,-9 38,-18-17,29-93,0 0,0-1,0 1,0 0,0 0,-1 0,1 0,-1 0,1 0,-1 0,1 0,-1-1,1 1,-1-1,0 1,0 0,1 0,-1-1,0 1,0 0,0-1,0 1,0-1,0 1,0-1,0 0,0 0,0 0,0 0,0 0,0 0,1 1,-1-1,0 0,0 0,0-1,0 1,0 0,0 0,-1 0,1 0,0 0,0-1,1 1,-1-1,0 1,0-1,0 1,0-1,0 0,0 1,1-1,-1 0,1 0,0 1,-1 0,0-1,1 0,-1 0,1 0,0 0,-1 0,1 0,0 0,-1 0,1 1,0-2,-9-19,2 0,1-2,0 2,1-2,2 1,1-1,0-12,0 7,-9-206,17-132,0 132,0 182,-5 51,0 0,0 1,0-1,0 1,0-1,0 1,0-1,0 1,1 0,-1 0,0 0,0 0,0 0,1 0,-1 0,0 0,-1 0,1 0,1 0,-1 0,0 0,0 1,0-1,0 1,0-1,0 1,0 0,0-1,0 1,0 0,0 0,1 0,-1 0,184 110,-144-88,-14-9,0 2,0 1,-3 1,6 5,-29-23,0 1,0-1,0 1,0 0,0 0,-1-1,1 1,0 0,0 0,0 0,-1-1,1 1,-1 0,0 0,1 0,-1 0,0 0,1 1,-1-1,0-1,0 1,1 0,-1 1,0-1,0 0,0 0,0 0,-1 0,1 0,0 0,0 0,-1 0,1 0,-1 0,1 1,0-2,0 1,-1 0,0 0,0 0,1 0,-1-1,0 1,0 0,0 0,0-1,0 0,0 1,0-1,0 1,0-1,0 1,0-1,0 1,-1-1,1 0,0 0,0 1,-93 18,39-12</inkml:trace>
  <inkml:trace contextRef="#ctx0" brushRef="#br1" timeOffset="45">9120 685,'0'-6,"0"-1,2 6,1 9,3 9,-1 11,-5 8,-14 7,-15 6,-21 3,-18-1,5-9</inkml:trace>
  <inkml:trace contextRef="#ctx0" brushRef="#br1" timeOffset="46">10188 489,'-10'31,"2"0,1 1,2 0,0 0,3 0,1 10,0-36,1-1,0 2,0-1,1-1,0 1,0 0,1 0,-1-1,1 1,1-1,-1 1,1-1,-1 0,1 1,1-2,0 2,0-2,-1 0,1 1,1-1,0 0,0 0,-1-1,2 1,-1-2,1 2,-1-1,1-2,0 2,1 0,4 0,0-2,0 1,0-1,0 0,0 0,1-1,-2-1,2 0,-1-1,-1 0,1 1,0-2,0-1,-1 1,1-2,-2 1,1-1,-1 0,1 0,0-2,-2 1,1-1,-2 0,2 0,-2-1,0-1,0 1,0-1,-2 1,0-1,1 0,-1-1,1-8,-2 8,-1 0,-1-1,0 2,-1-1,0-1,-1 0,0 1,0 0,-2 0,1-1,-1 1,-1 0,0 0,-4-8,7 19,0-1,0 1,0-1,0 0,0 1,0-1,0 1,0-1,0 1,0 0,-1-1,1 1,0-1,0 1,0-1,0 1,0-1,0 1,-1-1,1 0,0 0,-1 1,1-1,-1 0,1 1,-1-1,1 0,-1 1,1-1,-1 0,1 0,-1 1,1-1,-1 0,1 0,-1 0,0 0,1 0,-1 0,1 0,-1 0,1 0,-1 0,0 0,1 0,-1 0,1 0,-1 0,1-1,-1 1,1 0,-1 0,1-1,-1 1,1 0,-1-1,1 1,0 0,0-1,0 1,-1 0,1 0,-1-1,-2 13,1 2,0-1,1 0,0 0,1 0,1 1,1-2,0 2,0-2,2 2,-1-2,1 1,1-1,1 0,-1 1,2-2,1 0,-1 1,1-2,1 0,0 1,1-2,9 9,6-5</inkml:trace>
  <inkml:trace contextRef="#ctx0" brushRef="#br1" timeOffset="47">10826 538,'64'102,"41"91,-80-152,-24-41,0 0,0-1,0 1,0 0,0-1,-1 1,1 0,0-1,0 1,0-1,0 0,0 1,0-1,-1 0,1 1,0 0,0-1,-1 0,1 0,0 0,-1 0,1 0,-1 0,1 0,-1 0,0 1,1-1,-1 0,0 0,0 0,0 0,0-1,1 1,-2 1,1-1,0 0,0 0,0-1,0 0,10-45,35-113,-45 160,0 0,0 0,-1 0,1-1,0 1,0 0,0-1,0 1,0 0,0-1,0 1,0-1,0 1,0 0,0-1,0 1,0 0,0-1,0 1,0-1,1 1,-1 0,0-1,0 1,0 0,1 0,-1 0,0 0,0 0,1-1,-1 1,0 0,1 0,-1-1,0 1,1 0,-1 0,0 0,1-1,-1 1,0 0,1 0,-1 0,0 0,1 0,-1 0,1 0,-1 0,0 0,1 0,-1 0,0 0,1 0,-1 0,1 0,-1 1,0-1,1 0,-1 0,0 0,0 0,0 1,0-1,1 0,-1 0,0 1,7 24,-6-19,0 5,0-1,1 1,1 0,0 0,-1-2,2 2,1-1,0 0,0 0,0 0,1-2,1 1,0 0,0-1,1 1,0-1,1-1,-1 0,1-1,0 0,2 1,-1-2,0 0,0 0,1-1,9 4,-9-7,0 1,0 0,1-1,-2 0,2-1,-1-1,1 0,-2 0,2-1,-2 0,1-1,0 0,-1 0,1-2,-2 1,2-1,-1 0,-1-1,1 0,-2 0,1 0,-1-2,0 1,0-1,-1 0,0 0,0-1,-2 0,1 0,-1 0,0-1,1-3,-1 1,-1-2,0 1,-2 0,0 0,0-1,-1 1,-1-1,0 1,-2-12,2 23,0 1,0-1,0 2,0-2,0 1,0-1,0 1,0-1,-1 1,1 1,-1-2,1 1,-1-1,1 1,0 0,-1 0,0 0,0 0,1 0,-1 0,0 0,0 0,-1 0,1 0,0 0,0 1,0-1,-1 1,1-1,0 0,-1 1,1-1,-1 1,2 0,-1-1,-1 1,1 0,-1 0,1 0,-1 0,1 0,-1 0,1 0,-1 1,1-1,0 0,-1 1,1-1,0 1,0 0,0-1,0 1,-1-1,1 1,-1 0,-4 6,0 1,1-1,0 1,0 0,1 0,1 0,-1 0,1 1,0-1,0 1,1 0,0 0,1 0,1 0,-1 0,1 0,1 0,0 0,1 4,1-5,1 1,0-1,0 0,0 0,1 0,0-1,1 1,-1-1,1 0,1-1,-1 1,2-1,0 0,-1-1,1 1,0-2,0 1,1-1,-1 0,1-1,0 0,0 0,1-1,-1 0,1 0,-1-1,1 0,-1-1,10 0,27 1</inkml:trace>
  <inkml:trace contextRef="#ctx0" brushRef="#br1" timeOffset="48">11946 636,'-2'2,"-1"2,1-1,0 0,0 0,0 0,0 0,0 1,2-1,-1 1,0-1,0 1,0 0,1-1,-1 1,1-1,0 1,0-1,1 1,-1 1,1-2,0 4,0 0,0 0,-1 0,2-1,0 0,1 2,0-2,0 0,0 0,1 1,-1-2,1 1,1 0,0-1,-1 0,1 1,1-2,0 1,-1-1,1 0,1 0,-1 0,0-2,1 2,0-1,-1-1,2 0,-1 0,0 0,0 0,0-2,1 1,-1-1,7 0,-8 0,-1 0,0-1,1 1,0-1,-2-1,2 1,-1-1,1 0,-2 0,1 0,0-1,0 1,0-1,-1-1,0 2,0-2,1 0,-2 0,0 0,1 1,-1-2,0 1,0-1,0 1,0-3,3-6,-1 2,0-3,-2 2,1-1,-1 0,-1-1,0 1,-1-1,-1-4,-1 2,-14 41,13-16,0 1,1 0,0 0,1 0,0 0,1-1,0 1,0 0,1 0,1-1,0 3,-2-8,1 0,-1 0,1 0,0-1,1 0,-1 1,1-1,-1 0,0 0,1 0,0 0,1-1,-1 1,1 0,-1-1,0 0,1 0,0 0,0 0,0-1,-1 0,2 1,-1-1,0 0,1-1,-2 1,1-1,5 1,-3-2,0 1,0-1,0 0,-1-1,0 1,1 0,0-1,-1-1,0 1,0 0,1-1,-2-1,1 2,0-2,-1 1,0-1,0 0,0 0,0-1,0 1,-1-1,-1 1,1-1,0 0,5-8,-2-1,1 0,-1 0,-1-2,-2 2,1-1,1-15,-4 28,0-1,0-1,0 1,-1-1,1 1,-1-1,0 0,0 1,0-1,-1 1,1-1,-1 1,0-1,0 0,0 2,-1-2,1 1,-1 0,0-1,0 2,0-2,0 1,0 3,0 1,-1 0,1-1,0 1,0 0,0 0,0 0,1 0,-1 0,0 0,0 1,0-1,1 1,-1 0,0-2,1 2,0 0,-1 0,1 0,0-1,0 1,0 0,1 0,-1 0,1 0,-1 0,1 1,-1-1,1-1,0 2,0 0,-2 1,0 2,1-2,0 1,0 1,0-2,1 2,-1-1,1 0,1 1,-1-2,1 2,0-1,1-1,-1 2,1-1,0 0,0-1,0 1,1 0,0-1,0 1,0-2,1 2,-1-1,0-1,2 2,-1-3,0 2,0-1,1 0,0 0,0-1,21 9,1-2,1 0,-1-2,2 0,0-3,-1 0,12-1,-30-2,87 9</inkml:trace>
  <inkml:trace contextRef="#ctx0" brushRef="#br1" timeOffset="49">9368 2323,'-12'4,"0"1,-1 0,2 1,-2 0,3 0,-2 1,2 1,-1 0,2 1,-1-1,2 1,-1 0,1 1,0 1,-2 2,9-11,0-1,0 1,0 0,0-1,0 1,0 0,0 0,0 0,0-1,1 1,-1 0,1 0,0 0,-1 0,1 0,0 0,0 0,1 0,-1 0,0 0,1 0,-1-1,1 1,0 1,-1-1,1 0,0-1,0 0,1 1,-1 0,0 0,0-1,0 0,1 1,-1-1,1 1,0-1,-1 0,1 0,0 0,0 0,0 0,0 0,-1-1,1 1,0 0,2-1,7 0,-1-1,1-1,-1 0,0 0,0-1,0 0,0 0,0-2,-2 1,2-1,-2 0,2-1,-3 1,2-1,-1 0,-1-2,4-1,7-8,-2 0,1-1,-1 1,-2-3,-1 1,1-1,-3-1,0 0,-1 0,-1-1,-2 0,1 0,-2-2,-2 2,-1-1,0-1,-1 1,-2 0,-1 0,0-1,-5-12,6 31,-1 0,1-1,-1 2,1-1,-2-1,2 1,-2 0,1 0,-2 0,1 1,0-1,-1 0,0 1,-1-1,2 2,-2-2,-1 0,3 4,1 1,0-1,0 1,0 0,-1 0,1 0,0 0,1 0,-2 0,1 0,0 0,0 0,-1 1,1-1,0 0,0 1,0-1,-1 1,1-1,0 1,0-1,0 0,0 1,0 0,0 0,0 0,1 0,0 0,-1 0,0 0,1 0,-1-1,0 1,1 0,-1 1,-8 13,2 0,-1 1,1-1,2 1,0 0,1 0,0 0,1 3,1-9,-6 25,2 0,1 0,2 0,2 0,1 0,1 1,6 21,-5-49,0 2,1-1,0 1,0-1,1 0,0-1,1 1,0-1,0 0,1 0,1 0,-2-1,3 1,-1-1,0-1,1 0,1 1,-1-2,1 0,-1 0,1-1,0 1,10 1,-2-1,0-1,0 0,1-2,-1 0,1-1,0 0,0-1,0-1,-1-1,1-1,-1 1,0-3,1 1,15-7,-21 7,2-2,-2 1,0-1,0-1,-1 0,1-1,-2 0,1 0,-1-1,0 0,-1-1,0 0,0 0,-2-1,0 0,0-1,-1 1,0-1,2-6,-7 10,1-1,0 1,-1 0,0 0,0-1,-1 1,-1-1,-1-7,2 13,0 2,0-2,-1 0,1 1,-1-1,0 1,0-1,1 1,-1 0,-1-1,1 1,-1 0,1 0,-1 0,0-1,0 2,0-1,0 0,0 0,0 1,0 0,-1 0,1-1,-1 1,1 0,-1-1,0 2,1-1,0 1,-3-1,3 1,-1 0,1 0,-1 1,0-1,2 0,-2 0,1 1,0 0,-1 0,1 0,0 0,-1 0,1 1,1-1,-1 0,0 0,0 1,0 0,0 0,1-1,-1 1,1 0,-1 0,1 0,0 0,0 0,-1 1,-18 62,18-54,1 0,0 1,1 0,1-2,0 2,0 0,1-1,0 0,2 0,0 0,0 0,1 0,-1-1,2 0,0 0,0-1,2 1,4 5,1-2,-1-1,2 1,0-1,0-2,1 0,1 0,0-1,0-1,0 0,2-1,-1 0,1-2,2 0,0 1,1-3,-1 1,1-2,-1-1,1-1,0 0,0 0,8-4,27-6</inkml:trace>
  <inkml:trace contextRef="#ctx0" brushRef="#br1" timeOffset="50">10604 2189,'-9'31,"2"1,1 0,1 1,3 0,0-1,2 1,2-1,0 2,3 0,45 294,-21-152,-3 50,-23-208,-2 0,0 0,-1 0,-1 0,-1-1,-1 1,-1-1,0 1,-6 14,9-29,0 0,0-1,0 0,0 0,0 1,0-1,-1-1,1 2,0-1,-1 0,1-1,-1 1,0 0,0 0,0-1,-1 0,1 1,0-1,-1 0,2 0,-2 1,1-1,-1-1,1 1,-1-1,0 0,1 1,0-1,-1 0,0 0,1 0,-1 0,0 0,1-1,-1 1,1 0,-2-1,-3-5,0 1,1 0,0-1,0 0,1 0,-1-1,1 0,0 1,2-1,-2 0,2-1,-1 0,1 0,0 1,0-8,-14-46,3-1,4 1,2-2,3 0,4-63,5-279,-3 381,1 0,1 0,1 0,1 0,2 0,4-11,-10 33,0-1,0 1,0 0,0 0,0-1,0 1,1 0,-1 0,1 0,0 0,0 0,-1 1,0-1,2 0,-1 1,0-1,0 1,1 0,-1 0,1 0,-1 0,0 0,0 0,1 0,0 1,-1-1,1 1,0 0,-1 0,0 0,1 0,0 0,-1 0,1 1,0-1,-1 1,1 0,-1 0,0 0,1 0,-1 0,2 0,11 7,0 0,-1 0,-1 0,1 2,-1-1,-1 1,1 1,-2 1,0-1,-1 2,1-1,-3 1,5 8,-11-18,0 0,-1-1,1 1,-1 0,0 0,0-1,0 2,0-2,-1 1,0 0,1 0,-1 0,0 0,0 0,-1 0,1 0,-1 0,1 0,-1 0,0-1,0 1,-1 0,1-1,-1 1,1 0,-1 0,1-1,-1 0,0 1,0-2,-1 2,1-1,-1 0,1 0,-1-1,1 1,-1-1,0 1,0-1,0 0,0 0,-73 13,75-14,-1 1,0-1,0 0,0 0,1 0,-1-1,0 1,0 0,1-1,-1 1,0-1,0 0,0 1,1-1,-1 0,0 0,2 1,-2-1,1 0,-1-1,1 1,0 0,-1-1,1 1,0 0,0 0,0-1,0 0,0 1,1 0,-1-1,0 0,1 1,-1-1,1 0,0 1,-1-1,1 0,0 0,0 1,3-8,0 0,1 0,0 0,1 1,-1-1,1 1,1 0,-1 0,2 0,0 1,0 1,0-1,1 1,-1 0,1 0,2 1,23-22,2 2,1 1,2 2,1 1,24-8,-22 20,-40 9,0 0,0 1,-1-1,1 0,0 1,0-1,0 0,0 1,0-1,0 0,0 1,-1-1,1 1,0 0,0-1,0 1,-1 0,1 0,-1 0,1 0,0-1,-1 1,0 0,1-1,-1 1,1 1,-1-1,0 0,0 0,0 0,0-1,0 1,0 0,0 0,0 0,0 0,0 1,-12 68,9-64,1 0,0 0,0 1,0-1,1 0,0 1,0 0,1 0,0-1,0 0,1 1,0 0,0 0,1-1,-1 0,2 1,-2-1,2 0,0 0,0 0,1 0,0-1,3 5,-4-7,0-1,1 0,-1 1,0-1,1 0,0 0,0-1,0 1,0-1,-1 0,2 0,-1 0,0 0,1-1,-2 0,1 0,1 0,-1 0,0 0,0 0,0-1,0 0,1 0,-1 0,-1-1,1 0,0 1,0-1,1-1,2-1,2-1,-2 0,1-1,-1 1,-1-1,1 0,0-2,-2 2,1-1,0 0,-1-1,2-5,2-9,-1-1,0 1,-2-1,-1 0,-2-2,1-10,-5 48,-1-1,2 0,0 1,1-1,0 1,1-2,1 2,0-1,1-1,-1 1,2-1,0 1,1-1,0 0,1-1,4 6,7-2</inkml:trace>
  <inkml:trace contextRef="#ctx0" brushRef="#br1" timeOffset="51">11530 2213,'2'41,"2"-1,1 1,3-2,2 1,-8-28,0 0,2-1,0 1,0-1,1 1,0-1,1 0,1-1,2 4,-9-13,1 0,0-1,0 1,0 0,0 0,0-1,1 1,-1 0,0 0,0-1,1 1,-1-1,-1 1,2-1,-1 1,0-1,1 0,-1 0,0 0,1 0,-1 0,1 0,-1 0,0 0,1 0,-1 0,1-1,-2 1,1-1,0 1,1-1,-1 0,0 1,0-1,0 0,1 0,-1 0,0 0,0 1,0-1,0 0,-1 0,1 0,0 0,0 0,-1-1,35-52,-35 53,19-39,-2-2,-3 0,5-17,-14 117,-5-50,1-1,0 0,1 0,0-1,0 2,0-1,1-1,0 1,0-1,1 1,0-1,0 0,1 0,-1 0,1-1,1 1,0-1,-1-1,1 1,0-1,0 1,1-2,0 1,-1-1,9 3,-8-4,2 0,-1 0,0 0,1-1,-2 0,2-1,0 0,-1 0,1 0,-2-1,2-1,-1 0,0 1,1-1,-2-1,1 0,0 0,-1-1,1 1,-1-2,0 1,0-1,-1 0,0 0,1 0,-1-1,-2-1,2 2,-1-2,0 1,-2-1,2 0,-2 0,1 0,-1 0,0-1,-1 1,-1-2,1 2,-1-1,0 0,0-5,-17-55,15 65,0 1,0 0,-1 0,1 0,0-1,-1 2,0-1,2 0,-2 0,0 0,0 1,0-1,0 0,0 1,-1-1,1 1,0 1,0-2,0 1,-1 0,1 1,-1-1,0 0,1 1,-1-1,1 1,-1 0,0 0,0 1,0 0,0 0,0 0,1 0,-1 0,0 0,1 0,-1 1,1 0,-1 0,1-1,0 1,1 0,-1 0,0 0,0 0,0 0,0 1,1-1,-1 0,1 1,0 0,0-1,0 1,0 1,-9 73,11-70,0 0,1 0,0 0,0-1,0 2,1-2,0 0,1 1,0 0,0-2,0 1,1 0,0 0,0-2,0 2,1-1,0 0,-1-1,2 0,-1 0,1 0,-1-2,2 2,-1-1,1-1,10 5,1-1,-1-2,1 0,1-1,-1 0,0-2,1 0,-1 0,10-3,-22 2,0 0,-1-1,0 0,1 0,-1 0,0 0,1-1,-1-1,0 1,0 0,0-1,-1-1,0 2,1-2,-1 1,0-2,0 2,0-2,-1 1,0-1,0 0,0 0,-1 0,1 0,-1-1,0 1,1-7,-1 2,-1 0,0 0,-1-1,0 0,0 1,-2 0,1-1,-1 0,-1 0,0 2,-2-7,4 16,0 1,0-1,0 0,-1 0,1 1,0-1,0 0,0 0,0 1,0-1,0 0,0 0,-1 1,1-1,0 0,0 0,0 0,0 1,-1-1,1 0,0 0,0 0,-1 0,1 0,0 1,0-1,0 0,0 0,0 0,0 0,-1 0,1 0,0 0,0 0,-1 0,1 0,0 0,0 0,-1 0,1 0,0 0,-1 0,1 0,0 0,0 0,-1-1,-1 30,1-22,0 0,1-1,0 1,1 0,0 0,0 0,0 0,1-1,0 1,0 0,1-1,0 0,0 1,1-2,0 1,-1 0,2 0,-1-2,1 2,1-1,-2-1,2 1,0-1,-1 0,2 0,-1 0,1-1,-1 0,1 0,0 0,-1-2,2 1,-1 0,2 0,1-2,-2-1,1 0,0-1,0 0,-1 1,1-2,0 0,-2 1,2-2,-2 0,2 0,-2 0,0-1,1 0,-1-1,-1 1,1-1,-1-1,-1 1,1 0,-1-1,0 0,-1-1,1 1,-1-1,-1 1,1-1,-2 0,0 0,0 0,0 0,-1-1,0 1,-1 0,1-1,-2-3,-3-12,4 24,0 1,0-1,-1 0,1 0,0 1,0-1,0 0,0 0,-1 1,1-1,0 0,0 0,0 0,0 0,0 0,0 0,0 0,-1 0,1 0,0 1,-1-1,1 0,0 0,0 0,-1 0,1 0,0 0,-1 0,1 0,0 0,-1 0,1 0,0 0,-1 0,1 0,0 0,0 0,-1 0,1-1,0 1,-1 0,1 0,0 0,0 0,-1 0,1 0,0 0,0 0,0 0,-1-1,1 1,0 0,0 0,0-1,0 1,0 0,-1-1,1 1,0 0,0 0,0-1,0 1,0 0,-3 7,0 1,1 0,1 1,0-1,0 0,0 0,1 1,0-1,0 0,1 1,1-1,-2 1,5 7,-4-12,1 1,-1 0,1 0,1 0,-1-1,1 1,-2-1,3 1,-1-2,0 2,1-2,0 1,-1 0,1-1,0 1,1-2,0 2,-2-1,2-2,0 2,1-1,-2 1,1-2,1 0,-1 1,0-1,0 0,1 0,0-1,-2 0,2 0,0 0,-1 0,0-1,1 0,-1-1,1 1,-2-1,1 1,1-1,2-3,2-2,-1 0,-1 0,1 0,-2 0,1-1,-1 0,-1-1,1 0,-1 0,-2 0,2-1,-1 0,-1 0,0 0,-2 0,1 0,-1 0,0-1,-1 0,0-4,0 15,-1-1,0 0,1 1,-1-1,0 1,0 0,0-1,1 1,-1-1,0 0,0 0,0 1,0-1,0 0,0 1,0-1,0 0,-1 1,1 0,0-1,0 1,-1-1,1 0,0 1,0-1,-1 0,1 1,-1-1,1 1,-1-1,1 1,-1-1,1 1,-1-1,1 1,-1 0,0 0,1 0,-1 0,1-1,-1 1,0 0,1 0,-1 0,1 0,-1-1,1 1,-1 0,0 0,1 0,-1 0,0 1,1-1,-1 0,0 0,1 0,-1 0,0 1,1-1,-1 0,0 0,1 0,-4 3,0 1,1-2,0 2,-1 0,1-1,0 1,1-1,-1 2,2-2,-2 2,1-2,0 2,1-1,0 1,-1-1,1 1,1-1,-1 1,1-1,0 1,0-1,0 1,1-1,0 1,0-1,0 1,0-1,1 1,0-2,0 2,0-2,0 2,0-2,4 4,6 4,2 0,-1-1,0-1,2 0,0-1,-1-1,2-1,0 0,-1 0,1-1,1 0,0-2,14 2,-26-4,102 19</inkml:trace>
  <inkml:trace contextRef="#ctx0" brushRef="#br1" timeOffset="52">6021 4597,'26'391,"-16"-174,7 88,8-33,-11-37,-6 33,11 39,-20 729,-13-840,0 43,14-219,-1 57,4 1,4 0,2 1,6 29,-7 2,-5-1,-5 26,0-4,-5 136,-6 101,-1-70,10-223,-6 72,-16 67,-79 328,78-315,24 188,12-76,21 75,-29 56,-14-291,14 144,-1-316,0 0,1 0,0 0,1 0,0 1,0-1,0 0,0 0,1 0,1 0,4-2,-3-6</inkml:trace>
  <inkml:trace contextRef="#ctx0" brushRef="#br1" timeOffset="53">6021 4462,'0'-248,"0"248,0-1,0-1,0 1,0 0,0-1,0 1,0 0,0 0,0 0,0-1,0 1,0 0,1-1,-1 2,1-1,-1-1,1 1,0 0,-1 0,1 0,0 0,0 1,0-1,0 0,0 0,0 0,0 0,0 0,0 0,0 1,1-1,-1 0,0 1,1 0,-2 0,2-1,178-17,190 13,-76 18,656 12,222 12,-482-30,115-13,195 4,-639 2,-43 13,-138-18,93-18,-90 14,113 8,11 0,492-31,-339 16,-284 6,-164 7,-11 2,-1 1,1-1,-1 1,1-1,0 1,-1-1,1 1,-1-1,1 1,0 0,-1 0,1 0,0 0,0 0,-1-1,1 1,0 0,-1 0,0 0,1 0,0 0,-1 0,1 0,0 0,0 0,-1 0,1 1,0-1,0 0,-1 0,1 0,0 0,-1 0,1 1,0-1,-1 1,1-1,-1 1,1-1,-1 1,1-1,-1 1,1 0,-1-1,0 1,1 0,-1-1,0 0,1 1,-1-1,0 1,0 0,0 0,0-1,1 1,-1 0,0 0,0-1,-1 1,1 0,0-1,0 0,0 1,-42 137,15 17,-37 175,61-322,-28 117,4 0,4 20,8-8,-24 85,33-198,-11 47,4 1,-5 67,8 193,-54 58,56-314,2-1,4 1,4 0,3 0,8 26,10 206,-19-204,4 0,6 0,10 34,-18-117,17 68,-4 1,-4 1,-1 23,-6 291,-3-283,3 13,-8 0,-8 32,-68 315,37-265,21-114,5 0,5 0,6 1,3 0,6 8,54 306,-34-312,31 77,-20-67,-19-43,-3 2,-4 0,-2 24,28 148,52 81,-78-267,-3 0,-2 1,-3 0,-4-1,-4 31,2 21,2 899,14-945,-13-65,0 0,-1 0,1-1,0 1,1 0,-1-1,0 1,0-1,1 0,-1 1,1-1,-1 1,0-1,1 0,-1 0,1 0,0 0,0 0,0 0,0 0,0-1,0 1,0-1,-1 1,1-1,0 0,1 0,-1 0,0 0,0 0,0 0,0 0,0 0,0-1,40-29,-24 7</inkml:trace>
  <inkml:trace contextRef="#ctx0" brushRef="#br1" timeOffset="54">6047 13374,'4'43,"2"-1,1 0,3 0,1-1,3 0,11 23,-7-14,-17-46,0-2,-1 2,1 0,0-2,0 2,1-1,0-1,-1 2,1-1,0-1,1 1,-1 0,1-1,-2 1,2-1,0 0,0 0,0 0,0 0,0 0,0-1,0 1,0-1,4 2,13-1,-1-2,1 0,-1 0,1 0,-1-3,0 0,1 0,29-5,2 3,0 2,0 2,0 1,0 3,46 9,225 30,-66-36,-112-5,95 14,412 38,-423-41,208 37,-270-30,1-7,55-6,212 10,-261-10,1-6,16-8,16-1,111 12,440 3,-472-7,266-6,-384 2,130 13,-242-7,0 0,0-3,47-8,-5-2,-1 4,27 4,124-3,40-10,-44 6,-125-3,129 15,-156 13,-89-14,0 0,0 0,-1 1,1-1,-1 0,1 0,0 0,0 0,-1 0,1 0,0 0,0-1,0 1,-1 0,1 0,0-1,-1 0,0 1,1-1,-1 0,1 0,-1 0,1 0,-1-1,0 2,1-1,-1-1,0 1,0-1,0 1,0 0,0 0,0-1,-1 0,0 1,1-1,-1 1,1-1,-1 1,0-1,1 0,-1 1,0-2,27-117,-14 69</inkml:trace>
  <inkml:trace contextRef="#ctx0" brushRef="#br1" timeOffset="55">513 3471,'0'19,"0"17,0 12,0 12,0 10,0 2,0-1,0-2,0-10,0-8,0-12,0-12</inkml:trace>
  <inkml:trace contextRef="#ctx0" brushRef="#br1" timeOffset="56">253 3325,'16'-11,"1"2,0-1,0 2,2 0,0 2,-1 0,1 0,0 2,1-1,-1 2,1 1,-1 1,1 0,0 1,1 2,-6-3,0 2,-1 0,0 0,1 0,-1 2,0 1,0-1,-1 2,1-1,-1 2,0 0,-1 0,1 1,-1 1,0 0,-1 0,0 1,0 1,3 5,-11-12,-1 1,1 0,-1 0,0 0,0 1,-1-1,0 1,0-1,0 1,0-1,-1 1,1-1,-1 1,0-1,-1 0,1 1,-1-1,0 1,0-1,0 1,0-1,-1 1,0-2,-1 2,1-2,-1 2,0-2,0 1,1 0,-2 0,-8 7,2 0,-3-1,2-1,-1 0,-2 0,1-1,0-1,-13 6,7-5,0-1,0-1,-1 0,0-2,-14 3,3-4</inkml:trace>
  <inkml:trace contextRef="#ctx0" brushRef="#br1" timeOffset="57">1047 3949,'-3'-9,"-1"0,1 0,-2 1,0-1,0 1,-1 1,1-2,-2 2,0 0,1 0,-2 1,0-1,1 1,-5-2,9 5,-2 1,1-1,-1 1,1 0,0 0,-1 0,0 1,0-1,1 1,-1 1,0-1,0 0,1 1,-2 0,1 0,0 0,1 1,-1 0,0-1,-1 1,1 0,2 1,-2 0,0 0,0-1,2 2,-2-1,1 1,-3 1,1 2,-1 0,1 0,1 0,-1 1,1 0,0 0,0 0,2 0,-1 1,1-1,-1 1,2 0,-1 1,2-1,-1 0,1 0,0 1,1 7,0-11,0 1,0 0,1 0,0-1,0 1,0 0,0-1,1 1,0-1,1 1,-1-1,1-1,1 2,-1-2,0 1,1-1,0 1,0-1,1 1,-1-2,1 1,0-1,0 0,-1 1,2-2,0 1,2 1,-2-3,0 2,1-2,-2 1,1-1,1 0,-1-1,0 0,1 1,-2-2,2 1,-1 0,1-1,-2 0,2 0,-1-1,-1 0,2 0,-1 0,-1-1,0 0,1 0,0-1,-2 2,1-3,0 1,0 1,-1-2,0 1,0-1,0 0,-1 1,1-2,-2 1,1 0,0 0,-1-1,1 0,2-12,-1 0,-2-1,0 1,0-1,-2 0,0 1,-1 0,-1-1,-2-5,0 9,-3 23,5 10,0 1,1 0,1 0,1 0,0-1,2 1,1 0,0 0,1-1,-3-12,1 0,0 0,1 0,0 0,0-1,-1 1,2-1,0 1,0-2,-1 1,2-1,0 0,0 0,-1 1,1-3,1 2,4 1,26 9</inkml:trace>
  <inkml:trace contextRef="#ctx0" brushRef="#br1" timeOffset="58">1594 3839,'-17'-4,"1"1,-1 1,0 1,-1 1,1 0,1 0,-1 1,0 1,-5 3,13-3,2-1,-2 2,0 1,2-2,-1 2,1 0,-1 0,0 0,2 2,-1-1,0 0,1 1,0-1,0 1,0 1,2 0,-2-1,-2 8,6-12,0 1,0 0,0-1,0 1,0 1,1-2,-1 2,1-1,0 0,0 0,0 0,0 1,1 0,-1-2,1 2,0-1,0 1,1 0,-1-2,1 2,-1-1,1 0,1 1,-1-1,0 0,1 1,0-2,-1 1,1 0,1 0,-2 0,1 0,1-2,0 2,-1 0,1-1,1 0,4 1,2-1,-1 0,1-1,-1 1,1-1,-1-1,1 0,0 0,-1-1,1 0,-1-1,1 1,-1-2,0 0,0 1,0-2,0 0,-1 0,1-1,-2 0,6-3,-8 4,1 1,-1-1,0 1,-1-2,1 1,-1-1,0 1,0-2,-1 1,1 1,-1-2,0 1,0-1,-1 0,0 1,0-1,-1 0,0 0,0 0,0-1,0 2,-1-5,-3 70,9 8,3-1,2 0,7 10,2 15,-3-8,-3 1,0 70,-12-147,-1 0,-1 0,0 0,0 0,0 0,-1 0,-1 0,0 0,0 0,0 0,0 0,-2 0,1-1,-1 0,-1 0,1 0,0 0,-2 0,1-1,-5 4,7-9,-1 0,1-1,-1 0,2 1,-2-1,0 0,1 0,-1 0,1-1,0 1,-1 0,1-1,-1 0,1 0,0 0,0 0,0-1,0 1,0-1,0 0,0 0,0 0,1 1,0-2,-1 1,1-1,0 1,0-1,0 0,0 1,0-1,0 0,1 1,0-2,0 1,0 0,0-1,-7-17,1-1,2 1,0-1,1 0,1-1,2 1,0 0,2-1,0 1,2 0,0 0,2 0,4-13,11-33,4 1,3 0,2 2,4 1,2 2,36-45,42-32,-88 119,-24 19,-1 1,1 0,-1 0,1 0,0-1,-1 1,1 0,-1 0,1 0,0 0,-1 0,0 0,0 0,1 0,0 0,-1 0,1 1,-1-1,1 0,-1 0,1 1,0-1,-1 0,1 0,-1 1,1-1,-1 1,0-1,1 0,-1 1,1-1,-1 1,0-1,1 0,-1 0,0 1,1-1,-1 1,0 0,0-1,0 1,0-1,1 1,-1 0,0-1,0 1,0-1,0 1,0-1,0 0,8 171,-6-157,1 1,0-1,1 2,1-2,0 0,1 0,4 5,-8-15,0 1,1 0,0-2,0 2,1-1,-1 0,0 0,1-1,1 1,-1-1,1 0,-2 1,2-2,0 1,0-1,0 0,0 0,0 0,1 0,-1-1,0 0,6 0,10-1</inkml:trace>
  <inkml:trace contextRef="#ctx0" brushRef="#br1" timeOffset="59">1841 3484,'81'5,"-58"-2,0 1,0 1,0 0,-1 2,0 1,0 0,-1 2,0-1,-1 2,0 2,-1-1,0 2,-2 0,0 0,0 2,-1 1,-1-1,-1 2,-1 0,8 15,-9-6,-2 2,-1 0,-2 0,-1 1,0 9,12 59,4-43,-21-53,0-1,-1 0,1 1,0-2,0 1,0 0,0 0,0 0,0 0,0 0,0 0,0 0,0 0,0-1,1 0,-1 1,0 0,1-1,-1 1,1-1,-1 0,1 1,-1-1,1 0,-1 0,1 0,-2 0,2 0,-1 0,1 0,-1-1,0 1,1-1,-1 1,1-1,-1 1,0-1,1 1,-1 0,0-1,1-1,8-7,0 0,-2-1,1 0,-1 0,0 0,-1-2,-1 1,1 0,-1-1,-2-1,1 2,2-13,5-15,-1 2,-3-2,-1 0,-2-3,-6 34,-4 17,-1 11,1 0,0 0,1 0,1 0,1 0,1 1,1 0,2 16,-1-31,0-1,1 1,-1 0,1-1,1 0,-1 1,1-1,-1 0,1 1,0-2,1 1,0 0,0 0,0-2,0 2,1-2,0 2,-1-2,1 0,1 1,-1-2,0 1,1 0,0-2,0 2,-1-1,4 0,16 1,-1 0,2-1,-1-1,1-1,-1-2,0 0,0-2,0 0,0-1,-1-2,12-4,-20 7,-1 0,0-1,1 0,-1-2,-1 0,1 0,-1-1,-1-1,1 0,6-7,-18 14,-1 0,1 0,-1-1,1 1,0 0,-1-1,0 0,0 1,0-1,0 0,0 1,0-1,-1 0,0 1,0-1,1 0,-2 0,1 1,0-2,-1 1,1 1,-1-1,0 0,0 1,0-1,0 1,-1 0,1-1,-1 0,0 1,1 0,0 0,-1 0,-1-1,1 2,-5-6,0 0,-1 1,0 0,1 0,-2 1,1 1,-1-1,0 1,0 0,-1 0,5 3,0-1,0 0,-1 1,2 0,-2 0,0 0,1 1,0 0,-1 0,1 1,-1-1,1 1,0 0,-1 1,1-1,0 1,0-1,0 2,0-1,1 1,-1-1,0 1,0 1,1-2,1 2,-1-1,0 1,0 0,0 0,2 0,-1 1,0-1,0 0,1 1,0 0,0-1,-1 4,1-3,0-1,0 1,0-1,1 2,-1-2,1 1,0 0,1-1,-1 2,1-2,0 2,0-1,1 0,0 0,0-1,0 1,1 0,-1 0,1-1,1 1,-2-1,2 1,-1-1,2 1,-1-2,0 2,1-2,-1 1,1-1,0 0,0 1,1-2,-2 1,2 0,0-1,2 1,0 0,1-1,0 0,0-1,1 1,-2-1,2-1,-1 0,0 0,1 0,-1-1,0 0,0-1,0 0,0 0,0 0,0-1,0 0,-2-1,2 1,-1-1,0-1,0 1,0-1,-2 0,1 0,0-2,-1 2,1-1,-1 0,0-1,-2 0,1 1,0-1,0 0,-1-1,0 1,-1-4,-1 7,0 0,0 1,0-1,0 0,-1 0,0 1,0-2,0 2,-1-1,1 0,-1 0,0 0,0 1,0-1,0 1,-1-1,-1-1,2 5,0 0,-1 0,1 0,0 0,0 0,0 1,-1-1,1 0,0 0,0 0,0 1,1-1,-1 1,0 0,0-1,0 1,0 0,0 0,0 0,1 0,-1-1,0 1,1-1,-1 2,0-1,1 0,-1 0,1 0,0 0,-1 0,1-1,0 2,0-1,-1 1,-1 3,0 2,0-1,1-1,0 1,0 1,0-1,1 0,0 1,0-1,0-1,1 1,0 1,0-1,0 0,1 0,0 0,1-1,0 1,0 0,0-1,1 1,-1-2,1 1,0 0,1-1,-1 1,1-1,0 1,0-2,1 1,-1 0,1-2,0 2,0-1,132 40,-66-29</inkml:trace>
  <inkml:trace contextRef="#ctx0" brushRef="#br1" timeOffset="60">2115 4780,'0'17,"0"15,0 16,0 13,0 10,-2 2,-4-1,-1-4,-4-7,0-12,0-13,3-11</inkml:trace>
  <inkml:trace contextRef="#ctx0" brushRef="#br1" timeOffset="61">2011 4865,'0'-5,"0"0,0-1,1 1,0-1,0 0,1 2,0-2,0 1,-1 0,2 0,-1 0,1 0,1 1,-1-1,1 1,-1-1,1 1,0 0,1 1,0-1,-2 1,2 0,1-1,-1 2,-1-1,2 1,-1-1,1 2,1-1,10-4,1 1,0 2,-1-1,1 1,0 1,0 2,-1 0,2 0,-1 1,0 1,0 1,-1 0,1 1,9 4,-21-7,-2 1,2 0,-1 0,0 0,-1 1,1-1,0 1,0 1,-2-1,1 1,1-1,-1 1,-1 0,1 0,-2 0,2 0,-1 1,-1-1,1 1,-1 0,0-1,0 2,-1-1,0 0,0 0,0 0,-1 0,1 0,-1 1,0-1,-1 0,1 0,-1 0,-1 1,2-1,-2 1,-4 6,-1 0,1 0,-2 0,-1-2,1 1,-1 0,0-1,-2-1,1 0,-1 0,0-1,-1 0,0 0,-1-2,1 0,-1 0,0 0,-1-2,1 1,-1-2,0 0,-2 0,-22-5,61-14,-10 12,-1 2,2 0,-2 0,1 1,1 1,-1 0,0 1,0 0,0 1,0-1,0 3,-1-1,1 0,-1 2,1 0,-2 1,0-1,1 1,-1 1,5 3,-9-4,0-2,0 1,0 2,-1-2,1 1,-2 1,1 0,-1 0,0 0,-1 0,1 0,-1 1,0 0,-1 0,-1 0,0 0,1 1,-2-1,1 0,-2 1,1-1,-1 1,0-1,-1 1,0-1,-1 0,0 1,0-1,-3 7,0-3,-1-1,0 1,0-1,-1 0,-1-1,1 0,-2 0,1-1,-2 0,1 0,-2-1,1 0,-1-1,0 0,-1 0,1-1,-1-1,0 0,0-1,-2 1,2-2,-2 0,2 0,-1-2,-1 0,1 0,-8-1,16 0,1-1,0 0,0 0,0 1,-1-2,2 1,-1-1,0 0,0 1,0-2,1 1,0-1,-1 1,1-1,0 0,0 1,0-1,0-1,1 1,0 0,0-1,-1 1,1-1,1 1,-1-1,1 0,-1 0,1 1,0-2,1 1,-1 0,1 0,0 0,0 0,0 0,1 0,0 0,-1 0,2 0,7-20</inkml:trace>
  <inkml:trace contextRef="#ctx0" brushRef="#br1" timeOffset="62">2715 4804,'65'-8,"-28"3,-2 1,1 2,0 1,0 2,8 1,-42-2,2 0,-1 0,0 0,0 0,0 0,0 1,-1 0,1-1,0 1,-1 0,1 0,0 1,0-1,-1 0,0 0,1 1,-1 0,0 0,1-1,-1 1,0 0,0 1,0-2,-1 1,0 1,1 0,-1-2,1 2,-1 0,0-1,0 1,0 0,-1 0,1-1,-1 1,0 0,1-1,-1 1,-1 0,1-1,0 1,-1 0,1-1,-2 3,-5 7,-1 1,-1-1,1 1,-2-1,0-2,-1 1,0 0,-1-1,0-1,0 0,-1 0,-5 0,-69 39,86-42,21-8,-16 2,12-1,1 1,-2-1,1 2,0-1,-1 2,1 1,0 0,-1 1,0 1,0-1,0 2,-1 0,1 1,-2 0,0 1,1 1,-2 0,0 0,1 1,-3 0,2 1,-2 1,0 0,-2 0,1 1,0-1,-2 2,0-1,2 8,-8-13,1-1,-1 0,0 0,-1 1,0-1,0 0,-1 1,0 0,0-1,-1 0,0 0,1 0,-2 0,0 0,-1 0,0-1,0 0,1 1,-2-1,0 0,0 0,0-1,0 0,-1 1,-1-2,-2 3,-7 4,-1 0,0 0,-1-2,1 0,-2-2,1 0,-1-1,0-1,-20 4,35-7,0-1,-1 0,0 0,2 0,-2 0,1-1,-1 0,0 0,2 0,-2 0,0-1,1 0,0 0,0 0,-1-1,1 1,-1 0,2-1,-1 0,0 0,0 0,0-1,1 1,0-1,-1 0,1 0,-9-16</inkml:trace>
  <inkml:trace contextRef="#ctx0" brushRef="#br1" timeOffset="63">18 2983,'-8'70,"1"1,5 1,3 18,60 497,-49-486,122 1309,-132-1344,-2 41,5 1,5-2,5 1,5-2,5 0,19 43,-43-142,1 1,0-1,0 1,0-1,1 0,0 1,0-2,1 1,0 0,0-1,0 0,1 1,0-2,0 1,0-1,0 1,1-1,0 0,0-1,0 1,1-2,-1 1,0 0,2 0,10-3,1 0,0 0,-1-1,1-2,-1 0,14-3,-2 1,92-14,1 5,101 2,657 13,-32 24,129 0,-675-27,-302 2,1 0,-1 0,1 0,-1 0,1 0,-1 0,1-1,-1 1,1-1,-1 1,0-1,1 1,-1 0,0-1,0 0,0 0,0 1,0-1,0 0,0-1,0 1,0 0,0 1,0-1,0-1,-1 1,1 0,0-1,-1 1,1 1,-1-2,0 1,1-1,-1 1,0-1,0 1,0 0,0 0,0-1,0 1,-1-2,43-525,-42 219,-15 1,-47-244,39 413,-7 2,-18-39,39 145,-10-26,3 0,1-1,5 0,-4-51,14-54,3 107,-3 1,-2-1,-2 1,-4 0,-2 0,-9-23,-30-76,47 148,0 1,0-1,-1 1,1 0,-1-1,0 2,0-1,-1 0,0 1,-1-1,2 1,-2-1,0 2,0-1,1 0,-1 1,-1 0,1 0,0 1,-1-1,0 1,0 0,0 1,-2-2,-181-3,161 7,-120 4,-192-1,-230-37,-137 25,-83 11,208 2,377 8,240-14,-9 1</inkml:trace>
  <inkml:trace contextRef="#ctx0" brushRef="#br1" timeOffset="64">4198 4584,'22'17,"-4"-11,1 0,0-2,0 0,0-1,0-1,0 0,16-1,-22 0,261 2,181-22,-442 18,86 1,-95 3,-7-2</inkml:trace>
  <inkml:trace contextRef="#ctx0" brushRef="#br1" timeOffset="65">4954 4327,'0'5,"1"-2,-1 2,0-2,1 2,1-2,-1 1,1 1,0-2,0 1,0-1,0 1,1-1,-1 0,0 1,1-2,0 1,1 1,-1-2,1 0,-1 1,2 0,89 41,-69-33,-10-6,5 2,-1 0,1 2,-1 0,-1 0,0 1,-1 2,0 0,0 0,-1 2,-1-1,-1 2,4 4,-16-15,0-1,0 1,0-1,0 1,0 0,-1-1,0 2,0-2,0 1,0 0,-1 0,0 0,0 0,0 0,0 0,-1 0,1 0,-1 0,0 0,-1 0,1-1,-1 1,0-1,0 1,0 0,1-1,-2 1,1-2,-1 2,0-1,-2 1,-17 15,-1 0,1-2,-3-1,0-1,-1-1,-14 6,-55 33,35-10,44-27</inkml:trace>
  <inkml:trace contextRef="#ctx0" brushRef="#br1" timeOffset="66">6086 5257,'1'1,"1"0,-1 0,0 1,0-1,1 0,-1 0,1-1,-1 0,1 1,-1 0,1-1,-1 1,0-1,1 1,0-1,-1 0,1 0,0 0,-1 0,1 0,0 0,0 0,-1 0,1 0,351 0,0 1,-166 43,-65-30,1-4,30-6,126 21,164-13,-278-6,47 11,-109-8,309 7,375 36,-631-42,92-9,-90-2,81 13,-8 0,129-11,-171-2,493-11,-146-13,-176 3,23 8,185-21,-213 21,-215 1,-26 14,-114-1</inkml:trace>
  <inkml:trace contextRef="#ctx0" brushRef="#br1" timeOffset="67">6165 6431,'524'7,"-42"-10,-204-1,2632 4,-2169 7,232 27,241-14,-1129-20,484 12,-67-13,-412 12,-89-10</inkml:trace>
  <inkml:trace contextRef="#ctx0" brushRef="#br1" timeOffset="68">6112 7605,'908'-1,"164"-24,-324 33,-93-10,474-11,195-4,-390 17,-408-26,-189 20,-62 1,108-19,-315 24,-64 0</inkml:trace>
  <inkml:trace contextRef="#ctx0" brushRef="#br1" timeOffset="69">10280 8350,'6'-1,"-1"0,2 0,-1-1,-1 0,1 0,0 0,0-1,-2 0,2 1,-1-2,1 0,-2 1,1-1,-1 1,1-2,-1 1,-1-1,1 1,0-1,-1 0,0-1,0 2,-1-1,0-1,0 0,1-3,-3 7,0 0,0 1,0-1,0 0,-1 1,1-1,0 1,-1-1,1 0,-1 1,0-1,0 1,0 0,0-1,0 0,0 1,1-1,-1 2,0-1,-1-1,1 1,-1 0,1 0,-1 0,1 0,-1 0,0 1,1-1,-1 1,0-1,1 1,0-1,-1 1,0-1,0 1,0 0,-3-1,0 1,2 0,-2 0,0 0,1 0,0 1,-1-1,1 1,-1 0,1 1,1-2,-2 2,1 0,-2 1,3-1,0 0,0 1,0 0,0 0,0 0,0 0,1 0,-1 1,2-1,-1 1,0-1,0 1,1 0,-1-1,0 4,-3 14</inkml:trace>
  <inkml:trace contextRef="#ctx0" brushRef="#br1" timeOffset="70">10410 9047,'-1'-10,"0"0,-1 0,0 0,-1 0,0 1,-1-1,0 1,1 0,-2-1,-1 2,0-1,1 1,-2 0,0 0,1 0,-6-2,10 8,0 0,1 1,-2 1,1-2,0 1,-1 0,1 0,-1 0,1 0,-1 1,2-1,-2 1,0 0,1-1,-1 1,0 0,1 0,-1 1,2-1,-2 1,0-1,1 1,-1 0,1 0,-1 0,1 0,0 0,0 0,0 0,0 1,0-1,0 1,0 0,0-1,1 1,-2 1,-2 3,0 0,-1 1,1 0,2 0,-1 0,0 0,0 0,1 2,0-2,1 4,1-5,0 0,0 0,1 0,0 1,0-1,0-1,1 2,0-1,1 0,-2 0,4 3,5 14</inkml:trace>
  <inkml:trace contextRef="#ctx0" brushRef="#br1" timeOffset="71">10345 9792,'5'-11,"1"-1,-1 0,0 1,-1-2,-2 1,1-1,-1 1,0-1,-1 1,-1-13,0 24,0-1,0 0,0 0,-1 0,1 1,0-1,-1 0,0 0,1 1,-1 0,0-1,0 0,0 1,0-1,0 1,0 0,1 0,-2-1,1 1,0-1,-1 1,1 1,-1-1,0 0,1 0,-1 0,0 0,0 1,1-1,-1 0,1 1,-1-1,0 1,0 0,0 0,0 0,0 0,0 0,-1 0,-2 1,-1 0,1 1,-1 0,2 0,-2-1,1 1,0 1,1-1,-1 1,0 0,0 0,-2 4,0-1,0 0,2 0,-1 2,0-1,1 0,1 0,-1 1,1 0,0 0,0 0,0 8,3-11,-1-1,2 0,-1 0,1 1,-1-1,1 1,1-1,-1 1,1-1,0 0,0 0,0 1,0-1,1 0,-1 0,1 0,0 0,1 0,-1 0,1-1,0 1,0-1,0 0,2 2,30 17,0-7</inkml:trace>
  <inkml:trace contextRef="#ctx0" brushRef="#br1" timeOffset="72">6204 12689,'-108'38,"59"-19,72-14,394-24,252 20,-290 5,622-7,-346-11,-489 13,308-8,487-12,-756 20,400-14,814 13,-1010 13,748-13,-1050 12,-89-7,-16-4,0-1,-1 0,0 1,1 0,0-1,0 1,-1-1,1 0,0 0,0 0,0 0,0 0,0 0,0 0,-1 0,1-1,-1 1,1-1,0 1,0-1,1 0,2-4</inkml:trace>
  <inkml:trace contextRef="#ctx0" brushRef="#br1" timeOffset="73">15280 4523,'0'2,"0"3,0 4,0 6,0 6,-3 3,0 4,1 3,-1-2,1-3,1-1,1-3,-1-4,-1-4,-3-5,-1-5</inkml:trace>
  <inkml:trace contextRef="#ctx0" brushRef="#br1" timeOffset="74">15189 4498,'-1'-4,"0"-1,1 1,-1-2,2 2,-1 0,0-1,1 1,0-2,0 2,0-1,0 1,1-1,0 2,1-2,-1 1,1 0,0 0,0 0,-1 1,1-1,1 0,0 1,-1 0,2 0,-2 1,1-1,0 0,2 1,12-2,2 1,-1 1,0 0,0 1,1 1,12 2,-17-1,-5-1,2 1,-1 0,1 1,-2 0,2 1,-2 0,1 1,-1-1,3 4,-9-6,-1 0,0 2,1-1,-1 0,-1 0,1 0,-1 1,1-1,0 1,-1 0,0 0,1-1,-2 1,0 0,1 0,0 1,-1-1,0 0,0 1,0-1,0 1,0-1,-1 1,0-1,0 0,0 1,0-1,-1 1,0 3,-1-2,0 1,0-1,0 1,0-1,-1 0,0 0,-1 0,0 0,0-1,1 1,-1-1,-1 1,0-2,0 1,1-1,-1 1,-2-1,-93 45,121-44,115 28,-129-30,1 2,-1 0,0-1,1 1,-2 0,1 1,0-1,-1 2,0-1,0 0,0 1,-2 0,1 0,0 0,3 7,-7-9,1-1,0 2,-1-2,0 1,0-1,0 2,-1-2,1 1,-1 0,0 0,0 0,-1 0,1 0,-1-1,0 2,0-2,0 1,-1-1,0 1,1 0,0-1,-2 1,1-2,0 2,-1 0,0-2,0 1,0 0,1-1,-2 1,1 0,-1-1,-10 7,0-1,-1 1,1-1,-1-2,-1 0,0 0,-7 1,-6 1,0-2,-1-1,0-1,0-1,0-2,-1 0,-10-3,38 2,-1 0,1 0,-1 0,0-1,1 0,-1 0,1 0,-1-1,0 1,1 0,0-1,0 0,0 0,0-1,-3 0,5-9,5 9</inkml:trace>
  <inkml:trace contextRef="#ctx0" brushRef="#br1" timeOffset="75">15318 4683,'-2'-7,"-1"3,1 8,-1 9,2 9,0 7,0 5,1 1,0-6</inkml:trace>
  <inkml:trace contextRef="#ctx0" brushRef="#br1" timeOffset="76">15501 4608,'-3'-1,"-3"-2,-6 0,-5 3,-8 4,-7 0,-11 1,3-2</inkml:trace>
  <inkml:trace contextRef="#ctx0" brushRef="#br1" timeOffset="77">15891 4451,'114'-13,"-100"13,67 3,-79-2,0 0,1 0,-1 0,0-1,0 1,0 0,0 1,0-1,0 1,0-1,-1 0,1 1,0 0,-1-1,1 1,-1 0,0 0,0 0,0 0,0 0,0 0,0 0,-1 0,1 0,0 0,-1 1,0-1,0 0,1 0,-1 1,-1-1,1 0,-2 4,0-1,-1 0,1 0,-1 0,0 0,-1-1,1 1,-1-1,0 0,0 0,-1 0,1-1,-1 1,1 0,-2-2,1 1,0 0,0-1,-1 0,0 1,1-2,-1 1,0-1,-70 23,104-21,-16-4,1 1,1 0,-2 1,1 1,0 0,-1 0,1 1,0 1,-2-1,2 2,-2 0,2 0,-3 2,1-1,0 1,-1 0,1 1,-1 0,-1 1,7 8,-13-13,-1 0,0-1,0 2,-1-2,1 2,-1-1,0 1,0-2,-1 2,0-1,1 1,-1-1,-1 1,1-2,-1 2,0-1,0 1,0-2,-1 2,1-1,-1 0,0-1,-1 2,1-2,-1 1,1 0,-1-1,0 0,0 0,-1 0,1 1,0-2,-1 1,0-1,0 0,0 0,-1 1,2-1,-3 0,-10 6,0-1,-2-1,2 0,-1-1,-1-1,1 1,-1-3,0 1,0-2,0 0,0-1,-14-2,26 2,0-1,0 0,0 0,0 1,-1-2,2 0,-1-1,0 1,1 0,0-1,-1 0,-2-2,9 4,0 0,0 0,0 0,0 1,0 0,0-1,0 0,0 0,0 1,0-1,0 0,1 1,-1-1,0 1,0 0,1-1,-2 1,1 0,1 0,-1 0,0 0,1 0,-1 0,0 0,1 1,-2-1,23-2</inkml:trace>
  <inkml:trace contextRef="#ctx0" brushRef="#br1" timeOffset="78">16478 4535,'-1'2,"1"-1,-1 0,1 0,-1 0,1 1,-1-1,1 0,0 1,0-1,0 0,0 0,0 1,0-1,0 1,1-1,-1-1,0 2,1-1,-1 1,1-1,-1 0,1 1,0-2,0 1,-1 0,1 0,0 0,-1 1,1-1,0 0,1-1,-1 0,0 1,0 0,0 0,1-1,-1 1,0-1,1 1,-1-1,1 1,-1-1,0 0,1 0,-2 1,2-1,-1 0,1 0,-1-1,1 1,-1 0,2-1,-1 0,0 0,0-1,0 1,-1 1,1-2,-1 0,1 0,0 1,-1 0,1-1,-1 0,0 0,0-1,1 2,-1-1,-1 0,1-1,0 2,-1-1,1-1,-1 1,1 0,-1 0,0 0,0-1,0 2,-1-2,1 1,0-1,-1 2,0-1,1-1,-1 1,0 1,0-1,-1 0,1-1,0 2,-1-1,1 0,-1 1,0-1,1 0,-1 2,1-2,-1 1,-1-1,-18 7,20 1</inkml:trace>
  <inkml:trace contextRef="#ctx0" brushRef="#br1" timeOffset="79">16543 4865,'-1'1,"1"0,-1 0,1 0,-1 0,1 0,0 0,-1-1,1 1,0 0,0 0,0 0,0 0,0 1,0-1,0 0,0-1,0 1,0 0,1 0,-1 0,0 0,1 0,-1 0,1 0,-1-1,1 1,-1 0,1 0,-1 0,1-1,-1 1,1 0,0 0,0-1,0 1,0 0,0-1,0 0,0 0,0 1,0-1,0 0,0 1,0-1,0 0,0 0,0 0,0 0,0 0,0 0,-1 0,2 0,-1 0,0 0,0-1,0 1,0 0,0-1,0 1,0 0,0 0,0-1,0 0,0 1,0-1,0 1,0-1,0 0,0 1,-1-1,1 0,0 1,-1-1,0 0,1 1,0-1,-1 0,1 0,-1 1,1-1,-1 0,0 0,1 0,-1 0,0 0,0 0,1 0,-1 0,0 0,0 0,0 0,0 0,-1 0,1 1,0-1,0 0,-1 0,1 0,0 0,-1 0,1 0,-1 0,1 0,-1 1,0-1,1 1,0-1,-1 0,0 0,1 1,-1-1,0 0,0 1,0-1,0 1,0-1,0 1,0 0,0 0,0 0,0 0,0 0,0 0,0-1,0 1,0 0,0 0,0 1,0-1,0 0,0 0,-10 14,14-10</inkml:trace>
  <inkml:trace contextRef="#ctx0" brushRef="#br1" timeOffset="80">16933 4512,'-5'7,"0"0,0 1,1-1,0 1,1 0,-1 0,1 1,1-1,0 1,0 0,1-1,0 1,1 0,0 0,1 7,-1-8,1 0,0 0,0-1,1 1,0-1,0 0,1 1,0-1,0 0,0 0,1 0,1-1,0 0,0 1,-1-1,2-1,0 1,-1-1,1 1,1-2,0 0,-1 1,1-1,1 0,0 0,7 3,1 0,-1-2,0 1,1-2,1 1,-1-3,0 1,0 0,1-2,7-1,-18 0,0-1,-2 0,2 0,-1-1,1 1,-2-1,2 0,-1 0,0-1,-1 1,0-1,1-1,0 2,-1-2,-1 0,1 1,0-1,0 0,-1 0,0 0,-1-1,1 1,-1-1,2-3,3-6,-2 0,0-1,-1 1,0 0,-1-2,-1 1,0-12,-2 12,0 1,-1-1,0 0,-1 1,-1 0,-1-1,-1 1,0 1,0-2,-1 2,-4-3,7 8,-2 0,0 2,0-1,0 1,-1-1,0 1,-1 0,2 1,-3-1,1 1,0 0,0 1,0 0,-2 0,1 0,0 2,-1-1,2 0,-2 1,-4 0,4 1,-1 2,2-1,-2 1,2 0,-1 0,0 1,0 1,0-1,1 1,-1 1,2-1,-2 1,1 0,1 1,-1 0,2 1,-1-1,0 0,1 2,0-1,0 0,0 1,1 0,0 1,1-1,-1 1,1 0,-13 21</inkml:trace>
  <inkml:trace contextRef="#ctx0" brushRef="#br1" timeOffset="81">14993 5819,'-22'152,"9"-88,-5 92,-8-485,25 316,1 10,-1 1,0-1,1 0,-1 1,1-1,0 0,0 0,0 0,1 0,-1 1,1-1,-1 0,1 1,0-1,0 0,1 1,-1 0,0-1,1 0,0 2,-2-2,2 1,0 0,1 0,-1 0,0 0,1 0,-1 0,1 2,-1-2,3-1,12 0,2 1,-1 0,0 1,0 1,17 1,-3 0,-1 0,-14-2,0 1,0 1,0 0,0 1,-1 1,1 0,6 3,-20-5,0 1,0-1,-1 0,1 0,-2 1,2 0,-1 0,1-1,-1 1,0 0,0 1,0-2,0 2,-1-1,0 1,0-1,1 0,-1 1,0-1,0 1,0 0,-1-1,1 1,-1 0,1 0,-1-1,0 1,0 0,-1 0,1 0,-1 0,1-1,-1 1,0 0,0-1,0 0,0 1,-1-1,2 1,-2-1,0 1,0-2,0 2,0-1,0 0,0-1,0 1,-2 1,-8 7,0-1,-1-1,0 0,-1 0,0-2,0 0,-1 1,0-2,0 0,0-2,-5 2,6-2,32 5,1-4,0 0,0 2,-1 0,1 0,-1 2,3 2,-15-7,0 0,0 1,0 0,-1-1,0 2,0-2,0 3,0-2,0 1,-2 0,2 0,-1 1,-1-1,1 1,-2 0,0 0,1 0,-1 0,1 3,-2-4,-1-1,0 0,0 0,0 1,-1-2,1 2,-1-1,0 0,0 0,-1 0,0 0,1 0,-1 0,0-1,0 1,-1-1,1 1,-1-1,0 0,0 0,0 0,0-1,-4 4,-92 45,78-43,-1-1,0-1,-1 0,1-2,-1 0,0-2,1 0,-5-2,25 0,1 1,-1-1,1 0,0 0,-1 0,1-1,-1 1,1 0,1 0,-2-1,1 1,-1-1,1 1,0-1,0 1,-1-1,1 1,0-1,0 0,0 0,0 0,0 0,0 0,0 0,0 0,1-5</inkml:trace>
  <inkml:trace contextRef="#ctx0" brushRef="#br1" timeOffset="82">15501 5868,'34'-5,"-1"1,1 1,1 1,26 4,13 17,-72-18,0 0,0 0,0 0,0 0,-1 0,1 0,-1 1,0-1,1 1,-1-1,1 1,-1-1,0 1,0 0,0 0,0-1,0 1,0 0,-1 1,1-2,-1 1,1 0,-1 0,0 0,0 0,0 0,0 0,0 0,-1 0,1 0,-1 0,1 0,-1-1,0 3,-4 3,-1-1,1 1,-1-1,0 0,0 1,-1-2,0 0,0 0,-1-1,0 1,1-1,-1 0,0-1,-1 0,-2 1,-36 8,94-7,-35-3,0 0,0 1,-1-1,1 2,-1 0,0 0,0 1,0 0,0 1,-2 0,2 1,-2 0,0 0,1 1,-2 0,0 0,-1 1,1 0,-1 0,-1 1,2 2,-7-10,1 2,-1-1,0 0,0 0,0 0,-1 0,1 1,-1-2,0 2,1-1,-2 0,1 1,0-1,-1 0,0 1,0-2,0 2,0-1,0 0,-1 0,1-1,-1 1,0 1,0-2,0 1,0-1,0 1,-1-1,1 0,-1 1,0-1,0-1,0 1,1 0,-1-1,-1 1,1-1,-1 0,-18 10,-2-2,1 0,-1-1,-1-2,0 0,0-1,1-1,-3-2,14-4,15 0</inkml:trace>
  <inkml:trace contextRef="#ctx0" brushRef="#br1" timeOffset="83">16165 5893,'-1'12,"0"-9,1 0,-1-1,1 0,0 1,-1-1,1 0,0 1,1 0,-1-1,1 0,-1 1,1-1,0 1,0-1,0 0,0 1,0-2,0 2,1-1,-1 0,0 0,1-1,0 1,0 1,0-3,-1 0,1-1,0 1,-1 0,1-1,-1 1,1-1,-1 0,0 1,0-1,1 0,-1 1,1-1,-1 0,0 0,0 0,1 0,-1 0,0-1,0 1,0 1,-1-2,1 1,0-1,0 1,-1-1,1 2,-1-2,1 1,-1-1,0 0,1 1,-1 0,0-1,0 1,0-1,0 0,-1 1,1 0,0-1,-1-1,0 0,1 1,-1-1,0 1,0 0,-1-1,1 0,-1 1,1 0,-1 0,0 0,0-1,0 2,1-1,-1 0,0 0,-1 1,1-1,-1 1,1-1,-1 1,0 0,2 0,-2 0,0 1,0-1,0 0,0 1,0-1,1 1,-1 0,0 0,-2 0,4 1,-1 0,1-1,0 1,0-1,0 1,0 0,0 0,0 0,1 0,-1 0,0 0,0 0,1 0,-1 0,0 0,1 0,-1 0,1 1,-1-1,1 0,0 0,-1 0,1 1,0-1,0 0,0 1,0-1,0 0,1 0,-1 0,0 1,3 9</inkml:trace>
  <inkml:trace contextRef="#ctx0" brushRef="#br1" timeOffset="84">16216 6211,'11'-14,"-11"13,0-1,1 0,-1 0,0 1,0-1,0 1,0-1,-1 0,1 0,0 1,-1-1,1 1,-1-1,0 0,0 0,0 2,1-2,-2 1,1-1,0 1,0-1,0 2,0-2,0 1,0 0,-1 0,1 0,-1 0,0 0,1 0,-1 1,0-1,0 1,1-1,-1 1,1-1,-1 1,0 0,0 0,0-1,0 1,1 1,-1-1,0 0,0 0,0 1,0-1,2 1,-2-1,0 1,0-1,1 1,-1 0,0 0,1 0,-1 0,1 1,-4 0,2 0,-1 1,-1 0,2 0,-1 1,1-1,0 1,-1-1,1 1,0 0,1 0,-1 0,2 0,-1 1,0-1,0 1,1-1,-1 2,3-3,0-1,1 0,-1-1,0 1,1-1,-1 1,0 0,0-1,1 0,0 1,0-1,0 0,0 1,0-1,0-1,0 1,0 0,0-1,0 1,0 0,0-1,1 1,-1-1,0 0,1 0,-1 0,-1 0,2 0,-1-1,0 1,2-1,20 0</inkml:trace>
  <inkml:trace contextRef="#ctx0" brushRef="#br1" timeOffset="85">16646 6027,'147'-177,"-104"126,-42 51,0 0,0 0,-1 1,1-1,0 0,-1 1,1-1,0 0,-1 1,1-1,0 1,-1-1,1 0,-1 0,1 1,-1 0,1-1,-1 1,1-1,-1 1,0 0,1 0,-1-1,0 1,0 0,0-1,1 0,-1 1,0 0,0 0,0-1,0 1,0 0,0 0,-1 0,1-1,0 1,0 0,0-1,-1 0,1 1,0 0,-1-1,1 1,-1 0,1-1,-1 1,1 2,-7 294,7-289,0 2,-1 0,1-1,-2 1,0 0,0 0,0-1,-1 1,0-1,-1 1,-1-2,0 1,-1 2,1-8,-1 0,2-1,-1 0,-1 0,1 0,0-1,-1 0,1 0,-1-1,1 1,-1-1,0 0,0 0,2 0,-2-1,0 0,-3 0,5 0,209-17,74-2,-276 20</inkml:trace>
  <inkml:trace contextRef="#ctx0" brushRef="#br1" timeOffset="86">14876 6907,'-3'54,"-3"0,-2-2,-3 1,-3 6,10-43,-10 19,14-35,-1 1,1-1,-1 0,1 0,-1 0,0 0,1 0,-1 0,1 0,-1 0,1 0,-1 0,0 0,1 0,-1 0,1-1,-1 1,1 0,-1 0,1 0,-1-1,1 1,-1 0,1 0,-1 0,1-1,0 1,-1 0,1-1,0 1,-1-1,1 1,0-1,0 1,0-1,0 1,0-1,0 1,-1-1,1 1,0-1,0 1,0 0,0-1,0 1,0-1,0 1,0-1,0 0,0 1,1-1,-1 1,0-1,0 0,-3-189,15 74,-10 112,-1-2,1 2,0-1,0 1,1-1,-2 1,2-1,0 2,1-2,-1 2,1-1,-1 1,1-1,0 0,0 2,1-1,-2 0,2 1,0-1,0 1,0 0,1 0,5-1,-1 0,2 2,-2-1,2 1,-2 0,1 1,0 1,0-1,0 2,0-1,0 1,5 2,-10-2,-1-1,0 1,1 0,0 1,-2-2,2 2,-1 1,0-2,-1 2,1 0,-1-1,1 1,-1 0,-1 0,1 0,-1 1,1-1,-1 2,0-2,-1 1,0 0,0 0,1 5,-3-3,0 0,-1 1,0-1,0 0,-1-1,1 1,-1 0,-1 0,0-1,0 0,-1 1,0-1,1 0,-1 0,-1 0,0-1,0 1,0-2,-1 1,0 0,1-1,-2 0,0-1,2 1,-2 0,-1-2,2 2,-1-2,-1 0,-5 1,2-1,15-6,19-4,-14 6,-1-1,1 0,-1 2,2-1,-1 2,-1-1,2 1,-2 0,1 1,0-1,0 1,0 1,-1 0,1 0,-1 0,1 1,-1 1,0-1,0 2,-1-2,1 3,0-2,-2 2,1-1,0 0,-1 2,0-1,0 0,-1 1,0 0,0 1,0 0,-3-4,0 1,-1-1,0 1,0 0,0-1,-1 1,1-1,-1 2,0-2,0 1,-1 0,0 0,0-1,0 0,1 1,-2-1,0 1,0-1,0 1,-1-2,1 2,-1-2,0 2,0-1,0-1,-1 1,1-2,-1 2,-1-1,2-1,-1 1,-1 0,1-1,-5 2,-6 4,0 0,0-2,0 1,-2-1,2-2,-2 1,1-2,0 0,-2 0,-10-1,26-2,0 0,0 1,0-1,0 0,0 0,0 0,1-1,-1 1,0 0,0 0,0 0,0-1,0 0,0 0,0 1,1-1,-1 0,1-1,0 1,-1 1,1-1,-1-1,1 1,-1-1,1 1,0-1,0 2,0-2,0 0,0 0,0 0,0 2,1-2,-1 0,1 0,-1 0,1 1,0-1,0 0,0 0,0 0,0 0,4-17</inkml:trace>
  <inkml:trace contextRef="#ctx0" brushRef="#br1" timeOffset="87">15357 6882,'24'-3,"0"2,0-1,0 2,0 1,-1 1,1 0,0 2,-1 0,3 3,-24-7,0 0,0 1,1-1,-1 1,0 0,0 0,1 0,-1 0,0 0,0 1,-1-2,1 2,0-1,0 1,-1 0,1-1,-1 0,1 1,-1 0,1 1,-1-2,0 1,0 0,0 0,-1 0,0 0,1 0,-1 1,1-1,-1 0,0 0,0 0,0 0,0 0,0 1,0-1,-1 0,1 0,-1 0,1 1,-1-2,0 1,0 2,-5 1,1 1,-1-1,1 0,-1 1,-1-2,1 1,0-2,-2 2,2-2,-1 0,-2 1,-35 20,44-23,0 0,0-1,0 0,0 1,0 0,1-1,-1 1,0 0,0-1,0 1,0 0,0-1,1 1,-1 0,1-1,-1 0,1 0,-1 1,1-1,-1 1,1-1,-1 1,1-1,0 0,-1 1,1-1,0 0,-1 1,1-1,0 0,-1 0,1 0,0 0,-1 0,1 1,0-1,0-1,-1 1,1 0,0 0,0 0,1 1,12 3,0 1,-1 1,2 0,-3 1,2 0,-2 1,0 0,9 9,-15-13,-1 1,0 0,-1 0,1 0,-1 0,0 2,0-2,-2 1,1 1,0-1,0 0,-1 0,0 1,0-1,-1 1,0-1,0 2,-1-2,0 5,-1-5,0-1,0 1,-1-1,0 0,0 1,0-2,-1 1,0 0,0 0,1 0,-1-1,-1 1,0-1,0 0,0 0,0 0,-1-1,0 1,0-1,1 0,-5 2,-4 1,-1 0,1 0,0-1,-2 0,2-2,-1 1,-1-2,-3 0,-20-3,37 1,0-1,1 1,-1 0,0 0,0 0,1-1,-1 1,0 0,1 0,0 0,-1-1,1 1,-1-1,1 1,-1-1,0 1,1-1,0 0,-1 1,1-1,-1 0,1 1,0-1,-1 1,1-1,0 1,0-1,0 0,-1 0,1 1,0-1,0 0,0 0,0 1,0-1,0 0,1 1,-1 0,0-1,0 0,1 0,-1 1,0-1,1 0,-1 1,0-1,1 0,13-17,4 0</inkml:trace>
  <inkml:trace contextRef="#ctx0" brushRef="#br1" timeOffset="88">16074 6956,'-4'1,"-1"2,1-1,0 0,0 1,1 1,-1-2,0 1,1 1,-1-1,1 1,1-1,-1 1,1 0,-1 0,1 1,0-1,0 0,0 0,1 1,1-4,0 0,0-1,0 1,0-1,1 1,-1 0,0-1,0 1,1-1,-1 1,0-1,1 1,-1 0,1-1,-1 0,1 0,-1 0,1 1,-1-1,1 0,-1 1,1-1,0 0,-1 1,1-1,-1 0,1 0,0 0,-1 0,1 0,0 1,-1-1,1 0,0 0,-1-1,1 1,0 0,-1 0,0 0,0 0,1-1,0 1,-1 0,1 0,-1-1,1 1,0 0,-1-1,1 1,-1 0,0 0,1-1,-1 1,1-1,-1 1,0-1,1 1,-1-1,0 0,1 1,-1-1,2-2,1 1,-1-1,0 0,-1 0,0 0,1 0,-1-1,0 1,0 0,0-1,0 1,0 0,-1-1,0 1,0-1,0 1,0 0,0-1,-1 1,0-1,0 1,0 0,0-1,0 2,-2-4,3 5,-1 1,-1-1,1 1,0 0,0 0,-1 0,1 0,0 0,-1 0,1 0,0 0,0 0,-1 0,1 0,0 1,0-1,0 1,0-1,0 1,0-1,0 1,0 0,0-1,0 1,0 0,0 0,0-1,0 1,0 0,0 0,1 0,-1 0,0 0,1 0,-1 0,1 0,0 0,-1 0,1 0,0 1,-1-1,1 0,0 0,0 0,0 0,0 0,0 1,1-1,-4 15</inkml:trace>
  <inkml:trace contextRef="#ctx0" brushRef="#br1" timeOffset="89">16060 7287,'0'0,"0"0,0 0,0 1,0-1,0 0,0 1,0-1,0 0,0 0,0 0,0 0,0 0,0 1,0-1,0 0,0 1,1-1,-1 0,0 0,0 1,0-1,0 0,1 0,-1 1,0-1,0 0,0 0,1 0,-1 0,0 1,0-1,1 0,-1 0,0 0,1 0,-1 0,0 0,0 0,1 1,-1-1,0 0,1 0,-1 0,0 0,1 0,-1-1,0 1,0 0,1 0,-1 0,0 0,1 0,-1 0,0 0,0 0,1-1,-1 1,0 0,0 0,0 0,1-1,-1 1,0 0,0 0,0-1,0 1,0 0,0 0,0-1,0 1,16-15,-6-23,-10 37,1 1,-1-1,0 0,0 0,0 0,0 1,0-1,-1 0,1 0,0 1,0 0,0-1,-1 0,1 1,0-1,-1 0,1 0,-1 1,1-1,-1 1,1-1,-1 0,1 1,-1 0,1 0,0-1,-1 1,0 0,1-1,-1 1,0 0,1-1,-1 1,0 0,0 0,1-1,-1 1,0 0,0 0,0 0,1 0,-1 0,0 0,0 1,1-1,-1 0,0 0,0 0,1 1,-1-1,0 0,0 1,-3 0,-1 1,-1 1,1-1,1 0,0 2,-1-1,1-1,0 2,0-1,0 1,0 1,1-2,-1 2,0 1,3-4,0-1,0 0,0 1,0 0,0-1,1 1,-1-1,0 1,1 0,-1 0,1 0,0-1,0 1,0 0,0 1,0-2,0 1,1 0,-1 0,0 0,1-1,0 1,-1-1,1 1,0 0,0-1,0 1,0-1,1 1,-1 0,-1-1,2 0,-1 0,1 0,-1 1,1-1,0 0,-1 0,1 0,1-1,16 9</inkml:trace>
  <inkml:trace contextRef="#ctx0" brushRef="#br1" timeOffset="90">16620 6920,'28'-7,"1"2,0 2,-1 0,2 1,7 2,-33 0,0-1,-1 1,1 0,1 1,-1-1,0 1,-1 0,1 0,0 0,0 0,0 0,-1 0,1 1,0 0,-1 0,1 0,-1 0,0 1,0-1,0 1,0 0,0-1,-1 1,1 1,-1-2,-1 2,1 0,0-1,0 1,-1-2,1 2,-1 0,0 0,0 0,-1-1,1 4,-5 6,0-1,-1 0,1 1,-2-2,-1 1,1-1,-2 0,0-1,0 1,-1-1,0 0,-1-1,0-1,-5 4,-1 3,-3 3,-86 95,104-112,-1 0,1 1,0-2,0 2,0-1,0 1,0-1,0 1,1-1,-1 1,0-1,0 1,1 0,-1-1,1 1,0 0,0 0,0 0,-1-1,2 0,-1 1,0 0,0 0,1 0,-1-1,1 1,-1-1,1 1,0 0,0-1,-1 0,1 1,1 0,-2-1,1 1,0-2,7 4,-1 0,0-2,1 1,0 0,-1-2,2 1,-2 0,1-1,1 0,-2 0,2-1,0-1,6 2,342-1,-324 1,-11 1</inkml:trace>
  <inkml:trace contextRef="#ctx0" brushRef="#br1" timeOffset="91">15370 13105,'37'356,"-37"-352,0 6,1 0,-2-1,0 1,0 0,-1-1,0 0,0 1,-2-1,2 0,-2 0,-2 3,6-12,0 1,0 0,-1-1,1 0,0 1,0 0,-1 0,1-1,-1 1,1 0,-1-1,1 1,-1 0,1-1,-1 1,0-1,1 0,-1 0,1 1,0-1,-1 0,0 1,1-1,-1 0,0 0,0 1,0-1,1 0,-1 0,0 0,0 0,0 0,1 0,-1 0,0 0,0 0,0 0,1-1,-1 1,0 0,0-1,1 1,-1 0,0-1,1 1,-1 0,0 0,1-1,0 1,-1-1,1 1,-1-1,1 0,-1 1,1-1,0 0,-1 1,1-1,0 0,-1 1,1 0,0-1,0 0,0 0,0 0,-1 1,1-1,0 0,1 0,-4-15,2-1,1 1,0-1,1 1,1 0,1-1,2-7,2-15,6-85,-5-1,-7-47,-1 167,-1 4,1-1,-1 1,1-1,0 0,-1 0,1 0,0 1,0 0,0-1,0 0,0 0,1 1,-1-1,0 0,1 0,0 0,-1 1,1 0,0-1,0 0,0 1,0-1,0 2,0-2,1 1,-1-1,-1 1,2 0,-1-1,1 2,-1-1,1 0,0 0,0 0,-1 1,1-1,0 0,0 1,0-1,0 1,16 2,1 1,-1 1,0 0,0 1,0 1,7 4,-16-7,6 1,-2 2,1-1,0 1,-1 2,-1-1,2 1,-3 0,2 1,-2 1,-9-8,0-1,-1 1,1 0,-1 0,1-1,-1 1,0 0,-1 0,1 1,0-2,0 2,0-1,-1 0,1 0,-1 1,0-1,0 0,0 0,0 1,0-1,0 0,-1 0,1 1,-1-1,1 0,-1 0,0 0,0 1,1-2,-2 1,1 0,-1 0,1 0,-1-1,1 1,-1 0,0 0,-1 0,-78 50,-41 3,92-34,29-21,1 0,-1 1,1-1,-1 1,1 0,-1-1,1 1,0 0,-1-1,1 1,0 0,-1-1,1 1,0-1,0 1,0-1,0 1,0 0,0 0,0-1,0 1,0 0,0 0,0 0,0-1,0 1,1-1,-1 0,0 1,1 0,-1 0,0-1,1 1,-1-1,1 1,-1 0,1-1,-1 1,1-1,-1 1,1-1,0 0,-1 0,1 0,-1 1,0-1,2 1,112 31,-98-28,-1 1,1 0,-1 0,-1 2,0 1,1-1,7 7,-19-11,1-1,-1 0,1 1,-1 1,0-2,0 2,-1-2,1 2,-1 0,1-1,-1 1,0-1,0 1,-1 0,1 0,-1 0,0 0,-1 1,1-2,-1 2,0-1,0 0,0 0,0 0,-1 0,1 1,0-2,-2 2,1-2,-1 2,-4 6,-2 0,2 0,-3-1,2 0,-2-1,-1 0,1 0,-2 0,1-1,-1 0,0-1,0 0,-1-2,1 1,-2 0,1-2,-2 1,2-2,-1 0,-1 0,-9 0,17-2,-1 0,1 0,0-1,-1 0,1 0,0-1,-1 0,1 0,0 0,0 0,0-1,0 0,0-1,0 2,0-2,1-1,0 2,-1-2,1 0,1 1,-1-2,-4-2,5-8,9 11</inkml:trace>
  <inkml:trace contextRef="#ctx0" brushRef="#br1" timeOffset="92">16034 13056,'18'0,"-12"-1,1-1,-1 2,0 0,0-1,1 1,-2 0,2 1,-1-1,0 1,0 0,0 1,0 0,0 0,0-1,0 2,-2 0,2-1,0 1,-1 1,-1-1,1 1,0-1,0 2,-1-1,-1 0,1 1,0 0,2 2,-5 0,1 0,-1 1,-1 0,1-1,-1 1,-1-1,1 0,-1 0,-1 0,0 1,0 0,0-2,-1 1,-1 0,1 0,0 0,-1-1,-1 0,1 0,-1 0,0 0,0-1,-1 1,1-2,-2 1,1 0,-1-1,1 0,-4 1,10-4,0-1,0 0,0 0,1 0,-1 0,0 0,0 0,0 1,1-1,-1 0,0 0,0 1,0-1,0 0,0 1,0-1,0 0,0 1,0-1,0 0,0 1,0-1,0 0,0 0,0 1,0-1,0 0,0 1,0-1,0 0,0 1,-1-1,1 0,0 0,0 1,0-1,0 0,-1 0,1 0,0 0,9 1,2 2,1-1,-1 1,1 1,-2 0,2 0,-2 1,1 0,-2 1,2 0,-2 1,0-1,0 2,0-1,-2 1,2 0,-2 1,0 0,0 0,-1 1,-1-1,1 1,-1 1,0-2,-2 2,0 0,1 1,-4-6,1-2,-1 2,-1-1,1-1,-1 2,0-2,0 1,0 0,-1 0,1-1,-1 1,0-1,-1 1,1-1,-1 0,-1 0,1 1,1-2,-2 1,0-1,0 1,0-1,0 0,0 0,-1-1,0 1,0-1,1 1,-2-1,-10 5,-1-2,1 0,-1 0,1-2,-1 1,0-2,-1 0,-6-2,-50-8,73 8,1 0,-1 0,1 0,-1-1,0 1,1 0,-1-1,1 1,-1-1,1 1,0-1,0 1,0-1,-1 1,1-1,-1 1,1-1,0 1,-1-1,1 0,0 1,0 0,0-1,0 1,-1-1,1 1,0-1,0 0,0 1,0-1,0 0,0 1,1-1,-1 0,0 1,0 0,0-1,1 1,-1-1,0 1,1-1,-1 0,0 1,1-1,-1 1,0-1,0 1,1-1,-1 1,1 0,-1-1,1 1,-1 0,1-1,0 1,13-8</inkml:trace>
  <inkml:trace contextRef="#ctx0" brushRef="#br1" timeOffset="93">16595 13178,'5'19,"-5"-17,0 2,1-1,0-1,-1 2,1-1,1-1,-2 1,1 0,1-1,-1 1,1 0,0-1,0 1,0-1,1 1,-1-2,2 3,-4-3,1-1,0 0,0 0,0 1,-1-1,1 0,0 0,0 0,0 0,0 0,0 0,0 0,0-1,-1 1,1 0,0 0,0-1,0 1,0 0,-1-1,1 1,0-1,0 1,-1-1,0 1,1-1,-1 0,1 1,-1 0,1-1,0 1,-1-1,0 0,1 0,-1 0,1 1,-1-1,0 0,0 0,1 1,-1-1,0 0,8-35,-8 34,-1 0,1 1,0-1,-1 0,1 1,-1-1,0 0,0 1,1-1,-1 0,0 1,0-1,-1 1,1 0,0-1,-1 1,1-1,0 1,0 0,-1 1,1-2,-1 1,0 0,0 1,1-1,-1 0,0 0,0 1,0-1,1 1,-1 0,0 0,0 0,0 0,0 0,0 0,0 0,0 0,0 0,0 1,1-1,-1 1,0-1,1 1,-1 0,0 0,0 0,1 0,-1 0,0 0,1 0,-1 0,2 1,-1-1,-1 1,1-1,0 0,0 1,0 0,0-1,0 1,1-1,-1 1,0 0,1 33,5-18</inkml:trace>
  <inkml:trace contextRef="#ctx0" brushRef="#br1" timeOffset="94">16699 13631,'0'1,"1"-1,-1 1,0-1,0 1,1-1,-1 0,0 0,1 1,-1-1,1 1,-1-1,1 1,-1-1,1 0,-1 1,1-1,-1 0,1 0,-1 1,1-1,-1 0,0 0,1 0,-1 0,1 0,-1 1,1-1,0 0,-1-1,1 1,-1 0,1 0,0 0,-1 0,1 0,-1 0,1-1,0 1,-1 0,1-1,-1 1,1 0,-1-1,1 1,-1 0,0-1,1 1,-1-1,1 1,-1 0,0 0,1-1,16-25,-15 24,-1 0,1 0,-1 1,0-2,0 1,-1 0,1 0,0 0,0-1,-1 1,1 0,-1 0,0-1,0 0,0 2,0-2,0 1,-1 0,1 0,-1-1,1 1,-1 0,0 0,1-1,-1 1,0 1,-1-1,1-1,-1 1,1 0,-1 1,0-1,1 1,-1-1,0 0,0 2,0-2,0 1,0 0,0 0,-1-1,1 1,0 1,-1-1,1 1,0 0,-2-1,1 2,-1-1,1 0,-1 1,1 1,0-1,0 1,-1-1,1 1,0-1,0 1,1 0,-1 1,1-2,-1 2,0 0,1-1,0 0,-2 3,3-4,1 0,-1 1,0-1,0 1,0 0,1-1,-1 0,0 1,1 0,-1-1,1 1,0-1,0 1,0 0,-1-1,2 1,-1-1,0 1,0 0,1 0,-1-1,0 0,1 1,0 0,0-1,-1 1,1-1,0 0,0 1,-1-1,1 0,1 1,-1-1,0 0,1 0,-1 0,2 1,19 8,2-3</inkml:trace>
  <inkml:trace contextRef="#ctx0" brushRef="#br1" timeOffset="95">17402 13203,'-13'-5,"0"0,0 1,-1-1,1 2,-1 0,0 1,0 0,1 1,-2 1,1 0,0 0,0 1,0 1,0 1,0-1,1 2,0 0,-1 1,1-1,1 3,-8 3,18-9,0-1,0 1,0 0,0 0,0 0,0 1,0-1,1 0,-1 0,1 1,0-1,0 1,-1 0,1-1,0 1,0 0,0 0,0 0,0-1,0 1,1 0,-1 1,1-2,-1 1,1 0,0 0,0 0,0 0,0 0,0 0,1 1,-1-2,1 1,-1 0,1 0,0-1,0 2,0-1,0 0,0-1,0 0,1 1,-1 0,0 0,0-1,1 0,-1 0,1 1,0-1,1 1,9 1,1 1,0-1,0-2,0 1,0 0,1-2,-2 0,1 0,1-1,-1-1,-1 1,2-2,-2 0,1 0,2-3,-3 3,1-2,-1 1,-1-2,1 1,-1-1,1-1,-2-1,1 1,-2-1,2 0,-3-1,4-2,-18 52,2 0,2 1,2-1,5 24,-2 16,-2-76,0 1,0-1,-1 1,0 0,0-1,-1 1,1-1,-2 0,1 1,0-1,-1 0,0 1,-1-1,1 0,0 0,-1-1,-1 1,1-1,-1 1,0-1,1 1,-1-2,-1 1,0 0,1-1,0 0,-2 0,1 0,-1 0,-3 0,-1-1,0-2,-1 1,1-1,-1-1,1 0,0 0,0 0,-1-2,2 1,-1-1,0-1,0 0,2 1,-2-3,2 2,-2-1,3-1,-4-2,-3-6,17 10</inkml:trace>
  <inkml:trace contextRef="#ctx0" brushRef="#br1" timeOffset="96">17949 13216,'-7'-12,"0"0,-1 1,-1 2,1-2,-2 1,1 1,-6-4,12 10,-1 0,0 1,0 0,0-1,1 1,-2 1,1-1,-1 0,1 1,0-1,0 1,-1 1,0 0,1-1,-1 1,1 0,-1 0,0 0,1 1,0-1,-1 1,0 0,2 0,-4 2,0-1,1 2,1-1,-1 1,1 0,0-1,0 2,0-1,0 2,0-2,2 2,-1-2,0 2,0 0,1-1,0 0,1 2,-1-1,1 0,0 0,0 3,1-5,0 0,0 0,0 1,1-2,0 2,0-2,0 2,0-1,1 0,-1 0,1 0,1-1,-1 2,0-2,1 1,0 0,0 0,0 0,0-1,0 0,1 0,0 0,0 1,0-2,1 1,-2 0,2-1,-1 1,1-1,0 1,0-2,0 1,5 0,0 1,-1-2,1 0,-1 0,1-1,0 1,0-2,0 1,-1-1,2 0,-2 0,1-2,-1 1,0 0,1-1,-2-1,2 1,-2-2,1 1,-1-1,0 0,38-16,-44 20,1 0,-1 0,1 0,-1 0,1 1,-1-1,1 0,0 1,-1-1,0 0,1 1,-1 0,1-1,0 1,0 0,0 0,-1 0,1 0,0 1,0-1,-1 0,0 1,1-1,0 1,-1-1,1 1,-1 0,1 0,0 0,-1 0,0-1,1 1,-1 0,0 0,1 1,-2-1,1 0,0 1,1-1,3 14,-1 0,0-1,-2 1,0 0,-1 0,0-1,-1 1,-3 14,3-21,1-2,-1 1,0-1,0 0,-1 1,1-1,-1 0,0-1,-1 2,0-1,0-1,-1 2,0-2,0 0,0 2,0-3,-1 1,-1 1,1-2,-1 1,1-1,-1 1,0-2,-1 2,2-2,-2 1,-3 0,-1 0,-1-1,1-1,-1 1,1-1,-2-1,2 0,0 0,-2-1,2-1,-2 0,2 0,-1-1,0-1,0 1,1-1,-5-2,-5-4</inkml:trace>
  <inkml:trace contextRef="#ctx0" brushRef="#br0" timeOffset="97">13483 4291,'-1'-1,"0"-2,0 1,0 0,0 1,-1-1,1 0,0 0,-1 0,1 2,-1-2,0 0,1 1,-1-1,0 1,0 0,0 0,0 0,0 0,0 0,0 0,-1 0,2 1,-1-1,-1 1,1-1,0 1,-1 0,1 0,0 0,-1 0,2 1,-2-1,1 0,0 1,-1 0,1 0,0-1,0 1,0 1,0-1,0 0,1-1,-1 2,0-1,0 1,-1 1,-4 10,1 0,0 2,1-1,0 1,2 0,0 0,1-1,0 1,1 1,1 3,-5 166,13 75,0 2,6 182,-7-346,-4 1,-6 0,-4 13,-10 58,6 60,11-176,-4 0,-1 0,-3-1,-12 38,8-43,1 2,2-2,4 2,1 31,3-21,-3 0,-2 0,-11 39,2-24,15-75,0 0,1 0,-1 0,0 0,0 0,1 0,-1 0,0 0,1 0,-1 0,0 0,0 0,1 0,-1 0,0 0,1 1,-1-1,0 0,0 0,1 0,-1 0,0 1,0-1,0 0,1 0,-1 0,0 1,0-1,0 0,0 0,1 1,-1-1,0 0,0 1,6-15</inkml:trace>
  <inkml:trace contextRef="#ctx0" brushRef="#br0" timeOffset="98">14146 3386,'0'16,"0"11,0 10,0 8,0 6,0 1,0 0,0-3,0-6,0-7,0-9,0-9</inkml:trace>
  <inkml:trace contextRef="#ctx0" brushRef="#br0" timeOffset="99">14068 3350,'2'-1,"1"-1,-1 1,1 0,0 0,-2 0,2 1,0-1,-1 1,1-1,0 1,0 0,0 0,-1 0,0 0,1 0,0 1,0-1,0 1,-1-1,1 0,-1 1,0 1,1-1,-1 0,1 1,-1-1,3 1,13 8,-1 1,0 0,0 0,-1 2,0 0,-1 1,-1 0,0 1,-1 0,-1 2,0-1,-2 1,0 1,-1-1,2 7,-7-15,-1 0,1 0,-1 0,0 0,-1 1,0-1,-1 1,0 0,-1 0,0 0,-1-1,0 0,0 1,-1 0,-1-1,0 1,0-1,0 0,-1 0,-1 0,0-1,0 1,0-1,-2 0,1-1,-2 2,0-3,0 0,-1 1,-1-2,2 0,-2 0,1-1,-1 0,0 0,0-2,0 1,-1 0,1-2,-1 1,1-1,-1-1,1 0,-2 0,2-1,-1 0,1 0,-1-1,2-1,-3-1,-5-6,16 6</inkml:trace>
  <inkml:trace contextRef="#ctx0" brushRef="#br0" timeOffset="100">14485 3753,'-2'10,"-1"6,0-1,1 0,0 0,2 0,0 2,1 3,0-17,-1-1,1-1,-1 1,1 0,0 0,0 0,0-2,0 2,0 0,0 0,1-1,-1 0,0 1,1-1,0 1,-1-1,0 0,1 0,-1 0,1 0,0 0,0-1,0 1,0 0,0 0,0-1,0 1,-1-1,1 0,1 0,-1 0,0 0,0 0,0 0,0 0,0-1,0 1,0-1,77-27,-73 24,1-2,0 1,-2 0,1-2,0 1,-1 0,0 0,0-1,-1 0,0 0,0 0,-1 0,0-1,0 0,1-7,-3 11,0-1,0 1,0-2,-1 2,1-1,-2 0,1 0,0 0,-1 1,0-2,0 2,-1 0,0-2,0 2,0-1,0 1,-1 0,2 0,-2-1,-1 2,1-1,-1 0,1 1,0-1,-1 1,-3-2,0 2,2-1,-2 0,0 2,0-1,0 0,0 2,0-1,0 0,-1 1,1 0,-1 0,1 0,0 1,-1 1,1-1,-1 1,0 1,-119 37,66-12</inkml:trace>
  <inkml:trace contextRef="#ctx0" brushRef="#br0" timeOffset="101">11868 4242,'0'-8,"0"27,47 305,-24-128,-9 1,-9 1,-9-1,-18 83,-16 238,12 4,22-456,-4 0,-2-1,-4 0,-3-2,-9 19,0 12,23-85,-4 48,7-57,0-1,0 1,0 0,0-1,0 1,0 0,0-1,0 1,0 0,1-1,-1 1,0 0,0-1,0 1,1 0,-1-1,0 1,0 0,1 0,-1 0,0 0,1 0,-1 0,0 0,1 0,-1-1,0 1,1 0,-1 0,0 0,1 0,-1 0,0 0,1 0,-1 0,0 0,1 0,-1 0,1 0,-1 0,0 0,1 0,-1 0,0 0,1 1,-1-1,0 0,0 0,0 0,0 0,1 0,-1 0,0 0,0 0,1 1,-1-1,0 0,0 1,0-1,1 0,-1 1,0-1,0 0,5-21,-2-6</inkml:trace>
  <inkml:trace contextRef="#ctx0" brushRef="#br0" timeOffset="102">12597 3252,'-10'13,"-3"11,-1 13,2 13,3 8,3 4,3 2,2 0,0-7,4-8,1-8,0-8,-1-12</inkml:trace>
  <inkml:trace contextRef="#ctx0" brushRef="#br0" timeOffset="103">12506 3228,'23'9,"-1"2,1 0,-2 1,0 1,-1 2,0-1,-1 1,-1 2,-1 0,1 0,-3 2,0 0,-1 1,10 18,-13-22,-1 0,0 0,-2 1,1 0,-2 1,-1 0,0 1,-1-1,-1 1,-2 0,0-1,0 1,-2 0,-1 2,-1-13,0 1,0-1,-1 0,-1 0,0 0,-1-1,2 0,-3 0,1 0,-1 1,1-2,-2 0,1 0,0 0,-2-1,1 0,0 0,-1-1,0 1,-8 2,-3 1,-1-1,1 0,-1-1,0-2,-1 1,0-2,1-1,-12 0,12-1,15-2,7 0</inkml:trace>
  <inkml:trace contextRef="#ctx0" brushRef="#br0" timeOffset="104">12962 3814,'0'-2,"13"-71,2 2,16-40,-13 76,-11 38,3 56,38 412,-37-393,-4-11</inkml:trace>
  <inkml:trace contextRef="#ctx0" brushRef="#br0" timeOffset="105">10280 4230,'25'-62,"-24"63,0-1,-1 0,1 0,-1 1,1-1,0 0,-1 1,1-1,0 0,0 1,-1-1,1 0,0 1,-1-1,1 1,0 0,-1-1,1 1,-1 0,1-1,-1 1,0 0,1 0,-1-1,0 1,1-1,-1 1,0 0,0 0,0 0,0 0,0 0,0-1,0 1,0 0,0-1,0 1,0 0,-1 0,1 0,0 0,0 2,48 315,-21-135,-7 1,-9 1,-9 0,-21 164,-48 32,37-253,7 1,6 2,7 0,5 0,8 31,10-55,-5-54,-3 0,-2 50,-4-85,-1 0,-1-1,-1 1,-1-1,-1 0,0 0,-3 4,3 7,10-26</inkml:trace>
  <inkml:trace contextRef="#ctx0" brushRef="#br0" timeOffset="106">10852 3484,'3'16,"0"15,1 10,4 7,2 8,0 4,3-3,-2-3,-1-9,-2-8,-1-11</inkml:trace>
  <inkml:trace contextRef="#ctx0" brushRef="#br0" timeOffset="107">10787 3411,'21'1,"-1"2,0 1,0-1,0 3,-1-1,0 2,0 0,0 1,0 1,-2 1,0 0,7 6,-13-10,1 2,-1-1,0 1,-2 0,2 0,-2 1,0 1,-1 0,1-1,-1 2,-2 0,1 0,0 0,-2 1,0 0,0-1,-1 2,-2-2,1 2,0-1,-2 1,0-1,0 2,-1-2,-1 1,-1 2,-3 0,-1 1,-1-1,-1 0,0-1,-1 1,0-1,-2-1,1 0,-2 0,0-1,0 0,-2-2,1 1,-1-1,-1-1,0 0,0-1,-1-1,0 0,-9 2,25-9,-1 2,-1-1,0 0,1 1,-1-1,0-1,0 1,0-1,0 1,0 0,0-1,1 1,-2-1,1 1,0-1,0 0,0 0,0 0,-1 0,1 0,0-1,1 1,-1-1,0 1,0-1,0 0,0 0,0 1,0-1,0 0,0 0,0-1,2 1,-2 0,1-1,-1 2,1-2,-1 0,-1-11</inkml:trace>
  <inkml:trace contextRef="#ctx0" brushRef="#br0" timeOffset="108">11243 3642,'22'-9,"1"0,0 1,0 0,0 2,1 1,1 0,-1 2,22-1,-44 4,0 0,1 0,-1 0,1 1,-1-1,0 1,1-1,-1 1,-1 0,1 0,1 0,-1-1,0 1,0 1,0-1,0 1,-1-1,1 1,0-1,-1 0,0 1,1 0,-1 0,0-1,0 1,0 1,0-1,0-1,0 1,0 1,-1-1,1-1,-1 2,1-1,-1 0,0 0,0 0,0 1,-1-1,1 0,-1 2,-3 9,-1 1,0-1,-2 1,0-2,0 1,-1-1,-1 0,1 0,-2-2,-3 4,1 1,-89 101,100-115,0 0,0 0,0 0,-1 0,1 0,0 0,0-1,0 1,0 0,0 0,1 0,-1 1,0-1,0 0,1 0,-1 0,1 0,-1 1,1-1,0 1,-1-1,1 0,0 0,0 1,0-1,0 1,0-1,1 0,-1 0,0 1,1-1,-1 0,1 1,-1-1,1-1,0 2,-1-1,1 0,0 1,0-1,0 0,0 0,0-1,0 1,0 0,1 0,-1 0,0-1,0 1,1 0,10 0,0 0,0-1,0-1,-1 0,2-1,-2 0,1 0,-1-2,1 1,8-5,-8 5,119-46,-76 25</inkml:trace>
  <inkml:trace contextRef="#ctx0" brushRef="#br0" timeOffset="109">9159 3789,'-1'0,"-2"3,0 1,0 0,4-6,1-5,3-5,-1-2,0-2,0 1,-4 0,-4 3,-3 6,-3 7,-2 8,1 8,1 3,1 0</inkml:trace>
  <inkml:trace contextRef="#ctx0" brushRef="#br0" timeOffset="110">8586 3618,'0'6,"-1"0,1 1,0-1,0 2,0-2,1 1,0-1,1 0,0 2,0-2,0 0,1 0,0 1,0-2,0 1,2 2,-4-8,-1 1,1 0,-1 0,1-1,-1 1,1 0,0-1,-1 1,1 0,0-1,0 1,-1-1,1 0,0 0,0 0,0 1,0-1,0 0,-1 1,0-1,1 0,0 0,0 0,0 0,0 0,0 0,0 0,0 0,0 0,0-1,-1 1,1 0,0 0,0-1,0 1,0 0,0 0,-1-1,1 1,0-1,0 1,-1-1,1 0,0 1,-1-1,0 0,0 0,1 1,-1-1,1 1,-1-1,16-42,-15 40,0 1,-1 0,0 1,0-1,0-1,1 1,-1 1,0-1,0-1,0 1,-1 0,1 1,0-2,0 1,-1 0,1 1,-1-1,0 0,0 0,0 0,0 1,-1-1,1 0,0 0,-1 1,0 0,1-1,-1 1,0 0,1-1,0 1,-1 0,0 1,0-1,-1 0,1 0,0 0,0 1,0-1,0 1,0-1,0 1,0 0,-1 0,-15 3,2 2</inkml:trace>
  <inkml:trace contextRef="#ctx0" brushRef="#br0" timeOffset="111">8092 3692,'13'10,"5"2,-2-4,-1-4,-6-6,-7-3,-8 1,-3 0,-1 1</inkml:trace>
  <inkml:trace contextRef="#ctx0" brushRef="#br0" timeOffset="112">7259 4180,'-1'65,"4"-1,3 1,3 5,14 48,62 420,-56 133,-28 64,-14-399,10-255,-3 2,-9 21,-1 8,4-8,11-95,-18 84,21-116,8-31,-6 26</inkml:trace>
  <inkml:trace contextRef="#ctx0" brushRef="#br0" timeOffset="113">8092 5794,'-1'5,"0"-1,0-1,0 1,1-1,0 1,0-1,0 2,0-2,1 1,-1 0,1-1,0 1,0-1,0 1,0 0,1-1,0 0,0 0,0 1,2 0,-2-4,0 0,0 1,-1-1,1 0,1 0,-1-1,0 1,0 0,0 0,0 0,0-1,0 0,0 1,-1-1,1 0,0 0,0-1,-1 1,1 1,0-1,-1-1,1 1,-1-1,1 0,-1 1,0 0,-1-1,1 0,0 0,0 1,0-1,0 0,0 0,-1 0,1 1,-1-3,10-40,-10 43,0 0,0 0,0 0,0 0,1 0,-2 0,1 0,0 0,0-1,0 1,0 1,-1-1,1 0,-1 0,1 0,-1 0,1 0,-1 0,1 0,-1 1,0-1,0 0,1 0,-1 0,0 1,0-1,0 0,0 1,0-1,0 0,0 1,0-1,0 1,1 0,-1 0,0 0,-1 0,1 0,0 0,-1-1,3 2,0-1,-1 0,1 0,-1 0,1 0,-1 0,1 0,-1 0,1 0,-1 1,1-1,-1 0,1 1,-1-1,0 0,0 1,1-1,-1 1,0-1,1 1,-1-1,0 1,1-1,-1 1,0-1,0 1,0-1,1 1,-1-1,0 0,0 1,0-1,0 1,0 0,0-1,0 1,0-1,0 1,-1 0,1-1,0 1,0-1,0 1,-1-1,1 0,0 0,-1 1,1-1,0 1,-1-1,1 1,0-1,0 0,0 1,-1-1,1 1,-1-1,1 0,-1 0,0 1,1-1,-1 0,1 0,-1 0,1 0,-1 1,0-1,18 5</inkml:trace>
  <inkml:trace contextRef="#ctx0" brushRef="#br0" timeOffset="114">8678 5807,'-23'64,"23"-64,0 0,1 0,-1-1,0 1,0-1,0 1,0 0,1 0,-1-1,0 1,1 0,-1-1,0 1,0 0,1 0,-1-1,0 1,1 0,-1 0,0 0,1 0,-1 0,1-1,-1 1,0 0,1 0,-1 0,0 0,1 0,-1 0,1 0,-1 0,0 0,1 0,-1 1,1-1,-1 0,0 0,0 0,0 0,0 0,1 1,-1-1,0 0,1 0,-1 1,0-1,0 0,1 0,-1 1,0-1,0 0,1 1,-1-1,0 0,0 1,0-1,0 0,0 0,0 0,1 1,-1-1,0 0,0 1,0-1,0 1,0-1,18-23,-17 22,0 0,0 0,0-1,0 2,0-1,0-1,0 1,0-1,-1 1,1-1,-1 2,1-2,-1 0,1 1,-1-1,0 0,0 2,0-2,0 0,0 1,0-1,0 1,-1 0,1-1,-1 0,1 1,-1-1,0 1,1 0,-1 0,0-1,0 1,0 0,0-1,0 2,0-1,0 0,-1 0,2-1,-1 1,-1 1,1-1,-1 0,0 0,1 1,0 0,0 0,-1 0,1 0,0 0,0 0,0 0,0 0,0 0,-1 0,2 0,-1 0,0 1,0-1,0 1,0-1,0 1,0-1,0 1,0 0,0-1,0 1,0 0,1 0,-1 0,0-1,0 0,1 1,-1 0,1 0,-1 0,1 1,-1-1,1 0,0-1,-1 1,1 0,0 0,0 0,0 1,0-1,0 0,0 0,0-1,0 1,0 0,1 1,-1-1,0 0,1 0,-1 0,1-1,-1 1,1 0,0 0,-1 0,1 0,0 0,12 5</inkml:trace>
  <inkml:trace contextRef="#ctx0" brushRef="#br0" timeOffset="115">9095 5844,'0'3,"1"1,0-1,0 1,-1 0,1-1,1 1,0-1,-1 1,1-1,1 0,-1 0,0 0,1 0,-1 0,1 0,0-1,0 0,0 1,0-2,1 2,-2-1,2 0,0 0,0-2,0 2,-1-1,0 0,1 0,1 0,-1-1,0 1,-1-1,1 0,0 0,0 0,0-1,0 1,0-1,0 0,0-1,-1 1,1 0,-1 0,1-1,-1 0,1 0,2-1,-5 2,0 0,0 0,1 0,-1-1,0 1,1 1,-1-2,0 1,0-1,0 1,0-1,0 1,0 0,0-1,-1 0,1 0,0 1,-1 0,0-1,1 0,-1 0,0 0,0 1,0 0,0-1,0 0,-1 0,1 1,0-1,-1 1,0-1,1 0,-1 1,0 0,0-1,0 0,0 1,0-1,0 2,0-2,-1 1,1 0,0-1,-1 1,1 0,0 0,-1 1,1-1,-1 0,0 1,1-1,-1 0,0 1,0-1,0 1,0 0,-62 4,43-2</inkml:trace>
  <inkml:trace contextRef="#ctx0" brushRef="#br0" timeOffset="116">8457 4744,'-7'9,"3"-2,0-2,0 1,1 1,-1-1,1 1,1-1,-1 1,1 0,2 0,-2 0,1 6,1-13,0 1,0 0,1 0,-1 0,1 0,-1 0,1-1,-1 1,0 0,1-1,-1 1,1 0,0-1,-1 1,1 0,0-1,0 1,0-1,0 1,0-1,0 1,0-1,-1 0,1 1,0-1,0 0,1 0,-1 0,0 1,0-1,0 0,0 0,-1-1,1 1,0 0,0 0,0 0,0-1,0 1,0-1,0 1,-1 0,1-1,0 0,0 1,0-1,0 0,-1 1,1-1,0 0,-1 1,1 0,0-1,-1 0,1 0,-1 0,1-1,0 0,1 1,-1-1,1 0,0 0,-1 0,0 0,1-1,-1 1,0 0,0-1,-1 1,1-1,0 1,-1 0,0-1,1 1,-1-1,0 0,-1 1,1 0,0-1,-1 0,1 2,-1-2,0 0,0 1,0 0,-1 0,1-1,0 2,-1-1,1-1,-1 1,0 0,1 1,-1-1,0 0,0 1,-1-1,1 1,0 0,-1 0,0-1,-3 3,3 2</inkml:trace>
  <inkml:trace contextRef="#ctx0" brushRef="#br0" timeOffset="117">8925 4841,'-9'40,"9"-39,0 0,0 0,0 0,0 1,0-1,0 0,0-1,0 1,0 0,0 0,1 1,-1-1,0 0,1 0,-1 0,1-1,-1 1,1 0,0 0,-1 0,1 0,0-1,0 1,0 0,0 0,-1-1,1 0,0 1,0-1,0 1,0-1,0 1,1-1,-2 1,1-1,1 0,1-1,0 0,0 0,0 0,0 0,-1-1,1 1,0-1,-1 0,1 1,-1-2,1 1,-1-1,0 2,-1-2,1 1,0 0,0-1,-1 0,1 0,-1 1,0-1,0-1,0 2,0-1,-1 0,1 0,-1 0,0 0,1 2,-1-1,0 1,0 0,1 0,-1 0,0 0,0 0,0 0,0 0,-1 0,1-1,0 1,0 0,-1 0,1 1,-1-1,1-1,-1 1,1 0,-1 0,0 0,1 0,-1 1,0 0,0-1,0 0,0 0,0 0,0 1,0-1,0 0,0 1,0-1,1 1,-1-1,0 1,-1 0,1-1,0 1,0 0,0 0,-1 0,1 0,0 0,0 0,0 0,-1 0,1 1,0-1,0 0,0 1,0-1,1 1,-2-1,1 1,0 0,0 0,1 19,6-11</inkml:trace>
  <inkml:trace contextRef="#ctx0" brushRef="#br0" timeOffset="118">9381 4865,'-2'11,"1"2,4 1,1-3,5-6,1-5,-4-5,0-3,-5-4,-7 2,-6 1,-6 6,0 2</inkml:trace>
  <inkml:trace contextRef="#ctx0" brushRef="#br0" timeOffset="119">8469 6956,'4'5,"-1"0,1 1,-1-1,1-1,1 1,0-1,0 1,-1-1,1 0,1 0,0-1,-1 1,1-2,0 1,-4-3,0-1,-1 1,1-1,-1 0,1 1,0 0,0-1,0 0,-1-1,1 1,-1 0,1 0,-1-1,1 2,-2-2,1 1,0-1,0 0,0 1,0 0,0-1,0 0,0 0,-1 0,1 1,-1 0,1-1,-1 0,0 0,0 1,0-1,0 0,0 0,0 0,0 1,-1-1,1 0,-1 0,0 0,1-1,-1-1,-1 1,1-1,0 1,-1 0,1-1,-1 1,0 0,0 0,0 0,-1 0,1 0,-1 1,0-1,1 1,-1 0,0 0,-1 0,1 0,-1 0,2 1,-2-1,0 1,1-1,-1 1,0 0,1 0,-1 1,-4 0,7 0,0 0,0 1,0-1,0 1,0 0,1-1,-1 1,1 0,-1 0,1-1,-1 1,0 0,1 0,-1-1,1 1,-1 0,1 0,0 0,-1 0,1 0,0 0,0 0,-1 0,1 0,0 0,0 0,0 0,1 0,-1 0,0 0,0 0,0-1,1 1,-1 0,1 0,-1 0,1 0,-1 0,1 0,-1 0,1-1,0 1,-1 0,0-1,1 1,0 0,0-1,0 1,0 0,0-1,0 1,0-1,15 12</inkml:trace>
  <inkml:trace contextRef="#ctx0" brushRef="#br0" timeOffset="120">8951 6895,'-9'10,"0"6,3 0,5-3,7-5,7-7,3-4,4-8,0-3,-1-1,-1 2,-4 1,-4 2</inkml:trace>
  <inkml:trace contextRef="#ctx0" brushRef="#br0" timeOffset="121">9368 6920,'0'12,"2"6,3 3,4-2,0-6,4-6,-1-6,1-6,-1-3,-4-4,-3-1,-1-1,-5 2,-4 4,-3 3,-5 1,0 4</inkml:trace>
  <inkml:trace contextRef="#ctx0" brushRef="#br0" timeOffset="122">6125 3264,'-1'6,"-2"11,0 13,0 8,1 12,4 5,0 4,1-3,0-4,-2-8,0-11,2-9,0-11</inkml:trace>
  <inkml:trace contextRef="#ctx0" brushRef="#br0" timeOffset="123">6047 3289,'-5'-38,"5"37,0 0,0 1,0-1,0 1,0-1,0 0,0 0,1 0,-1 1,1-1,-1 0,1 0,-1 1,1 0,-1-1,1 1,-1-1,1 1,0-1,-1 1,1-1,0 1,0-1,-1 1,1 0,0-1,0 1,0 0,-1 0,1 0,0 0,0 0,0-1,0 1,0 1,-1-1,0 0,1 0,0 0,0 0,0 1,-1-1,1 0,0 0,0 1,-1-1,1 1,12 3,-2 2,0 0,0 0,-1 1,1 0,-1 0,0 1,2 4,-3-5,19 16,-2 1,0 2,-1 1,-2 1,6 11,-19-26,-2 1,0-1,0 2,-2-1,0 1,-1 0,-1 0,0 1,-1-1,0 0,-1 1,-1 0,-1 2,-1-10,0-1,0 0,-1 0,0 0,-1 0,0 0,1 0,-1-1,-1 0,0 1,0-1,0-1,-1 2,0-2,0 0,0 0,-1 0,0 0,-1-1,2 0,-2 0,-5 2,0 0,1-1,-1 0,0-2,0 1,0-1,0 0,-2-1,2 0,0-1,-2-1,2 0,-1 0,-5-2,14 1,4 0</inkml:trace>
  <inkml:trace contextRef="#ctx0" brushRef="#br0" timeOffset="124">6581 3642,'41'-196,"-35"180,-7 38,-12 52,2 1,4 0,5 47,2-107</inkml:trace>
  <inkml:trace contextRef="#ctx0" brushRef="#br0" timeOffset="125">6737 3532,'67'52,"-3"2,17 21,-71-66,-1 0,1 1,-3 1,2-1,-2 0,0 2,-1-1,1 0,-2 1,2 9,-6-19,0 1,-1 0,1-1,-1 1,0 0,0-2,0 2,-1 0,1-1,-1 1,1 0,-1-1,0 0,0 1,0-1,0 0,-1 0,1 1,0-1,0 0,-1 0,0 0,0 0,0 0,0-1,0 1,-1 0,1-1,1 1,-2-1,1 0,-1 0,-2 0,-3 3,0-2,0 0,0 0,-1 0,1-1,-1 0,0-1,1 0,-1 0,-1-1,-24-4</inkml:trace>
  <inkml:trace contextRef="#ctx0" brushRef="#br0" timeOffset="126">6854 3471,'9'-14,"11"-9,15-8,13-1,12-3,10 2,2 1,-6 4,-13 8</inkml:trace>
  <inkml:trace contextRef="#ctx0" brushRef="#br0" timeOffset="127">11308 5794,'-54'-8,"39"4,-1 0,1 2,-2 0,2 0,-1 1,0 1,1 1,-2 0,1 1,1 0,-16 5,21 0,-2-1,2 1,0 1,1 0,-1 1,2 0,-1 0,1 1,0 0,1 0,1 1,0-1,0 2,0-1,2 0,0 1,1 0,-1-1,0 13,1-7,-1 0,2 0,0 0,1 0,1 0,0 0,4 17,-3-27,1 0,0 0,-1 0,2 0,0 0,0 0,1-1,-1 0,1 1,0-1,1 0,0 0,1-1,-2 0,2 1,0-2,0 1,0-1,1 0,-1 0,13 2,-1 1,1-2,0 0,0-1,0-1,0-1,0-1,1 0,-1-1,1-1,-1-1,0 0,1-1,-1-1,0-1,0-1,-1 0,0-2,2-1,-3 2,0-2,-1 0,1 0,-1-1,-1-1,0-1,0 0,-2-1,8-9,-15 16,-1-2,0 2,0-1,0 0,-1 0,-1-1,1 1,-1-2,0 1,-1 0,0 0,0 0,-1 0,0 0,0-1,-1 1,-1 0,1-1,-1 1,-1 0,-2-7,-4 0,1 0,-3 2,1-2,-1 2,0 1,-2-1,0 1,-1 1,1 0,-1 0,-2 2,1-1,0 2,-2 0,1 0,-1 2,0 0,0 0,-1 2,0-1,0 2,-7-1,5 1,0 0,0 1,0 0,0 2,-1 0,1 1,0 1,0 1,-1 0,2 1,-1 1,1 1,0 0,1 1,0 1,0 1,-1 0,3 1,-1 1,1-1,0 3,1-1,-6 7,15-12,0 0,0 0,1 0,-1 0,1 1,2-1,-1 1,0 1,0-1,1 0,1 0,-1 0,2 0,-1 0,1 1,0-1,1 0,0 0,1 0,0 1,0-2,1 1,0 0,-1 0,2-1,1 1,-1-1,2 1,8 8,1-2,1 1,1-1,1-2,-1 1,2-1,-1-2,2 0,0-1,0 0,0-2,1 0,1-1,-1-2,1 1,0-2,20 0,-21 0,0-2,0-1,0-1,0 0,0-2,0 0,0-1,-1-1,0-1,7-3,-17 6,-1-1,0 0,0-1,-1 0,1-1,-1 1,0 0,0-2,-1 0,0 0,0 0,-1 0,0 0,0-1,-1-1,0 1,-1-1,1 1,-1-1,-2 0,1 0,0-5,-1 5,-1-1,-1 1,0 0,0-1,-1 1,-1-1,0 1,0 0,-1-1,1 1,-1 0,-1 1,-1-1,0 1,1-1,-2 1,0 1,-2-4,-8-6,0 0,-1 1,0 1,-1 0,-1 1,0 1,-6-1,3 1,0 2,0 1,-1 1,0 0,-1 2,1 0,-1 2,-1 0,-11 0,24 4,2 0,-1 0,1 1,-2 1,2 0,-1 1,1 0,-1 0,1 0,-1 2,1-2,0 3,1-1,-1 1,1 0,-1 1,2-1,-1 1,1 1,0 0,0 0,-5 7,7-5,0 1,1 0,0-1,0 2,1-2,1 2,0-1,0 1,1-1,0 1,1 0,1 0,0-1,0 1,1 0,0 0,1-1,1 1,0 0,0 0,1-2,0 1,1 0,0 0,1 0,0-1,1 0,-1 0,2-1,0 0,6 4,3 4,1-1,1-1,1-1,0-1,1 0,0-1,1-2,1 0,-1-1,2 0,-1-3,1 0,-1 0,1-3,0 1,0-2,19-1,-31 0,1-1,-2 0,1-1,0 1,-1-2,1 0,-1 0,1-1,-1 0,0-2,-1 1,1 0,-1-2,0 1,-1-1,1 0,-2-1,1 0,-2 0,1-1,0 0,-2 0,1-1,-1 0,-1 0,0-1,1-1,-3-4,0 1,-1-1,-1 0,-1 0,0 1,0-1,-2 1,0-2,-1 2,-2 0,1 0,-1 0,-1 0,-1 0,0 1,-1 0,-1 1,0-1,-1 2,0-1,-1 2,0-1,-2 0,1 3,-1-2,-1 2,1 0,-1 1,-2 0,2 1,-1 0,-1 1,-7-1,11 5,1 0,-1 2,0-1,1 0,-1 2,0-1,0 1,1 1,-2 0,2 1,0-1,0 2,0 0,0 1,1-1,-1 2,1 0,0-1,1 3,-1-1,1 0,-3 3,2 0,-1 0,1 1,0 1,2-1,-1 1,1 0,1 1,0 0,1 1,1-1,0 1,1-1,0 1,1 1,1-1,1-6,1-1,0 1,0-1,0 1,1-1,1 0,-1 0,1 0,1 1,-1-1,2 0,-1 0,0-1,1 1,0-1,1 0,0 0,-1 0,2-1,-1 0,1 1,0-1,0 0,1-1,-1 0,1-1,0 1,0-1,0 0,1 0,8 1,-1 0,1-1,0-1,0-1,0 1,0-2,0 0,1-2,-2 1,1-1,0-1,0-1,-1 0,0-2,0 1,0-1,-1 0,0-2,1 0,-2 0,-1-1,1 0,-1-1,10-11,-17 17,0-1,-2 1,2-1,-1 0,0-1,-1 1,0 0,0-1,0 0,-1 1,0-2,0 2,0-1,-1 0,0-1,0 1,0 0,-1-1,0 1,-1 0,0 0,0-1,0 2,-1-1,0-1,0 1,0 1,-1-1,0 0,0 1,0-1,-1 1,0 1,-1-2,2 2,-2-1,-2 0,0 0,0 0,-1 1,1 0,-2 0,1 1,0-1,-1 2,1 0,-1 0,0 0,0 1,0 0,1 1,-2 0,2 0,-1 0,-1 1,2 0,-1 1,1 0,-1 0,1 1,-8 3,2 0,-1 1,0 0,1 1,1 0,-1 1,2 1,0 0,-1 0,3 1,-2 0,2 2,-6 8,12-17,0-1,1 2,0-2,0 2,1-1,-1 1,1-1,0 1,0-1,0 2,0-2,1 1,0 0,0 0,1 0,0 0,0 0,0 0,0 0,1 1,0-2,0 2,1-2,-1 0,1 2,0-2,1 1,-1-1,0 1,1-1,0 0,1 0,-1 0,4 3,7-2,0 1,-1-1,3-1,-2-1,0 1,2-2,-1-1,0 0,-1 0,2-1,-1-1,0 0,0-1,0-1,0 0,-1-1,1 0,-1-1,4-2,-10 5,-1 0,1 0,-1-1,0 0,0 1,1-2,-2 0,1 0,-1 0,0 0,0-2,0 2,-1-1,0-1,1 1,-1-1,-2-1,2 1,-1 0,0 0,-1-2,1-1,-4 7,0-1,0-1,-1 2,1-1,-1 0,0 1,0-1,0 0,-1 1,1-1,0 0,-1 2,0-2,0 0,0 1,0 0,1 0,-1 0,-1 0,1 0,-1 1,1-1,-1 0,0 1,-1-1,-76-24,65 25,0-1,0 1,-1 1,1 0,0 1,1 1,-2-1,1 3,0-1,1 1,-1 1,1 0,0 0,0 2,1 0,0 1,-3 1,-26 36,41-44,1 0,-1 1,1-1,-1 1,0 0,1-2,-1 2,1 0,0 0,-1 0,1-1,0 0,0 1,0 0,0 0,1-1,-1 1,0 0,1-1,-1 1,1 0,0-1,-1 0,0 1,1 0,0-1,0 0,0 0,1 1,-1-1,0 0,0 1,1-1,5 2,0 1,1-1,0 0,-1 0,1-1,-1 0,1-1,1 1,-2-1,1 0,0-1,0 0,1 0,3-2,11 1,-1-1,0 0,-1-2,1 0,0-2,-1 0,-1-1,1-1,-1 0,-1-2,8-5,-25 14,0 1,1-1,-1 0,0 0,0 0,0-1,0 1,-1 0,0 0,1 0,0-1,-1 0,1 1,-1 0,1-1,-1 0,0 0,0 0,0 1,0-1,0-1,0 1,-1 1,1-1,-1-1,1 1,-1 0,0 0,0 0,0 0,0 0,-1 0,1 0,0-1,-1 1,0 1,0-1,1 0,-1-1,0 2,-1-1,1 0,0 0,-1 1,0-1,-5-1,-2 0,1 1,0 0,-1 1,2-1,-2 1,0 1,1 0,-1 0,1 1,0 0,-1 0,1 1,0-1,0 2,0-1,-1 2,-1 0,-4 0,0 1,1 0,1 2,-2-1,2 1,-1 0,2 1,0 0,0 1,-7 7,17-15,0 0,0 0,0-1,0 1,0 0,0 0,0 0,1 0,-1 0,0 0,1 0,-1 0,1 0,0 1,0-1,0-1,-1 2,1-1,0 0,0 0,0 1,0-1,0 0,0 0,0 0,1 0,-1 1,0-1,0 0,0 0,1 0,-1 0,1 0,0 0,-1 0,1 0,0 0,0 0,0 0,0-1,0 1,0 0,0 0,0-1,0 1,0 0,0-1,1 1,-1-1,0 1,0-1,0 0,0 1,0-1,1 0,-1 0,0 0,0 0,1 0,-1 0,0 0,1-1,-1 1,1-1,10 1,0-2,1 1,-1-2,1 1,-2-1,2-1,-2 0,0 0,1-2,-2 1,2-1,-2-1,0 0,-1 0,1 0,-1-1,0-1,0 1,-2-2,-5 8,0 0,0 0,0 0,-1-1,1 1,-1 0,0-1,0 1,-1-1,1 1,0-1,-1 0,1 1,-1-1,1 0,-1 1,0 0,-1-1,1 1,0-1,-1 0,0 0,1 1,-1-1,1 0,-1 2,-1-2,1 0,-1 1,1 0,-1 0,0 0,0 0,0 0,0 0,0 0,1 0,-2 1,1 0,-1-1,0 0,-7 0,-2 0,2 0,-2 1,2 0,-2 1,2 0,-2 1,2 0,-2 1,2-1,-1 1,1 1,-1 0,1 1,-1 1,2-1,-1 0,1 2,-1 0,-5 4,8-6,0 1,0-1,0 2,1-2,0 2,-1 0,3 0,-2 0,1 1,0-1,1 1,0 0,0 0,0 1,1-1,0 1,1-1,0 3,2-8,0-1,0 2,0-1,1 0,-1 0,1 0,-1 0,0 1,1-2,0 1,0 0,1 0,-1 0,0-1,1 1,-1 0,1 0,0 0,-1-2,1 2,0-1,-1 1,1-1,0 0,0 0,0-1,1 1,-1 0,0 0,1 0,70 10,-49-11,0-1,0-2,-1 1,0-2,0-1,0-2,0 1,-1-2,0 0,0-2,6-4,-25 13,1-1,-1 1,0-1,1 1,-2-1,1 0,0 0,0 0,-1 0,1 0,0-1,-1 1,-1-1,1 0,0 1,0-1,0 0,0 0,-1 0,0 0,0 0,0 0,0-1,0 1,-1 0,1 0,-1-1,0 1,0 0,0-1,-1 1,0 0,1-1,-2-1,-3 1,0 0,1 0,-2 1,0-1,1 1,0 1,-1-1,-1 0,1 2,1-2,-2 2,0-1,2 1,-2 0,0 0,2 1,-6 0,-5 0,-1-1,1 1,-2 1,2 0,0 2,0 0,0 0,-1 2,2-1,-1 3,1-1,0 0,0 1,1 1,0 1,1 0,0 1,0 0,-1 3,12-12,-1 1,1 0,0 0,1 0,-1 0,0 0,0 1,1-2,-1 2,0-1,1 0,0 1,0-1,0 1,0-1,0 1,1 0,-1-1,1 1,0 0,0-1,0 1,0 0,0-1,1 1,-1 0,1 0,0-1,0 1,0-1,0 0,0 1,1-1,-1 1,1-1,0 0,0 0,0 1,-1-2,1 1,0 0,1 0,-1-1,2 1,9 4,1-3,0 2,0-3,0 1,1-1,-1 0,0-1,1-1,-1 0,0-1,1-1,-1-1,0 0,9-2,-9 2,2 1,-2-2,0 0,1-1,-2 0,1-1,0-1,-2 0,1 0,0-1,-2-1,1 0,-1 0,-1-1,1-1,-2 1,1-1,1-6,-9 14,-1 0,0 0,0-1,0 1,0 0,0 0,-1-1,0 0,0 2,0-2,0 1,0-1,-1 0,0 2,0-2,0 1,0 0,0-1,-1 2,2-2,-2 1,0 1,0-1,-1 0,1 1,0-1,-1 0,0 1,1 0,-1-1,-5-2,-1-1,1 1,-1 0,1 1,-2 0,2 0,-2 1,1 0,-2 1,-1-1,-6 1,-2 0,2 0,-1 2,1 0,-1 1,1 1,-1 0,1 2,0 0,0 1,-1 0,2 1,0 2,0 0,1 0,0 1,0 1,1 0,1 1,-1 1,2-1,0 2,0 0,-1 4,11-15,1 1,-1-1,1 0,0 1,0 0,0-1,0 1,1 0,-1-1,1 1,-1 0,1 0,0 0,0 0,0 0,1 0,-1 1,1-1,0 0,0 0,0 0,0 1,1-2,0 2,-1-1,1 0,0 0,1 0,-1 0,1 0,-1 0,1-1,0 1,0 0,0-1,-1 0,2 1,-1-1,1 0,0 0,2 2,9-1,0 0,1 0,-1-2,0 1,1-2,-1 0,0 0,0-1,1-1,-1 0,0-1,1-1,-2 1,9-5,-1 2,-1-2,0 0,0-1,0 0,5-5,-19 11,1-2,-1 1,1-1,-2 1,1-1,-1 0,0-1,-1 0,1 1,0-1,-1-1,-1 1,0 0,1-1,-1 0,1-6,-3 10,-1 0,1 0,-1-1,0 2,0-1,0-1,-1 2,1-2,-1 1,0 1,0-2,0 1,0 1,-1-1,1 0,-1 1,0-1,0 0,1 1,-1 0,0-1,-1 1,1 0,-1 0,0 0,1 0,-1 1,1-1,-1 1,0-1,-1 1,1 0,-7-3,-2 0,2 1,-2 0,1 1,-1-1,1 3,0-1,-8 0,4 1,0 1,-1 0,0 0,1 2,0 1,1-1,-2 2,2 0,0 0,-1 2,1-1,1 1,-1 1,2 1,0-1,0 2,1 0,-1 1,2-1,0 1,-8 12,16-21,0 0,1 1,0-2,0 2,0 0,-1 0,1-1,0 1,1-1,-1 0,0 1,1 0,0 0,0 0,0 0,0-1,0 1,0 0,1-1,0 1,-1 0,1-1,0 0,0 1,1 0,-1-1,0 0,0 1,1-1,0 0,0 0,0 1,0-1,8 2,1 1,-1-2,1 1,-1-2,2 1,-2-1,2 0,-1-1,1-1,-1 0,1 0,-2 0,1-1,1-1,-2 0,3-1,1 2,0-2,1-1,-1 1,0-2,0 1,-1-2,0 0,1 0,-2-1,0-1,1 0,4-6,-15 13,-1 0,1 0,-1 1,1-2,-1 1,0-1,0 1,0-1,0 2,0-2,-1 1,1-1,0 0,0 0,-1 2,1-2,-1 0,1 0,-1 0,0 1,0-1,0 0,0 1,0-1,0 1,0-1,-1 0,1 0,-1 0,1 2,-1-2,0 0,1 0,-1 1,0-1,0 1,0 0,0-1,0 1,0 0,-1-1,1 1,-1 1,1-1,-1 0,1 0,-1 0,0 0,1 0,-1 1,1-1,-1 0,0 1,-1 0,-11-2,0 0,1 1,-1 1,-1 0,2 1,-1 0,0 1,0 0,1 1,-1 1,1 0,0 1,0 0,1 0,-1 2,1-1,-3 4,-14 18,29-27,-1 0,1 0,0 0,0 0,-1 0,1 0,0-1,0 1,0 0,0 0,0-1,0 1,1 0,-1 0,0 0,0 0,1 0,-1-1,0 1,1 0,-1-1,1 1,-1 0,1 0,0-1,-1 1,1 0,0-1,-1 1,1-1,0 0,0 1,-1-1,1 1,0-1,0 0,-1 1,1-1,0 0,0 0,0 1,0-1,0 0,13 3,0-1,0-2,0 1,0-1,0 0,0-1,1 0,-1-1,-1-1,2 0,-2-1,7-2,-15 4,1 1,-2-1,1 0,0 1,0-1,-1-1,0 1,1-1,0 0,-1 0,-1 0,1-1,3-3,-6 7,-1-1,0 0,1 1,-1-1,0 1,1 0,-1-1,0 1,0-1,0 0,0 0,0 1,0-1,0 0,0 1,0-1,0 0,0 1,0 0,0-1,-1 1,1-1,0 1,0-1,-1 0,1 1,-1-1,1 1,0-1,-1 1,1-1,-1 1,1-1,-1 1,1-1,-1 1,0 0,1 0,-1 0,1 0,-1-1,0 1,1 0,-1 0,0 0,1 0,-1-1,-34-5,34 6,-102 0,148 8,-69 6,22-11,0 1,0 0,0-1,1 1,0 0,0 0,0 0,0 0,0 0,0 0,1 0,0 0,0 0,1 0,-1 1,1 1,0 7,24 250,-13-169,0 20,5 45,7 0,45 149,-38-209,5-1,5-2,3-1,5-2,5-3,3-1,4-3,5-3,3-3,45 39,54 28,8-7,5-8,125 67,-178-122,3-5,3-6,2-5,67 16,4-15,4-10,2-8,1-9,104 1,320 2,342-30,-761-8,718-1,-920 3,-21 5,-26 2,13-9</inkml:trace>
  <inkml:trace contextRef="#ctx0" brushRef="#br0" timeOffset="128">12011 8154,'0'0,"0"1,0-1,0 0,0 1,0-1,-1 0,1 1,0-1,0 0,-1 1,1-1,0 0,0 0,-1 1,1-1,0 0,-1 0,1 1,0-1,-1 0,1 0,0 0,-1 0,1 0,0 0,-1 0,1 0,-1 0,1 0,0 0,-1 0,1 0,-1 0,1 0,0 0,-1 0,1 0,0 0,-1 0,1 0,0 0,-1 0,1-1,0 1,-1 0,1 0,0-1,-1 1,1 0,0 0,0-1,-1 1,1 0,0-1,0 1,0 0,0-1,-1 1,1-1,0 1,0 0,0-1,0 1,0 0,0-1,0 1,0-1,0 1,8 28,129 252,-29-64,-78-171,-34-66,-43-157,37 136,-3 1,-2 0,-1 1,-2 0,-2 2,-11-13,0 7,51 49,7 6,2-2,0-1,0-1,1-2,0 0,0-2,0-1,0-2,24-2,-2 0,1-3,-2-2,1-3,32-9,-61 14,-23 5,0 0,0 0,1 0,-1 1,0-1,1 0,-1 0,0 0,1 0,-1 0,0 0,1 0,-1 1,0-1,0 0,0 0,0 0,0 1,0-1,1 0,-1 0,0 1,0-1,0 0,1 0,-1 1,0-1,0 0,0 0,0 0,0 0,0 1,0-1,0 0,0 1,0-1,0 0,0 1,0-1,0 0,0 1,0-1,0 0,0 0,0 1,0-1,0 0,-1 1,1-1,0 0,0 0,0 1,-1-1,1 0,0 0,0 1,0-1,0 0,0 0,-1 1,-12 23,2 0,1 1,1 1,-4 20,-6 16,-9 19,-6-2,-2-1,-4-2,-11 10,24-49,26-46,103-134,27-57,-117 186,-13 18,-94 98,89-97,13-14,-2 2,131-187,-117 153,-19 40,-1 1,0 0,1-1,-1 1,1 0,-1 0,1 0,-1 0,0-1,1 1,-1 0,1 0,-1 0,0 0,1 0,-1-1,0 1,1 0,-1 1,0-1,1 0,-1 0,0 0,1 0,0 0,0 1,-1-1,0 0,1 0,-1 0,1 0,-1 1,1-1,-1 0,1 1,-1-1,1 1,-1-1,1 1,0-1,-1 1,1 0,-34 25,2 1,1 0,-14 18,27-26,-172 183,155-150,44-53,4-7,-1-1,0-1,0 1,-2-2,2 0,-3 0,6-7,-6 8,32-39,-2 0,-3-2,-1-2,-4 0,16-40,-26 25,-28 51,-15 30,-2 13,0 2,1 0,2 2,1 0,1 2,-13 30,10-21,2 1,2 1,2 1,-2 14,18-58,-1 3,0 0,0 0,0-1,0 0,1 1,0-1,0 1,-1 0,2-1,-1 1,0 0,1 0,-1-1,1 1,0 0,0-1,0 1,0 0,0-3,1 0,-1 1,0-1,1 0,-2 0,2 0,-1 0,0 0,1 0,-1 0,1 0,-1 0,0 0,1-1,-1 1,0-1,1 1,-1-1,0 1,0-1,0 0,0 0,0 0,0 1,0-1,0 0,0 1,0-2,0 1,0 0,17-17,0-2,-1 2,-1-3,-1 0,-1 0,0-1,-3-1,0 0,3-11,-6 14,0 0,-1 1,-3-2,1 1,1-13,-6 32,1 1,-1-1,1 0,-1-1,1 1,-1 0,0 0,1 0,-1 1,0-1,0 0,0 0,0-1,0 1,0 0,0 0,0 0,-1 1,1-1,0-1,-1 1,1 0,0 0,-1 0,0 0,1 1,-1-1,0 0,1 1,-1-1,0 0,0 0,0 0,1 1,-1-1,0 0,0 1,0-1,0 1,1 0,-2 0,1 0,0-1,0 1,0 0,0 0,0-1,0 1,-1 0,1 0,0 1,0-1,0 0,-1 0,-9 8,0 0,0 1,1 1,1-1,-1 0,1 2,1 0,1 0,-1 0,-2 6,0-1,-3 3,-1-1,2 1,0 0,2 0,0 1,2 0,-5 14,13-35,0 1,1 0,-1 0,0-1,1 1,-1 0,0 0,1 0,-1-1,0 1,1 0,-1 0,0 0,1 0,-1 0,0 0,1 0,-1 0,1 0,-1 0,0 0,1 0,-1 0,1 0,-1 0,0 0,1 0,-1 0,0 0,1 1,-1-1,0 0,1 0,-1 0,0 1,1-1,-1 0,0 0,0 1,1-1,-1 0,0 1,0-1,0 0,1 1,-1-1,0 0,0 0,0 0,0 0,0 1,0-1,0 1,0-1,0 0,0 1,0-1,12-11,-1-1,0-1,-1 1,0-2,0 1,-2-1,0-1,-2 1,4-8,-4 8,-2 1,1-1,-1 1,-1-1,0-1,-1 1,-1-1,0 10,-1 1,0-1,-1 1,1-1,-1 1,0-1,0 2,-1-2,1 1,-1-1,0 2,-1-2,1 2,-1-1,2 1,-2-1,-1 0,1 1,0-1,-1 2,1-1,-1-1,0 2,-1-1,-7-2,-2 0,1 1,-1 1,0 0,0 1,1 0,-2 1,1 0,0 1,0 0,0 2,-4 0,-1-2,-28 6,46-5,1-1,-1 1,0-1,1 0,-1 1,1-1,-1 1,1 0,0 0,0-1,0 1,-1 0,1 0,0-1,-1 1,1 0,0-1,0 1,0 0,0 0,0-1,0 1,0 0,0 0,0 0,0 0,1-1,-1 1,0-1,1 1,-1 0,0-1,0 1,0 0,1 0,-1-1,1 1,-1-1,1 1,0 0,-1-1,1 0,0 0,-1 1,1-1,0 0,0 1,-1-1,1 0,0 1,0-1,0 0,154 117,112 117,-267-233,0-1,0 1,1 0,-1-1,1 1,-1 0,0-1,1 0,-1 0,1 1,-1-1,1 1,-1-1,1 1,0-1,-1 1,1-1,0 0,-1 1,1-1,0 0,-1 1,1-1,0 0,-1 0,1 0,0 0,0 0,-1 0,0 0,1 0,0 0,-1 0,1 0,0 0,0-1,-1 1,1 0,0-1,-1 1,1 0,0-1,-1 1,1-1,-1 1,1-1,-1 1,1-1,-1 1,1 0,-1 0,1-1,-1 0,0 1,-1-7,-1 1,0 1,-1-1,0 0,0 1,1-1,-1 1,-1 0,0 0,-1 0,-2-3,2 2,-32-35,-3 2,-1 1,-1 2,-3 2,-1 2,-34-17,67 41,-77-34,99 51,34 10,0-1,1-3,1-2,0-1,38 5,-75-15,178 30,-183-33,-15-7,-23-9,-6-3,0 2,-2 2,0 2,-1 1,-1 3,-17-2,56 11,5 1,-2-1,0 1,0-1,1 1,-1 0,0 0,0 0,2 0,-2 0,0 1,1-1,-1 1,0 0,1 0,-1 0,2 0,-4 0,5 0,0 0,0 0,0 0,0 0,0 0,0 0,0 0,0-1,0 0,1 1,-1 0,0 0,0 0,1 0,-1-1,1 1,-1 0,1 0,-1 0,1-1,-1 0,0 1,1-1,-1 1,1-1,0 1,0-1,-1 1,1-1,0 1,0-1,0 0,0 1,-1-1,1 0,0 0,0 1,0-1,0 0,0 0,0 0,0 0,0-1,24 6,1-1,0-2,0 0,-1-2,20-1,31 0,-63 7,-28 2,-24 3,1-1,0-2,-1 0,0-3,-1-2,-29-1,70-1,-1-1,1 0,-1 1,0-1,0 1,1-1,-1 1,0-1,1 1,-1-1,0 1,0-1,0 1,0-1,0 0,0 0,1 1,-1-1,0 1,0-1,-1 1,1-1,0 1,0-1,0 1,0-1,0 1,0-1,-1 1,1-1,0 1,-1-1,1 0,0 0,0 1,-1-1,1 0,-1 1,1-1,0 0,-1 1,1-1,-1 0,1 0,-1 1,1-1,-1 0,1 0,0 0,0 0,-1 1,1-1,-1 0,1 0,-1 0,1 0,-1 0,0 0,1-1,-1 1,1 0,-1 0,1 0,-1 0,1-1,-1 1,1 0,46 72,-3 1,21 56,-15-21,-49-108,0 0,0 0,0 0,0 0,0 0,0-1,0 1,0 0,0 0,0 0,0-1,0 1,0 0,0 0,0 0,0 0,0-1,0 1,0 0,0 0,0 0,1 0,-1-1,0 1,0 0,0 0,0 0,0 0,1 0,-1 0,0 0,0-1,0 1,0 0,1 0,-1 0,0 0,0 0,0 0,0 0,1 0,-1 0,0 0,0 0,0 0,1 0,-1 0,0 0,0 0,0 0,1 0,-1 0,0 0,0 1,-3-21,-14-27,-2 0,-2 1,-3 1,-1 0,-3 2,-2 1,-2-1,36 59,29 34,1 0,2-3,2 0,3-3,2-1,12 7,-14-13</inkml:trace>
  <inkml:trace contextRef="#ctx0" brushRef="#br0" timeOffset="129">18340 9168,'0'30,"0"46,-3 1,-7 28,-47 137,52-225,-1-26,5-259,-6-30,6 290,1 0,0 0,1 0,0-1,0 1,1 0,0 1,0-1,1 0,0 1,0 0,1 0,0-1,0 1,1 0,0 1,0 0,1-1,0 2,0-1,0 0,1 2,-1-2,2 2,1-1,0 1,0 0,-1 2,2-1,-2 1,2 1,-2-1,2 1,-1 0,0 1,1 0,-1 1,0 0,0 0,0 0,0 1,0 1,1 0,-2-1,1 2,-2-1,2 2,-1-1,-1 1,1 0,-1 1,0-1,0 1,-1 0,1 1,-1-1,0 1,-2 0,1 1,2 3,-3-2,-1 0,0 1,-1 0,1 0,-2-1,1 1,-2 0,1 0,-2 0,1 0,-2 0,1-1,-1 1,-1-1,0 1,0-1,-1 1,0-1,-1 0,0 0,0-1,-1 0,-1 0,1 1,-6 4,1 0,-1-2,0 1,-1-1,-1-1,0 0,0-1,-2 0,1-1,0 0,-1-1,-1-1,0-1,-4 2,19-7,-1 1,-1 0,1 0,-1 0,0 0,0-1,1 1,-1-1,1 0,-1 0,0 0,0-1,1 1,-1-1,1 0,-1 0,-2-1,6 1,0 0,0 0,0 0,0 0,0 0,0 0,0-1,0 2,0-1,0 0,1 0,-1 0,0 0,1 0,0 0,-1 0,1 1,-1 0,1-1,0 0,0 0,-1 0,1 1,0-1,0 0,0 1,0-1,0 1,0-1,0 1,0-1,0 1,0 0,0 0,0 0,-1 0,1 0,0 0,1 0,16-6,1 2,-1 0,0 1,1 2,-1-1,0 2,1 0,-1 1,1 1,-1 0,1 1,-1 1,0 1,-1 0,1 2,-1-1,1 2,-8-4,0 1,0-1,-1 2,1-1,0 1,-2 1,1-1,-2 1,2 0,-1 1,-2 0,1 0,0 0,-2 1,1 0,-1 0,0 1,-1-1,0 1,-1 0,0 0,0 0,-1 0,-1 1,-1-1,1 0,-1 1,-1-1,1 1,-1-1,-3 8,0-8,-1-1,0 0,1 0,-2 0,0-1,0 0,-1 0,0 0,0-1,-1 1,0-2,0 0,-1 0,0 0,0-1,-1 1,1-2,-2 0,2-1,-2 1,-8 1,4-1,0-1,0 0,-2-1,2 0,-1-2,0 0,0 0,0-1,1-1,-1-1,1 1,-1-3,1 1,-9-4,-6-9,33 7,9 7</inkml:trace>
  <inkml:trace contextRef="#ctx0" brushRef="#br0" timeOffset="130">19004 9193,'33'8,"241"1,-272-9,2 0,-1 0,0 0,0 0,0 1,1-1,-2 1,1 0,0 0,0 0,0 0,0 1,0-1,-2 0,2 1,0-1,-1 1,1 0,-1 0,0 0,1 0,-1 1,-1-2,0 2,1 0,0-2,-1 2,1 0,-1 0,0-1,0 1,0 0,-1-1,1 2,-1-1,1-1,-1 1,0 0,-1 0,-3 8,-1 0,0-1,0 0,-2 0,0 0,1-1,-2 0,0 0,0 0,-1-1,1-1,-2 1,1-2,-2 1,-139 89,150-96,-20 14,20-14,0 0,0 0,0 0,0 0,0 1,1-1,-1 0,0 0,0 0,1 0,-1 0,0 0,0 0,0 0,0 0,1 0,-1 1,0-1,0 0,0 0,0 1,0-1,0 0,0 0,1 1,-1-1,0 0,0 0,0 1,0-1,0 0,0 0,0 1,0-1,0 0,0 0,-1 1,1-1,0 0,0 0,0 1,0-1,0 0,0 0,0 0,-1 1,1-1,0 0,0 0,0 0,-1 1,1-1,0 0,0 0,0 0,-1 0,1 0,0 0,0 0,0 0,0 0,0 0,0 0,-1 0,1 0,0 0,0 0,-1 0,133-5,-122 5,0 1,0 0,-1 0,1 1,-1-1,1 2,-2 0,2-1,-1 2,0 0,0 0,-1 0,0 2,0-1,0 1,-1 0,0-1,0 2,0 0,-1 0,0 0,0 1,-1-1,-1 1,1 0,-1 0,0 1,0-1,-2 1,0 0,0 0,0 0,0 0,-2 0,1 0,-1 5,-2-5,-1-1,0 1,1-1,-1 0,-2 1,1-1,-1-1,1 1,-1-1,-1 0,0-1,0 1,-1-1,0 0,1 0,-2 0,0-2,1 2,-2-2,2 0,-4 0,-6 4,-1-1,0 0,0-1,-2-2,1 1,0-2,0 0,-1-1,-13-1,27 0,1-1,0 0,-1 0,0 0,1-1,0 0,-1 0,1 0,0-1,0 1,-1-1,1 0,1-1,-1 1,0-1,13-13,6 9</inkml:trace>
  <inkml:trace contextRef="#ctx0" brushRef="#br0" timeOffset="131">19954 9267,'-7'13,"4"-9,1-1,-1 1,1 0,0-1,0 1,0 0,0 0,1 0,1 0,-1 0,0 1,1-1,-1 0,1 0,0 1,1-1,-1 0,1 2,0-4,1-1,0 0,0 1,1-2,-1 1,0 0,1 0,-1 0,0-1,0 1,0-1,1 1,-1-1,1 0,-1 0,1 0,-1 0,0 0,0-1,0 1,1-1,-1 0,1 1,-1-1,0 0,0 0,1 0,-2 0,1 0,0-1,0 1,0-1,-1 1,1-1,0 0,-1 1,1-1,-1 0,2-2,1 0,0 0,-1 0,1-1,-1 1,-1-1,0 0,1 0,-1 0,0 0,-1 0,2-5,-3 8,1 0,-1 0,0-1,0 1,0 1,0-2,0 1,0 0,-1 0,1 0,-1 0,0-1,0 2,0-1,0 0,0 0,0 0,0 1,0-1,-1 0,1 0,0 1,-1 0,0-1,1 1,-1-1,0 1,0-1,0 2,0-1,-1 0,0 0,-2-1,1 0,-1 1,0 1,1-1,-1 0,0 0,0 1,1 0,-1 0,0 1,0-1,1 1,-1 0,0-1,0 2,0-1,2 1,-2 0,1 0,-1 0,1 1,1 0,-1-1,0 1,0 0,0 0,2 0,-1 0,-1 1,2 0,-1-1,0 2,1-2,0 2,1-2,-1 2,0-1,1 1,0-1,0 2,-2 13</inkml:trace>
  <inkml:trace contextRef="#ctx0" brushRef="#br0" timeOffset="132">19980 9756,'3'1,"1"-1,-1 0,0 0,1 0,0 0,0 0,-1 0,0-1,1 0,-1 0,1 0,-1 0,1 0,-2-1,2 1,-1 0,0-1,0-1,0 1,0 1,-1-2,1 1,-1-1,1 1,-1-1,0 0,0 1,0-1,0-1,-1 2,0-1,0 0,0 0,0-1,0 1,0 0,-1-1,1 1,-1-1,0 2,0-2,-1 0,1 2,-1-2,1 1,-1 0,0-1,-1 1,2 0,-2 0,1 0,-3-3,0 4,0 0,0-1,1 1,-1 1,0-1,0 1,0-1,0 1,0 0,-1 0,1 1,-1 0,2-1,-2 1,0 0,1 1,-1-1,2 0,-2 1,1 0,-1 0,1 1,1-1,-1 1,-1-1,1 1,1 1,0-1,-1 0,0 1,1 0,0-1,0 1,1 1,-1-2,0 2,0 0,1-1,0 1,0-1,0 1,0-1,1 2,1-1,-2 0,1 2,1-3,0-1,0 0,1 0,-1 1,0 0,1-2,0 2,-1-1,0 0,1 0,1 0,-1 0,0 1,1-2,-1 1,1 0,-1 0,1 0,0-1,0 0,0 1,-1-1,1 1,0-1,1-1,-1 2,0-1,2 0,21 10</inkml:trace>
  <inkml:trace contextRef="#ctx0" brushRef="#br0" timeOffset="133">20410 9486,'21'-16,"-1"-2,-1-1,-1 1,0-2,-1-1,-1 0,-2-2,-1 1,0 0,-2-2,0 0,4-19,-14 41,7-15,-8 17,0 0,1 0,-1 1,0-1,0 0,0 0,0 0,0 1,0-1,0 0,0 0,0 0,0 0,0 0,0 1,0-1,0 0,0 0,0 0,0 0,0 0,1 0,-1 1,0-1,0 0,0 0,0 0,1 0,-1 0,0 0,0 0,0 0,0 0,1 0,-1 0,0 0,0 0,0 0,1 0,-1 0,0 0,0 0,0 0,0 0,1 0,-1-1,0 1,0 0,0 0,0 0,1 0,-1 0,0 0,0 0,0-1,0 1,1 160,19 189,-21-334,-1 0,0 0,-1 1,-1-1,0 0,-2-1,-5 12,9-20,-2 0,1-1,-1 1,2-1,-3 0,1 1,-1-2,0 1,1-1,-1 1,-1-1,1 0,0-1,-1 1,-1-1,2-1,-2 1,1 0,-1-2,1 1,-28-4,64-10,376-37,-379 41,-28 2</inkml:trace>
  <inkml:trace contextRef="#ctx0" brushRef="#br0" timeOffset="134">21777 8778,'0'-1,"0"1,1-1,-1 1,1-1,-1 1,0 0,1 0,0-1,-1 1,1-1,-1 1,1 0,-1 0,1-1,0 1,-1 0,1 0,0 0,-1-1,1 1,0 0,-1 0,1 0,0 0,-1 0,1 0,0 0,-1 1,1-1,0 0,-1 0,0 0,0 1,1-1,0 0,-1 1,1-1,-1 1,1-1,-1 0,1 0,-1 0,1 1,-1-1,0 1,1-1,-1 1,0 0,1-1,-1 1,4 36,-11 5,0 0,-3 0,-2-1,-4 6,4-11,-129 344,-17-8,-68 91,191-392,-13 25,3 2,3 12,35-89,15-27,1-9</inkml:trace>
  <inkml:trace contextRef="#ctx0" brushRef="#br0" timeOffset="135">21894 9425,'39'-14,"0"1,1 1,0 2,0 2,1 2,1 0,19 3,22 8,-80-4,0 0,-1-1,0 1,0 0,0 0,1 0,-1 0,0 0,1 1,-1-1,0 1,0 0,-1-1,0 1,1 0,0 0,-1-1,1 1,-1 0,0 1,1-1,-1 0,0 0,-1 1,1-2,0 2,-1-1,1 1,-1-1,0 3,-2 5,0-1,-1 0,-1 1,0-1,1 1,-2-1,0 0,-1-1,1 0,-2 1,1-2,-2 1,2-1,-3 1,1 1,-92 95,-53 65,150-167,-28 50,30-51,0 1,0-1,1 1,-1-2,0 2,1 0,0-1,-1 1,1 0,0-1,0 0,0 1,0 0,0 0,0-2,1 2,-1 0,0-1,1 1,-1 0,1-2,0 2,0-1,0 1,-1-1,1 1,1-2,-2 1,1 1,0-1,0 0,1 0,-1 0,1 0,79 14,-19-17,1-2,-1-4,0-1,-1-4,32-10,-52 13,67-18,-104 27</inkml:trace>
  <inkml:trace contextRef="#ctx0" brushRef="#br0" timeOffset="136">21894 8765,'-2'-13,"-1"2,-2 8,-2 19,-5 25,-9 27,-14 26,-17 20,1-9</inkml:trace>
  <inkml:trace contextRef="#ctx0" brushRef="#br0" timeOffset="137">19954 7115,'-27'14,"0"1,0 2,2 1,1 1,0 1,2 0,0 2,1 0,2 2,1 0,-1 3,-74 106,7 4,-47 107,39-70,-112 183,193-341,13-16,0 0,0 0,0 0,0 0,0 0,-1-1,1 1,0 0,0 0,0 0,0 0,0 0,0 0,-1 0,1 0,0 0,0 0,0 0,0 0,-1 0,1 0,0 0,0 0,0 0,0 0,-1 0,1 0,0 0,0 0,0 0,0 0,0 0,-1 0,1 0,0 0,0 0,0 0,0 1,5-17,-5 15,8-18</inkml:trace>
  <inkml:trace contextRef="#ctx0" brushRef="#br0" timeOffset="138">19068 7897,'-4'17,"-2"15,0 13,2 13,1 4,-1 6,0 1,-2-3,1-4,1-8,1-9,0-16,2-15,1-17,0-14,0-11,0 0</inkml:trace>
  <inkml:trace contextRef="#ctx0" brushRef="#br0" timeOffset="139">18964 8203,'-24'-78,"25"76,0 1,0-1,0 0,-1 1,1 0,0 0,1-1,-1 1,0 0,1 0,-1 0,1 0,0 0,-1 0,1 1,0-1,0 0,-1 0,0 1,1-1,0 1,0 0,0 0,0-1,0 1,0 0,0 1,0-1,-1 0,0 0,1 1,0-1,0 1,0 0,0-1,-1 1,1 0,0 0,0 0,8 1,288 33,-291-35,82 19,-86-19,-1 1,0 0,-1 0,1-1,0 1,0 0,-1 1,1-1,0 1,0-1,-1 0,1 0,-1 1,1 0,-1 0,0 0,-1-1,1 1,0 0,0 0,0-1,-1 1,1 1,-1-1,1 0,-1-1,0 1,0 1,0-1,0-1,0 2,0-1,-1 0,1-1,-1 1,0 1,0-1,0 0,-7 13,-1-1,0-1,-1 0,-1 0,0-1,-1 0,-1-1,1 0,-11 5,-4 6,9-6,-9 6,0 2,1 0,1 2,-2 8,12 2,18-26</inkml:trace>
  <inkml:trace contextRef="#ctx0" brushRef="#br0" timeOffset="140">20449 6418,'-5'21,"0"17,-1 14,3 14,5 7,2 5,2 0,1-4,-2-6,0-15</inkml:trace>
  <inkml:trace contextRef="#ctx0" brushRef="#br0" timeOffset="141">20332 6564,'-9'-23,"6"18,1 0,1 0,-2-1,2 1,-1 0,1-1,0 0,0 1,1-1,-1 1,2-1,-1 0,1 1,-1 0,3-6,0 8,0 0,-1 1,2-1,-1 0,1 1,0 0,-1 0,0-1,2 2,-1 0,0-1,0 1,-1 0,2 0,-1 0,1 1,-1 0,0-1,0 1,1 1,-1-1,4 0,17 2,0 0,0 2,-2 0,2 1,-1 2,0 0,-1 2,6 2,33 25,-60-35,-1 1,1-1,-1 1,1-1,-1 0,1 0,-1 1,0 0,0 0,0-1,0 0,0 1,0 0,0 0,-1-1,0 2,0-1,1 0,-1-1,0 1,0 0,0 0,0 0,0 0,0 0,-1 0,1 0,0-1,0 1,-1 0,0 0,0 0,0-1,-5 6,0-2,0 0,0 1,-2-1,2 0,-1-1,-1 1,1-2,-1 1,0-1,0 0,0 0,0-1,-6 1,11-2,-17 6,-2-1,1 0,0-2,0 0,-1-1,0-2,-21 0,42-1,0 1,1-1,-1 0,0 0,1 0,-1 0,0 0,1 0,-1 0,0 0,1 0,-1 0,0 0,1-1,-1 1,0 0,1 0,-1-1,1 1,-1 0,0-1,1 1,-1 0,1 0,0 0,0-1,-1 1,1-1,0 1,-1-1,1 0,0 1,-1-1,1 1,0-1,0 0,-1 1,1-1,0 0,0 1,0 0,0-1,0 1,0-1,0 0,0 1,0-1,0 0,0 1,0-1,9-11</inkml:trace>
  <inkml:trace contextRef="#ctx0" brushRef="#br0" timeOffset="142">20970 6455,'1'-3,"-1"0,0 0,0 0,0 1,0-1,0 0,0 1,-1-1,0-1,1 2,-1-1,0 1,-1 0,1-1,0 0,-1 1,0 0,1-1,-1 1,0 0,1 0,-2 0,1 0,0 0,-1 1,1-1,-1 0,0 1,1-1,0 2,-1-1,0 0,0 0,0 0,0 0,0 1,1-1,-2 1,-7-1,1 0,-1 1,1 1,-1 0,1 0,-1 1,2 0,-2 0,1 1,0 1,1-1,-1 2,1-1,0 1,0 0,0 0,1 2,0-1,0 0,1 1,-7 8,12-15,1 1,-1 1,1-1,0 1,0-1,0 1,-1-1,1 0,0 1,0 0,0 0,1-1,-1 1,0 0,1 0,-1 0,1-1,0 1,-1 0,1 1,0-2,0 1,1 0,-1 0,0 0,1-1,-1 1,1 0,-1 0,1 0,0-1,0 1,0 0,0 0,1-1,-1 0,0 1,0-1,0 1,1-1,-1 1,1-2,0 1,0 1,9 0,-1 0,0-1,1 0,-1 0,1-1,0 0,0-1,-1 0,1 0,-1-2,0 1,0-1,0 0,2-2,3 0,-1 0,-1-1,1 0,-1-1,-1-1,1 1,1-4,-9 8,-1 1,-1-2,1 0,0 1,-1-1,1 1,-1-1,-1 0,1 0,-1 0,1-1,-1 1,0-1,0 1,-1-2,0 2,0-1,0 0,0 1,-1-1,0 0,0-2,0 7,0-2,0 1,0 0,0-1,0 1,0-1,-1 2,1-1,0-1,-1 1,1 0,-1-1,0 1,1 0,-1 1,0-1,0 0,0-1,1 1,-1 0,0 1,0-1,-1 0,1 1,0-1,0 0,0 1,-1-1,2 1,-1-1,-1 1,1-1,0 1,-1 0,1 0,0 0,-1-1,1 1,-1 0,1 1,0-1,-1 0,1 0,0 1,0-1,0 1,0-1,-1 1,1-1,0 1,0 0,0-1,-1 0,1 1,0 0,0 0,0 0,-2 3,1-2,0 2,0-1,-1 1,1 0,0-1,1 1,-1 0,1 0,0-1,0 2,0-2,0 2,1-1,0 0,0 0,0 0,0 0,1 0,0 0,0 0,0 0,0 0,1 0,0-1,0 1,0 0,0-1,0 1,0-1,1 0,0 1,0-2,0 1,0 0,1-1,2 3,9 1,2-1,-1-1,0 0,0-1,1-1,-1 0,1-1,-1-1,1 0,-1-1,2-1,-2-1,0 1,0-3,0 1,0-1,4 2,-1-3,0 2,0-3,-1 0,0 0,0-2,-1 0,1-1,-2 0,0-1,-1-1,1 0,-2-1,5-7,-16 17,0-2,0 2,-1-2,1 2,-1-2,0 1,0-1,0 1,-1-1,1 0,-1 1,-1-1,1 0,-1 0,0 1,0-2,0 2,-1-1,1 0,-1 1,-1-1,1 0,-1 0,0 1,0-1,-1 1,1 0,0 0,-1 0,0 0,0 0,-1 1,0-1,1 0,-1 2,0-2,0 1,-1 1,1 0,0-1,-3 1,-1-2,2 1,-2 2,0-1,1 0,-1 0,1 1,-1 0,0 1,1 0,-1 0,-1 0,2 1,-1 1,1-1,-1 1,1 0,0 0,-1 1,1 1,1-2,-1 2,0-1,1 2,-1-1,1 1,1-1,-1 2,0-1,1 0,1 2,-1-2,0 3,4-6,0 0,1-1,-1 0,1 1,-1 0,1 0,0-1,0 1,0 0,0 0,0 0,0-1,1 1,-1 0,0-1,1 1,0 0,-1-1,1 1,0-1,0 1,0 0,0-2,0 2,1-1,-1 1,0-1,1 0,-2 1,2-2,-1 1,1 0,0 0,-1 0,1 0,0 0,0-1,0 1,1 0,75 10,-61-11,1 0,-1-2,0 1,1-2,0-1,-2 0,1-1,-1-1,1 0,-1 0,0-2,-1-1,-1 1,8-7,-7 4,-15 47,-6 19,3-1,2 0,3 0,10 51,-4-14,-12-14,4-74,0-2,-1 2,0 0,1-1,-1 0,0 0,1 1,-2-1,1 0,0 0,-1 0,0 0,1 0,-1 0,0 0,0-1,0 1,0-1,0 0,0 1,0-1,0 1,-1-1,1 0,-1-1,0 1,1 0,0-1,-2 1,0-2,-1 0,1 0,1 1,-1-2,0 1,0-1,0 0,0 0,1 0,-1 0,1-1,-1 1,1-1,0 0,1 1,-1-2,1 1,-1 0,1-1,-1 1,1 0,0-1,1 0,0 0,0 1,0-1,0 0,0 0,0 0,1-2,-4-11,2 1,0-1,1 0,0 0,2 0,0 0,2 1,0-1,0 0,1 1,2 0,6-14,8-14,2 1,1 1,31-38,146-194,-183 250,-17 24,0 1,0-1,0 0,0 1,0-1,0 0,1 1,-1-1,0 0,0 0,0 1,0-1,0 0,1 0,-1 1,0-1,0 0,0 0,1 0,-1 1,0-1,0 0,1 0,-1 0,0 0,1 0,-1 1,0-1,0 0,1 0,-1 0,0 0,1 0,-1 0,0 0,1 0,-1 0,0 0,0 0,1 0,-1 0,0-1,1 1,-1 0,0 0,0 0,1 0,-1 0,0-1,0 1,1 0,-1 0,0 0,0-1,0 1,1 0,-1 0,0-1,0 1,0 0,0 0,0-1,1 1,-1 0,0 0,0-1,0 1,0 0,0-1,0 1,1 23,-1-20,-1 49,-1-28,1-1,1 0,1 0,1 1,1-1,1 0,2 0,1-1,0 2,5-1</inkml:trace>
  <inkml:trace contextRef="#ctx0" brushRef="#br0" timeOffset="143">21816 5685,'17'-3,"-1"1,0 0,0 1,0 1,1 1,-1 0,0 1,0 0,1 1,-1 2,-1-1,0 1,1 1,-1 0,-1 1,0 0,1 2,-2-1,0 1,0 1,-1 1,0 0,-1-1,0 2,-1 1,0-1,-2 1,1 0,-2 1,0-1,0 2,0 10,0 1,-2-1,-1 1,-3 0,0 1,-1 3,2 18,8-9,-10-38,1 0,-1 0,1-1,-1 1,1 0,0 0,-1-1,1 1,0-1,-1 1,1-1,0 0,-1 0,1 1,0-1,-1 1,1-1,0 0,0 0,0 1,0-1,0 0,0 0,0 0,0 0,0 0,0 0,0 0,0 0,-1-1,1 1,0 0,0-1,0 1,0 0,-1-1,0 1,1 0,0 0,0-1,0 1,-1-1,2-1,10-7,-2-2,2 0,-3 1,2-2,-3 0,1 0,-2-1,1 0,3-8,9-21,-2 1,-3-1,-1-1,2-22,-11 132,-4-62,0 1,1-1,-1 0,1 0,1 0,-1 1,1-2,-1 1,1-1,0 1,1-1,0 0,0 1,-1-1,1-1,1 1,-1-1,1 1,-1-1,2-1,-1 1,0 0,0-2,1 2,-1-1,3 0,11 2,0 1,1-3,0 1,-1-1,1-1,0-1,5-2,3 1,0-2,-1-1,0-1,0-1,1-1,-18 3,0 2,0-2,0 0,0-1,-1 0,0 0,0-1,-1 1,1-3,-2 2,1-1,0 0,-2 0,5-7,-8 10,0-1,-1 1,0-1,1 0,-1 1,-1-2,1 1,-1 0,0 0,0 0,-1-1,1 1,-1-1,-1 1,1 1,-1-2,0 1,0-1,-1 1,0 1,0-2,0 2,-1-1,2 0,-2 0,0 1,-1 0,1 0,-1-1,1 2,-1-1,-1 1,1-1,-1 1,1 0,-1 0,0 0,0 2,1-2,-2 1,1 0,-1 1,1 0,-1-1,-2 1,1 1,0 0,-1 0,2 1,-1 0,-1 0,2 1,-1-1,0 2,1-1,-1 0,1 1,0 1,0-1,-1 1,1 0,2 0,-2 0,0 1,2-1,-1 1,1 0,-1 1,1-1,1 1,0 0,-1 0,1-1,0 2,1-1,0 1,0-1,1 0,0 1,0 0,1-1,0 6,0-9,1 1,-1 0,1-1,-1 1,1-1,1 1,-1-1,1 1,0-1,0 0,0 1,1-1,-1-1,1 1,-1 0,1-1,0 1,0 0,0-2,1 2,-1-1,0 0,0 0,1-1,0 0,0 1,-1-1,1 0,0 0,0 0,2-1,3 1,2 0,-2 0,2-1,-2-1,2 1,-2-1,2 0,-2-1,1-1,0 0,8-3,-10 3,0 0,-1-1,1 1,0-2,-2 1,1-2,0 2,-1-1,0-2,0 2,-1-1,1-1,-1 1,0-1,-1 0,0 0,0-1,-1 1,0 0,0-1,-1 0,0 1,-1-1,1 0,-2 0,1-4,-1 10,0 1,1 1,-1-1,0 0,0 0,0-1,-1 1,1 0,0 0,0 0,-1 1,1-1,0-1,-1 1,1 0,-1 0,1 0,-1 0,0 1,0-1,1 0,0 1,-1-1,0 0,0 0,0 1,0-1,0 0,0 1,0-1,0 1,0-1,0 1,0 0,0 0,0 0,-1 0,1 0,0 0,0 0,0 0,0 0,0 0,0 0,0 0,0 0,0 0,0 0,-1 1,1-1,0 1,0-1,0 1,0-1,0 1,0 0,1 0,-1-1,0 1,0 0,0 0,1-1,-1 1,1 0,0 0,-1 0,0 1,0 1,-1 1,0 0,1 0,0 0,0 0,0 1,1-2,-1 2,1-2,0 2,0-1,1 0,-1 0,1 0,0 0,0 0,1 0,0 0,-1-1,1 1,-1 0,2-1,-1 1,1-1,0 1,0-1,0-1,0 2,0-1,0-1,1 0,0 1,0-1,-1 0,1 0,0 0,0-1,2 0,17 8,0-1,2 0,-1-2,1-1,4 0,57 7</inkml:trace>
  <inkml:trace contextRef="#ctx0" brushRef="#br0" timeOffset="144">20840 8716,'3'-16,"0"0,2 0,-1 1,2-1,0 0,1 2,1 0,1-1,-1 1,2 1,0-1,12-10,-17 18,87-102,5 6,5 2,94-71,-133 118,2 3,2 4,2 1,3 4,15-5,-28 26,-59 21,1-1,-1 1,0 0,0-1,1 1,-1 0,0 0,0-1,0 1,0 0,0-1,0 0,0 1,0 0,0-1,0 1,0 0,0-1,-1 1,1 0,0-1,0 1,-1 0,1-1,0 0,-1 0,1 1,-1 0,1-1,-1 1,1-1,-1 0,1 1,-1-1,0 1,1-1,-1 0,0 1,-21 19,-4 0</inkml:trace>
  <inkml:trace contextRef="#ctx0" brushRef="#br0" timeOffset="145">20878 8240,'-2'61,"-3"0,-3-1,-3 1,-2-2,-6 7,-30 104,43-153,0-46,8-364,-9 341,21 61,1-4,-1 0,1 1,2-3,-2 1,0-1,1-1,1-1,-1 0,8-1,5 2,-7 0,-8-3,1 2,-2 0,1 0,0 2,-1 0,0-1,1 3,-1-1,5 3,-16-6,0 0,0 1,0 0,0-1,0 1,0-1,-1 1,0 0,1 0,-1 0,1-1,-1 2,0-1,0 0,0 0,0 0,0 1,-1-1,1 0,-1 0,0 1,1-2,-1 2,0 0,-1-1,1 0,0 0,-1 1,1-1,-1 0,-1 2,-36 66,-90 74,76-90,21-13,28-30</inkml:trace>
  <inkml:trace contextRef="#ctx0" brushRef="#br0" timeOffset="146">22766 7494,'-7'27,"1"-46,6 16,0 0,-1 0,0 0,0 0,0 1,0-2,0 1,-1 1,1-1,-1 0,0 1,0 0,1-1,-1 0,-1 2,1-1,-1-1,1 1,-1 1,0-1,1 0,-1 1,0-1,0 1,0 1,0-2,0 1,0 1,0-1,0 0,-1 1,1 0,0 0,0 0,0 0,-1 0,1 1,0-1,-1 1,-5 2,1-1,0 1,-1 0,0 1,2 1,-1-1,1 0,-1 2,1-1,1 1,-1 0,0-1,1 2,1 0,0 0,-1 0,1 0,2 0,-1 1,1-3,0-1,0 1,1 0,0 0,1 0,0-1,0 2,0-1,0 1,0-1,1-1,0 2,0-1,1 1,0-1,0 0,0 0,0 0,0 0,1 0,0-1,1 2,0-2,0 1,0-1,0 1,0-2,0 2,1-2,0 1,1 0,5 2,2-1,-2 1,2-2,-1 0,0 0,2 0,-2-2,2 0,-1 0,0-1,1 0,-2 0,2-2,-1 0,0 0,1-1,-1-1,0 1,-1-2,2 1,-2-1,2-2,-1 1,0 1,0-2,-2 1,2-1,-2-1,0-1,0 1,1-1,-3 0,2-1,-2 0,0 0,-1-1,0 0,0 0,-1-1,0 0,-1 1,0-2,0 1,-3 0,2-1,-2-1,1 0,-1-24,-6 50,0 0,2 0,0 0,1 0,1 0,-1 0,2 0,-1 2,0-9,0-2,1 2,0-1,-1-1,2 2,-1-2,1 1,-1 0,1 0,1-1,-1 1,1-1,-1 0,1 0,0 0,1 0,0 0,0-1,-1 1,1-1,0 0,1 0,-1 0,0-1,1 1,0-1,0 0,0-1,0 1,0-1,1 1,-2-1,1-1,1 1,0-1,-2 0,6 0,-3-1,-1-1,1 0,-1 0,0 0,1-1,-1 0,0 1,0-2,0 0,0 1,-2-2,2 2,-1-2,0 0,-1 0,1 0,-1 1,0-2,0 0,-1 1,-1-1,1 0,0 0,-1 0,0 0,2-6,-1-4,-1 0,1 0,-2 0,0 0,-1 0,-1 0,-1 0,0-1,0 2,-4-6,-9-17,16 38,-1 0,0 0,1 1,-1-1,0 0,0 1,0-1,0 1,0-1,0 0,0 1,1-1,-1 1,0-1,0 0,0 0,0 0,0 1,0-1,0 0,0 1,0-1,0 1,0-1,0 1,0-1,0 0,-1 1,1-1,0 1,0-1,0 0,0 1,0-1,0 0,0 1,-1-1,1 0,0 1,0-1,-1 0,1 0,-1 0,1 0,0 0,-1 0,1 1,0-1,-1 0,1 0,-1 0,1 0,-1 0,1 0,0 0,-1 0,1 0,-1 0,1 0,-1 0,1 0,0 0,-1 0,1 0,-1-1,1 1,0 0,3 17,1 0,1-1,1 0,0 0,2-1,-1 0,2 1,0-2,1 0,0 0,2 0,-8-9,-1 1,2 0,-1-1,1 0,0 0,-1 0,2-1,0 1,-1-2,1 2,0-2,1 0,-1 0,0 0,1 0,-1-1,2-1,-1 1,-1 0,2-1,-1 0,0 0,2-1,13-5</inkml:trace>
  <inkml:trace contextRef="#ctx0" brushRef="#br0" timeOffset="147">23613 7212,'1'24,"2"-1,0 0,2 1,2-2,0 0,0 1,3-1,-1 0,3-2,0 1,1-1,1-1,16 19,-27-35,-2-1,0 1,0-1,0-1,0 1,0-1,0 1,1 0,-1-1,0 1,1-1,0 1,-2-1,2 1,0-2,0 1,0 0,0 0,0 0,0 0,0 0,0 0,0-1,0 1,0-1,0 0,0 1,1-1,-1 0,0 0,0-1,1 1,-2 0,1-1,2 0,1-5,-1 1,0 0,-1-1,1 0,-1 0,0 0,0-1,-1 1,0 0,0-1,-2 0,3-2,84-301,-84 302,0 1,1-2,-2 2,2 0,1 0,0 1,0-1,-1 0,2 1,0 1,4-5,10-3</inkml:trace>
  <inkml:trace contextRef="#ctx0" brushRef="#br0" timeOffset="148">24237 7127,'-41'95,"40"-90,1-1,-1 0,1 0,0 1,0-1,0 1,0-1,1 1,-1-2,0 2,2-1,-1 1,1-2,0 2,0-2,0 1,0 0,1 0,-1 0,0-1,1 0,2 1,-1 1,1-2,0 2,0-2,0 0,1 1,-1-2,1 1,0 0,0-1,0 0,0 0,1-1,-2 1,2-1,-1-1,0 0,1 0,0 0,-2 0,2 0,0-1,-1 0,0-1,0 1,1-1,-2 0,1 0,0-1,0 0,-1 0,0-1,1 2,-2-3,1 2,0-2,0 1,-1 0,0-1,0 0,-1 1,1-2,-1 1,0 0,-1-1,1 1,-1-1,0 0,1-5,-3 6,0 1,0-1,0 0,-1 0,0 1,0-1,0 1,0-2,-1 2,0 0,0 0,1-1,-2 1,0 0,1 0,-2 0,1 1,0-1,0 1,-1-1,0 1,0 0,0 0,0 0,0 1,-1 0,1-1,-1 1,0 1,-1-2,0 1,0 0,0 0,-1 1,1-1,0 1,-1 0,0 1,1-1,0 1,-1 1,1-1,-1 1,1 0,0 1,-1 0,1-1,0 1,0 1,0 0,0-1,-2 3,2-1,1 0,1 0,-1 1,0-1,1 1,0 0,1 0,-1 0,0 0,1 2,0-2,1 0,-1 2,2-2,0 1,-1 0,1 1,0-1,0 3,3 13</inkml:trace>
  <inkml:trace contextRef="#ctx0" brushRef="#br0" timeOffset="149">24264 6821,'0'1,"-1"-1,1 0,0 0,-1 0,1 0,0 0,-1 0,1 0,-1 0,1 0,0 0,-1 0,1 0,0 0,-1 0,1 0,-1 0,1 0,0 0,-1 0,1 0,0-1,0 1,0 0,0 0,-1 0,1-1,0 1,0 0,-1 0,1-1,0 1,0 0,-1 0,1 0,0 0,0-1,0 1,0 0,-1-1,1 1,0 0,0-1,0 1,0 0,0-1,0 1,0-1,0 1,0 0,0-1,0 1,0 0,1-1,-1 1,0-1,0 1,0 0,0 0,0 0,1 0,22-13,-19 11,5 0,-2-2,1 0,-1 1,0-2,0 2,0-3,-1 2,1-2,-1 1,1 0,-3-2,2 1,-1 0,0 0,-1-1,0 0,0 0,0 0,-1 0,-1-1,0 1,0-2,1-2,0-9,-1 0,-1-1,-1 1,-1 0,-1 0,-1-1,-1-1,-2 16,3 26,4 1,0 0,1 0,1 0,1-1,5 13,2 5</inkml:trace>
  <inkml:trace contextRef="#ctx0" brushRef="#br0" timeOffset="150">24472 7091,'-2'14,"1"9,3 6,5 0,3 1,6 0,3-4,-1-1,-1-4,-1-4,-1-3,0-6,1-4,0-6,1-8,1-5,-2-1</inkml:trace>
  <inkml:trace contextRef="#ctx0" brushRef="#br0" timeOffset="151">24772 7005,'9'8,"0"1,-1 1,1-1,-3 0,2 2,-1 0,-2 0,1-1,-1 1,0 1,-2-1,0 1,0 0,0 0,-1 6,4 47,-6-65,0 1,0 0,1-1,-1 1,0 0,1 0,-1 0,0-1,0 1,0 0,1 0,-1-1,1 0,0 0,-1 1,1 0,0-1,-1 1,1-1,0 1,-1-1,1 0,0 1,0-1,0 0,0 0,-1 1,1-1,0 0,0 0,0 0,0 0,0 0,-1 0,1 0,0 0,0 0,-1-1,1 1,-1 0,1-1,0 1,0 0,-1-1,1 1,0-1,0 1,-1-1,1 1,0-1,0 1,36-29,-37 28,22-23,-1 0,-1-2,-1 0,-2-2,0 0,8-23,-16 37,-8 14,-1 0,1 0,-1 0,1 0,0 0,-1 0,1 0,-1 0,1 0,-1 1,1-1,-1 0,1 0,-1 1,0-1,0 0,0 1,1-1,-1 0,1 0,-1 0,0 1,1-1,-1 0,0 1,1-1,-1 1,0-1,0 1,0-1,1 1,-1-1,0 1,0 0,0-1,0 1,0-1,0 1,0-1,0 0,0 0,0 1,0-1,-1 1,1-1,0 1,0 0,0-1,-1 0,1 1,0-1,-1 1,2 1,-1 4,1 0,1-1,-1 2,1-2,0 1,1 0,-1-1,1 0,-1 1,2-1,0 0,-1 0,2 0,-1-1,0 0,1 0,0 1,0-2,-1 1,2-1,-1 0,1 0,-1-1,1 1,1 0,-2-1,1-1,1 0,-1 1,0-1,6 0,-5 0,1-1,0 1,-1-1,1-1,-1 1,1-1,0-1,-1 0,1 0,-1 1,0-2,0 0,1 0,-2 0,1-1,0 0,-2-1,2 1,-1-1,-1 1,0-1,1-1,-1 1,-1-1,0 0,1 0,-1 0,-1-1,0 0,3-5,5-23,-2 1,0-1,-3-1,-1 0,-2 1,-2-4,1 17,30-543,-30 512,-4 33,-4 24,-9 32,-3 31,2 1,4 0,2 1,3 1,5 14,2-48,2 1,2 0,2 0,1-2,2 1,6 13,-8-29,1-2,0 1,1-1,1 0,1-1,1-1,1 1,0-2,0 0,2 0,0-1,10 6,32 11,-55-30,-1 0,1 0,0-1,0 0,-1 1,1-1,0 0,0 1,0-1,0 0,0 0,0 0,0 0,0-1,0 1,-1 0,1-1,0 1,0 0,0-1,-1 0,1 0,0 0,0 0,-1 0,1 0,-1-1,0 2,0-1,1-1,0 0,9-20,-6-3</inkml:trace>
  <inkml:trace contextRef="#ctx0" brushRef="#br0" timeOffset="152">25305 6674,'-13'-1,"-6"-4,-3 0,5-1,11 3,19-1,22-3,25-3,25-5,24-3,18-3,-12 1</inkml:trace>
  <inkml:trace contextRef="#ctx0" brushRef="#br0" timeOffset="153">26777 6589,'30'-39,"3"0,-4-3,0 1,-4-2,-1-1,9-23,-27 48,-7 51,-6 84,5 1,11 89,-2-87,-11-12,4-107,-1-1,1 1,0-1,-1 1,1-1,0 1,-1-1,1 1,-1-1,1 1,0 0,0 0,-1 0,1-1,-1 1,1 0,-1-1,0 1,1 0,-1 0,1 0,-1-1,0 1,1 0,-1 0,0 0,1 0,-1 0,1 0,-1 0,0 1,1-1,-1 0,0 0,1 0,-1 1,1-1,-1 0,1 0,-1 1,1-1,-1 0,1 0,-1 0,1 1,-1-1,1 1,0-1,0 1,0-1,-1 1,1-1,0 1,0 0,-1-1,1 1,0-1,0 1,0 0,-2-6,-1 1,2-1,-1 1,1-2,0 2,0-1,0 0,1 0,-1 0,1 1,1-2,-1 2,1-1,0 0,0 0,1 1,-1-1,1 0,0 1,1-1,-2 2,2-2,0 1,0 0,1 0,-1 0,1 0,-1 1,12-5,-1 1,1-1,0 2,2 1,-2-1,1 2,0 0,2 2,-2-1,1 1,5 1,-15 0,150-12,76 5,-181 8</inkml:trace>
  <inkml:trace contextRef="#ctx0" brushRef="#br0" timeOffset="154">22285 10415,'15'8,"17"10,16 11,15 12,17 11,16 13,16 12,9 13,7 8,1 4,-5-3,-10-4,-15-11,-16-15,-21-18,-20-16</inkml:trace>
  <inkml:trace contextRef="#ctx0" brushRef="#br0" timeOffset="155">22337 10366,'3'37,"1"0,2-2,2 1,1 0,4 4,7 32,21 103,-79-367,-25-90,62 278,0 4,1 0,-1-1,1 1,-1 0,1 0,0 0,-1-1,1 1,0-1,-1 1,1-1,0 1,0-1,-1 1,1-1,0 0,0 1,0-1,0 1,0-1,0 1,0-1,0 1,0 0,0-1,0 1,0-1,0 0,0 1,0-1,1 1,-1-1,0 1,0-1,1 1,-1-1,0 1,1-1,-1 1,1 0,-1 0,1 0,-1-1,1 1,-1 0,1-1,-1 1,1 0,-1 0,1-1,-1 1,1 0,-1 0,1 0,0 0,-1 0,1 0,-1 0,1 0,-1 0,1 0,0 0,-1 0,0 0,0 0,1 1,0-1,140 75,-118-63,18 9,-1 1,-1 3,-1 1,-2 0,14 16,-48-41,1 1,-1 1,1-1,-1-1,1 2,-1-1,0 1,-1-2,1 2,-1 0,1-1,-1 1,1 0,-1-1,0 2,0-1,-1-1,1 1,-1 1,1-2,-1 1,0 1,0-2,-1 1,1 1,-1-2,1 1,-1 0,-1 3,-4-1,1 2,-1-2,-1-1,1 2,-1-2,0 1,0-1,-1 0,0-1,1 0,-3 1,-1 1,-272 108,278-111,1-1,0 1,0 0,1 0,-1 0,1-1,-1 2,1-1,0 1,0-1,1 1,-1 0,0 0,1 0,-1 0,5 13,11-4</inkml:trace>
  <inkml:trace contextRef="#ctx0" brushRef="#br0" timeOffset="156">27506 10758,'44'-14,"0"1,1 4,-1 0,1 1,11 3,-56 5,16-3,1 1,-1 1,1 0,0 1,0 0,0 2,-1-1,1 2,-1 0,10 4,-22-6,-1 1,0-1,0 0,0 1,0 1,0-1,-1-1,1 2,0-1,-1 1,0-1,0 1,0 0,0-1,0 1,0 1,-1-2,1 2,-1-1,0 0,0 0,0 0,-1 0,1 1,-1-1,0 1,0-1,0 2,-1 5,-1 0,0-1,-1 1,0-1,0 1,-1-1,1 1,-2-2,-2 3,-16 23,-1-2,-2-1,-1 0,-2-2,-22 18,-23 24,72-70,-31 41,32-41,1 0,-1 0,1 0,0 1,0-1,0 0,-1-1,1 1,0 1,0-1,1 0,-1 0,0 0,0 0,0 0,1 0,-1 0,1 0,-1 0,1 0,-1 0,1 0,0 0,-1-1,1 1,0 0,0 0,0 0,0 0,0-1,0 1,0 0,0-1,0 1,0-1,0 0,0 0,0 1,-1-1,2 0,-1 1,0-1,0 0,1 0,-1 0,66 6,47-14,49-14,38-15,-2-3</inkml:trace>
  <inkml:trace contextRef="#ctx0" brushRef="#br0" timeOffset="157">24394 10856,'33'139,"17"101,-10 30,-37-249,-1 63,-7-104,3 3,1 0,2 0,0 0,0 0,2 0,0 0,1 0,3-6,-5 18,0 0,0-1,1 1,-2 0,2 0,1 0,-1 0,1 1,0-1,-1 1,1 0,1 0,0 0,-1 1,0-1,2 1,-1 0,1 0,-2 0,2 2,0-1,-1-1,1 2,0-1,0 2,-1-1,3 0,6 3,1-1,-1 2,0 0,0 0,0 2,-1 0,0 0,0 1,-1 1,1-1,-1 2,0 0,-1 0,0 1,-1 0,0 1,0 1,-3-6,-1 2,1-1,0 1,-2 0,1 0,-1 0,1 2,-3-1,2 0,-1 0,2 6,-6-12,1 0,-1-1,0 1,0-1,0 1,0 0,0-1,0 1,0 0,0 0,-1 0,1-1,-1 0,0 1,1 0,-1 0,0-1,0 0,0 1,0-1,0 1,-1-1,1 1,0-2,-1 1,1 0,0 1,0-1,-1 0,1 0,-1 0,0-1,0 0,1 1,-1-1,0 1,-1-1,-68 4,61-6,1-1,-1 1,1-1,0-1,1 1,-2-1,1 0,2-2,-2 2,2-1,-7-6,12 9,0 0,-1 0,1 0,0-1,-1 0,1 1,0-1,1 0,-1 1,0-1,1 0,0 0,1 0,-1 0,0 0,0 0,1-1,-1 2,1-2,0 2,0-2,0 0,1 2,-1-2,1 1,0 1,0-2,-1 1,2 1,-1-2,1 2,-1-1,1 0,0 0,0 1,10-10,0 1,0 1,2 0,-1 0,0 1,2 1,0 0,-1 1,2 0,0 1,0 1,-1 0,15-1,94-13,-123 19,1 0,0 0,0 0,0 0,0 0,0 0,0 0,0 1,0-1,0 1,-1 0,1-1,0 1,0 0,-1 0,1 0,0 0,-1 0,1 0,0 0,-1 1,0-1,0 1,0-1,0 0,0 1,0 0,0 0,0-1,0 0,0 1,-1 0,1 0,-1-1,1 1,-1 0,0 0,0 2,7 45,-7-42,0 0,0 0,1 1,0-1,0 0,0 1,1-1,1 0,0 0,0 0,0 0,1 0,-1-1,2 0,0 1,0-2,0 1,0 0,1-2,0 1,0 1,-1-3,1 0,0 0,-1-1,1 1,0-1,0 0,0-1,0 1,1-1,-1 0,0 0,1-1,-1 0,0 0,21-4</inkml:trace>
  <inkml:trace contextRef="#ctx0" brushRef="#br0" timeOffset="158">25149 10893,'-2'0,"3"0,3 0</inkml:trace>
  <inkml:trace contextRef="#ctx0" brushRef="#br0" timeOffset="159">25462 10538,'70'698,"-68"-680,1 10,1-1,2 0,0-1,2 1,0-1,8 13,-14-36,0 1,-1 0,1-2,1 2,0-1,-1 0,1 0,0-1,0 1,0 0,0-1,1 1,-1-1,1 0,0 0,-1-1,1 1,0 0,0-1,1 0,-2 0,1 0,0-1,1 0,-1 1,0-1,0 0,0-1,1 1,-1 0,12-5,0 0,-1-1,0 0,1-1,-1 0,-1-2,0 1,0-2,-2 0,2 0,-2-1,0 0,-2-2,6-6,-7 9,-1-1,0-1,0 2,-2-3,1 1,-1 0,-1-1,-1 1,0-1,-1 0,0-1,-1 2,0-8,-2 21,-1-1,1 1,-1 0,0-1,1 0,-1 1,0-1,1 1,-1-1,0 0,1 1,-1-1,0 0,1 0,-1 0,0 0,0 0,0 0,1 0,-1 0,0 0,0 0,1 0,-1 0,0 0,1 0,0 0,-1 0,0 0,0-1,1 1,-1-1,0 1,1 0,-1-1,1 1,-1-1,0 1,1-1,-1 0,1 1,0-1,-1 1,1-1,-1 1,1-1,0 1,-1-1,1 0,0 1,0-1,0 0,0 0,0 1,-1-1,1 0,1 0,-1 1,0 0,0-1,0 0,0 0,-4 7,1 1,1 0,-1 0,0 0,1 0,0 0,1 0,0 1,0-1,1 0,0 0,0 1,1-1,0 0,0 1,1-1,0 0,0 0,1-1,-1 1,2 0,-1 0,1-1,1 0,-1 0,0 0,2-1,-1 1,0-1,1 1,0-2,1 1,-2-1,2 0,3 1,-3-1,1-2,-1 1,1 0,0-2,0 1,0 0,0-1,1 0,-1 0,0-1,1 0,-2-1,2 0,0 0,-2-1,2 0,-2 1,1-2,0 0,-1 0,1-1,0 0,-2 1,1-2,0 1,-1-1,1-1,-1 1,-1-1,1 1,-1-1,4-7,3-5,-2 0,0-1,-1-1,-1 0,-1 1,-1-2,0-3,5-13,-5 63,-6-17,0 1,1-1,0 0,1 1,0-1,1 0,0 0,0 0,0-1,1 1,1 0,0-1,0 0,1 0,0-1,1 0,-1 0,1-1,1 2,-2-3,3 1,-2 0,2-1,0-1,8 4,-3-5,1-1,0-1,0-1,-1 0,1-1,0-1,0 0,-1 0,1-1,-1-1,0-1,0 1,0-2,-1 0,0 0,0-1,-1-2,0 1,-1-1,1 1,-2-1,1-2,-2 1,1-1,2-4,2-5,0 1,-2-2,0 0,-2-1,1 1,-3-2,-1 1,0-1,-2 0,0-5,5-36,-5 0,-2 0,-3-9,-1 5,-3 1,-3 0,-4 1,-1 1,-6-6,16 62,-1-1,0 1,-1 0,1 0,-1 0,-1 1,0-1,-1 1,1 0,-2 1,0-1,5 6,2 1,-2 0,0 0,1 0,-1 0,0 0,0 0,0 0,0 0,0 1,0-1,0 1,1-1,-1 1,0 0,0 0,0 0,0 0,0 0,-1 0,1 0,0 1,1-1,-1 1,0-1,0 1,0 0,0 0,1 0,-1 0,0 0,0-1,0 2,-44 51,26-15,3 1,0 0,4 2,1-1,1 1,3 1,2-1,0 16,1-28,2 2,2-1,0 1,2-1,1 0,1 1,3-1,1 0,0-1,3 1,0-1,2-1,1 0,1-1,3 0,0-1,1-1,7 6,72 48,-60-59</inkml:trace>
  <inkml:trace contextRef="#ctx0" brushRef="#br0" timeOffset="160">25397 10722,'25'0,"26"0,31 0,30-5,26-5,18-4,11-6,-25 2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17T08:59:48.59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37 1,'-23'114,"24"-113,0 1,0 0,0-1,0 0,0 1,0-1,0 0,0 1,0-1,1 0,-1 0,0 0,1 0,-1 0,1 0,-1 0,1-1,0 1,-1 0,1-1,0 0,-1 1,1-1,0 0,-1 0,1 0,0 0,0 0,-1 0,1 0,0-1,-1 1,1-1,0 1,-1-1,1 1,0-1,-1 0,1 0,-1 0,0 0,1 0,-1 0,0 0,0-1,1 1,-1 0,0-1,0 1,0-1,0 1,1-1,0 1,-1-1,1 1,-1-1,1 0,-1 0,0 1,0-1,0 0,0 0,0 0,0 0,-1-1,1 1,-1 0,1 0,-1 0,0 0,0-1,0 1,0 0,0 0,0 0,-1-1,1 1,-1 0,1 0,-1 0,0 0,0 0,0 0,0 0,0 0,-1 0,1 0,0 1,-1-1,1 1,-1-1,0 1,1-1,-1 1,0 0,-2-1,2 1,0 0,0 0,0 0,-1 1,1-1,0 0,-1 1,1 0,0 0,-1 0,1 0,0 0,-1 0,1 0,0 1,-1-1,1 1,0 0,0-1,0 1,-1 0,1 1,0-1,0 0,0 0,1 1,-1-1,0 1,0 0,1-1,-1 1,0 1,-5 12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17T08:59:48.59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65 272,'4'-9,"0"1,-1-1,0 0,0 0,-1 0,0 0,-1 0,0 0,0-1,-1-1,1-3,0 4,0 1,0 0,-1 0,0 0,-1 0,1 0,-2-1,0 1,0 1,0-1,-1 0,0 0,-1 1,-4-7,8 14,-1 0,1 0,-1 0,1 0,-1 0,0 0,1 1,-1-1,0 0,0 0,0 1,0-1,1 1,-1-1,0 0,0 1,0 0,0-1,0 1,-1 0,1-1,0 1,0 0,0 0,0 0,0 0,0 0,0 0,0 0,0 0,0 1,0-1,-1 0,1 1,0-1,0 0,0 1,1 0,-1-1,0 1,0-1,0 1,0 0,0 0,1-1,-1 1,0 0,1 0,-1 0,0 0,-19 53,20-50,0-1,1 1,0 0,-1-1,1 1,1 0,-1-1,0 0,1 1,0-1,0 0,0 0,0 0,0 0,1 0,-1 0,1-1,0 1,0-1,0 1,0-1,0 0,0-1,0 1,1 0,-1-1,1 0,-1 0,1 0,0 0,-1 0,1-1,0 0,2 0,37 7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17T08:59:48.59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229 239,'-6'1,"1"0,0 0,-1 1,1 0,0 0,0 0,0 1,0 0,1-1,-1 2,1-1,-1 1,1-1,0 1,1 0,-1 1,1-1,-1 0,1 1,1 0,-1 0,1 0,0 0,0 0,-1 5,0-1,1 0,1-1,-1 1,1 0,1 0,0 0,0 0,1 0,0 0,0 0,1 0,0 0,1-1,0 1,2 4,1-2,1-2,0 1,0-1,1 0,0 0,1-1,0 0,0-1,1 0,-1 0,1-1,1-1,-1 1,1-2,0 1,0-2,1 1,-1-1,1-1,0 0,-1-1,1 0,0-1,0 0,0-1,-1 0,1-1,0 0,-1-1,1 0,-1-1,0-1,0 1,-1-2,1 1,-1-1,0-1,2 0,0-1,0 0,-1 0,0-1,-1 0,1-1,-2 0,0-1,0 0,-1-1,0 1,-1-1,0-1,-1 1,-1-1,0 0,0-1,-2 1,0-1,0 0,-1 0,-1 0,0 0,-1 0,0 0,-1 0,-1 0,0 0,-1 1,-3-10,1 11,-1 1,0-1,-1 1,-1 0,1 0,-2 1,1 0,-1 1,-1 0,0 0,0 1,-1 0,0 1,0 0,0 1,-1 0,0 1,0 0,-1 1,1 0,-1 1,0 0,0 1,0 1,0 0,0 1,-1 0,1 1,0 0,0 1,0 1,-12 4,7-2,0 2,1 1,0 0,0 1,0 0,1 2,1 0,0 1,0 0,1 1,1 1,0 0,1 0,0 2,1-1,1 2,1-1,0 1,1 1,1-1,0 1,2 1,0-1,1 1,1 0,0-1,2 2,0 3,9 50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17T08:59:48.59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139 239,'-9'22,"1"0,1 0,1 1,1-1,1 1,0 14,1-15,-34 216,32-220,-4-28,-21-216,29 212,-4-31,1-1,3 1,1-1,3 1,4-23,-6 61,0 0,1 1,0-1,0 0,0 1,1-1,0 1,0 0,0 0,1 0,0 0,0 0,1 1,-1 0,1 0,0 0,1 1,-1-1,1 1,0 1,0-1,0 1,0 0,0 0,1 1,0 0,-1 0,1 0,2 1,-2 0,0 0,0 1,0 0,0 1,0-1,-1 1,1 0,0 1,0 0,-1 0,1 0,-1 1,0 0,0 0,0 1,0 0,-1 0,1 0,-1 0,0 1,0 0,0 0,-1 0,0 1,0 0,0-1,-1 1,0 1,0-1,-1 0,1 1,-1-1,-1 1,1 0,-1-1,0 1,-1 0,1 0,-1 0,-1 0,1 0,-1-1,-2 5,-1 3,-1-1,-1 1,-1-1,0-1,0 1,-1-1,-1 0,0-1,0 0,-1-1,-1 0,0 0,0-1,-1 0,0-1,0-1,-11 5,72-9,-39-2,-1 1,1 0,-1 0,0 1,0 0,0 1,0 0,0 1,-1-1,0 2,0-1,0 1,-1 0,0 1,0-1,0 1,1 3,-4-6,-1 1,1-1,-1 1,0 0,0 0,0 0,-1 0,0 1,0-1,0 1,0-1,-1 1,0-1,0 1,-1 0,1 0,-1-1,-1 1,1 0,-1 0,0-1,0 1,-1 0,1-1,-1 1,-1-1,1 0,-1 0,0 2,-5 2,0-1,0 1,0-1,-1-1,0 0,-1 0,0-1,0 0,0 0,0-1,-1-1,0 0,0 0,0-1,-1 0,1-1,-1-1,1 0,-1 0,1-1,-1 0,-9-2,18 1,0 1,0 0,0-1,0 0,0 0,0 0,1 0,-1 0,0-1,0 1,1-1,-1 0,1 1,0-1,-1 0,1-1,0 1,0 0,0 0,1-1,-1 0,0 1,1-1,0 0,0 1,0-1,0 0,0 0,0 0,1 0,-1-2,7-30,8 1</inkml:trace>
  <inkml:trace contextRef="#ctx0" brushRef="#br0" timeOffset="1">466 199,'14'-8,"1"2,0-1,0 2,0 0,1 1,0 1,0 0,0 1,0 0,0 2,0 0,0 1,15 2,-27-1,1-1,-1 1,0 0,-1 0,1 1,0-1,0 1,-1 0,0 0,0 0,1 0,-2 1,1-1,0 1,-1 0,0 0,1 0,-2 0,1 0,0 0,-1 0,0 0,0 1,0-1,0 1,-1-1,0 1,0-1,0 1,0-1,-1 0,1 1,-1-1,0 1,-1-1,1 0,-1 0,0 0,0 0,0 0,0 0,-2 1,-6 12,0 0,-2-1,0 0,0-1,-2 0,-12 11,52-25,-10-5,0 1,0 0,0 1,1 1,-1 1,1 1,1 0,-13-1,0 1,0 0,-1 0,1 0,0 1,-1-1,1 1,-1 0,0 1,1-1,-1 1,0 0,0 0,-1 0,1 0,-1 1,1-1,-1 1,0 0,-1 0,1 0,-1 0,0 0,1 1,-2-1,1 2,0 0,-1 1,0-1,0 0,-1 1,0-1,0 1,0-1,-1 1,0-1,0 0,0 1,-1-1,0 0,-1 0,1 0,-1 0,0-1,0 1,-1-1,-3 4,-6 8,0-2,-1 0,0-1,-2 0,-15 11,30-25,-5 6,0-1,-1-1,0 1,0-1,0 0,0-1,0 0,-1 0,1 0,-7 1,13-5,-1 1,1 0,0 0,0-1,-1 1,1 0,0-1,0 1,0-1,0 0,0 1,0-1,0 0,0 0,0 1,0-1,0 0,0 0,0 0,1 0,-1 0,0-1,1 1,-1 0,1 0,-1 0,1 0,0-1,-1 1,1 0,0 0,0-1,0 1,0 0,0 0,0-1,0 1,0 0,1 0,-1-1,0 1,1 0,-1 0,4-25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17T08:59:48.60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0 293,'9'-22,"0"0,1 0,2 1,0 0,1 1,7-7,9-15,32-53,-61 95,0 1,0-1,1 1,-1-1,0 0,0 1,0-1,1 1,-1-1,0 1,1-1,-1 1,0-1,1 0,-1 1,0-1,1 0,-1 1,1-1,-1 0,1 0,-1 0,0 1,1-1,-1 0,1 0,-1 0,1 0,-1 0,1 0,0 0,-1 0,1 0,-1 0,1 0,-1 0,1 0,-1 0,1 0,-1 0,1-1,-1 1,0 0,1 0,-1-1,1 1,-1 0,1-1,-1 1,0 0,1-1,-1 1,8 102,-5 1,-4 0,-5 2,4-60,-3-1,-1-1,-2 1,-2-1,-4 5,13-45,1-1,0 0,-1 0,1 0,-1 1,0-1,1 0,-1 0,0 0,-1 0,1 0,0 0,0-1,-1 1,1 0,-1-1,0 1,1-1,-1 1,0-1,0 0,0 0,0 1,0-1,0-1,0 1,0 0,0-1,-1 1,1-1,0 1,0-1,0 0,-1 0,1 0,0 0,0-1,-1 1,1 0,0-1,0 0,0 1,0-1,0 0,0 0,0 0,0-1,1 2,1 0,-1 0,1 0,0 0,-1 0,1 0,0-1,-1 1,1 0,0 0,-1 0,1-1,0 1,0 0,-1 0,1-1,0 1,0 0,-1-1,1 1,0 0,0-1,0 1,0 0,-1-1,1 1,0-1,0 1,0 0,0-1,0 1,0-1,0 1,0 0,0-1,0 1,0 0,0-1,1 1,-1-1,0 1,0 0,0-1,0 1,1 0,-1-1,0 1,0 0,1 0,-1-1,0 1,0 0,1 0,-1-1,0 1,1 0,-1 0,0 0,1 0,-1-1,0 1,1 0,-1 0,1 0,-1 0,0 0,1 0,-1 0,1 0,30-5,423-29,-362 30,-15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17T08:59:48.60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41 72,'0'6,"0"-1,-1 0,1-1,0 1,1-1,-1 1,1 0,0-1,0 1,0-1,0 1,1-1,0 0,0 0,0 0,2 3,-3-7,0 1,0 0,0 0,0-1,0 1,0-1,0 1,0-1,0 1,0-1,0 0,0 1,0-1,0 0,1 0,-1 0,0 0,0 0,0 0,0 0,0 0,1-1,-1 1,0 0,0-1,0 1,0 0,0-1,0 0,0 1,0-1,0 1,0-1,0 0,0 0,-1 0,1 0,27-35,-26 33,0 1,-1-1,1 1,-1-1,0 0,0 0,0 0,0 0,0 0,-1 0,1 0,-1 0,1 0,-1 0,0 0,-1 0,1 0,0 0,-1 0,0 0,0 0,0 0,0 1,0-1,0 0,-1 0,1 1,-1-1,0 1,0-1,0 1,0 0,0 0,0 0,0 0,-1 0,1 0,-1 1,0-1,1 1,-1 0,0 0,0 0,0 0,0 0,-2 0,2 1,0 0,0 0,0 0,0 0,0 1,0 0,0-1,0 1,0 0,1 0,-1 1,0-1,1 0,-1 1,0 0,1-1,0 1,-1 0,1 0,0 1,0-1,0 0,0 1,1-1,-1 1,1 0,-1-1,1 1,0 0,0 0,0 0,1 0,-1 0,-4 20</inkml:trace>
  <inkml:trace contextRef="#ctx0" brushRef="#br0" timeOffset="1">151 413,'0'3,"-1"1,1 0,0 0,0 0,0 0,0 0,1 0,0-1,0 1,0 0,0 0,0 0,1-1,0 1,0-1,1 3,-2-7,1 1,0 0,-1-1,1 1,-1-1,1 1,-1-1,0 0,1 0,-1 0,0 1,1-1,-1-1,0 1,0 0,0 0,0 0,0 0,0-1,0 1,0-1,0 1,-1 0,1-1,-1 1,1-1,-1 0,1 1,-1-1,0 1,0-1,1 0,0 0,0 1,0-1,0 0,0 0,0 1,-1-1,1 0,0 0,-1 0,0 0,0 0,1 0,-1 0,0 0,0 0,-1 0,1 0,0 0,-1 0,1 0,-1 0,0 0,1 1,-1-1,0 0,0 0,0 1,-1-1,1 1,0-1,0 1,-1-1,1 1,-1 0,1-1,-1 1,0 0,0 0,1 0,-1 1,0-1,0 0,-2 0,2 2,-1-1,0 1,0-1,1 1,-1 0,0 0,1 0,-1 1,1-1,-1 1,1-1,0 1,-1 0,1 0,0 0,0 0,1 0,-1 0,0 0,1 1,-1-1,1 1,0-1,0 1,0-1,0 1,0 0,0 0,1-1,-1 1,1 0,0 0,0 0,0 0,0-1,1 1,-1 0,1 0,-1 0,1-1,0 1,0 0,0-1,1 1,-1-1,1 1,42 25,-17-21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17T08:59:48.60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350 320,'-15'14,"0"1,1 1,1 0,1 0,0 2,1-1,1 2,1-1,0 1,1 1,1-1,-2 14,-64 210,73-241,1-1,-1 0,0 0,0 1,0-1,-1 0,1 0,0 0,0 1,-1-1,1 0,0 0,-1 0,1 0,-1 0,0 0,1 0,-1 0,0 0,0 0,1 0,-1 0,0 0,0-1,0 1,0 0,0-1,0 1,0 0,0-1,-1 0,1 1,0-1,0 1,0-1,-1 0,1 0,0 0,0 0,0 0,-1 0,1 0,0 0,0 0,0-1,-1 1,1-1,0 1,0 0,0-1,0 0,0 1,-1-2,-5-10,0-1,0 0,2-1,0 0,0 1,1-2,1 1,0 0,1-7,-1 8,-9-44,2-1,2 0,3 0,3 0,2-1,4-22,-2 69,0 1,1-1,0 1,0-1,2 1,-1 0,1 1,1-1,0 1,0 0,1 1,0-1,1 1,0 1,0-1,1 1,0 1,1 0,-1 0,1 1,1 0,-1 1,1 0,0 0,10-2,-7 3,0 1,0 0,0 0,1 2,-1 0,1 0,0 2,-1 0,1 0,6 2,-14-1,-1 0,1 0,0 0,-1 1,1-1,-1 2,0-1,0 1,0 0,-1 0,0 0,1 1,-1 0,-1 0,1 0,-1 1,0-1,0 1,0 0,-1 0,0 1,1 3,0 1,-1 0,-1 0,0 0,-1 0,0 0,0 0,-2 0,1 0,-1 0,-1 0,0 0,0 0,-1 0,0 0,-1-1,-1 0,1 0,-5 6,-1 2,-1 0,-2 0,1-1,-2-1,0 0,-1-1,-1 0,0-2,-7 5,-56 22,86-48,8 1,1 1,1 0,-1 2,0 0,1 1,0 0,0 1,0 1,0 1,0 1,0 0,4 1,-13-1,-1 0,0 0,1 1,-1 0,0 0,0 0,0 1,0 0,0 1,-1-1,0 1,1 1,-2-1,1 1,0 0,-1 0,0 1,0-1,0 1,-1 0,0 0,0 1,-1-1,0 1,0 0,0 0,-1 0,0 0,0 1,-1-1,0 0,0 1,0 4,-3 0,1-1,-2 0,1 0,-1 0,-1 0,0-1,-1 1,0-1,0 0,-1 0,0-1,-1 0,0 0,-1 0,1-1,-2 0,1-1,-5 4,-3 0,1 0,-1 0,-1-2,0 0,-1-1,1 0,-1-2,-1 0,1-1,-12 1,21-5,1 0,-1 0,1-1,-1 0,0 0,1-1,-1 0,1-1,-8-2,14 3,-1 0,0 0,1 0,-1 0,1-1,-1 1,1-1,0 1,0-1,0 0,0 0,0 0,0 0,0 0,1-1,-1 1,1 0,-1-1,1 1,0-1,0 1,0-1,0 0,1 1,-1-1,1 0,-1 0,1 0,0 1,0-1,1-2,4-21,4 1</inkml:trace>
  <inkml:trace contextRef="#ctx0" brushRef="#br0" timeOffset="1">733 184,'9'-12,"2"2,-1-1,2 1,-1 1,1 0,0 1,1 0,0 1,0 0,1 1,0 1,0 0,0 1,1 0,-1 1,1 1,1 0,-9 1,0-1,1 1,-1 1,0 0,1 0,-1 0,0 1,1 0,-1 0,0 1,0 0,0 0,0 1,0 0,-1 0,1 0,-1 1,0 0,0 0,0 1,0 0,-1 0,0 0,0 1,0-1,-1 1,0 0,0 0,0 1,-1-1,0 1,1 3,-2 1,0-1,-1 0,-1 1,0-1,0 1,-1-1,0 1,-1-1,0 0,0 1,-1-1,-1 0,0-1,0 1,-1-1,0 1,-5 6,-2 2,-1-1,-1 0,0 0,-1-2,-1 0,0-1,-1 0,-4 1,1-3,46-26,-15 9,0 1,0 1,0-1,0 2,1 0,-1 0,1 1,-1 0,1 1,-1 0,1 1,-1 1,1 0,-1 0,0 1,0 0,0 1,0 0,2 2,-10-4,0 1,0-1,0 1,0-1,-1 1,1 0,-1 0,0 1,0-1,0 0,0 1,0-1,-1 1,1 0,-1-1,0 1,0 0,-1 0,1 0,-1-1,0 1,0 0,0 0,0 0,-1 0,1 0,-1 0,0-1,0 1,-1 0,0 1,-3 7,-1 0,0 0,-1-1,0 0,-1 0,0-1,0 0,-10 8,-1 1,-1-2,-1 0,0-2,-1 0,-1-2,0 0,-1-1,-1-2,1 0,-2-2,1 0,-1-2,0-1,-6 0,-16-3</inkml:trace>
  <inkml:trace contextRef="#ctx0" brushRef="#br0" timeOffset="2">418 388,'-16'0,"-13"0,-8 0,-4 0,-3 0,1 0,5 2,5 4,6 0,8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17T08:59:48.60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178 1628,'0'0,"-1"-1,1 1,-1-1,1 1,-1 0,1-1,-1 1,1 0,-1-1,1 1,-1 0,1 0,-1-1,0 1,1 0,-1 0,1 0,-1 0,0 0,1 0,-1 0,1 0,-1 0,0 0,1 0,-1 0,1 0,-1 1,0-1,1 0,-1 0,1 1,-1-1,1 0,-1 1,1-1,-1 0,1 1,-1-1,1 1,0-1,-1 1,1-1,0 1,-1-1,1 1,0-1,0 1,-1 0,1-1,0 1,0-1,0 1,0 0,0-1,-10 38,4 48,3-1,8 77,-5-159,31 445,5 120,-43 362,3-726,-13 692,4 417,18-1036,-2 404,-11-262,-24 405,28-776,-43 625,-1 149,30-471,16 11,1-89,-5-8,-1-25,11-1,14 55,3-85,-8 62,-13-158,-2-42,4 0,2 0,8 28,3-47,-7-36</inkml:trace>
  <inkml:trace contextRef="#ctx0" brushRef="#br0" timeOffset="1">178 1724,'-22'-118,"17"63,2 0,3 0,3-7,-3 58,1 0,0 0,0 0,0 0,0 0,0 1,1-1,-1 0,1 1,0-1,0 1,1 0,-1 0,1 0,-1 0,1 0,0 0,0 1,0-1,1 1,-1 0,0 0,1 0,0 0,-1 1,4-1,1-1,-1 1,1 0,0 0,0 1,0 0,0 1,0 0,0 0,0 1,0 0,0 0,0 0,0 2,55 11,0-3,1-2,1-3,5-3,63 7,-54-2,509 33,491-64,-731 10,546 6,168-7,-217-12,185 10,847-8,-1026 32,378 0,-286 27,275 16,-29 17,424-5,-1273-47,421 10,-32-10,148 7,-580 2,-142-13,-152-10,0 0,0 0,-1 0,1 0,-1 1,1-1,-1 1,0 0,0 0,0-1,0 2,0-1,-1 0,0 0,1 0,-1 1,0-1,-1 0,1 1,0-1,-1 1,0-1,0 1,0-1,0 1,-1-1,1 1,-1-1,0 0,0 1,0-1,0 0,-1 1,0 7,-63 376,-33 197,9-47,17-112,11 139,48-327,13 99,2-137,-1 532,26-70,-27 111,-12-562,-18 75,6-71,7 53,9 200,-5 521,7-269,-23-325,6-129,-11 49,14-152,3 104,19-69,14 58,-4-28,-13 75,0-113,1-63,-5-1,-13 63,8-93,3 0,6 65,-13 119,14 645,15-670,-15-226,1-1,1 1,1-1,2 1,1-1,1-1,8 22,-14-47,7 16,-1 1,-1-1,0 2,-2-1,0 1,0-1,-2 1,0 2,3 9,-4-30,-1 1,0-1,0 0,0 1,1-1,-1 0,0 1,1-1,-1 0,0 0,0 1,1-1,-1 0,1 0,-1 1,0-1,1 0,-1 0,0 0,1 0,-1 0,1 0,-1 0,0 0,1 0,-1 0,1 0,-1 0,0 0,1 0,-1 0,1 0,-1 0,0 0,1 0,-1-1,0 1,1 0,-1 0,0-1,1 1,-1 0,0 0,1-1,-1 1,0 0,0-1,1 1,-1 0,0-1,0 1,0 0,1-1,-1 1,0 0,0-1,0 1,0-1,0 1,0 0,0-1,0 1,0-1,0 1,0-1,0 1,0 0,0-1,7-16</inkml:trace>
  <inkml:trace contextRef="#ctx0" brushRef="#br0" timeOffset="2">69 12881,'18'98,"3"128,-11 2,-12 118,-34-10,16-185,1 102,18-242,0 1,1-1,0 0,1 1,0-1,0 0,2 0,-1 0,1 0,1 0,0 0,0-1,1 0,1 0,0 0,0 0,1-1,0 0,0-1,1 1,0-1,1-1,-1 0,2 0,-1-1,3 2,6-3,-1-1,1 0,-1-2,1 0,0-1,0 0,0-2,0 0,-1-1,1-1,4-1,-15 3,184-25,92 4,580 26,-389 3,1289 22,-1616-28,964 24,-1007-17,775 38,-850-46,576 16,139 39,200 58,489-22,-1291-78,805 54,167-13,-250 9,122 27,-695-68,850 38,-1059-59,599 13,-601-10,212 12,130-15,-134-9,52 14,-191-1,170 14,-27-9,-185 3,-119-15,-5-1</inkml:trace>
  <inkml:trace contextRef="#ctx0" brushRef="#br0" timeOffset="3">233 3130,'232'23,"207"-16,-283-9,638 10,193-1,-615-8,740 9,-271 15,225-12,-709-12,1077 15,-71 13,-354-13,1716-14,-1717 53,-598-22,1078 89,184 47,-1490-147,404 67,-548-78,-54-12,-4-3</inkml:trace>
  <inkml:trace contextRef="#ctx0" brushRef="#br0" timeOffset="4">16129 1751,'7'-10,"-2"28,1 49,-2 1,-4 0,-3 0,-3-1,-6 21,8-50,-26 206,-26 276,52-478,3 0,1 0,2 0,2 0,1 0,3-1,1 0,4 7,-1-19</inkml:trace>
  <inkml:trace contextRef="#ctx0" brushRef="#br0" timeOffset="5">16839 2242,'-5'-4,"1"0,-1 0,0 1,0-1,0 1,-1 0,1 0,-1 1,0 0,1 0,-1 0,0 1,0-1,0 1,0 1,-1-1,1 1,0 0,0 1,0-1,0 1,0 0,0 1,0 0,0 0,1 0,-1 0,0 1,1 0,0 0,0 1,0-1,0 1,0 0,1 0,0 1,0-1,0 1,0 0,-1 3,2 0,0 0,0 0,1 1,0 0,1-1,-1 1,2 0,-1 0,1-1,1 1,0 0,0 0,0-1,1 1,1-1,-1 1,1-1,1 0,1 3,11 19,1-2,1 0,2-1,13 13,3 6,-27-35,1 1,-2-1,0 1,0 1,-1 0,0 0,-1 0,-1 1,0 0,-1 0,-1 0,0 1,0 3,-4-13,0 1,0-1,-1 1,0-1,0 1,0-1,-1 0,0 0,0 0,0-1,0 1,-1-1,0 1,0-1,0 0,0-1,-1 1,1-1,-1 0,0 0,0 0,0-1,0 1,-1-1,1-1,-1 1,1-1,-1 0,1 0,-1 0,-1-1,5 0,1 1,-1-1,1 0,-1 0,0 0,1 0,-1 0,0-1,1 1,-1 0,1-1,-1 1,1-1,-1 0,1 1,-1-1,1 0,-1 0,1 0,0 0,0 0,-1 0,1 0,0-1,0 1,0 0,0-1,1 1,-1 0,0-1,0 1,1-1,-1 1,1-1,0 0,-1 1,1-1,0 1,0-1,0 0,0 1,0-1,0 0,0 1,19-74,9 25,2 0,3 2,1 2,2 1,9-6,12-16,77-108,-117 140,-22 36,-4 13,0 1,1-1,0 1,1 1,1-1,0 1,1 0,-1 10,3-16,-12 45,2 0,3 1,2 1,3-1,2 1,2 0,3 0,3 5,-4-59,-1 7,1 1,0-1,1 1,0-1,1 1,0-1,0 0,2 0,-1 0,1-1,0 0,1 0,1 1,7-3,-2-7</inkml:trace>
  <inkml:trace contextRef="#ctx0" brushRef="#br0" timeOffset="6">16893 2516,'5'-7,"13"-2,19 2,25 3,20 4,13 5,1 3,-15 1</inkml:trace>
  <inkml:trace contextRef="#ctx0" brushRef="#br0" timeOffset="7">17440 2858,'-12'85,"12"-82,0 0,1 0,-1 1,1-1,0 0,0 0,0 0,1 0,-1-1,1 1,-1 0,1-1,0 1,0-1,0 1,0-1,1 0,-1 0,0 0,1 0,0 0,-1-1,1 1,0-1,2 2,5 0,-1 0,0-1,1 0,0-1,-1 1,1-2,0 1,0-2,-1 1,1-1,0-1,-1 1,1-2,-1 1,0-2,0 1,0-1,0 0,2-2,-6 3,1 0,-1-1,1 1,-1-1,0 0,-1-1,1 1,-1-1,0 0,0 0,0 0,-1-1,0 1,0-1,0 0,-1 0,1 0,-1 0,-1 0,1 0,-1-1,-1 1,1 0,-1-1,0 1,0-1,-1 1,1 0,-2-4,-1 2,0 0,-1 1,1-1,-2 1,1 0,-1 0,0 0,0 0,-1 1,1 0,-2 0,1 1,-1 0,1 0,-1 0,-1 1,1 0,-1 0,1 1,-1 0,0 0,0 1,0 0,-1 1,1-1,0 2,-1-1,1 1,0 0,-1 1,1 0,0 0,-1 1,1 0,0 0,0 1,0 0,-5 3,-79 57,52-29</inkml:trace>
  <inkml:trace contextRef="#ctx0" brushRef="#br0" timeOffset="8">17617 495,'-14'21,"-5"18,-1 17,3 13,4 5,4 3,4-3,0-7,2-7,-2-13,-2-13,0-13</inkml:trace>
  <inkml:trace contextRef="#ctx0" brushRef="#br0" timeOffset="9">17453 427,'25'27,"93"138,-59-86,-4 3,-2 3,-43-68,-2 0,0 0,0 0,-2 1,0 0,-2 1,1 1,-4-15,0 1,-1-1,1 1,-1-1,-1 1,1-1,-1 0,1 1,-2-1,1 0,-1 1,1-1,-1 0,-1 0,1 0,-1-1,0 1,0-1,0 1,0-1,-1 0,0 0,0 0,0-1,0 1,-3 0,-11 6,0-2,-1 0,0-1,-1-1,1-1,-1-1,0-1,0 0,-1-1,1-2,0 0,0-1,-19-3,25 3,-1-1,1 0,0-1,1 0,-1-1,1 0,-1-2,-5-2,18 7,0 1,0 0,0 0,-1-1,1 1,0-1,0 1,0-1,0 1,0-1,1 0,-1 1,0-1,0 0,0 0,0 1,1-1,-1 0,0 0,1 0,-1 0,1 0,-1 0,1 0,0 0,-1 0,1 0,0-1,0 1,0 0,-1 0,1 0,0 0,1 0,-1 0,0-1,0 1,0 0,1 0,-1 0,0 0,1 0,-1 0,1 0,-1 0,1 0,0 0,13-9</inkml:trace>
  <inkml:trace contextRef="#ctx0" brushRef="#br0" timeOffset="10">17944 1082,'-5'7,"1"1,-1-1,2 1,-1 0,1 0,0 0,0 0,1 1,-1 6,3-12,-1 0,1 0,0 0,1 0,-1 0,0 0,1 0,0 0,-1 0,1 0,0-1,0 1,1 0,-1 0,1-1,-1 1,1-1,0 0,0 1,0-1,0 0,0 0,1 0,-1 0,1-1,-1 1,1-1,-1 1,2 0,4 1,0 0,-1 0,1 0,0-1,1 0,-1-1,0 0,0 0,1-1,-1 0,0 0,0-1,1 0,-1 0,0-1,0 0,0-1,0 1,0-2,-1 1,0-1,1 0,-1-1,-1 1,1-1,-1-1,1 1,-1-1,-1 0,0-1,1 1,-2-1,1 0,-1 0,0-1,-1 1,1-1,-2 0,1 0,-1 0,0 0,-1 0,1-1,-2 4,1-1,-1 0,0 0,-1 0,1 0,-1 0,0 0,-1 0,1 1,-1-1,0 1,0-1,-1 1,0 0,0-1,0 2,-1-1,1 0,-1 1,0-1,-1 1,1 0,-1 0,1 1,-1 0,0-1,0 2,-1-1,1 0,-1 1,1 0,-1 1,0-1,0 1,-13 1,1 1,-1 1,1 0,-1 1,1 2,0 0,0 0,0 2,1 0,0 1,1 1,-1 0,2 1,-2 2,-54 31</inkml:trace>
  <inkml:trace contextRef="#ctx0" brushRef="#br0" timeOffset="11">13766 1424,'-8'51,"-143"785,30-197,83-353,32-231</inkml:trace>
  <inkml:trace contextRef="#ctx0" brushRef="#br0" timeOffset="12">14517 2174,'-11'-8,"0"0,0 0,-1 1,0 0,0 1,-1 1,1 0,-1 1,-1 0,1 1,0 0,-1 1,0 0,1 2,-1-1,0 2,1 0,-1 0,0 1,1 1,0 0,0 1,-7 3,15-4,0 0,0 0,0 0,0 1,0 0,1 0,0 0,0 1,0-1,0 1,1 0,0 0,0 0,0 1,1-1,-1 1,1-1,0 1,1 0,0 0,0 0,0-1,0 1,1 0,0 0,1 0,-1 0,1 0,0 0,0 0,1 0,0-1,0 1,0 0,1-1,-1 0,3 3,13 21,0-2,2 0,1-1,1-1,1-1,1-1,1-2,1 0,7 3,100 90,-125-105,0 0,0 0,-1 0,0 1,0 0,-2 0,1 1,-1 0,3 10,-7-17,1 0,-2 0,1 0,0 1,-1-1,0 0,0 0,0 1,0-1,-1 0,1 1,-1-1,0 0,-1 0,1 0,-1 0,0 0,1 0,-2 0,1-1,0 1,-1-1,0 0,0 1,0-1,0 0,0-1,-1 2,-3 0,0 1,0-1,0 0,0-1,0 1,-1-2,1 1,-1-1,0 0,0 0,-7 0,11-2,1 0,0 1,-1-1,1 0,-1-1,1 1,0-1,-1 1,1-1,0 0,0 0,0-1,0 1,0-1,0 1,0-1,0 0,0 0,1 0,-1 0,1-1,-1 1,1-1,0 1,0-1,0 0,1 0,-1 0,0-1,0-6,1 0,0 0,0 0,1 0,0 0,1 0,0 0,1 0,0 0,0 0,1 1,0-1,1 1,0 0,0 0,1 0,1 0,4-6,52-84,72-87,37-57,-127 173,-37 69,-11 18,4-16,-20 68,-12 44,-13 96,39-172,2-1,2 1,1 0,1 0,3 0,1-1,8 37,-10-62,1 0,0 0,1 0,0-1,1 1,0-1,0 0,1 0,0-1,2 2,8 4</inkml:trace>
  <inkml:trace contextRef="#ctx0" brushRef="#br0" timeOffset="13">14531 2380,'16'-3,"19"3,21 0,16 3,13 3,3 2,-4 6,-12 4,-16 4,-16-2</inkml:trace>
  <inkml:trace contextRef="#ctx0" brushRef="#br0" timeOffset="14">15173 2571,'8'-17,"19"-35,-2-2,-3 0,4-20,-48 153,-3 2,4 0,3 2,4 0,4 0,2 37,9-77</inkml:trace>
  <inkml:trace contextRef="#ctx0" brushRef="#br0" timeOffset="15">15173 440,'0'23,"-3"24,0 18,0 12,1 7,0-2,1-8,-2-11,0-20,0-16</inkml:trace>
  <inkml:trace contextRef="#ctx0" brushRef="#br0" timeOffset="16">15118 481,'-13'-90,"13"90,0 1,0-1,0 0,0 1,0-1,0 0,0 0,0 1,0-1,0 0,0 1,1-1,-1 0,0 0,0 1,0-1,0 0,1 0,-1 1,0-1,0 0,0 0,1 0,-1 1,0-1,0 0,1 0,-1 0,0 0,0 1,1-1,-1 0,0 0,0 0,1 0,-1 0,0 0,1 0,-1 0,0 0,1 0,-1 0,0 0,0 0,1 0,-1 0,0 0,1-1,-1 1,0 0,0 0,1 0,-1 0,0 0,0-1,1 1,-1 0,0 0,0 0,0-1,1 1,-1 0,0 0,0-1,0 1,1 1,77 94,-5 3,17 38,-76-116,-1 1,-1 0,-1 1,-1 0,-1 1,-1 0,-1 0,-1 1,-1 0,1 24,-6-40,-1-1,0 1,0-1,-1 0,0 1,0-1,0 0,-1 0,-1 0,1-1,-1 1,0-1,0 0,-1 0,0 0,0 0,0-1,-1 0,0 0,0-1,0 1,0-1,-1 0,-3 1,-6 2,0 0,-1 0,-1-2,1 0,-1-1,1-1,-1 0,0-1,-13-1,19-1,0 1,0-2,0 0,0 0,0-1,0 0,1-1,-1-1,1 1,0-2,0 0,0 0,-8-6,18 10,0 1,0-1,-1 0,1 0,0 0,0 0,1 0,-1 0,0 0,0 0,0 0,1 0,-1 0,1 0,-1-1,1 1,-1 0,1-1,-1 1,1 0,0 0,0-1,0 1,0 0,0-1,0 1,0-2,8-9</inkml:trace>
  <inkml:trace contextRef="#ctx0" brushRef="#br0" timeOffset="17">15568 1137,'24'-118,"31"-112,-35 189,-14 45,-3 66,-15 510,12-490</inkml:trace>
  <inkml:trace contextRef="#ctx0" brushRef="#br0" timeOffset="18">11007 1232,'-9'25,"-5"26,-1 21,0 23,3 23,1 16,2 14,0 9,0 7,1-3,2-4,2-11,2-14,1-20,1-29</inkml:trace>
  <inkml:trace contextRef="#ctx0" brushRef="#br0" timeOffset="19">11690 1874,'-126'0,"121"1,-1-1,0 1,0 0,1 1,-1 0,1 0,-1 0,1 0,0 1,0 0,0 0,0 0,1 1,-1-1,1 1,0 0,0 1,0-1,0 1,1-1,0 1,0 0,0 0,1 1,-1-1,1 1,1-1,-1 1,1-1,0 1,0 0,0 0,1-1,0 1,0 0,1 0,0 0,0-1,0 1,0 0,1-1,0 1,0-1,1 0,0 2,6 4,0-1,1-1,0 1,0-2,1 1,0-2,0 1,1-1,0-1,0 0,0-1,1 0,0-1,0-1,13 3,76 17,75 26,-172-47,0-1,0 1,0 0,0 1,0-1,0 1,-1 0,1 0,-1 0,0 1,0 0,0 0,-1 0,1 0,-1 0,0 1,0-1,0 1,-1 0,0 0,0 0,0 0,0 0,-1 0,0 1,0-1,0 0,-1 1,0-1,0 1,0-1,-1 0,0 1,-5 9,-1 0,0 0,-2-1,1 0,-2 0,0-1,0 0,-2-1,1 0,-1-1,-1 0,0-1,-1 0,0-1,0-1,-10 4,19-8,-1 0,1-1,-1 0,0 0,0 0,0-1,0 1,0-1,-1-1,1 0,0 1,-1-2,0 1,1-1,-1 0,1-1,-1 1,1-1,-1 0,1-1,-6-2,10 2,0 0,0-1,0 1,0-1,0 0,1 1,-1-1,1 0,0 0,0 0,0 0,0 0,1 0,-1 0,1 0,0-1,0 1,0 0,0 0,0 0,1 0,-1 0,2-2,23-72,4 22,3 1,2 1,2 3,30-33,-26 33,150-196,-184 241,-11 20,2-10,-13 35,1 1,2 0,1 1,3 1,1-1,3 1,1 0,2 1,2 8,1-35,1 0,1 0,0 0,1 0,1 0,0-1,2 0,0 0,0-1,2 1,0-2,0 1,2-1,-1-1,2 0,0 0,0-1,-11-11,0 0,0 0,1 0,-1 0,0 0,0 0,1 0,-1 0,0 0,1-1,-1 1,1-1,-1 1,1-1,-1 1,1-1,-1 0,1 0,-1 0,1 0,0 0,-1 0,1 0,-1 0,1-1,-1 1,1 0,-1-1,1 0,-1 1,0-1,2 0,7-11</inkml:trace>
  <inkml:trace contextRef="#ctx0" brushRef="#br0" timeOffset="20">11950 2065,'9'-2,"15"-1,22 0,24 0,21 2,11 0,0-2,-17 0</inkml:trace>
  <inkml:trace contextRef="#ctx0" brushRef="#br0" timeOffset="21">12496 2352,'25'-6,"1"1,-1 1,1 1,0 1,0 1,0 2,2 1,-23-2,0 0,-1 0,1 1,0 0,-1 0,1 0,-1 0,1 1,-1-1,1 1,-1 1,0-1,0 0,0 1,-1 0,1 0,0 0,-1 0,0 1,0-1,0 1,0 0,-1 0,1 0,-1 0,0 0,0 1,-1-1,1 1,-1-1,0 1,0-1,0 1,-1 0,-3 9,-1 0,-1-1,0 0,-1 0,0-1,-1 1,0-1,-1-1,0 0,-1 0,0 0,-1-1,0 0,-1-1,-1 0,-109 108,121-116,-1 0,1 1,0-1,1 0,-1 0,0 0,0 1,0-1,1 0,-1 0,0 0,1 0,-1 0,1 1,0-1,-1 0,1 0,0-1,0 1,-1 0,1 0,0 0,0 0,0-1,0 1,0 0,0-1,0 1,0-1,0 1,1-1,-1 1,0-1,0 0,0 0,0 0,1 1,-1-1,0 0,0-1,1 1,-1 0,0 0,0 0,0-1,0 1,1 0,-1-1,0 1,0-1,4 1,50 0,1-2,-1-2,0-3,0-2,-1-2,33-13,-9 0</inkml:trace>
  <inkml:trace contextRef="#ctx0" brushRef="#br0" timeOffset="22">12209 153,'-2'-1,"0"0,-1 1,1-1,0 1,-1-1,1 1,-1 0,1 0,0 0,-1 0,1 0,-1 0,1 1,0-1,-1 1,1 0,0-1,0 1,0 0,-1 1,1-1,0 0,0 0,1 1,-1 0,0-1,0 1,1 0,-1-1,1 1,-1 0,1 0,0 0,0 1,0-1,0 1,-15 132,14-97,-1 35,-16 145,7-181,4-53,9-49,2 26</inkml:trace>
  <inkml:trace contextRef="#ctx0" brushRef="#br0" timeOffset="23">12100 236,'-12'-236,"26"260,33 62,3-2,31 37,23 37,-92-142,-1 2,-1-1,-1 1,-1 1,0 0,-1 0,-1 0,-1 1,-1 0,0 0,-1 3,-4-18,1 1,-1-1,0 0,0 1,0-1,-1 0,0 0,0 0,0 0,-1 0,0 0,0-1,0 1,0-1,-1 0,1 0,-1 0,0 0,-1-1,1 0,0 1,-1-2,0 1,0 0,0-1,0 0,-4 1,-9 3,1-1,-1-1,0 0,0-1,-1-1,1-1,-13-1,23 0,-1 0,0 0,1-1,-1 0,1-1,-1 0,1 0,0-1,0 0,0 0,0-1,0 0,1 0,0-1,0 0,0 0,0-1,1 0,-4-4,3-7,6 3</inkml:trace>
  <inkml:trace contextRef="#ctx0" brushRef="#br0" timeOffset="24">12564 563,'15'-7,"0"1,1 1,0 0,0 1,0 1,0 0,1 1,-1 1,15 1,-22-1,2 0,0-1,-1 2,1-1,0 2,0-1,-1 2,1-1,0 1,-1 1,0 0,1 1,-1-1,0 2,-1 0,1 0,7 6,-15-9,0 0,-1 0,1 1,-1-1,1 0,-1 1,0-1,0 1,0 0,0-1,0 1,-1 0,1 0,-1-1,0 1,0 0,0 0,0-1,0 1,0 0,-1 0,0-1,1 1,-1 0,0-1,0 1,-2 2,-45 62,-118 77,144-116,22-28,-1 1,1 0,0 0,0-1,0 1,0 0,0 0,0-1,0 1,0 0,1 0,-1-1,0 1,0 0,1-1,-1 1,0 0,1-1,-1 1,0 0,1-1,-1 1,1-1,-1 1,1-1,0 1,-1-1,1 1,-1-1,1 0,0 1,-1-1,1 0,0 1,0-1,-1 0,1 0,0 0,-1 0,1 0,0 0,0 0,-1 0,1 0,24 4,-1-1,1-1,0-2,-1 0,1-2,6-1,-18 2,76-8,-7-1</inkml:trace>
  <inkml:trace contextRef="#ctx0" brushRef="#br0" timeOffset="25">8767 1192,'0'16,"0"22,3 25,0 23,0 22,0 18,-4 16,-6 10,-6 3,-6 0,-4-5,-1-7,2-14,2-16,5-20,6-24,8-24,4-19</inkml:trace>
  <inkml:trace contextRef="#ctx0" brushRef="#br0" timeOffset="26">9410 181,'0'16,"0"20,0 19,0 19,0 14,-3 5,0-3,-2-11,0-14,0-15,2-19,1-15</inkml:trace>
  <inkml:trace contextRef="#ctx0" brushRef="#br0" timeOffset="27">9355 98,'50'54,"-3"1,-2 3,-2 1,-3 2,26 55,-48-81,0 1,-3 0,-1 2,5 20,-16-47,0 0,-1 0,0 0,-1 0,-1 1,1-1,-2 0,1 0,-2 1,1-1,-2 0,1 0,-1-1,-1 1,0 0,-1-1,0 0,-2 2,1-3,-1 0,-1-1,0 0,0-1,0 0,-1 0,0-1,0 0,-1 0,0-1,0 0,0-1,0 0,-1-1,1 0,-1 0,0-1,0-1,0 0,0 0,-4-1,10 0,1-1,-1 1,1-1,-1 0,1 0,-1 0,1-1,0 1,0-1,0 0,0 0,0-1,0 1,0-1,1 0,-1 0,1 0,0 0,0 0,0-1,0 0,1 1,0-1,-1 0,1 0,1-1,-1 1,0 0,1 0,0-1,0 0,-5-30</inkml:trace>
  <inkml:trace contextRef="#ctx0" brushRef="#br0" timeOffset="28">9846 576,'20'-9,"1"0,-1 1,1 1,1 1,-1 1,1 1,0 1,19-1,-38 4,0-1,-1 1,1 0,0-1,0 1,-1 1,1-1,0 0,0 1,-1-1,1 1,0 0,-1-1,1 1,-1 1,1-1,-1 0,1 1,-1-1,0 1,0 0,0-1,0 1,0 0,0 0,0 1,-1-1,1 0,-1 1,0-1,1 0,-1 1,0 0,0-1,-1 1,1 0,-1-1,1 1,-1 0,0 0,0-1,0 1,0 2,-2 1,-1 1,1 0,-1-1,0 0,-1 1,0-1,0-1,0 1,-1-1,1 1,-1-1,-14 18,18-23,1 1,-1-1,1 1,-1-1,1 1,-1-1,1 1,-1 0,1-1,0 1,-1 0,1-1,0 1,0 0,-1 0,1-1,0 1,0 0,0 0,0-1,0 1,0 0,0 0,0-1,0 1,1 0,-1 0,0-1,0 1,1 0,-1-1,0 1,1 0,-1-1,0 1,1-1,-1 1,1 0,-1-1,1 1,0-1,-1 1,1-1,0 0,34 12,-24-10,-9-2,11 3,0 0,0 0,0 1,-1 1,0 0,0 1,0 0,-1 0,7 6,-17-11,0-1,0 1,0 0,0 0,0 0,0 0,0 0,0 0,-1 0,1 0,0 0,-1 0,1 1,-1-1,1 0,-1 0,0 0,1 1,-1-1,0 0,0 1,0-1,0 0,0 0,0 1,0-1,0 0,-1 1,1-1,0 0,-1 0,1 1,-1-1,1 0,-1 0,0 0,0 0,0 1,-40 32,38-33,-35 23,-2-2,0-2,-1-1,-11 1,32-13</inkml:trace>
  <inkml:trace contextRef="#ctx0" brushRef="#br0" timeOffset="29">9396 1819,'-18'0,"-1"1,0 0,1 1,0 1,0 1,0 1,-2 1,13-4,0 1,0 0,1 1,-1 0,1 0,0 0,0 0,0 1,1 0,0 0,0 1,0-1,0 1,1 0,0 0,0 1,1-1,0 1,-1 2,2-2,0 0,1 1,-1-1,1 0,1 1,0 0,0-1,0 1,1-1,0 1,0-1,1 0,0 1,0-1,1 0,-1 0,2 0,-1-1,5 7,94 115,-81-105,4 3,-1 2,-2 0,-1 1,17 31,-33-52,-1 1,0-1,0 1,-1 0,0 0,-1 0,0 1,0-1,-1 0,0 1,-1-1,0 1,-1-1,1 1,-2-1,1 0,-2 0,1 1,-1-1,0 0,-3 3,3-4,-1-1,0 0,0 0,-1 0,0-1,0 0,-1 0,1 0,-1 0,0-1,-1 0,0 0,1-1,-1 0,-1 0,1-1,-1 0,1 0,-1 0,0-1,7-2,-1 0,0 0,0 0,1 0,-1 0,0-1,1 1,-1-1,1 1,-1-1,0 1,1-1,-1 0,1 0,0 1,-1-1,1 0,-1-1,1 1,0 0,0 0,0 0,0-1,0 1,0-1,0 1,0 0,1-1,-1 0,0 1,1-1,-1 1,1-1,0 0,-1 1,1-1,0 0,0 1,0-1,1-1,9-71,10 17,2 2,3 0,2 1,14-16,12-27,-19 34,-3-2,-3 0,-2-2,7-37,-24 35,-8 69,-1 1,0-1,0 0,-1 1,1-1,0 0,0 1,0-1,0 0,0 1,0-1,0 0,0 1,-1-1,1 0,0 1,0-1,0 0,-1 0,1 1,0-1,0 0,-1 0,1 0,0 1,0-1,-1 0,1 0,0 0,-1 0,1 0,0 0,-1 0,1 1,0-1,-1 0,1 0,0 0,-1 0,1 0,0 0,-1-1,1 1,0 0,-1 0,1 0,0 0,-1 0,1 0,0 0,0-1,-1 1,1 0,0 0,0 0,-1-1,1 1,0 0,-11 29,2 1,1 0,1 0,1 1,2 0,1 14,-3 10,3 0,2-1,3 1,2 0,2 0,3-1,2-1,3 1,2-2,5 8,-3-22,-2-12</inkml:trace>
  <inkml:trace contextRef="#ctx0" brushRef="#br0" timeOffset="30">9546 2148,'496'0,"-410"8,-85-8,0 0,0 0,-1 0,1 1,0-1,0 0,0 0,-1 1,1-1,0 0,0 1,-1-1,1 1,0-1,-1 1,1-1,0 1,-1-1,1 1,-1 0,1-1,-1 1,1 0,-1 0,0-1,1 1,-1 0,0 0,1 0,-1-1,0 1,0 0,0 0,0 0,0 0,0 0,0-1,0 1,0 0,0 0,0 0,-1 0,1-1,0 1,-1 0,1 0,0-1,-1 1,1 0,-1 0,1-1,-1 1,0-1,1 1,-1 0,-38 33,-125 47,142-70,22-10,0-1,0 1,0-1,0 0,0 1,0-1,0 1,0-1,0 1,0-1,0 0,0 1,0-1,0 1,1-1,-1 1,0-1,0 0,1 1,-1-1,0 0,0 1,1-1,-1 0,0 1,1-1,-1 0,0 0,1 1,-1-1,1 0,-1 0,0 0,1 1,-1-1,1 0,-1 0,1 0,-1 0,0 0,1 0,-1 0,1 0,-1 0,1 0,-1 0,1 0,-1 0,0-1,1 1,-1 0,1 0,-1 0,0-1,1 1,-1 0,1-1,115-4,-91 2,0 1,0 1,0 2,0 0,0 1,24 6,-44-7,0 1,-1-1,1 1,0 0,-1 0,1 0,-1 0,1 1,-1 0,0 0,0 0,-1 1,1-1,-1 1,1 0,-1-1,0 2,-1-1,1 0,-1 1,1-1,-1 1,-1-1,1 1,-1 0,0 0,0 0,0 0,0 0,-1 0,0 0,0 0,-1 0,1 0,-1 0,0 0,-1 1,-2 7,0 0,-1 0,-1 0,0-1,-1 0,0 0,-1-1,0 1,-1-2,0 1,-1-1,0-1,0 0,-1 0,-1-1,1 0,-1-1,0-1,-1 0,0 0,-11 3,-39-6,35-9</inkml:trace>
  <inkml:trace contextRef="#ctx0" brushRef="#br0" timeOffset="31">6761 1396,'-25'-57,"24"57,1 0,-1 0,1 0,-1 0,1 0,-1 0,1 0,-1 0,1 0,-1 0,1 0,-1 0,1 0,-1 0,1 1,-1-1,1 0,-1 0,1 0,0 1,-1-1,1 0,-1 1,1-1,0 0,-1 1,1-1,0 0,-1 1,1-1,0 1,0-1,-1 1,1-1,0 0,0 1,0-1,0 1,0-1,-1 1,1-1,0 1,0-1,0 1,0-1,1 1,-1-1,0 1,0-1,0 1,0-1,0 1,1-1,-1 1,0-1,0 1,1-1,-1 0,1 1,-10 242,-58 570,48-635,-16 331,34-440</inkml:trace>
  <inkml:trace contextRef="#ctx0" brushRef="#br0" timeOffset="32">7239 304,'4'18,"5"17,-1 12,0 13,-2 8,-3 1,-3-1,-4-8,-2-10,1-12</inkml:trace>
  <inkml:trace contextRef="#ctx0" brushRef="#br0" timeOffset="33">7239 167,'2'-2,"1"1,0 0,0 0,0 0,0 0,0 0,0 1,0-1,0 1,0 0,0 0,0 0,0 1,0-1,0 0,0 1,0 0,-1 0,1 0,0 0,0 0,0 1,-1-1,1 1,-1 0,1 0,-1 0,2 2,17 12,-1 2,-1 1,-1 0,0 1,-2 1,0 0,-2 2,0-1,-1 2,-2 0,7 20,-10-25,-1 0,-1 1,-1 0,-1-1,0 1,-2 1,1 12,-3-25,0 1,-1 0,0 0,0-1,-1 1,0-1,0 1,-1-1,0 0,-1 0,1 0,-2 0,1-1,-1 1,0-1,0-1,-1 1,-6 5,-2-2,-1 1,0-2,-1 0,0-1,0-1,-1 0,1-1,-2-1,1 0,-1-2,1 0,-1 0,0-2,-9-1,-23-11,38 2</inkml:trace>
  <inkml:trace contextRef="#ctx0" brushRef="#br0" timeOffset="34">7771 413,'5'30,"-1"1,-2-1,-1 0,-1 1,-1-1,-2 1,-2-1,0 0,-3 4,5-24,2-9,0 0,0 0,1 1,-1-1,0 1,0-1,1 0,-1 1,1-1,0 1,-1-1,1 1,0 0,0-1,0 1,0-1,0 1,0-1,0 1,1 0,-1-1,1 1,-1-1,1 0,-1 1,1-1,0 1,0-1,0 0,-1 1,1-1,1 0,-1 0,0 0,0 0,0 0,0 0,1 0,-1 0,2 0,8-1,0-1,-1 0,1-1,0 0,0-1,-1 0,0-1,1 0,-1 0,-1-1,6-3,93-56,-83 46</inkml:trace>
  <inkml:trace contextRef="#ctx0" brushRef="#br0" timeOffset="35">8057 591,'-7'-7,"-2"0,1 6,1 14,4 20,3 20,1 19,1 19,-1 12,1-11</inkml:trace>
  <inkml:trace contextRef="#ctx0" brushRef="#br0" timeOffset="36">7525 2284,'0'-3,"-3"3,0 0</inkml:trace>
  <inkml:trace contextRef="#ctx0" brushRef="#br0" timeOffset="37">8030 1997,'0'2,"-2"4,-6 2,-5 8,-13 7,-14 9,-15 11,-16 8,-11 4,-4 2,2 0,7-4,11-7,13-6,15-11,12-12,12-9</inkml:trace>
  <inkml:trace contextRef="#ctx0" brushRef="#br0" timeOffset="38">7402 2038,'-3'-7,"3"5,7 11,10 15,13 16,16 13,16 10,15 5,4 0,4-2,-7-2,-9-6,-16-8,-18-13</inkml:trace>
  <inkml:trace contextRef="#ctx0" brushRef="#br0" timeOffset="39">5258 2202,'2'16,"-2"-10,0 0,1 0,0 0,0 0,0 0,1-1,0 1,0 0,0-1,1 1,0-1,0 0,0 0,0 0,1 0,4 4,-6-9,0 1,0-1,1 0,-1 0,0 1,1-2,-1 1,0 0,0 0,1-1,-1 1,0-1,0 0,0 0,1 1,-1-1,0-1,0 1,0 0,-1 0,1-1,0 1,0-1,-1 0,1 1,-1-1,0 0,1 0,-1 0,0 0,0 0,0 0,0 0,0 0,-1-1,1 1,-1 0,0 0,1-1,-1 1,0 0,0-2,1 0,0 0,0 0,-1 0,1 0,-1 0,1 1,-1-1,-1 0,1 0,0 0,-1 0,0 0,0 0,0 1,-1-1,1 0,-1 1,0-1,0 1,0-1,0 1,0 0,-1 0,0 0,1 0,-1 1,0-1,0 1,-1-1,1 1,0 0,-1 1,0-1,-1 2,0 1,0 0,0 1,0-1,0 1,1 0,-1 0,0 0,1 1,0 0,-1 0,1 0,1 0,-1 0,-2 3,-8 6,-14 9</inkml:trace>
  <inkml:trace contextRef="#ctx0" brushRef="#br0" timeOffset="40">4575 2242,'0'21,"9"51,-9-71,0 0,1 0,-1 0,0 0,1-1,-1 1,1 0,0 0,-1-1,1 1,-1-1,1 1,0 0,0-1,-1 1,1-1,0 1,0-1,0 0,0 1,-1-1,1 0,0 0,0 1,0-1,0 0,0 0,0 0,0 0,-1 0,1 0,0-1,0 1,0 0,0 0,0-1,0 1,-1 0,1-1,0 1,0-1,0 1,-1-1,1 1,0-1,-1 0,1 1,0-1,-1 0,1 1,-1-2,27-40,-26 39,1 0,-1 0,0 0,1 0,-2 0,1-1,0 1,-1 0,1 0,-1-1,0 1,0 0,0-1,-1 1,1 0,-1 0,0-1,1 1,-2 0,1 0,0 0,-1 0,1 0,-1 0,0 0,0 1,0-1,0 1,0-1,-1 1,1 0,-3-2,-54-5,27 10</inkml:trace>
  <inkml:trace contextRef="#ctx0" brushRef="#br0" timeOffset="41">3906 2229,'1'4,"-1"0,0 0,1 0,-1-1,1 1,0 0,1 0,-1-1,0 1,1 0,0-1,0 0,0 1,0-1,1 0,-1 0,1 0,0-1,0 1,0-1,0 1,0-1,0 0,1 0,-1 0,1-1,-1 1,1-1,0 0,0 0,0 0,-1 0,1-1,0 0,0 1,0-1,0-1,0 1,0-1,0 1,-2-2,1 1,0 0,-1-1,1 1,-1-1,0 0,0 0,1 0,-1 0,0 0,-1 0,1-1,0 1,-1-1,1 1,-1-1,0 0,0 1,0-1,0 0,0 0,-1 0,1 0,-1 1,0-1,0 0,0 0,0 0,0 0,-1 0,1 0,-1-2,0 0,0 0,0 0,-1 1,1-1,-1 1,0-1,0 1,-1-1,0 1,1 0,-1 0,-1 0,1 1,0-1,-1 1,0 0,-1-1,3 2,0 1,-1-1,1 1,-1-1,1 1,-1 0,0 0,1 0,-1 1,0-1,0 0,1 1,-1 0,0 0,0 0,0 0,0 0,1 0,-1 1,0 0,0-1,1 1,-1 0,0 0,1 0,-1 1,1-1,-1 1,1-1,0 1,0 0,-1 0,-6 10</inkml:trace>
  <inkml:trace contextRef="#ctx0" brushRef="#br0" timeOffset="42">3100 2188,'-3'4,"-1"-1,1 2,0-1,0 0,1 0,-1 1,1 0,0-1,0 1,0 0,1 0,0 0,0 0,0 0,0 1,1-1,0 0,0 0,1 0,-1 0,1 1,0-1,0 0,1 0,-1-1,1 1,0 0,1 0,-1-1,1 1,0-1,0 0,0 0,3 2,-5-5,1 0,0 0,0 0,0-1,0 1,0-1,0 1,0-1,0 1,0-1,0 0,1 0,-1 0,0-1,0 1,0 0,0-1,0 1,0-1,0 0,0 1,0-1,-1 0,1 0,0-1,0 1,-1 0,1 0,-1-1,1 1,-1-1,1 1,-1-1,0 0,33-64,-32 61,0 0,-1 0,1 0,-1 0,0 0,0 0,-1 0,0-1,0 1,0 0,0 0,-1 0,0 0,0 0,0 0,-1 0,0 0,0 0,0 0,0 1,-1-1,0 1,0 0,0 0,0 0,-1 0,1 0,-1 1,0-1,0 1,0 0,-1 0,1 1,-1-1,0 1,1 0,-1 0,-5 0,5 2,0 1,0 0,0 0,1 1,-1 0,0 0,1 0,-1 0,1 0,-1 1,1 0,0 0,0 0,1 1,-1-1,1 1,-1 0,1 0,0 0,1 0,-1 0,1 1,0 0,-1 1,-13 25</inkml:trace>
  <inkml:trace contextRef="#ctx0" brushRef="#br0" timeOffset="43">2131 1314,'0'17,"0"16,2 14,1 16,2 14,1 13,-2 16,0 13,-2 6,-1 4,0-4,4-10,3-12,6-12,2-15,1-18,-3-16,-3-16</inkml:trace>
  <inkml:trace contextRef="#ctx0" brushRef="#br0" timeOffset="44">998 1751,'7'19,"9"17,13 15,14 9,9 7,7 4,3 1,-3-3,-6 0,-7-4,-13-5,-10-11,-11-14</inkml:trace>
  <inkml:trace contextRef="#ctx0" brushRef="#br0" timeOffset="45">1476 1806,'-19'30,"-20"36,-19 38,-21 38,-18 28,-21 26,11-22</inkml:trace>
  <inkml:trace contextRef="#ctx0" brushRef="#br0" timeOffset="46">178 5125,'2660'0,"-1443"37,-713-15,665 28,-265-17,-176 2,-408-24,128 2,2-20,258-25,1177 33,-941 1,-335 23,649 41,-8-22,124-3,-669-9,-644-28,182 11,-102-11,-18 23,12-19,15 12,13 32,-123-32,-40-19</inkml:trace>
  <inkml:trace contextRef="#ctx0" brushRef="#br0" timeOffset="47">16046 3581,'0'64,"28"1244,-14-954,-19-321,0-57,19-26,-3 23</inkml:trace>
  <inkml:trace contextRef="#ctx0" brushRef="#br0" timeOffset="48">13397 3485,'-6'-46,"4"-25,10 100,10 216,-11 2,-11-1,-10 0,-15 29,-9-51,7-49,0 73,28-94,-3-174,2-28,3 21</inkml:trace>
  <inkml:trace contextRef="#ctx0" brushRef="#br0" timeOffset="49">14585 4196,'0'16,"0"17,0 15,-2 10,-3 10,-1 5,-2 1,-1 0,-3-3,0-8,1-8,1-13,1-17,2-13</inkml:trace>
  <inkml:trace contextRef="#ctx0" brushRef="#br0" timeOffset="50">14353 4114,'-7'-7,"-2"0,0 3,2 6,6 3,11 2,13 0,14-2,15-2,17-3,12-4,13-4,2-3,-2 0,-13 3,-20 4,-21 4</inkml:trace>
  <inkml:trace contextRef="#ctx0" brushRef="#br0" timeOffset="51">14886 4755,'210'-267,"-165"216,-44 51,0 0,0 0,0 0,0 0,0 0,0 0,0 0,0 0,0 0,0 0,-1 0,1 1,0-1,0 0,0 1,0-1,0 1,-1-1,1 1,0-1,0 1,-1 0,1-1,0 1,-1 0,1-1,-1 1,1 0,-1 0,1 0,-1-1,0 1,1 0,-1 0,0 0,0 0,1 0,-1 0,0 0,0 0,0 0,0 0,0-1,0 1,-1 0,1 0,0 0,0 0,-1 0,1 0,-1 0,1-1,-1 2,-20 258,16-200,1-8,-2 0,-2 0,-5 11,13-60,0 0,-1 0,1-1,-1 1,0 0,1 0,-1-1,0 1,-1 0,1-1,0 1,-1-1,0 1,1-1,-1 0,0 0,0 0,0 0,0 0,-1 0,1 0,0-1,-1 1,1-1,-1 0,0 0,1 0,-1 0,0 0,0 0,0-1,1 0,-1 1,0-1,0 0,0 0,0 0,0-1,1 1,-1-1,0 0,0 0,1 1,-1-2,0 1,-1-1,1 0,0 0,-1 0,1 0,0-1,0 1,0-1,0 0,1 0,-1 0,1 0,0 0,0-1,0 1,-1-3,3 4,1 1,-1 0,1 0,0 0,-1 0,1 0,0 0,0 0,0 0,0 0,0 0,0 0,0 0,0 1,0-1,0 0,0 1,0-1,0 1,1-1,-1 1,0 0,0-1,1 1,-1 0,0 0,1 0,-1 0,0 0,0 0,1 0,0 1,0-1,235 8,-123-9,-66-1</inkml:trace>
  <inkml:trace contextRef="#ctx0" brushRef="#br0" timeOffset="52">10720 3226,'31'-35,"-30"35,-1 0,1 0,0 0,0 0,0 1,0-1,-1 0,1 0,0 1,0-1,0 1,-1-1,1 0,0 1,-1-1,1 1,0 0,-1-1,1 1,-1 0,1-1,-1 1,1 0,-1-1,1 1,-1 0,0 0,1 0,-1-1,0 1,0 0,0 0,0 0,1 0,-1-1,0 2,20 137,-18-105,12 330,-16 0,-43 291,33-487,18-126,0-34</inkml:trace>
  <inkml:trace contextRef="#ctx0" brushRef="#br0" timeOffset="53">11922 3814,'-5'23,"-1"21,1 18,0 12,2 7,1 2,0-4,0-7,-1-8,0-8,-2-11,-1-13,-1-13</inkml:trace>
  <inkml:trace contextRef="#ctx0" brushRef="#br0" timeOffset="54">11635 3772,'-9'-9,"6"-3,15 0,25 0,26 0,24 2,15 2,7 8,-4 10,-12 14,-23 1</inkml:trace>
  <inkml:trace contextRef="#ctx0" brushRef="#br0" timeOffset="55">12209 4277,'16'-9,"1"1,-1 1,2 0,-1 2,1 0,-1 0,1 2,1 0,-1 1,15 1,-30 1,0-1,0 1,0 1,0-1,-1 0,1 1,0-1,0 1,-1 0,1 0,0 0,-1 0,1 1,-1-1,1 1,-1-1,0 1,0 0,0 0,0 0,0 0,0 0,0 0,0 1,-1-1,0 0,1 1,-1 0,0-1,0 1,0 0,0-1,-1 1,1 0,-1 0,-1 8,-1 0,-1 0,0 0,0-1,-1 1,0-1,-1 0,0 0,-1-1,0 1,0-1,-1-1,0 1,-3 1,6-5,-202 224,202-224,-41 64,45-68,-1 1,1-1,0 0,0 1,0-1,0 1,0-1,0 0,1 1,-1-1,0 1,1-1,-1 0,1 0,0 1,-1-1,1 0,0 0,0 1,-1-1,1 0,0 0,0 0,0 0,1 0,-1-1,0 1,0 0,0 0,1-1,-1 1,0-1,0 1,1-1,-1 1,1-1,-1 0,0 0,2 0,20 5,0-2,0 0,0-2,0 0,1-2,-1-1,0 0,0-2,-11 3,96-14,0-4,69-23,-111 23</inkml:trace>
  <inkml:trace contextRef="#ctx0" brushRef="#br0" timeOffset="56">8604 3130,'16'124,"1"110,-9 1,-12-1,-17 96,12-216,-5 53,8 0,9 43,2-159,1-15</inkml:trace>
  <inkml:trace contextRef="#ctx0" brushRef="#br0" timeOffset="57">9464 3840,'3'21,"2"19,1 16,-1 12,-1 7,-4 4,-3 1,-5-5,0-7,1-14,2-13,1-16,2-12</inkml:trace>
  <inkml:trace contextRef="#ctx0" brushRef="#br0" timeOffset="58">9191 3814,'4'-7,"17"-3,22 1,25 0,24 1,15 2,6 2,-8 6,-20 3</inkml:trace>
  <inkml:trace contextRef="#ctx0" brushRef="#br0" timeOffset="59">9642 4277,'25'-12,"1"1,0 2,1 0,0 2,0 1,1 1,0 1,13 1,-39 2,1 1,0-1,-1 1,1 0,0 0,-1 0,1 1,-1-1,1 0,-1 1,1 0,-1 0,1-1,-1 2,1-1,-1 0,0 0,0 1,1-1,-1 1,0 0,-1-1,1 1,0 0,0 0,-1 0,1 1,-1-1,0 0,1 0,-1 1,0-1,-1 1,1-1,0 1,-1-1,1 1,-1 0,0-1,0 2,-3 9,0 0,-1 0,-1 0,0 0,0-1,-2 1,1-2,-2 1,1-1,-2 0,1 0,-1-1,-1 0,-2 1,-33 34,44-44,1 0,0-1,-1 1,1 0,0 0,0-1,0 1,-1 0,1 0,0-1,0 1,0 0,0 0,1-1,-1 1,0 0,0 0,0-1,1 1,-1 0,0-1,1 1,-1 0,0-1,1 1,-1 0,1-1,-1 1,1-1,-1 1,1-1,-1 1,1-1,0 1,-1-1,1 0,0 1,-1-1,1 0,0 0,0 1,-1-1,1 0,0 0,0 0,-1 0,1 0,0 0,0 0,-1 0,1 0,0 0,0-1,-1 1,1 0,0 0,-1-1,1 1,0 0,-1-1,4 1,19 2,-3-1,1 0,-1 1,0 1,0 1,0 1,0 1,-1 0,1 2,-2 0,1 1,-1 1,-15-8,0 0,0 0,0 0,-1 0,1 0,-1 1,1-1,-1 1,0 0,0 0,0 0,-1 0,1 0,-1 0,1 0,-1 0,0 1,0-1,-1 0,1 1,-1-1,0 1,1-1,-2 0,1 1,0-1,-1 1,1-1,-1 0,0 1,0-1,0 0,-1 0,1 1,-1-1,1 0,-1-1,0 1,-1 0,0 0,-16 17,-1-2,-1-1,-1 0,0-2,-1 0,-1-2,0 0,-1-2,0 0,0-2,-3-1,-65 24</inkml:trace>
  <inkml:trace contextRef="#ctx0" brushRef="#br0" timeOffset="60">6515 3253,'0'0,"0"-1,0 0,-1 0,1 0,0 0,0 0,0 0,0 0,0 0,0 0,0 0,0 0,0 0,0 1,1-1,-1 0,0 0,1 0,-1 0,0 0,1 0,-1 1,1-1,-1 0,1 0,0 1,-1-1,1 0,0 1,0-1,-1 1,1-1,0 1,0-1,0 1,0-1,-1 1,1 0,0 0,0-1,0 1,0 0,0 0,0 0,0 0,0 0,0 0,0 0,25 71,-10 17,-4 0,-3 1,-4 57,-5 177,-14 0,-29 122,8-38,40-320,1-66</inkml:trace>
  <inkml:trace contextRef="#ctx0" brushRef="#br0" timeOffset="61">7621 4005,'0'18,"0"21,0 17,0 13,0 9,0 5,-3 0,0-5,-2-9,0-11,-2-13,-2-15,-2-12,1-9</inkml:trace>
  <inkml:trace contextRef="#ctx0" brushRef="#br0" timeOffset="62">7265 3950,'-4'-5,"9"-1,19 0,25-1,26-2,18-3,11-3,0 1,-8 3,-15 4,-21 8,-22 3</inkml:trace>
  <inkml:trace contextRef="#ctx0" brushRef="#br0" timeOffset="63">7949 4169,'-31'176,"16"-96,2 1,1 46,12-124,-1 0,0 0,1 0,0-1,0 1,0 0,0 0,0 0,0 0,1-1,0 1,-1 0,1 0,0-1,0 1,0 0,1-1,-1 1,1-1,-1 0,1 1,0-1,0 0,0 0,0 0,0 0,0-1,1 1,-1 0,1-1,-1 0,1 1,8-2,-1 1,1-1,0-1,-1 0,1 0,0-1,-1-1,0 0,1 0,-1-1,0 0,-1-1,7-3,-13 6,123-66,-97 48</inkml:trace>
  <inkml:trace contextRef="#ctx0" brushRef="#br0" timeOffset="64">8180 4373,'-2'-4,"-1"0,2 8,4 15,2 18,-1 20,0 17,-4 16,-4 13,-3 12,-6 8,-7 1,0-20</inkml:trace>
  <inkml:trace contextRef="#ctx0" brushRef="#br0" timeOffset="65">17699 4332,'-14'-7,"-19"5,-21 14,-19 17,-13 15,-6 14,2 6,8 2,14-2,17-3,16-9,14-13</inkml:trace>
  <inkml:trace contextRef="#ctx0" brushRef="#br0" timeOffset="66">17057 4401,'-12'-21,"-6"-14,-2-5,10 10,14 20,27 26,28 26,29 25,24 19,13 17,-5 10,-23-12</inkml:trace>
  <inkml:trace contextRef="#ctx0" brushRef="#br0" timeOffset="67">5163 4005,'0'5,"0"0,1 0,0-1,0 1,0 0,0 0,1 0,0-1,0 1,0-1,1 1,-1-1,1 0,0 0,0 0,1 0,-1-1,1 1,0-1,0 0,0 0,0-1,0 1,0-1,1 1,0-2,-1 1,1 0,0-1,0 0,0 0,0 0,-4-1,1 0,0 0,-1 0,1-1,0 1,-1 0,1-1,-1 1,1-1,-1 0,1 1,-1-1,1 0,-1 0,0 0,1 0,-1 0,0 0,0 0,0-1,0 1,0 0,0-1,0 1,0 0,0-1,-1 1,1-1,-1 1,1-1,-1 0,0 1,1-1,-1 1,0-1,0 0,0 1,0-1,0 0,-1-1,-19-65,17 63,-1 1,0 0,0 0,-1 0,1 0,-1 1,1-1,-1 1,0 1,-1-1,1 1,0 0,-1 0,1 0,-1 1,1-1,-1 2,0-1,0 0,1 1,-1 0,0 1,0-1,1 1,-1 0,0 1,0-1,-26 8</inkml:trace>
  <inkml:trace contextRef="#ctx0" brushRef="#br0" timeOffset="68">4016 4086,'5'22,"-4"-16,0-1,0 1,0 0,1-1,0 1,0-1,0 0,1 1,0-1,0 0,0-1,1 1,-1-1,1 1,-3-5,1 0,-1 0,0 0,0 0,0 0,0 0,0-1,0 1,0 0,0 0,0-1,0 1,0-1,0 1,0-1,0 0,0 1,0-1,0 0,0 0,-1 1,1-1,0 0,-1 0,1 0,0 0,-1 0,1 0,-1 0,0 0,1 0,-1 0,0 0,0 0,1 0,-1 0,0-1,0 1,0 0,0 0,-1 0,1 0,0 0,0 0,-1-1,1-2,0 0,-1 1,1-1,-1 1,0-1,0 1,-1-1,1 1,0 0,-1 0,0-1,0 1,0 0,0 0,-1 1,1-1,-1 0,1 1,-1 0,0-1,0 1,0 0,0 1,0-1,-1 0,1 1,0 0,-2-1,-2 0,0 0,0 0,0 1,0-1,-1 2,1-1,0 1,-1 0,1 0,-1 1,1 0,0 1,-5 0,-49 30,35-13</inkml:trace>
  <inkml:trace contextRef="#ctx0" brushRef="#br0" timeOffset="69">3401 4209,'0'12,"0"5,2 4,4-3,2-5,3-5,-1-11,-2-5,-2-8,-3-2,-3-3,-5 0,-6 3,-8 5,-7 4,0 5</inkml:trace>
  <inkml:trace contextRef="#ctx0" brushRef="#br0" timeOffset="70">2813 4209,'5'16,"1"8,3 0,-1-9,-2-12,1-10,-2-7,0-6,-2-4,-2 3</inkml:trace>
  <inkml:trace contextRef="#ctx0" brushRef="#br0" timeOffset="71">2199 3049,'23'939,"-35"-612,2 134,12-408,4-1,1 1,3-1,12 39,-11-57</inkml:trace>
  <inkml:trace contextRef="#ctx0" brushRef="#br0" timeOffset="72">1476 3772,'-5'19,"-8"22,-12 22,-12 20,-15 14,-9 7,-7 0,2-7,7-12,11-19,15-20</inkml:trace>
  <inkml:trace contextRef="#ctx0" brushRef="#br0" timeOffset="73">1079 3868,'9'16,"18"20,19 19,24 15,20 11,16 9,4 10,-9 8,-23-14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38:12.80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0,'1334'1,"-1082"7,-191 3,-50-3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38:13.22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22 24,'1'1,"-1"-1,0 1,1 0,-1-1,0 1,0-1,0 1,0 0,0-1,1 1,-1-1,0 1,0 0,-1-1,1 1,0 0,0-1,0 1,0-1,0 1,-1-1,1 1,0 0,0-1,-1 1,1-1,-1 1,1-1,0 1,-1-1,1 0,-1 1,1-1,-1 1,1-1,-1 0,1 1,-1-1,1 0,-1 0,0 0,1 1,-1-1,1 0,-1 0,0 0,1 0,-1 0,0 0,1 0,-1 0,1 0,-1 0,0 0,1-1,-1 1,1 0,-1 0,1-1,-1 1,0 0,1-1,-1 1,1 0,-1-1,1 6,1 0,0 0,0 0,0 0,0-1,1 1,0 0,0-1,0 1,1-1,-1 1,1-1,0 0,0 0,1-1,-1 1,1 0,-1-1,1 0,0 0,1 0,-1-1,0 1,1-1,-1 0,1 0,0-1,2 1,-6-2,1 0,0 0,0-1,0 1,0 0,-1-1,1 0,0 1,0-1,-1 0,1 0,-1 0,1 0,-1 0,1 0,-1 0,0-1,1 1,-1 0,0-1,0 1,0-1,0 1,0-1,0 0,0 1,-1-1,1 0,-1 0,1 0,-1 1,0-3,2-60,-2 62,0 0,-1 0,1 0,0 0,-1 0,0 0,1 0,-1 0,0 0,0 1,0-1,0 0,0 1,-1-1,1 1,0-1,-1 1,1-1,-1 1,0 0,1 0,-1 0,0 0,0 0,1 0,-1 0,0 1,0-1,0 1,0-1,0 1,0 0,0 0,0 0,0 0,0 0,0 0,0 0,0 1,0-1,0 1,0 0,0-1,1 1,-1 0,0 0,0 0,1 0,-2 1,-19 43,15-18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38:13.49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49 120,'9'-3,"4"-5,-2-3,-1-5,-3-2,-5 0,-6 1,-6 3,-4 3,-1 7,-2 9,1 5,3 5,3 6,9 1,13-3,14-7,2-6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38:11.43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109 124,'-9'9,"0"0,0 1,1 1,1-1,0 1,0 0,1 1,1 0,-1 0,2 0,0 0,1 1,0 0,0-1,2 1,-1 5,-3 3,1-1,1 1,1 0,1-1,1 1,1 0,0 0,2 0,0-1,1 1,2-1,0 0,1 0,0-1,2 0,0 0,12 15,-19-30,1 0,0 0,1-1,-1 1,1-1,-1 0,1 0,0 0,0 0,0-1,1 0,-1 0,1 0,-1 0,1 0,0-1,-1 0,1 0,0-1,0 1,0-1,0 0,-1 0,1 0,0-1,0 0,0 0,-1 0,1-1,0 1,-1-1,1 0,-1 0,0-1,0 1,1-2,3-3,0 0,-1-1,-1 0,1 0,-1-1,-1 0,0 0,0 0,0 0,-1-1,-1 0,0 0,0 0,0-7,13-148,-15 134,-2 0,0 0,-2 0,-1 0,-2 0,-1 1,-1 0,-2 0,-1 1,-1 0,-8-11,-21-4,40 43,-1 0,1 1,0-1,-1 0,1 1,-1-1,0 1,1 0,-1 0,1-1,-1 1,1 0,-1 0,0 1,1-1,-1 0,1 0,-1 1,1-1,-1 1,1-1,-1 1,1 0,-1 0,1-1,0 1,0 0,-1 0,1 0,0 1,0-1,0 0,0 0,0 0,0 2,-8 11,1 0,1 1,0 0,2 1,-1-1,2 1,0 0,1 1,0-1,1 5,-2 7,2-1,0 0,2 1,1-1,1 1,1-1,6 24,10 13</inkml:trace>
  <inkml:trace contextRef="#ctx0" brushRef="#br0" timeOffset="538.6">504 55,'-8'-55,"4"71,0 134,7 0,13 73,-15-206,-1-11,0-1,1 0,-1 0,1 0,0 0,0 1,0-1,1-1,0 1,0 0,0 0,2 2,-3-6,-1-1,1 0,-1 0,1 0,-1 0,1 0,-1 0,1 0,-1 0,1 0,-1 0,1 0,-1 0,1-1,-1 1,1 0,-1 0,1 0,-1-1,1 1,-1 0,0-1,1 1,-1 0,0-1,1 1,-1 0,0-1,1 1,-1-1,0 1,1 0,-1-1,0 1,0-1,0 1,0-1,0 1,1-1,-1 1,0-1,0 1,0-1,0 0,20-75,-18 65,0 0,0 0,1 0,0 0,1 0,1 1,-1-1,2 1,-1 0,2 1,-1 0,3-3,-8 10,1 1,0-1,-1 1,1-1,0 1,-1 0,1 0,0 0,0 0,0 0,0 0,0 1,0-1,0 0,1 1,-1 0,0-1,0 1,0 0,0 0,0 0,1 1,-1-1,0 0,0 1,0 0,0-1,0 1,0 0,0 0,0 0,0 0,0 0,-1 0,1 1,0-1,-1 1,1-1,-1 1,2 1,48 77,-44-65,0 1,0 0,-2 0,0 0,-1 1,0 0,-1 0,-1 6,-2-20,0-1,0 1,-1-1,1 1,-1 0,0-1,1 0,-1 1,0-1,-1 1,1-1,0 0,-1 0,1 0,-1 0,1 0,-1 0,0 0,0 0,0-1,0 1,0-1,0 1,-1-1,1 0,0 0,-1 0,-2 1,-72 14,-11-12,85-6,9-2</inkml:trace>
  <inkml:trace contextRef="#ctx0" brushRef="#br0" timeOffset="923.571">1352 260,'-11'-4,"1"1,-1 1,1 0,-1 0,0 1,0 0,0 1,0 0,0 1,1 0,-1 1,0 0,1 0,-1 1,1 1,0 0,0 0,0 1,0 0,1 1,0 0,0 0,1 1,-1 0,7-3,-1-1,1 1,0 0,0 0,0 0,1-1,-1 2,1-1,0 0,0 0,0 0,1 0,-1 1,1-1,0 0,1 1,-1-1,1 0,-1 0,1 0,1 1,-1-1,0 0,1 0,0-1,0 1,0 0,0-1,1 1,0-1,-1 1,1-1,0 0,1 0,-1-1,0 1,1-1,1 1,130 75,-114-69,-1 0,1 2,-2 1,1 0,-2 2,0 0,0 1,9 11,-24-24,-1 0,1 0,-1 1,0-1,0 0,0 1,0-1,0 1,-1 0,1-1,-1 1,0 0,1 0,-1 0,-1 0,1 0,0 0,-1 0,0 1,1-1,-1 0,0 0,-1 0,1 0,-1 0,1 0,-1 1,0-1,0-1,0 1,0 0,-1 0,1 0,-1 0,0-1,0 1,0-1,0 1,-13 5,-1 0,0-1,0-1,0 0,-1-1,1-1,-1-1,0 0,0-1,-1-1,-10 0,27-1,-50 2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38:22.56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0 279,'0'0,"1"0,-1 1,0-1,0 0,0 0,0 1,0-1,1 0,-1 0,0 0,0 1,0-1,1 0,-1 0,0 0,0 0,1 0,-1 1,0-1,0 0,1 0,-1 0,0 0,1 0,-1 0,0 0,0 0,1 0,-1 0,0 0,0 0,1 0,-1 0,0 0,1 0,-1 0,0-1,0 1,1 0,-1 0,0 0,0 0,0 0,1-1,-1 1,0 0,0 0,0 0,1-1,-1 1,0 0,0 0,0-1,0 1,0 0,0 0,1-1,-1 1,0 0,0-1,0 1,0 0,0 0,0-1,0 1,0 0,8 23,0 24,-2 1,-2-1,-2 29,1 2,-1-38,-2-13,0-1,3 1,0-1,1 0,2 0,1 0,9 24,-14-46,1 0,0 0,0 0,0 0,0 0,0-1,1 0,0 1,-1-1,1 0,0-1,1 1,-1-1,0 0,1 0,0 0,-1 0,1-1,0 0,-1 0,1 0,0-1,0 1,117-8,-108 6,258-37,-216 31</inkml:trace>
  <inkml:trace contextRef="#ctx0" brushRef="#br0" timeOffset="402.948">901 730,'-12'-10,"-1"0,0 2,-1-1,1 2,-2-1,1 2,-1 0,-4 0,13 4,0 0,0 1,0 0,0 0,-1 0,1 1,0 0,-1 0,1 0,0 1,0 0,-1 1,1-1,0 1,0 0,0 0,1 1,-1 0,0 0,1 0,-5 4,8-5,-1 0,1 0,0 1,-1-1,1 0,0 1,1-1,-1 1,0 0,1-1,-1 1,1 0,0 0,0 0,0 0,0 0,1 0,-1 0,1 0,0 1,0-1,0 0,0 0,0 0,1 0,-1 0,1 1,0-1,0 0,0 0,0-1,1 1,-1 0,1 0,0-1,0 1,0-1,0 1,0-1,0 0,1 0,1 2,7 2,0 0,0-1,0 0,1-1,0-1,-1 1,1-2,0 0,1 0,-1-1,0-1,0 0,1 0,-1-1,0-1,0 0,0-1,0 0,0-1,1-1,-7 3,0 0,0-1,0 1,0-2,0 1,-1 0,0-1,0 0,0-1,0 1,-1-1,1 0,-1 0,0 0,-1 0,1-1,-1 1,0-1,-1 0,1 0,-1 0,1-5,-3 10,1 0,-1 1,1-1,-1 0,0 0,1 1,-1-1,0 0,0 0,0 1,0-1,1 0,-1 0,0 0,0 1,0-1,-1 0,1 0,0 0,0 1,0-1,0 0,-1 0,1 1,0-1,-1 0,1 1,-1-1,1 0,-1 1,1-1,-1 1,1-1,-1 0,0 1,1-1,-1 1,0 0,1-1,-1 1,0 0,1-1,-1 1,0 0,0 0,1-1,-1 1,0 0,0 0,0 0,1 0,-1 0,0 0,0 0,0 1,1-1,-1 0,0 0,0 1,1-1,-2 1,2 2,-1 0,0 0,1 0,-1 0,1 0,0 0,0 0,0 0,0 0,1 1,-1-1,1 0,0 0,0 0,0 0,0-1,0 1,1 0,-1 0,1-1,0 1,0-1,0 1,0-1,0 0,0 0,1 0,-1 0,1 0,-1 0,3 0,87 41,-42-28</inkml:trace>
  <inkml:trace contextRef="#ctx0" brushRef="#br0" timeOffset="857.734">1666 675,'-18'-2,"5"-1,-1 0,0 1,0 1,0 0,0 1,0 0,0 1,0 1,1 0,-1 1,0 0,1 2,0-1,0 1,0 1,-8 5,19-9,0 0,-1 0,1 1,0-1,0 1,0 0,1-1,-1 1,1 0,-1 0,1 0,0 0,0 0,0 1,1-1,-1 0,1 0,-1 0,1 1,0-1,1 0,-1 0,0 1,1-1,0 0,0 0,0 0,0 0,0 0,1 0,-1 0,1 0,0 0,0-1,0 1,0-1,0 1,0-1,1 0,-1 0,1 0,-1 0,1 0,1 0,5 3,0-1,-1 0,1 0,0-1,1 0,-1 0,1-1,-1-1,1 1,0-1,-1-1,1 0,0-1,0 1,-1-2,1 1,-1-1,1-1,-1 0,0 0,0-1,0 0,0-1,-1 0,0 0,0 0,0-1,-1-1,0 1,0-1,0 0,-1-1,0 0,0 0,-1 0,0 0,-1-1,5-17,-2 0,-2 0,0 0,-1-1,-2 0,-1 0,0 1,-5-27,3 15,-10-194,-3 189,12 44,1-1,0 0,0 0,0 0,0 1,0-1,0 1,0-1,0 1,0-1,0 1,0-1,0 1,0 0,1 0,-1-1,0 1,0 0,1 0,-1 0,0 0,1 0,-1 0,1 0,-1 0,1 0,0 0,-1 0,1 0,0 1,-1-1,-8 24,0 0,1 1,2 0,1 0,1 0,1 1,1 23,1-20,1 0,2 0,1 0,1 0,1 0,2-1,1 0,6 12,-8-25,0-1,2-1,-1 1,1-1,1-1,1 1,0-1,1-1,0 0,0-1,1 0,1 0,0-2,1 1,-1-2,5 2,28 9</inkml:trace>
  <inkml:trace contextRef="#ctx0" brushRef="#br0" timeOffset="1873.47">2281 689,'-17'-7,"0"2,0 0,0 1,0 1,0 0,-12 1,24 1,-1 1,1 0,-1 1,1-1,-1 1,1 0,0 0,0 1,-1-1,1 1,0 1,0-1,1 1,-1-1,0 1,1 1,0-1,0 0,0 1,0 0,0 0,1 0,-1 2,2-2,1 0,-1 0,1 0,0 0,0 0,0 1,1-1,-1 0,1 1,0-1,0 0,1 1,-1-1,1 0,0 1,0-1,1 0,-1 0,1 0,0 0,0 0,0 0,1-1,-1 1,1-1,0 1,0-1,0 0,0 0,0 0,1-1,0 1,-1-1,1 0,0 0,0 0,0-1,0 1,0-1,0 0,1 0,-1 0,1 0,3 1,0 1,0-1,0-1,0 1,0-1,0-1,0 1,0-1,0-1,0 1,0-1,0-1,0 0,0 0,0 0,-1-1,1 0,-1-1,1 0,-1 0,-1 0,1-1,-1 0,1 0,-1-1,-1 1,1-1,-1-1,0 1,0-1,5-16,-1-1,-1 0,-1 0,0-1,-3 1,0-1,-1 0,-1 0,-2-18,2 13,6-357,-16 300,8 86,0 0,0 0,-1 1,1-1,0 0,0 1,0-1,0 0,-1 0,1 1,0-1,-1 1,1-1,-1 0,1 1,0-1,-1 1,1-1,-1 1,1-1,-1 1,0-1,1 1,-1-1,0 1,1 0,-1 0,0-1,1 1,-1 0,0 0,1 0,-1-1,0 1,0 0,1 0,-1 0,0 0,1 0,-1 1,0-1,0 0,1 0,-1 0,-24 25,8 4,1 2,2 0,1 1,1 0,2 0,1 2,2-1,1 1,0 19,3-23,1 1,2-1,0 1,3-1,0 1,2-1,1 0,9 26,-9-39,0-1,0 0,2 0,0-1,1 0,0 0,1-1,1 0,0-1,1 0,0-1,1 0,0-1,1-1,0 0,5 2,-13-8,1 0,-1-1,1 0,-1 0,1-1,0 0,0 0,0 0,0-1,0 0,0-1,1 1,-1-1,0-1,0 1,0-1,0-1,0 1,0-1,0 0,0-1,0 0,-1 0,1 0,-1-1,0 0,0 0,-1 0,1-1,-1 0,0 0,0 0,0-1,3-5,-1-2,0-1,-1 1,-1-1,0 0,-1 0,0-1,-1 0,-1 1,0-1,-1 0,-1 0,0 0,-1-3,1 16,0 0,1 0,-1 0,0 0,-1 0,1 0,0 0,-1 0,1 0,-1 0,1 0,-1 0,0 0,0 0,0 0,0 0,0 1,0-1,0 0,-1 1,1-1,-1 1,1 0,-1-1,0 1,1 0,-1 0,0 0,0 0,0 0,0 0,1 1,-1-1,0 0,-2 1,1 3,0 0,1 1,-1-1,0 1,1-1,0 1,0 0,0 0,1 0,-1 0,1 1,0-1,0 0,0 0,1 1,-1-1,1 1,0-1,0 0,1 1,0 3,1 4,-1-1,1 0,1 1,0-1,1 0,0-1,0 1,2-1,-1 1,1-1,0-1,1 1,0-1,1-1,0 1,0-1,1-1,-1 1,2-1,-1-1,1 0,0 0,0-1,1 0,0-1,0 0,0-1,5 1,-12-4,1 1,-1-1,1 0,0-1,-1 1,1-1,-1 0,1 0,-1 0,0 0,1-1,-1 0,0 0,0 0,0 0,0-1,0 0,-1 1,1-1,-1-1,0 1,0 0,0-1,0 0,0 1,-1-1,0 0,0-1,6-9,-2-1,0 0,-1-1,0 1,-1-1,-1 0,0-6,3-32,-2-1,-3 1,-3-22,-4 34,9 57,6-6,0 0,0-1,1 0,0-1,1 0,-1 0,1-1,1-1,-1 0,1 0,0-1,0-1,0 0,1 0,1-1,-13-2,197 43,-197-43,1 0,0 0,-1 0,1 0,-1 0,1 1,-1-1,1 1,-1-1,1 1,-1 0,0-1,1 1,-1 0,0 0,1 0,-1 0,0 0,0 0,0 0,0 0,0 1,0-1,0 0,0 1,-1-1,1 0,0 1,-1-1,1 1,-1-1,0 1,1-1,-1 1,0-1,0 1,0 0,0-1,0 1,-1 0,-92 124,92-123,1-1,-1 0,1 0,-1 0,1 1,0-1,0 0,-1 0,2 1,-1-1,0 0,0 0,1 1,-1-1,1 0,0 0,0 0,0 0,0 0,0 0,0 0,0 0,1 0,-1 0,0 0,1-1,0 1,-1-1,1 1,1-1,66 31,-11-20,1-3,-1-2,2-3,-1-2,3-3,-57 1,91-1,-15-3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38:20.05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6176 531,'2'21,"4"21,2 19,3 16,1 13,2 8,-3 3,-2-1,-3-4,-3-5,-6-8,-5-11,-1-18</inkml:trace>
  <inkml:trace contextRef="#ctx0" brushRef="#br0" timeOffset="303.188">6094 722,'4'-117,"-4"115,1 0,0-1,-1 1,1 0,0 0,0 0,0 0,0 0,1 1,-1-1,0 0,1 0,-1 1,1-1,0 1,-1-1,1 1,0 0,0 0,0 0,0 0,0 0,0 0,0 0,0 1,0-1,0 1,1 0,-1-1,0 1,0 0,1 0,-1 0,1 1,75 20,-64-14,1 0,-1 1,-1 0,1 1,-2 0,1 1,-1 1,0 0,-1 1,-1 0,0 0,0 1,-1 0,4 11,-11-22,-1 1,0 0,0 0,0 0,0 0,0 1,0-1,-1 0,1 0,-1 0,0 1,0-1,-1 0,1 0,0 1,-1-1,0 0,0 0,0 0,0 0,0 0,-1 0,0 0,1 0,-1-1,0 1,0-1,0 1,0-1,-1 0,1 0,-1 0,1 0,-1 0,0 0,0-1,0 1,-1-1,-5 4,-1-2,-1 1,1-1,-1-1,1 0,-1-1,1 0,-1 0,0-1,0 0,1-1,-1 0,0-1,-6-2,-1-3</inkml:trace>
  <inkml:trace contextRef="#ctx0" brushRef="#br0" timeOffset="1075.129">6490 899,'13'-52,"-2"-1,-3 0,-1-1,-4 1,-1-1,-4-19,3 71,-1-1,0 1,0-1,0 1,0-1,0 1,0-1,-1 1,1-1,-1 1,0 0,0-1,0 1,0 0,0-1,0 1,-1 0,1 0,-1 0,1 0,-1 0,0 1,0-1,1 0,-1 1,-1-1,2 2,1 1,-1-1,0 0,1 1,-1-1,1 1,-1-1,1 1,-1-1,1 1,-1 0,1-1,-1 1,1-1,0 1,-1 0,1 0,0-1,0 1,-1 0,1-1,0 1,0 0,0 0,0-1,0 1,0 0,0 0,0-1,0 1,1 0,-1-1,0 1,0 0,1 0,-1-1,0 1,1-1,-1 1,0 0,1-1,-1 1,1-1,0 1,5 5,0 0,1 0,0-1,0 0,0 0,1-1,-1 0,1-1,0 1,0-1,1-1,-1 0,7 1,-5 0,41 10,-37-11,1 1,-2 1,1 0,0 1,-1 0,0 1,0 0,5 5,-13-6,-1 0,0 0,-1 1,1 0,-1 0,0 0,0 0,-1 0,0 0,0 1,0-1,-1 1,0-1,0 1,-1 0,0-1,0 1,-1 0,1-1,-1 1,-1 0,1-1,-1 46,2-50,0 1,1 0,-1 0,1-1,0 1,0 0,0-1,0 1,0-1,1 0,-1 1,1-1,-1 0,1 0,0 1,0-2,0 1,0 0,0 0,1-1,-1 1,0-1,1 1,-1-1,1 0,0 0,-1 0,3 0,79 8,-60-11,0 0,-1-2,1 0,-1-2,0 0,6-4,-28 10,-1-1,1 1,-1-1,1 1,-1-1,1 1,0 0,-1-1,1 1,0 0,-1-1,1 1,0 0,-1 0,1 0,0-1,0 1,-1 0,1 0,0 0,0 0,-1 0,1 1,0-1,0 0,-1 0,1 0,0 1,-1-1,1 0,0 1,-1-1,1 0,0 1,-1-1,1 1,-1-1,1 1,-1-1,1 1,-1-1,1 1,-1 0,0-1,1 1,-1 0,0-1,0 1,1 0,0 3,1 0,1 0,-1 0,0 0,1 0,0-1,0 1,0-1,0 0,0 0,1 0,-1 0,1-1,0 1,0-1,0 0,0 0,0-1,0 1,1-1,3 1,98 6,-101-8,0 0,0 0,0 0,-1 0,1-1,0 0,0 0,0 0,-1-1,1 1,-1-1,1 0,-1-1,0 1,1-1,-1 1,-1-1,1-1,0 1,-1 0,0-1,1 0,-1 0,-1 0,1 0,-1 0,1 0,-1-1,0 1,-1-1,1 0,-1 1,0-1,0-2,-1 0,0 1,0-1,0 0,-1 1,0-1,-1 1,0 0,0-1,0 1,-1 0,1 0,-1 0,-1 0,1 1,-1-1,0 1,0 0,-1 0,0 0,0 1,0 0,0 0,0 0,-1 0,0 1,0 0,0 0,0 1,0-1,0 1,-1 1,1-1,-1 1,1 0,-1 1,1 0,-1 0,0 0,1 0,-1 1,1 1,-1-1,1 1,-1 0,1 0,0 1,0-1,0 1,0 1,1-1,-1 1,-3 4,6-6,1 1,-1 0,1 1,0-1,0 0,0 1,0-1,1 1,-1-1,1 1,0 0,0-1,0 1,1 0,-1 0,1 0,0 0,0 0,0 0,1 0,-1-1,1 1,0 0,0 0,0-1,1 1,-1 0,1-1,0 1,0-1,0 0,0 0,1 0,-1 0,1 0,1 1,5 4,0 0,0-1,1 0,0-1,1 0,0-1,10 5,31 9</inkml:trace>
  <inkml:trace contextRef="#ctx0" brushRef="#br0" timeOffset="1632.675">7855 777,'0'-11,"-1"0,0 0,-1 0,-1 0,0 0,0 1,-1-1,0 1,-1 0,0 0,0 1,-1-1,-1 1,1 0,-1 1,-1 0,0 0,0 1,0-1,-1 2,-9-6,15 11,-1 0,0 0,0 0,1 1,-1-1,0 1,0 0,0 0,0 0,1 1,-1-1,0 1,0 0,1 0,-1 1,0-1,1 1,-1-1,1 1,0 0,0 1,0-1,0 0,0 1,0 0,0-1,1 1,-1 0,1 0,0 1,-1 2,-1-1,1 1,0-1,1 1,-1 0,1 0,0 0,1 0,-1 0,1 0,0 0,1 1,0-1,0 0,0 0,0 1,1-1,0 0,1 0,0 3,1-3,0-1,1 1,-1-1,1 0,0 0,0 0,1 0,-1-1,1 0,0 0,1 0,-1-1,0 1,1-1,0-1,0 1,0-1,0 0,0 0,3 0,4 1,-1-1,1 0,0 0,0-2,0 1,0-2,0 0,0 0,9-3,-19 4,0-1,0 1,0-1,0 0,0 0,0 0,0 0,0-1,0 1,-1-1,1 1,-1-1,1 0,-1 0,0 0,1-1,-1 1,0 0,0-1,-1 1,1-1,-1 0,1 0,0-2,-2 5,0 0,0 1,0-1,0 0,0 1,0-1,0 0,0 1,0-1,-1 0,1 1,0-1,0 0,0 1,0-1,-1 0,1 0,0 1,0-1,-1 0,1 0,0 1,0-1,-1 0,1 0,0 0,-1 0,1 1,0-1,-1 0,1 0,0 0,-1 0,1 0,0 0,-1 0,1 0,0 0,-1 0,1 0,0 0,-1 0,1 0,0 0,-1-1,1 1,0 0,0 0,-1 0,1 0,0-1,-1 1,1 0,0 0,0 0,-1-1,1 1,0 0,0 0,0-1,-1 1,1 0,0-1,0 1,0 0,0-1,0 1,-5 11,0 0,2 1,-1 0,1 0,1 0,0 0,1 0,0 0,1 0,0 0,2 4,47 578,-49-575,0-1,-2 1,0-1,0 0,-2 0,-4 13,7-27,0 1,-1-1,0 0,1 1,-2-1,1 0,0 0,-1 0,0-1,0 1,0-1,0 1,0-1,-1 0,0 0,1 0,-1-1,0 0,0 1,0-1,-1-1,1 1,-1 0,1-1,-1 0,1 0,-1-1,-3 1,3-1,-1-1,1 1,0-1,-1-1,1 1,0-1,0 0,0 0,0 0,1-1,-1 1,0-1,1 0,0-1,0 1,0-1,0 0,0 0,1 0,0 0,-3-5,-48-104,45 85,1 1,1-2,1 1,2-1,1 1,1-1,1 0,2 0,4-27,-4 49,0 1,0-1,0 1,1 0,0 0,1-1,-1 1,1 1,1-1,-1 0,1 1,-1-1,2 1,-1 0,0 1,1-1,0 1,0 0,0 0,1 0,0 1,-1 0,1 0,0 0,4-1,20-3,-3 1</inkml:trace>
  <inkml:trace contextRef="#ctx0" brushRef="#br0" timeOffset="1885.005">8184 941,'0'-3,"2"3,3 0,1 0</inkml:trace>
  <inkml:trace contextRef="#ctx0" brushRef="#br0" timeOffset="-3500.806">3 1105,'-1'-8,"0"0,1 0,0 1,0-1,1 0,0 0,0 0,1 1,0-1,0 1,3-5,-1-1,11-38,2 2,2 0,8-10,3 17,-29 41,0 1,0-1,0 0,0 1,0-1,0 1,0-1,0 1,0-1,0 1,1 0,-1 0,0 0,0 0,0-1,1 2,-1-1,0 0,0 0,0 0,1 0,-1 1,0-1,0 1,0-1,0 1,0-1,0 1,0-1,0 1,0 0,0 0,0 0,0-1,0 1,-1 0,1 0,0 0,0 1,98 159,-94-152,1 1,1 1,-2 0,1 0,-1 1,-1-1,0 1,-1 0,0 0,-1 1,0-1,-3-10,1 0,-1-1,0 1,1-1,-1 1,0-1,0 1,0-1,0 0,0 1,0-1,0 0,0 0,-1 0,1 0,0 0,-1 0,1 0,-1 0,1-1,-1 1,1 0,-1-1,0 1,1-1,-1 0,0 1,1-1,-1 0,0 0,1 0,-1 0,0-1,1 1,-1 0,0-1,1 1,-1-1,1 1,-1-1,0 0,1 0,0 0,-1 0,1 0,0 0,-1 0,1 0,0 0,0-1,0 1,0-1,-1 0,0-1,1 1,-1-1,1 0,0 0,0 1,0-1,0 0,1 0,-1 0,1 0,0 0,0 0,0 0,0 0,0 0,0 0,1 0,0 0,-1 0,1 0,0 0,1 1,-1-1,0 0,1 1,0-1,54-71,-40 56,5-5,-1-2,-1-1,-1 0,-1-1,-2-1,-1 0,-1-1,-1-1,-1 0,-2-1,-1 0,-1-6,-3 14,-1 0,-1-1,-1 1,-1-1,-1 1,-1-1,-1 1,-1 0,-1 0,-1 0,-4-8,-15-5,24 36,0 1,0 0,0-1,-1 1,1 0,0 0,0 0,0 0,0 0,0 0,0 0,0 0,1 0,-1 0,0 0,1 0,-1 1,0-1,1 0,0 1,-1-1,1 0,0 1,0-1,-1 0,1 1,0-1,0 1,1-1,-1 0,0 1,0-1,1 1,12 215,-5-142,-3-13,1 11,2-2,3 1,14 42,-22-104,-1 0,1-1,0 0,1 1,0-1,1 0,-1-1,2 1,-1-1,1 0,1 0,-1-1,1 0,0 0,1-1,0 0,0 0,8 4,13 1</inkml:trace>
  <inkml:trace contextRef="#ctx0" brushRef="#br0" timeOffset="-3249.96">99 449,'19'3,"21"0,24 0,21-1,18 0,6 1,0 3,-19 0</inkml:trace>
  <inkml:trace contextRef="#ctx0" brushRef="#br0" timeOffset="-2448.104">864 1064,'10'-25,"0"0,-2 0,-1-1,-1 0,-1-1,-1-9,-3 26,0 0,-1-1,0 1,-1 0,0 0,0-1,-1 1,-1 0,1 0,-2 1,1-1,-1 1,-1 0,0 0,0 0,-1 0,-5-6,11 15,0 0,1 0,-1 0,0 0,1 0,-1 0,0 0,1 0,-1 0,0 0,0 0,1 0,-1-1,0 1,0 0,1 0,-1 0,0-1,0 1,0 0,1 0,-1 0,0-1,0 1,0 0,0 0,1-1,-1 1,0 0,0-1,0 1,0 0,0 0,0-1,0 1,0 0,0-1,0 1,0 0,0 0,0-1,0 1,0 0,0-1,0 1,0 0,-1-1,4 2,62 3,-31-2,0 0,-1 3,1 1,6 3,-35-8,-1 0,1 1,-1-1,0 1,0 0,0 0,0 0,0 1,0 0,0-1,-1 1,0 1,1-1,-1 0,0 1,-1 0,1-1,0 1,-1 0,0 0,0 1,0-1,-1 0,0 1,1-1,-1 3,2 77,-4-71,1 0,0 0,1 0,0 0,1 0,0 0,1-1,1 2,-2-10,-1-1,1 0,-1 0,1 0,0 0,0-1,0 1,0 0,1-1,-1 1,1-1,-1 0,1 0,0 0,0 0,0-1,0 1,0-1,1 1,-1-1,0 0,0-1,1 1,-1 0,1-1,-1 0,1 0,-1 0,0 0,1 0,-1-1,1 1,0-1,5-1,0-1,0 0,0 0,-1 0,1-1,-1 0,1-1,-1 0,-1 0,1-1,4-5,-3 2,0-1,-2 0,1 0,-1 0,0-1,-1 0,-1-1,0 1,0-1,-1 0,-1-1,0 1,0 0,-1-1,-1-4,-1 33,-1 0,2 0,0 0,1-1,1 1,0 0,1-1,3 7,-6-17,1-1,0 1,0-1,0 0,0 0,1 0,-1 0,1 0,0 0,1 0,-1-1,1 0,-1 0,1 0,0 0,0 0,0-1,0 0,1 0,-1 0,1 0,-1 0,1-1,-1 0,1 0,0-1,0 1,0-1,-1 0,1 0,3-1,-2 0,0 0,0 0,-1-1,1 0,0 0,-1-1,0 1,1-1,-1 0,0 0,-1-1,1 0,0 0,-1 0,0 0,0-1,0 1,-1-1,0 0,0 0,0 0,0-1,-1 1,2-6,1-4,0 0,-1 0,-1 0,-1 0,0 0,-1-1,0 1,-3-16,-5 69,4-29,1 0,1 0,-1 0,1 0,1 0,0 0,0 0,1 0,0 0,0-1,1 1,0 0,1 0,0-1,0 1,1-1,0 0,0 0,1 0,0-1,0 0,1 0,0 0,1 0,29 10,1-6</inkml:trace>
  <inkml:trace contextRef="#ctx0" brushRef="#br0" timeOffset="-1545.494">2325 722,'-8'0,"0"0,0 0,1 1,-1 0,0 1,1 0,-1 0,1 0,0 1,0 0,0 1,0-1,0 1,1 1,-1-1,1 1,0 0,1 1,-1-1,1 1,0 0,1 0,-1 1,1-1,1 1,-1 0,1 0,0 0,1 1,-1-1,2 1,-1-1,1 1,0 5,0-6,2 1,-1-1,1 0,0 0,1 0,0 1,0-1,0-1,1 1,0 0,0-1,1 1,-1-1,1 0,1 0,-1-1,1 1,0-1,1 0,-1 0,1-1,0 1,0-1,0-1,1 1,-1-1,1 0,0 0,0-1,0 0,0-1,0 1,0-1,7 0,-1 1,1-1,-1-1,0 0,1-1,-1 0,0-1,0-1,0 0,0 0,0-2,-1 1,1-2,-1 1,0-2,-1 0,0 0,0-1,0 0,-1-1,-1 0,1-1,-1 0,-1 0,0-1,0 0,-1 0,-1-1,6-11,0-17,-1 0,-1 0,-3-1,-1 0,-2 0,-2-1,-1 1,-4-20,3 40,0-34,1-33,-5 1,-2-1,-6-5,12 89,-1 0,0-1,0 1,0-1,0 1,-1 0,1 0,-1 0,0 0,0 0,-1 0,1 1,-2-2,3 4,0 1,0 0,0 0,0 0,0 0,-1 0,1 0,0 0,0 0,0 0,0 0,0 0,0 1,0-1,0 1,0-1,0 0,0 1,0 0,1-1,-1 1,0-1,0 1,0 0,1 0,-1-1,0 1,1 0,-1 0,0 0,1 0,0 0,-1 0,1 0,-1 0,1 0,0 0,0 1,-11 23,2 1,1 0,1 1,2 0,0 0,2 1,1-1,1 26,0-7,1 0,3 0,2 0,2 0,2-1,2 0,2 0,1-1,3-1,1-1,3 0,1-2,6 6,34 18,-60-62,1-1,-1 1,0-1,1 0,-1 0,1 0,0-1,-1 1,1-1,-1 1,1-1,0 0,0 0,-1 0,1 0,0 0,-1-1,1 1,0-1,-1 0,1 0,-1 0,1 0,-1 0,0 0,1-1,-1 1,0-1,0 0,0 1,1-2,8-9,-1-1,0-1,0 1,-1-2,-1 1,-1-1,0 0,-1-1,4-14,14-30,-24 60,0 1,0-1,0 0,1 0,-1 0,0 0,0 1,0-1,1 0,-1 0,0 0,0 0,0 0,1 0,-1 0,0 1,0-1,1 0,-1 0,0 0,0 0,1 0,-1 0,0 0,0 0,1-1,-1 1,0 0,0 0,1 0,-1 0,0 0,0 0,1 0,-1 0,0-1,0 1,0 0,1 0,-1 0,0-1,0 1,0 0,0 0,0 0,1-1,-1 1,0 0,0 0,0-1,0 1,0 0,0 0,0-1,0 1,0 0,0 0,0-1,0 1,0 0,0 0,0-1,0 1,3 21,-3 25,11 76,-10-118,0 0,1 0,-1 0,1 0,0 0,0-1,0 1,1 0,-1-1,1 1,0-1,0 0,0 0,1 0,-1-1,0 1,1-1,0 0,0 0,0 0,0 0,0-1,0 1,0-1,0 0,1 0,5-1,0 0,0 0,0-1,1 0,-1-1,-1 0,1-1,0 0,0 0,-1-1,0 0,0-1,0 0,0 0,-1-1,0 0,0-1,-1 0,1 0,-1 0,-1-1,0 0,0 0,0-1,-1 0,0 0,-1 0,0 0,2-9,-3 9,0 0,-1-1,-1 1,1 0,-1-1,-1 1,0 0,0-1,-1-1,-8 1,0 29,6-10,0 1,1 0,0 0,1 0,0 0,0 0,1 0,0 0,1 0,0 0,1-1,0 1,1 0,-1-1,2 1,-1-1,2 0,-1 0,1 0,0 0,1-1,0 0,0 0,1-1,0 0,0 0,1 0,7 4,53 15,-39-20</inkml:trace>
  <inkml:trace contextRef="#ctx0" brushRef="#br0" timeOffset="-1300.148">2393 408,'-16'-2,"-1"-1,14 2,26 4,33 1,34 3,32 0,26-2,15-1,-19-1</inkml:trace>
  <inkml:trace contextRef="#ctx0" brushRef="#br0" timeOffset="-320.696">3677 1105,'11'-26,"0"0,-2 0,-1-1,-1 0,-1-1,-2 0,0 0,-2 0,-2 0,0 0,-2 0,0 0,-2 1,-2-1,-4-14,8 36,0-1,0 1,-1 0,0 0,0 0,-1 0,1 0,-1 1,-1-1,1 1,-1 0,1 1,-1-1,-1 1,1 0,5 4,0 0,0 0,0 0,0 0,0 1,0-1,0 0,0 0,0 0,0 0,0 1,0-1,0 0,0 0,-1 0,1 0,0 0,0 1,0-1,0 0,0 0,0 0,0 0,0 0,-1 0,1 0,0 0,0 1,0-1,0 0,0 0,-1 0,80 21,-60-18,258 27,-274-30,1 0,-1 0,1 1,-1 0,1-1,-1 1,1 0,-1 1,0-1,1 1,-1-1,0 1,0 0,0 0,0 1,-1-1,1 0,-1 1,1 0,-1-1,0 1,0 0,0 0,0 0,0 1,-1-1,0 0,1 1,-1-1,-12 91,-1-2,13-88,-1-1,1 1,0 0,0-1,1 1,-1 0,1-1,-1 0,1 1,0-1,1 0,-1 0,0 0,1 0,0-1,-1 1,1-1,0 1,0-1,1 0,-1 0,0-1,2 2,15 3,1 0,-1-1,1-1,0-1,0-1,0-1,0 0,0-2,0-1,0 0,-1-1,1-2,16-5,-21 7,-7 2,0 0,0-1,0 0,0 0,-1 0,1-2,-1 1,0-1,0 0,0 0,0-1,-1 0,0-1,0 1,0-2,-1 1,1-1,-5 2,-1-1,1 0,-1 1,0-1,0 0,-1 0,1 0,-1 0,0 1,-1-1,0 0,0 0,0 0,-1 1,1-1,-1 1,-1-1,1 1,-1 0,0 0,0 0,0 0,-1 0,1 1,-5-4,4 4,1 2,-1-1,0 0,0 1,0 0,-1-1,1 2,0-1,-1 0,1 1,-1 0,0 0,1 1,-1-1,0 1,1 0,-1 0,0 0,0 1,1-1,-1 1,1 1,-1-1,1 1,-1-1,1 1,0 0,0 1,0-1,0 1,0 0,0 0,0 1,-2 0,1 1,0 0,0 0,0 1,0 0,1 0,0 0,1 0,-1 0,1 1,0-1,1 1,-1 0,2 0,-1 0,1 0,0 0,0 1,1-1,-1 0,2 5,0-7,0 0,0-1,1 1,0-1,0 1,0-1,0 0,1 0,-1 0,1 0,0 0,0 0,1-1,-1 0,1 1,0-1,-1-1,1 1,0 0,1-1,-1 0,0 0,1 0,-1-1,1 1,0-1,4 0,3 2,0-2,-1 0,1 0,0-1,0 0,0-1,0 0,0-1,-1-1,11-3,-16 4,0 0,-1 0,1-1,-1 0,1 0,-1 0,0-1,0 1,0-1,-1 0,1-1,-1 1,0-1,0 0,-1 0,1 0,-1-1,0 1,-1-1,1 1,-1-1,-2-5,-5 17,4-3,0 1,0-1,0 1,1-1,0 1,-1 0,1-1,1 1,-1-1,0 1,1 0,0-1,0 1,0-1,0 1,1-1,-1 0,1 0,0 0,0 1,0-2,0 1,0 0,1 0,-1-1,4 3,1 1,1 0,1-1,-1 0,1 0,0-1,0 0,0-1,1 1,6 0,59 10,1-5</inkml:trace>
  <inkml:trace contextRef="#ctx0" brushRef="#br0" timeOffset="6109.968">1082 2456,'23'7,"17"2,14 3,9-2,5-2,0-3,-1-1,-4 0,-7 0,-9-1,-8-1,-8-1,-9 2,-6 0,-4 0,-3-1</inkml:trace>
  <inkml:trace contextRef="#ctx0" brushRef="#br0" timeOffset="6438.125">1684 2279,'159'79,"-97"-52,-48-21,4 1,1 1,-1 1,-1 0,0 1,0 1,-1 1,0 0,-1 1,6 8,-19-18,0-1,0 1,-1-1,1 1,-1 0,1 0,-1 0,0 0,0 0,-1 0,1 0,0 0,-1 0,0 0,0 1,0-1,0 0,0 0,-1 0,1 0,-1 0,0 0,0 0,0 0,0 0,-1 0,1 0,-1 0,0-1,0 1,1-1,-3 2,-77 67,-103 46,156-98</inkml:trace>
  <inkml:trace contextRef="#ctx0" brushRef="#br0" timeOffset="7453.411">2872 2730,'-3'-41,"6"-11,2 1,3 1,2-1,9-26,-19 73,1 0,0-1,0 1,0 0,1 0,-1 0,1 0,0 0,0 0,0 0,1 1,0-1,-1 1,1 0,0 0,0 0,1 0,-1 0,1 0,-1 1,1 0,0 0,0 0,0 0,0 1,0-1,0 1,0 0,1 0,5 3,0 1,0 0,0 1,-1 0,1 0,-1 1,0 0,0 0,-1 1,0 1,0-1,0 1,-1 1,0-1,0 1,-1 0,0 1,3 5,-4-7,0 0,0 0,-1 0,0 0,-1 1,0 0,0 0,0 0,-1 0,0 0,-1 0,0 1,0-1,-1 0,0 1,0-1,-1 0,0 1,-1 1,1-9,1 1,-1 0,0-1,0 1,0-1,-1 1,1-1,0 1,0-1,-1 0,1 0,-1 1,1-1,-1 0,1 0,-1-1,0 1,1 0,-1-1,0 1,0-1,0 1,1-1,-1 0,0 1,0-1,0 0,0-1,0 1,0 0,1 0,-1-1,0 1,0-1,1 1,-1-1,0 0,0 0,1 0,-1 0,1 0,-1 0,1 0,0-1,-1 1,1 0,0-1,0 1,0-1,0 1,0-1,0 0,0 1,0-1,1 0,-2 0,1 1,0-1,0 0,0 0,0 1,0-1,0 0,0 0,1 0,-1 0,1 0,-1 0,1 0,0 0,0 0,0 0,0 0,0 0,0-1,0 1,1 0,-1 0,1 0,0 0,-1 1,1-1,0 0,0 0,0 0,1 1,-1-1,0 0,1 1,-1-1,0 1,1 0,0-1,-1 1,1 0,0 0,0 0,0 0,-1 0,1 0,0 1,1-1,244-25,-232 24,-1-1,0 0,0-1,0 0,0-1,-1-1,1 0,-2-1,1 0,-1-1,0-1,7-6,-17 13,-1 1,1-1,-1-1,0 1,0 0,1 0,-1 0,-1-1,1 1,0 0,-1-1,1 1,-1-1,1 1,-1-1,0 1,0-1,0 1,-1-1,1 1,-1-1,1 1,-1 0,0-1,0 1,0 0,0 0,0-1,0 1,-1 0,1 0,-1 0,1 0,-1 1,0-1,0 0,0 1,0-1,0 1,0-1,0 1,0 0,0 0,-1 0,1 0,-1 1,1-1,0 1,-2-1,-1-1,-1 1,1-1,-1 1,1 0,-1 1,1-1,-1 1,1 0,-1 0,1 1,-1 0,1 0,-1 0,1 1,0-1,-1 1,1 1,0-1,0 1,0-1,1 2,-1-1,1 0,0 1,0 0,0 0,0 0,0 0,1 1,0-1,0 1,0 0,1 0,-1 0,1 0,1 0,-1 1,1-1,-1 1,1-1,1 2,-1-2,2 1,-1 0,0-1,1 1,0 0,0-1,1 1,0-1,0 0,0 1,0-1,1 0,0 0,0-1,0 1,0 0,1-1,0 0,0 0,0 0,1-1,-1 1,4 1,5 4,0-2,1 1,0-2,1 0,-1 0,1-1,0-1,2 0,47 6,-6-4</inkml:trace>
  <inkml:trace contextRef="#ctx0" brushRef="#br0" timeOffset="8147.25">4073 2361,'-7'-1,"0"0,0 0,-1 0,1 1,0 0,-1 0,1 1,0 0,0 1,0-1,0 1,0 1,0-1,0 1,1 0,-1 1,1 0,0 0,0 0,0 0,1 1,-1 0,1 0,0 1,1 0,-1-1,1 1,1 1,-1-1,1 1,0-1,0 1,0 3,2-5,0-1,0 0,1 1,-1-1,1 1,1-1,-1 1,0-1,1 0,0 1,0-1,0 0,1 1,0-1,-1 0,1 0,1 0,-1-1,1 1,-1 0,1-1,0 0,0 1,0-1,1 0,-1-1,1 1,0-1,6 5,0-2,1 1,-1-2,1 1,0-1,0-1,1 0,-1-1,1 0,3 0,2 0,-1-2,1 1,-1-2,1 0,-1-1,0-1,0-1,0 0,0 0,0-2,-1 0,0-1,0 0,-1-2,0 1,0-2,-1 0,0 0,-1-1,0-1,-1 0,0 0,-1-1,-1-1,0 0,7-13,-2-12,-2-1,-1 0,-3-1,0 0,-3 0,-2-1,-1 0,-3-27,2 2,-2 0,-3 0,-3 0,-14-60,-6 63,25 64,1-1,-1 1,1-1,-1 1,1 0,-1 0,1 0,-1 0,1 0,-1 0,1 0,-1 0,1 1,-1-1,1 1,-1-1,1 1,-1-1,1 1,0 0,-1 0,1 0,0 0,0 0,-1 0,1 0,0 0,0 0,0 0,1 1,-1-1,0 0,0 1,1-1,-1 0,0 1,1-1,0 1,-1-1,1 1,0-1,0 1,0-1,0 1,-12 32,3 0,1 1,1 0,2 0,1 0,2 1,2 3,-2 15,3 0,2-1,3 1,2-1,4 12,-5-37,1 0,1-1,2 1,0-2,2 0,1 0,0-1,2-1,1 0,11 9,-20-23,1-1,0-1,1 0,0 0,0 0,0-2,9 5,-15-9,-1 0,0-1,1 0,-1 1,1-1,-1-1,1 1,0 0,-1-1,1 0,0 0,-1 0,1 0,0 0,0-1,-1 0,1 1,-1-1,1-1,-1 1,1-1,-1 1,0-1,0 0,0 0,0 0,3-3,5-8,-1 0,0-1,-1 0,-1 0,0-1,-1-1,-1 1,0-1,-1 0,-1 0,2-9,7-22,-4 37,-8 36,-4 3,2 97,1-121,1-1,0 0,0 1,0-1,1 0,-1 1,1-1,0 0,0 0,1 0,-1-1,1 1,0-1,-1 1,2-1,-1 0,0 0,1 0,-1 0,1-1,0 0,0 1,0-1,0-1,3 2,25 3,-1-5</inkml:trace>
  <inkml:trace contextRef="#ctx0" brushRef="#br0" timeOffset="8424.037">5001 2238,'-14'-7,"-9"-2,-3-2,-2-2,0 0,3 1</inkml:trace>
  <inkml:trace contextRef="#ctx0" brushRef="#br0" timeOffset="8666.374">4236 1965,'10'-3,"16"0,23-2,26-2,22-1,17-1,5 1,-3 2,-22 2</inkml:trace>
  <inkml:trace contextRef="#ctx0" brushRef="#br0" timeOffset="8854.874">5207 2320,'2'22,"-1"-4,1 0,1 0,0 0,1-1,1 1,1-1,0 0,2 0,5 9,-12-24,0 0,0 0,1 0,-1 0,0-1,1 1,0-1,-1 1,1-1,0 1,0-1,0 0,0 0,0 0,0 0,0 0,0-1,0 1,0 0,0-1,1 0,-1 1,0-1,0 0,1 0,-1 0,0-1,0 1,0 0,1-1,-1 0,0 1,0-1,0 0,1 0,59-53,-51 38,0 0,-1-1,-1 0,-1-1,0 0,-2 0,4-14,-8 136,32-42,-13-39</inkml:trace>
  <inkml:trace contextRef="#ctx0" brushRef="#br0" timeOffset="9789.91">5739 2238,'8'33,"2"0,1-1,1 0,2-1,1 0,13 20,-26-47,0 0,0-1,0 1,1-1,-1 1,1-1,-1 0,1 0,0 0,1 0,-1-1,0 1,1-1,-1 0,1 0,0 0,0 0,0-1,0 1,0-1,0 0,0-1,0 1,0 0,0-1,1 0,-1 0,0-1,0 1,0-1,0 0,0 0,1 0,-1-1,7-5,-1-1,-1-1,1 0,-2-1,1 1,-1-2,-1 1,0-1,0 0,-1 0,0-1,-1 0,-1 0,1-4,8-14,-13 30,0 0,0 1,1-1,-1 0,0 0,0 1,0-1,0 0,0 0,0 1,1-1,-1 0,0 0,0 1,0-1,1 0,-1 0,0 0,0 0,1 1,-1-1,0 0,0 0,1 0,-1 0,0 0,0 0,1 0,-1 0,0 1,1-1,-1 0,0 0,0 0,1-1,-1 1,0 0,1 0,-1 0,0 0,0 0,1 0,-1 0,0 0,0 0,1-1,-1 1,0 0,0 0,1 0,-1-1,0 1,0 0,0 0,1-1,-1 1,0 0,0 0,0-1,0 1,0 0,0 0,0-1,0 1,1 0,-1-1,0 1,0 0,0 0,10 31,-5-14,-1-9,0 0,0-1,1 0,0 0,0 0,1-1,-1 1,1-1,1 0,-1-1,1 0,0 0,1 0,-1-1,1 0,-1-1,1 0,0 0,1 0,-1-1,8 1,3 0,0-1,-1 0,1-2,0 0,0-1,-1-1,1-1,0 0,10-4,-18 3,-1 1,0-2,0 1,0-1,0-1,-1 0,0 0,0-1,0 0,-1 0,4-5,-9 9,0-1,0 1,0-1,-1 0,0 1,1-1,-1 0,0 0,-1-1,1 1,-1 0,0-1,0 1,0 0,-1-1,1 1,-1-1,0 1,-1-1,1 1,-1-1,1 1,-1-1,-1 1,1 0,-1 0,1-1,-1 1,-1 0,1 0,0 0,0 1,0-1,-1 1,1-1,-1 1,0 0,0 0,0 1,0-1,-1 1,1-1,-1 1,1 0,-1 0,0 0,0 1,0 0,0-1,0 1,0 0,0 1,0-1,0 1,0 0,0 0,-1 0,1 1,0-1,0 1,0 0,0 0,0 1,0-1,0 1,1 0,-1-1,0 2,1-1,0 0,-1 1,1 0,0 0,0 0,0 0,1 0,-1 0,0 3,0-1,1 1,0 0,1 0,-1 0,1 0,1 1,-1-1,1 0,0 0,0 0,1 1,-1-1,1 0,1 0,-1 0,1 0,0 0,1-1,-1 1,1 0,0-1,1 0,-1 0,1 0,0 0,0 0,1-1,-1 0,1 0,0 0,0 0,0-1,1 0,-1 0,1 0,0-1,-1 0,6 1,17 7,0-1,1-1,0-1,1-2,0-1,-1-1,1-2,0-1,0-1,1-2,-14 2,1-2,-1 0,1-1,-1 0,0-1,6-4,-18 7,0 0,0-1,0 1,0-1,-1 0,1 0,-1 0,0-1,0 1,0-1,0 0,-1 0,0-1,0 1,0-1,0 1,-1-1,1 0,-1 0,0 0,-1 0,2-5,-3 4,-1 0,1 1,-1-1,0 1,0-1,-1 1,0-1,0 1,0 0,0 0,-1 0,0 0,0 0,0 0,-1 1,1 0,-1 0,0 0,0 0,-1 0,1 1,-1 0,0 0,0 0,0 0,0 1,0 0,0 0,-1 0,1 1,-1 0,1 0,-1 0,0 1,1 0,-1 0,0 0,1 0,-1 1,1 0,-1 1,1-1,-1 1,1 0,-3 2,4-2,1 1,0-1,0 1,0 0,0 0,0 0,1 1,-1-1,1 1,0-1,0 1,1 0,-1 0,1-1,-1 1,1 1,0-1,1 0,-1 0,1 0,0 0,0 0,0 0,0 1,1-1,0 0,0 0,0 0,0 0,1 0,-1 0,1-1,0 1,0 0,0-1,1 0,-1 1,1-1,0 0,0 0,0 0,0-1,1 1,4 2,1 0,-1-1,1-1,0 1,0-2,0 1,1-1,-1 0,0-1,1 0,-1-1,1 0,-1 0,1-1,-1 0,1-1,-1 0,0 0,0-1,0 0,0-1,0 0,1-1,-8 3,0 1,1 0,-1-1,0 0,0 0,0 0,0 0,0 0,-1 0,1 0,-1 0,1-1,-1 1,0 0,0-1,0 1,0-1,0 0,-1 1,1-1,-1 0,0 1,1-1,-1 0,-1 2,1 1,0 0,-1-1,1 1,-1-1,1 1,-1 0,1-1,-1 1,1 0,-1 0,1-1,-1 1,1 0,-1 0,1 0,-1 0,0 0,1-1,-1 1,1 0,-1 1,1-1,-1 0,0 0,1 0,-1 0,1 0,-1 0,1 1,-1-1,1 0,-1 0,1 1,-1-1,1 0,-1 1,1-1,-1 1,1-1,0 0,-1 1,1-1,0 1,-1-1,1 1,0-1,0 1,-1 0,1-1,0 1,0-1,0 1,0-1,0 1,0 0,0-1,0 1,0-1,0 1,0-1,0 1,0 0,0 1,-1 1,1-1,-1 1,1-1,0 1,0-1,0 1,0-1,0 1,0-1,1 1,-1-1,1 1,0-1,0 1,0-1,0 0,0 0,0 1,1-1,-1 0,1 0,-1 0,1 0,0-1,0 1,0 0,0-1,0 1,0-1,0 0,0 0,2 1,83 24,-23-20,0-2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38:30.65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163 446,'-7'0,"-1"1,0-1,0 2,0-1,0 1,0 0,1 0,-1 1,1 0,0 0,0 1,0 0,0 0,1 1,-1 0,1 0,0 0,1 1,-1 0,1 0,1 0,-4 5,8-10,-1 0,1 0,-1 0,1 0,-1 0,1 0,0 0,-1 0,1 1,0-1,0 0,0 0,0 0,0 1,0-1,0 0,0 0,0 0,1 1,-1-1,1 0,-1 0,1 0,-1 0,1 0,-1 0,1 0,0 0,-1 0,1 0,0 0,0 0,0-1,0 1,0 0,0 0,0-1,0 1,0-1,0 1,0-1,0 0,1 1,-1-1,0 0,0 0,0 1,1-1,61-1,-48-3,-1 0,0-2,0 1,0-2,-1 0,0 0,0-1,0-1,-1 0,-1-1,0 0,0-1,-1 0,0 0,-1-1,0-1,-1 0,-1 0,0 0,0-1,-1 0,-1 0,-1 0,0-1,-1 0,0-1,1 0,-2-1,0 0,-1 0,-1 1,0-1,-1 0,-1 0,-1 1,0-1,-1 1,-1 0,0 0,-2 0,-3-6,10 20,-1 0,0 0,0 0,0 0,0 0,0 0,-1 0,1 1,-1-1,1 0,-1 1,1-1,-1 1,0 0,0 0,0-1,0 1,0 0,0 1,0-1,0 0,0 0,0 1,0-1,0 1,-1 0,1 0,0 0,0 0,0 0,-1 0,1 1,0-1,0 1,0-1,0 1,0 0,0 0,0 0,0 0,0 0,0 0,0 0,0 1,1-1,-1 1,1-1,-1 1,0 1,-6 11,1 1,0 1,1-1,0 1,2 0,0 1,0-1,2 1,0-1,1 1,1 0,0 8,-1-10,1 0,0 1,0-1,2 0,0 0,1 0,0 0,1 0,1 0,0-1,1 0,1 0,0-1,1 1,0-2,1 1,0-1,1 0,1-1,-1-1,2 1,0-2,0 1,0-2,1 0,1 0,7 3,-13-8,1 1,-1-1,1-1,0 1,0-1,0-1,0 0,0 0,0-1,0 0,1 0,-1-1,0-1,0 1,0-1,0-1,-1 0,1 0,-1 0,0-1,1-1,-2 1,1-1,0-1,-1 1,0-1,-1 0,1-1,-1 0,0 0,-1 0,0-1,1-1,-1-2,0 0,0-1,-1 1,-1-1,0 0,-1 0,0-1,0 1,-2 0,1-1,-2 1,0 0,0-5,1 17,0-1,0 1,0-1,0 1,0-1,1 1,-1-1,0 1,0 0,0-1,0 1,0-1,-1 1,1-1,0 1,0-1,0 1,0-1,0 1,-1-1,1 1,0 0,0-1,-1 1,1-1,0 1,0 0,-1-1,1 1,-1 0,1-1,0 1,-1 0,1 0,-1-1,1 1,0 0,-1 0,1 0,-1 0,1-1,-1 1,1 0,-1 0,1 0,-1 0,1 0,-1 0,1 0,-1 0,1 1,-1-1,1 0,0 0,-1 0,1 0,-1 1,1-1,-1 0,1 0,-1 1,-14 29,13-20,1 0,0 0,0 0,1 0,0 0,1 0,0 0,0 0,1 0,1-1,-1 1,2 0,-1-1,1 0,1 0,0 0,0 0,0-1,1 0,1 0,-1 0,1-1,1 0,-1-1,1 1,0-1,5 2,42 23,-1-9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38:42.86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243 436,'-10'-1,"0"0,1 1,-1 0,0 0,0 1,1 1,-1 0,1 0,-1 1,1 0,0 0,0 1,0 1,1-1,-1 1,1 1,0-1,1 2,-1-1,1 1,0 0,1 0,0 1,0-1,0 2,1-1,1 0,-1 1,-2 7,7-14,-1 0,1 0,-1-1,1 1,0 0,0 0,0 0,0-1,0 1,0 0,0 0,1 0,-1-1,1 1,-1 0,1 0,0-1,-1 1,1-1,0 1,0 0,0-1,0 0,1 1,-1-1,0 0,1 1,-1-1,0 0,1 0,0 0,-1 0,1-1,-1 1,1 0,0-1,0 1,-1-1,1 1,0-1,76 5,-63-7,-2 0,1-1,0-1,0 0,-1 0,0-2,0 0,0 0,-1-1,0 0,0-1,-1-1,0 0,0 0,-1-1,-1 0,1-1,-2 0,1 0,-2-1,1 0,-2-1,1 0,-2 0,0 0,0 0,-2-1,1 0,-2 0,0 0,0 0,-2-8,-1 0,0 0,-2 1,0-1,-2 0,0 1,-1 0,-2 0,0 1,-1 0,-1 0,-5-7,-24-20,38 46,0 0,0 0,0 0,0 0,0 0,0 0,0 0,-1 0,1 1,0-1,0 1,-1-1,1 1,-1-1,1 1,0 0,-1 0,1-1,-1 1,1 0,0 0,-1 1,1-1,-1 0,1 0,0 1,-1-1,1 1,0-1,-1 1,1-1,0 1,0 0,-1 0,1 0,0-1,0 1,-1 1,-3 7,0-1,1 1,0-1,0 1,1 1,0-1,0 0,1 1,0-1,1 1,0 0,1 7,-2 8,2 0,1 1,1-1,1 0,1 0,1 0,1-1,1 0,10 21,-12-33,0-1,1 0,0 0,1 0,0-1,0 0,1 0,0-1,1 0,0-1,1 1,0-2,0 1,0-2,1 1,0-2,1 1,-1-1,1-1,10 3,-13-5,1-1,-1 0,1-1,-1 0,1 0,-1-1,1 0,-1-1,0 0,1 0,-1-1,0 0,0-1,-1 0,1 0,-1-1,0 0,0 0,-1-1,1 0,-1 0,0-1,-1 0,0 0,0-1,0 1,-1-1,0-1,-1 1,0-1,0 1,-1-1,0 0,0-1,-1 1,0-4,1 2,-2 0,1 0,-1 0,-1 0,0 0,0 0,-1-1,-1 0,2 13,0 0,0-1,0 1,-1-1,1 1,0-1,0 1,-1-1,1 1,0-1,-1 1,1-1,0 0,-1 1,1-1,-1 0,1 1,-1-1,1 0,-1 1,1-1,-1 0,1 0,-1 0,1 1,-1-1,0 0,1 0,-1 0,1 0,-1 0,1 0,-1 0,0 0,1 0,-1-1,1 1,-1 0,1 0,-1 0,1-1,-1 1,1 0,-1 0,1-1,-1 1,1 0,-1-1,1 1,0-1,-1 1,1-1,0 1,-1 0,1-1,0 0,0 1,-1-1,1 1,0-1,0 1,0-1,-4 10,1 1,1-1,-1 1,2 0,-1 0,2 0,-1 0,1 0,1 0,0 0,0 0,1 0,0 0,0-1,2 1,-1-1,1 0,0 1,1-2,0 1,0 0,1-1,0 0,0-1,1 1,0-1,2 0,8 4,1 0,1-2,-1 0,1-1,1-1,0-1,0-1,0 0,0-2,1 0,3-1,70 8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38:39.68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1160,'2'-35,"2"0,1 1,2 0,9-28,0 2,22-117,-38 176,0 1,0-1,0 0,0 1,1-1,-1 1,0-1,0 1,0-1,1 0,-1 1,0-1,1 1,-1-1,0 1,1-1,-1 1,1 0,-1-1,0 1,1-1,-1 1,1 0,-1-1,1 1,0 0,-1 0,1 0,-1-1,1 1,-1 0,1 0,0 0,-1 0,1 0,-1 0,1 0,0 0,-1 0,1 0,-1 0,1 0,0 1,-1-1,1 0,-1 0,1 1,-1-1,1 0,-1 1,1-1,-1 0,1 1,-1-1,26 29,-23-24,8 9,1 0,-2 1,0 0,0 1,-2 0,0 1,-1 0,0 0,-2 1,0-1,-1 1,0 0,-2 2,-2-17,0 0,-1 0,0 0,0 0,0 0,0 0,0 0,-1 0,1-1,-1 1,0-1,0 1,0-1,0 1,0-1,0 0,-1 0,1 0,-1-1,1 1,-1 0,0-1,1 0,-1 1,0-1,0 0,0-1,0 1,0 0,0-1,0 0,0 0,-1 0,1 0,0 0,0 0,0-1,0 0,0 1,0-1,0 0,0-1,1 1,-1 0,0-1,1 0,-1 1,1-1,-2-1,3 2,0 0,-1-1,1 1,0 0,0 0,0 0,0-1,0 1,1 0,-1-1,0 1,1-1,-1 1,0-1,1 1,0-1,-1 0,1 1,0-1,0 1,0-1,0 0,0 1,0-1,1 1,-1-1,1 0,-1 1,1-1,-1 1,1-1,0 1,-1 0,1-1,0 1,0 0,0-1,0 1,1 0,-1 0,0 0,0 0,1 0,-1 0,0 0,1 1,-1-1,1 0,-1 1,1-1,-1 1,1 0,-1-1,1 1,0 0,-1 0,1 0,0 0,-1 0,259-15,-242 14,-1-2,0 0,-1-1,1 0,-1-2,1 0,-2-1,1 0,-1-1,0-1,-1 0,2-2,-14 10,0-1,-1 1,1 0,0 0,-1-1,1 1,-1-1,1 1,-1-1,0 1,0-1,0 0,0 0,0 0,0 1,0-1,-1 0,1 0,0 0,-1 0,0 0,0-1,1 1,-1 0,0 0,-1 0,1 0,0 0,-1 0,1 0,-1 0,1 0,-1 0,0 0,0 0,0 1,0-1,0 0,0 0,-1 1,1-1,0 1,-1-1,1 1,-1 0,0-1,1 1,-1 0,0 0,-2 0,-2-1,0 1,1 1,-1-1,0 1,0 0,0 1,0-1,0 1,0 0,0 1,0-1,1 1,-1 1,1-1,-1 1,1-1,0 2,0-1,0 0,1 1,-1 0,1 0,0 0,0 1,0 0,0-1,1 1,0 0,0 1,0-1,1 1,-1 0,0 0,0 0,0 1,1-1,0 1,1-1,0 1,0 0,0-1,0 1,1 0,0 0,1 0,0-1,0 1,0 0,1-1,0 1,0-1,0 1,1-1,0 0,0 0,1 0,0-1,0 1,1 1,4 0,0 0,1-1,0 0,0-1,0 1,0-2,1 0,-1 0,1-1,0 0,0-1,1 0,-1-1,3 0,46 4</inkml:trace>
  <inkml:trace contextRef="#ctx0" brushRef="#br0" timeOffset="646.398">1134 708,'-10'2,"0"1,0 0,0 0,0 1,1 0,-1 1,1 0,0 0,1 1,-1 0,1 1,1-1,-1 2,1-1,0 1,1 0,-1 0,2 1,-1 0,1 0,1 0,0 1,0 0,0-1,2 1,-1 0,1 1,1-1,-1 0,2 4,1-8,0 0,0 0,1 0,0-1,0 1,1-1,0 1,0-1,0 0,0 0,1 0,0 0,0-1,0 0,0 1,1-2,0 1,-1 0,2-1,-1 0,0 0,0-1,1 1,0-1,5 1,4 2,0-1,0-1,0-1,0 0,0 0,0-2,1 0,-1-1,12-2,-12 1,-1-2,1 0,-1 0,0-1,0-1,-1 0,0-1,0 0,0-1,-1-1,0 0,-1 0,0-1,0-1,-1 0,-1 0,0-1,0 0,-1-1,-1 0,0 0,-1 0,0-1,0-1,5-31,-1-1,-3-1,-2 1,-1-1,-3 0,-2 0,-4-21,3 15,-2 0,-2 1,-3 0,-2 0,-2 1,-7-12,20 63,-32-49,30 50,1 0,0 0,0 0,-1 0,1 1,0-1,0 0,0 1,-1-1,1 1,0-1,0 1,0-1,0 1,0 0,0-1,0 1,0 0,0 0,1 0,-1 0,0 0,0 0,1 0,-1 0,1 0,-1 0,1 0,-1 1,1-1,0 0,-1 0,1 0,0 1,0-1,-8 30,1 0,2 0,1 0,2 1,0-1,3 1,3 25,-2 5,3 0,3-1,3 0,2-1,3 0,2-1,3-1,3-1,10 17,-26-59,1-1,1 0,0-1,0 0,2 0,-1-1,7 4,-15-13,1 0,-1 0,1 0,0-1,0 0,0 1,0-1,1-1,-1 1,0-1,1 1,-1-1,1 0,-1-1,1 1,-1-1,1 0,0 0,-1-1,1 1,-1-1,1 0,-1 0,1 0,-1-1,0 0,1 0,2-2,7-6,-1-1,-1-1,0-1,0 1,-1-2,-1 0,0 0,-1 0,-1-1,0-1,-1 1,2-10,13-20,-17 43,-3 14,-1 21,-1-33,11 121,-10-116,0-1,1 0,-1 1,1-1,0 0,0 0,1 0,-1-1,1 1,0 0,0-1,0 0,0 0,1 0,-1 0,1 0,0-1,0 1,-1-1,2 0,-1 0,0-1,0 1,1-1,2 1,28-1,-1-6</inkml:trace>
  <inkml:trace contextRef="#ctx0" brushRef="#br0" timeOffset="914.72">2090 640,'-16'-2,"-8"-3,0-1</inkml:trace>
  <inkml:trace contextRef="#ctx0" brushRef="#br0" timeOffset="1158.076">1311 340,'3'-9,"14"-4,23-3,28-2,28 0,23 0,15 2,-16 3</inkml:trace>
  <inkml:trace contextRef="#ctx0" brushRef="#br0" timeOffset="1447.296">2431 599,'0'57,"-2"-20,2 0,1 0,2 0,2 0,1 0,1-1,6 13,-10-42,0 0,0 0,0-1,1 0,0 0,0 0,1 0,0 0,0-1,0 0,3 3,-5-7,-1 1,0 0,1-1,-1 0,1 1,-1-1,1 0,0 0,-1-1,1 1,0 0,0-1,-1 0,1 0,0 0,0 0,0 0,-1 0,1-1,0 1,0-1,-1 0,1 0,0 0,-1 0,1 0,-1 0,0-1,1 1,-1-1,0 0,9-8,-1 0,-1-1,0 0,-1-1,0 0,0 0,-2-1,1 0,-2 0,1 0,-2-1,0 0,-1 0,0 0,-1 0,0-1,3-75,-5 179,0-79,0-1,1 0,1 0,-1 0,2 0,-1-1,1 1,0 0,1-1,0 0,0 0,1 0,0 0,0-1,1 0,0 0,0 0,1-1,0 0,0 0,0-1,1 0,1 1,17 2</inkml:trace>
  <inkml:trace contextRef="#ctx0" brushRef="#br0" timeOffset="2425.926">3046 682,'-7'23,"1"-6,0 1,2 0,0 0,0 0,2 1,1-1,0 1,1-1,1 1,1 0,-2-16,1 1,0-1,0 0,1 1,-1-1,1 0,-1 0,1 0,0 0,0 0,0 0,1-1,-1 1,1-1,0 0,-1 1,1-1,0 0,0-1,0 1,0 0,1-1,-1 0,0 0,1 0,-1 0,1 0,-1-1,1 1,-1-1,1 0,-1 0,1 0,-1-1,1 1,-1-1,0 0,1 0,-1 0,0 0,2-1,9-5,0 0,0-1,-1 0,0-1,0-1,-1 0,0-1,-1 0,0-1,-1 0,0 0,-1-1,-1 0,0-1,0 0,-1 0,-1-1,-1 0,0 0,0-3,-6 73,2-48,-1 1,2-1,-1 1,1-1,0 1,1-1,0 0,0 0,0 0,1-1,0 1,0-1,1 0,0 0,0 0,0 0,1-1,-1 0,1 0,1-1,-1 0,1 0,-1 0,1-1,0 0,3 1,7 2,1-1,-1 0,1-1,0-1,0-1,0 0,0-2,0 0,0-1,14-2,-19 1,-1-1,1 0,-1-1,0 0,0-1,0-1,0 1,-1-2,0 0,-1 0,1-1,2-3,-9 7,1 0,-1-1,1 1,-1-1,-1-1,1 1,-1 0,0-1,0 1,0-1,-1 0,0 0,0 0,-1 0,0-1,0 1,0 0,-1-1,1 1,-1 0,-1-1,0 1,0 0,0 0,-1-5,2 10,-1-1,1 0,0 0,0 1,-1-1,1 0,-1 0,1 1,-1-1,0 0,0 1,0-1,0 1,0-1,0 1,0 0,0-1,-1 1,1 0,0 0,-1 0,1 0,-1 0,1 0,-1 0,1 0,-1 1,0-1,0 1,1-1,-1 1,0 0,0-1,1 1,-1 0,0 0,0 0,0 1,1-1,-1 0,0 1,0-1,1 1,-1-1,0 1,1 0,-1 0,1-1,-1 2,-2 3,1 1,0 0,0 0,0 0,1 0,-1 0,2 1,-1-1,1 1,0-1,0 1,0 0,1-1,0 1,1 0,0-1,0 1,0 0,0-1,1 0,0 1,2 2,2-1,1 1,0-1,1 0,-1 0,2-1,-1 0,1-1,0 1,0-2,0 1,1-1,0-1,0 0,1 0,-1-1,1 0,-1-1,1 0,0-1,0 0,9-1,9 2,0-2,-1-1,1 0,-1-3,1 0,-1-2,0-1,-1-1,0-1,0-1,-1-2,25-14,12-28,-61 52,0 0,-1 0,1 0,-1-1,0 1,0 0,0-1,0 1,0 0,0-1,0 1,-1-1,0 0,1 1,-1-1,0 1,0-1,0 1,-1-1,1 0,-1 1,1-1,-1 1,0-1,0 1,0 0,0-1,0 1,0 0,-1-1,-3-3,0 1,0-1,0 1,0 0,-1 1,0-1,0 1,0 0,-1 1,1-1,-1 1,0 0,-2 1,6 0,0 1,0 0,-1 0,1 1,-1-1,1 1,0-1,-1 1,1 0,-1 0,1 1,-1-1,1 1,0 0,-1 0,1 0,0 0,0 0,0 1,0-1,0 1,0 0,0 0,0 0,1 1,-1-1,1 0,-3 4,2-2,0 1,0-1,0 1,1 0,0 0,0 0,0 0,0 1,1-1,0 0,0 1,0-1,1 1,-1-1,2 1,-1-1,0 1,1-1,0 1,1-1,-1 1,1-1,0 0,0 0,0 0,1 0,0 0,0-1,0 1,0-1,1 0,0 0,0 0,0 0,0-1,1 1,-1-1,1 0,0-1,2 2,-1-2,-1 0,1 0,0-1,0 0,0 0,0 0,0-1,0 0,0 0,0 0,0-1,0 0,0 0,0-1,0 0,0 0,-1 0,1 0,-1-1,0 0,1 0,-1 0,-1-1,1 0,0 0,-1 0,0-1,0 1,0-1,-1 0,1 0,-1 0,0 0,-1-1,1 1,-1-1,1-5,1-2,-4 18,1 0,0 0,0-1,0 1,1 0,0-1,0 1,0-1,0 1,1-1,-1 0,1 0,0 0,0 0,1-1,-1 1,1-1,0 0,0 0,0 0,0-1,0 1,1-1,-1 0,1 0,-1-1,4 2,13 3,0-1,1-1,-1 0,1-2,13 0,47 0,-3-3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38:35.51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1 250,'7'4,"13"3,19-1,17-4,19-4,14-6,10-5,0-2,-4-1,-11 2,-16 4,-19 3</inkml:trace>
  <inkml:trace contextRef="#ctx0" brushRef="#br0" timeOffset="3456.441">479 17,'-1'0,"1"0,0 0,-1 0,1 0,0 0,-1 0,1-1,0 1,-1 0,1 0,0 0,-1-1,1 1,0 0,0 0,-1-1,1 1,0 0,0-1,0 1,-1 0,1-1,0 1,0 0,0-1,0 1,0 0,0-1,0 1,-1 0,1-1,0 1,0 0,0-1,1 1,-1-1,0 1,0 0,0-1,0 1,0 0,0-1,0 1,1 0,-1-1,0 1,0 0,0-1,1 1,-1 0,0 0,0-1,1 1,-1 0,0 0,1 0,-1-1,0 1,1 0,25 1,180 66,-42 6,-153-67,0 1,0 0,0 0,-1 2,-1-1,1 1,-1 1,-1-1,0 1,0 1,-1 0,5 8,-10-12,1-1,-1 1,0-1,0 1,-1 0,0 0,-1 0,1 0,-1 0,0 0,-1 0,0 0,0 0,0 0,-1-1,0 1,-1 0,1-1,-1 0,0 1,-1-1,-1 1,-6 11,-1-2,-1 1,-1-2,0 0,-1-1,-16 12,1-2,-2-1,0-2,-2-2,-8 4,2-5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38:49.99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339 407,'-158'-19,"149"18,0 1,0 1,0 0,0 0,0 1,1 0,-1 1,0 0,1 0,0 1,-1 0,2 0,-1 1,0 0,1 0,-2 3,5-6,1 1,0 0,1 0,-1 0,0 0,1 0,0 1,0-1,0 1,0-1,0 1,1 0,-1 0,1 0,0 0,0 0,1 0,-1 0,1 0,0 0,0 0,0 0,1 0,-1 0,1 0,0 0,0 0,1 0,-1 0,1-1,0 1,0 0,0-1,0 1,0-1,1 0,0 0,-1 0,1 0,1 0,-1-1,0 1,0-1,1 0,-1 0,4 1,4 0,0-1,0 0,0-1,0 0,1-1,-1 0,0-1,0 0,0-1,0 0,0-1,0 0,-1 0,1-1,-1-1,0 0,0 0,0-1,-1 0,0-1,0 0,-1 0,0-1,0 0,-1 0,0-1,0 0,-1 0,0-1,0 1,-1-1,-1-1,0 1,0-1,0-3,0-8,-1 1,0-1,-2 1,-1-1,0 0,-2 0,0 1,-1-1,-2 1,0 0,-1 0,-1 0,-1 1,-1 0,-5-7,-23-25,36 51,0 0,0 0,0-1,0 1,0 0,0 0,0 1,0-1,0 0,0 0,-1 0,1 1,0-1,0 1,-1-1,1 1,-1-1,1 1,0 0,-1 0,1 0,-1 0,1 0,0 0,-1 0,1 0,-1 0,1 1,0-1,-1 0,1 1,0-1,-1 1,1 0,0-1,0 1,-1 0,1 0,0 0,0 0,-4 7,1 0,0 0,0 0,1 1,0-1,1 1,0-1,0 1,1 0,0 0,0 0,1 0,1 2,-2-3,-1 16,0 1,2-1,1 0,1 1,1-1,0 0,2 0,1 0,1-1,1 0,1 0,1-1,1 0,1-1,1 0,1-1,10 12,-18-27,0 1,0-1,1 0,-1 0,1-1,0 0,0 0,1 0,-1-1,1 0,-1-1,1 0,0 0,0 0,0-1,0 0,1-1,-1 0,0 0,0-1,0 0,0 0,0-1,0 0,0-1,-1 1,1-1,-1-1,0 1,0-1,0-1,0 1,0-1,-1 0,0-1,0 0,-1 0,2-1,0-4,1 1,-2-1,1-1,-1 1,-1-1,0 0,-1 0,0 0,-1-1,-1 0,0 1,0-1,-1 0,-1 0,0-7,0 18,0 1,1-1,-1 0,0 1,0-1,0 0,0 1,0-1,-1 0,1 1,0-1,-1 0,1 1,-1-1,1 1,-1-1,0 1,0-1,0 1,0 0,0-1,0 1,0 0,0 0,0 0,-1 0,1 0,0 0,-1 0,1 0,-1 0,1 1,-1-1,1 0,-1 1,0 0,1-1,-1 1,0 0,1 0,-1 0,0 0,1 0,-1 0,1 0,-1 0,-1 1,-1 4,0 1,0 0,1-1,0 1,0 1,0-1,1 0,0 1,0-1,1 1,-1-1,1 1,1 0,-1-1,1 1,1 0,-1 0,1-1,1 2,1 3,0 0,1 0,1-1,0 0,0 0,1 0,0 0,0-1,1 0,1-1,0 1,0-1,0-1,1 0,0 0,0 0,1-1,0-1,0 0,0 0,1-1,0 0,0-1,0 0,0-1,1 0,65 17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38:50.24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134 437,'-3'14,"0"14,0 11,0 9,2 3,2-3,4-7,1-8,1-10,1-11,-3-7</inkml:trace>
  <inkml:trace contextRef="#ctx0" brushRef="#br0" timeOffset="258.172">24 41,'-11'19,"0"15,9 13,13 9,12 3,3-8</inkml:trace>
  <inkml:trace contextRef="#ctx0" brushRef="#br0" timeOffset="455.644">338 697,'14'-7,"0"-1,0 0,-1-1,0 0,-1-1,0-1,-1 0,0-1,-1 0,0 0,0-1,-2 0,1-1,-2 0,0 0,-1 0,0-1,-1 0,2-11,-6 25,0-1,-1 0,1 0,-1 1,1-1,-1 0,1 0,-1 0,0 0,0 1,0-1,0 0,0 0,-1 0,1 0,0 1,-1-1,1 0,-1 0,0 0,0 1,1-1,-1 1,0-1,0 0,-1 1,1 0,0-1,0 1,-1 0,1-1,-1 1,1 0,-1 0,0 0,1 0,-1 0,-4 3,1-1,-1 1,1 0,0 0,0 1,0-1,0 1,0 0,1 0,-1 1,1 0,0-1,0 1,0 1,1-1,-1 1,1-1,-2 4,-3 4,0 0,0 1,1 0,0 0,1 1,1 0,0 0,1 0,-1 9,4-17,0 1,0-1,0 1,1 0,0-1,1 1,-1 0,1-1,0 1,1-1,0 1,0-1,0 1,1-1,-1 0,2 0,-1-1,1 1,-1 0,2-1,-1 0,1 1,4 0,0 0,0 0,0 0,0-1,1-1,0 0,0 0,0-1,0 0,0-1,1 0,0 0,-1-1,3-1,41 2</inkml:trace>
  <inkml:trace contextRef="#ctx0" brushRef="#br0" timeOffset="956.339">884 342,'-7'4,"0"0,0 1,1 0,0 1,0-1,0 1,0 0,1 0,0 1,1 0,-1 0,1 0,0 0,1 1,0-1,0 1,1 0,0 0,0 0,1 0,0 0,0 0,1 0,0 1,0-1,1 0,0 0,1 4,7 4,0 0,1 0,1-1,0 0,1-1,0 0,1-1,1 0,14 9,2 5,44 54,-74-80,1 0,0 0,0-1,-1 1,1 0,0 0,-1 0,1 0,-1 0,0 0,1 0,-1 0,0 0,1 0,-1 0,0 0,0 0,0 0,0 0,0 0,0 0,0 1,0-1,0 0,-1 0,1 0,0 0,-1 0,1 0,-1 0,1 0,-1-1,1 1,-1 0,0 0,1 0,-1 0,0-1,0 1,0 0,0-1,1 1,-1-1,0 1,0-1,0 1,0-1,0 1,0-1,0 0,0 0,0 0,-1 1,1-1,-59-10,54 5,0 0,1-1,0 0,0 0,0 0,1-1,0 1,0-1,1 0,0 0,0-1,0 1,1-1,0 1,1-1,-1 0,1 1,1-1,0 0,0 0,0 0,1 1,0-1,1 0,0 1,0-1,0 1,1-1,1 0,1-5,1 0,1 0,0 0,0 1,1 0,1 1,0 0,1 0,0 1,0 0,1 0,1 1,-1 1,1 0,1 1,-1 0,1 1,1 0,-12 5,-1 0,1 0,0 0,0 1,-1-1,1 0,0 1,0 0,0-1,0 1,0 0,0 0,0 0,0 0,0 0,-1 0,1 1,0-1,0 1,0-1,0 1,0 0,-1 0,1 0,0 0,-1 0,1 0,-1 0,1 0,-1 1,0-1,1 0,-1 1,0-1,0 1,0 0,0-1,0 1,0 0,0 0,-1-1,1 3,21 127,-21-112,0 0,2-1,0 1,1 0,1-1,1 0,0 0,6 10,-11-25,1 0,-1 0,0 0,1 0,-1-1,1 1,0-1,0 1,0-1,0 0,0 1,0-1,1 0,-1-1,1 1,-1 0,1-1,0 1,0-1,0 0,0 0,-1 0,1 0,1-1,-1 1,0-1,0 1,0-1,0 0,0-1,0 1,0 0,0-1,0 0,0 1,0-1,0 0,0-1,0 1,0-1,-1 1,2-2,18-21,-3-5</inkml:trace>
  <inkml:trace contextRef="#ctx0" brushRef="#br0" timeOffset="1215.647">1226 28,'-9'14,"-4"11,4 11,9 7,10 4,3-5</inkml:trace>
  <inkml:trace contextRef="#ctx0" brushRef="#br0" timeOffset="1724.288">1471 778,'2'-135,"6"0,8-22,-17 156,1 0,0 0,0 0,-1 0,1 0,0 0,0 0,0 0,0 0,0 0,0 0,0 0,1 0,-1 0,0 0,0 0,1 1,-1-1,1 0,-1 0,1 0,-1 0,1 0,-1 1,1-1,0 0,0 0,-1 1,1-1,0 1,0-1,0 1,-1-1,1 1,0-1,0 1,0 0,0-1,0 1,0 0,0 0,0 0,0-1,0 1,0 0,0 1,0-1,0 0,0 0,0 0,0 1,0-1,0 0,0 1,-1-1,2 1,125 61,-119-60,-1 1,0-1,0 1,0 1,0-1,0 1,-1 0,0 1,0 0,0 0,0 0,-1 0,0 1,0 0,0 0,-1 0,0 1,0 0,0-1,-1 1,0 1,1 6,-9 175,6-187,-1 0,1 1,-1-1,1 0,0 0,0 0,0 0,0 0,0 0,0-1,0 1,1 0,-1 0,1-1,-1 1,1-1,-1 1,1-1,0 0,0 0,0 0,0 0,0 0,0 0,0 0,0-1,0 1,0-1,0 1,1-1,-1 0,0 0,0 0,0 0,1 0,-1-1,1 1,80-22,-68 14,-2-1,0 0,0-1,0-1,-1 0,-1 0,0-1,-1-1,0 1,0-2,-2 1,0-1,0-1,-1 0,-1 1,-1-2,0 1,2-11,-3 10,-5 21,-3 24,5 108,-1-131,2 0,-1 0,1 0,-1-1,2 1,-1 0,1-1,-1 1,1-1,1 0,-1 0,1 0,0-1,0 1,0-1,1 0,0 0,0 0,0-1,0 1,2 0,-3-2,1 0,0-1,-1 1,1-1,0 0,0 0,0 0,0-1,0 0,0 0,-1 0,1-1,0 1,0-1,0 0,0 0,0-1,-1 0,1 0,-1 0,1 0,-1 0,0-1,0 0,0 0,0 0,1-2,19-20</inkml:trace>
  <inkml:trace contextRef="#ctx0" brushRef="#br0" timeOffset="1974.86">2250 28,'-16'-5,"-8"-1,0 2,11-2,8-1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38:46.96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1111,'66'-326,"-66"326,0-2,0 0,0 0,0 0,0 0,1 0,-1 0,1 0,-1 1,1-1,0 0,-1 0,1 0,0 1,0-1,0 0,1 1,-1-1,0 1,0 0,1-1,-1 1,1 0,-1 0,1 0,0 0,0 0,-1 0,1 0,0 1,0-1,0 0,-1 1,1 0,0-1,4 4,0 0,-1 0,1 0,-1 0,0 1,0 0,0 0,-1 0,0 1,1-1,-1 1,3 5,3 2,7 7,0 1,-1 0,-2 1,0 1,-1 0,-1 1,9 23,-20-44,0 0,0 0,0 0,0 0,-1 0,1 0,-1 0,1 0,-1 0,0 0,1 0,-1 0,0 0,0 0,-1 0,1 0,0 0,-1 0,1 0,-1 0,0 0,0 0,1 0,-1 0,0 0,-1-1,1 1,0 0,0-1,-1 1,1-1,-1 1,0-1,1 0,-1 0,0 1,0-1,1 0,-1-1,0 1,0 0,0-1,0 1,0-1,0 1,0-1,0 0,-1 0,1 0,0 0,0 0,0 0,-1-1,-1 0,1 0,-1 0,1-1,0 1,0-1,-1 0,1 1,1-1,-1-1,0 1,0 0,1-1,-1 1,1-1,0 0,0 0,0 0,0 0,0 0,1 0,-1-1,1 1,0 0,0-1,0 1,1-1,-1 0,2 0,1 1,0 0,0 0,0 0,0 0,0 0,0 0,1 0,-1 1,1-1,0 1,0 0,0 0,0 0,0 0,0 0,0 1,1 0,-1-1,1 1,-1 0,1 1,-1-1,3 0,4-2,9-3,19-6,0-2,-1-1,0-1,-1-2,-2-2,12-10,8-33,-52 61,-1 0,0 0,0-1,0 1,0 0,-1 0,1 0,0-1,-1 1,0 0,1-1,-1 1,0 0,0-1,-1 1,1-1,0 1,-1 0,1 0,-1-1,0 1,0 0,0 0,0 0,0 0,0 0,-1 0,1 0,0 0,-1 0,0 0,1 1,-2-1,1 0,0 1,0 0,-1-1,1 1,0 0,-1 0,1 1,-1-1,1 0,-1 1,1 0,-1-1,1 1,-1 0,1 0,-1 0,1 1,-1-1,0 1,1-1,0 1,-1 0,1 0,-1 0,1 0,0 0,0 1,0-1,0 1,0-1,0 1,0 0,0 0,-51 70,50-66,0 0,1 0,-1 0,1 1,0-1,1 1,0-1,0 1,0 0,1 0,0-1,0 1,0 0,1 0,0-1,1 1,-1-1,1 1,1-1,-1 1,1-1,0 0,0 0,1-1,0 1,0-1,0 1,1-1,-1-1,1 1,4 2,1-1,0 0,1-1,-1-1,1 0,0 0,0-1,1 0,10 0,37 5</inkml:trace>
  <inkml:trace contextRef="#ctx0" brushRef="#br0" timeOffset="644.641">1079 675,'-9'1,"0"1,0 0,1 0,-1 1,1 0,0 1,0 0,0 0,0 1,1 0,-1 0,1 0,1 1,-1 1,1-1,0 1,0 0,1 0,0 0,0 1,1 0,0 0,0 0,1 0,0 1,1-1,-1 1,2 0,-1 0,1 0,1-1,-1 9,2-12,0 1,1-1,-1 0,1 0,0 0,0 0,1-1,-1 1,1 0,0-1,0 0,1 0,-1 0,1 0,0 0,0-1,0 1,1-1,-1 0,1-1,-1 1,1-1,0 0,0 0,0 0,0-1,3 1,6 1,-1 0,1-1,0-1,0 0,0-1,0 0,0-1,0-1,0 0,1-1,5-3,-1 0,0-2,0 0,-1-1,0-1,-1 0,0-1,0-1,-1-1,-1 0,0-1,-1-1,-1 0,0-1,-1-1,0 0,-2 0,0-1,-1 0,-1-1,0 1,-2-2,5-17,-3-12,-1 1,-2-1,-2 0,-3 0,-2-1,-2 1,-2 1,-2-1,-8-23,-18-31,34 101,0 1,0 0,0 0,0 0,0 0,-1 0,1 0,0 0,-1 0,1 0,0 0,-1 0,1 0,-1 0,0 0,1 0,-1 0,0 0,1 0,-1 1,0-1,0 0,0 1,0-1,0 0,0 1,0-1,0 1,0 0,0-1,0 1,0 0,0-1,0 1,0 0,0 0,0 0,0 0,0 0,-1 0,1 0,0 1,0-1,0 0,0 1,0-1,0 0,0 1,0-1,0 1,0 0,0-1,0 1,1 0,-1-1,0 1,0 0,1 0,-1 0,0 0,1 0,-1 0,-5 14,0 1,1 0,0 0,2 0,0 0,1 0,0 1,1 13,0-19,-2 56,3 1,2 0,4-1,2 1,3-1,4-1,7 18,-16-64,0 1,2-1,0 0,1 0,1-1,1 0,1-1,0 0,2-1,-1-1,2 0,0-1,17 13,-28-25,1 0,0 0,0-1,0 1,0-1,0 0,0-1,0 1,1-1,-1 0,1 0,-1-1,1 1,-1-1,1-1,-1 1,1-1,-1 0,1 0,-1 0,0-1,0 0,0 0,1 0,-2-1,1 1,0-1,-1-1,1 1,-1 0,0-1,0 0,2-3,9-11,-1-1,-1 0,0-1,-2 0,8-17,0-2,-18 38,-1 1,0-1,0 0,0 0,0 1,0-1,0 0,0 0,0 1,0-1,0 0,1 1,-1-1,0 0,0 1,1-1,-1 0,1 1,-1-1,0 1,1-1,-1 1,1-1,-1 1,1-1,0 1,-1-1,1 1,-1-1,1 1,0 0,0 0,-1-1,1 1,0 0,-1 0,1 0,0 0,-1 0,1 0,0 0,0 0,-1 0,1 0,0 0,0 0,-1 0,1 1,0-1,-1 0,1 0,0 1,-1-1,1 1,-1-1,1 1,18 61,-18-54,0 0,1 0,0 0,0 0,1 0,0-1,0 1,0-1,1 0,1 0,-1 0,1 0,0-1,1 0,-1 0,1 0,0-1,1 0,5 4,-8-7,1-1,1 1,-1-1,0 0,0 0,0 0,1-1,-1 0,0 0,1 0,-1-1,0 1,0-1,0-1,1 1,-1-1,0 0,-1 0,1 0,3-2,25-16</inkml:trace>
  <inkml:trace contextRef="#ctx0" brushRef="#br0" timeOffset="892.494">2021 484,'-18'0,"-12"-3,-6-2,1-1</inkml:trace>
  <inkml:trace contextRef="#ctx0" brushRef="#br0" timeOffset="1064.041">1079 292,'18'-3,"23"-2,23-3,22-5,16-3,13 2,7 3,1 4,-1 7,-22 4</inkml:trace>
  <inkml:trace contextRef="#ctx0" brushRef="#br0" timeOffset="1418.091">2117 565,'14'33,"-1"0,-2 1,-2 1,-1-1,-1 4,17 67,-21-95,0 0,1 0,0-1,0 0,1 0,0 0,1 0,4 5,-8-12,0 0,0 0,-1 0,1 0,0 0,0-1,1 1,-1-1,0 1,0-1,1 0,-1 0,1 0,-1 0,1 0,-1-1,1 1,0-1,-1 0,1 1,0-1,-1-1,1 1,-1 0,1-1,0 1,-1-1,1 0,-1 1,1-1,-1 0,0-1,1 1,-1 0,2-2,6-7,1 0,-2 0,1-1,-1-1,-1 1,0-1,-1-1,0 0,-1 0,-1 0,0 0,0-1,-1 0,0-6,17-140,-22 151,1 29,0-2,1 0,1 0,1 0,0 0,2-1,1 6,-4-17,1 1,-1-1,1 0,0 0,0 0,1 0,0 0,0-1,0 1,1-1,-1 0,1-1,1 1,-1-1,0 0,1 0,0-1,2 1,15 4</inkml:trace>
  <inkml:trace contextRef="#ctx0" brushRef="#br0" timeOffset="2368.577">2745 538,'1'26,"2"-1,1 0,1 0,1-1,1 1,1-2,1 1,1-1,2 0,7 11,-17-30,1-1,0 1,1 0,-1-1,1 1,-1-1,1 0,0-1,0 1,1 0,-1-1,0 0,1 0,0-1,-1 1,1-1,0 0,-1 0,1 0,0-1,0 0,0 0,0 0,0 0,-1-1,1 0,0 0,0 0,-1-1,1 1,0-1,-1 0,0 0,3-2,11-10,0-1,-1 0,0-1,-2-1,0 0,-1-1,0-1,-2 0,0-1,-1 0,-1-1,4-14,-4 16,-2 53,-8-23,0-1,0 0,1 1,1-1,0 0,0 0,0 0,2 0,-1 0,1-1,0 1,1-1,0 0,1 0,0-1,0 0,1 0,6 6,-2-6,1-1,0 0,0 0,0-1,1-1,0 0,1-1,-1 0,1-1,-1 0,1-1,0-1,0 0,0-1,0-1,0 0,-1 0,1-2,0 0,-1 0,1-1,-1-1,0 0,-1-1,8-4,-15 6,1-1,0 0,-1 1,0-2,0 1,-1-1,1 0,-1 1,0-2,-1 1,0 0,0-1,0 0,-1 0,0 0,0 0,0 0,-1 0,0 0,-1 0,0-4,0 6,0 0,0 0,-1 0,1 1,-1-1,-1 0,1 0,-1 1,1-1,-1 1,0-1,-1 1,1 0,-1 0,0 0,0 0,0 0,-1 1,1-1,-1 1,0 0,0 0,0 1,0-1,0 1,-1 0,1 0,-1 0,0 0,1 1,-5-1,5 1,0 1,0-1,0 1,-1 0,1 0,0 0,0 0,0 1,-1 0,1 0,0 0,0 0,0 1,0 0,1-1,-1 1,0 1,1-1,-1 0,1 1,0 0,0 0,0 0,0 0,0 0,1 0,-1 1,1 0,0-1,-1 3,0 0,0 1,1 0,-1-1,1 1,1 0,-1 0,1 0,1 0,-1 0,1 0,0 0,1 0,-1 1,1-1,1 0,-1-1,1 1,1 0,1 2,0-1,1 1,0-1,1-1,0 1,0-1,0 0,1 0,0-1,0 0,1 0,0-1,0 0,0 0,1-1,-1 0,6 2,10 2,1 0,0-2,0 0,1-2,22 1,-19-2,0-2,0 0,-1-2,1-2,0 0,-1-2,1-1,-1-1,17-8,-41 15,-1-1,1 0,-1 0,1 0,-1-1,0 1,1-1,-1 0,0 0,0 0,0 0,0-1,-1 1,1-1,-1 0,1 0,-1 1,0-2,0 1,0 0,-1 0,1 0,-1-1,0 1,1-1,-2 1,1-1,0 0,-1 1,1-1,-1 0,0 1,-1-1,1 0,-1 0,-1-1,-1 0,0 0,0 0,0 1,-1-1,0 1,0 0,0 0,0 0,-1 1,1-1,-1 1,0 0,0 0,0 1,0 0,-1-1,1 2,0-1,-1 1,0 0,1 0,-1 0,0 1,1 0,-1 0,0 0,1 1,-1 0,0 0,1 0,-1 1,1 0,0 0,-1 0,1 1,0-1,0 1,1 1,-1-1,-1 2,3-1,0 0,0 1,0-1,0 1,1 0,0 0,0 0,0 0,1 0,0 0,0 0,0 0,0 1,1-1,0 0,0 1,1-1,-1 0,1 0,0 1,0-1,1 0,0 0,0 0,0 0,0-1,1 1,0 0,0-1,0 0,0 0,1 0,-1 0,1 0,0-1,0 1,1-1,-1 0,1-1,-1 1,1-1,0 0,0 0,4 1,-3-2,-1 0,1 0,0 0,-1-1,1 0,0 0,-1-1,1 1,0-1,-1 0,1-1,-1 1,0-1,1 0,-1-1,0 1,0-1,0 0,0 0,-1-1,1 1,-1-1,0 0,0 0,0-2,-4 7,1-1,-1 0,0 0,0 1,0-1,0 0,1 0,-1 0,0 1,0-1,1 0,-1 0,0 0,0 0,1 1,-1-1,0 0,0 0,1 0,-1 0,0 0,0 0,1 0,-1 0,0 0,1 0,-1 0,0 0,-1 7,0-2,0-1,1 1,0-1,0 1,0-1,1 1,-1-1,1 0,0 1,0-1,1 0,-1 1,1-1,0 0,0 0,1-1,-1 1,1 0,-1-1,1 1,0-1,1 0,-1 0,0 0,1 0,0-1,0 1,1-1,10 7,0-1,1-1,1 0,-1-1,1-1,14 2,40 5,0-2,1-4,56-3,-9-4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38:45.94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1 411,'16'0,"19"-3,21-2,18-6,16-1,9 0,3 2,-1 2,-4 3,-9 2,-13-1,-17 0,-18 2</inkml:trace>
  <inkml:trace contextRef="#ctx0" brushRef="#br0" timeOffset="309.173">588 1,'-69'47,"67"-46,0 1,0 0,1 0,-1 0,1 1,-1-1,1 0,0 0,0 1,0-1,0 1,0-1,1 1,-1-1,1 1,-1-1,1 1,0 0,0-1,0 1,1-1,-1 1,1 0,-1-1,1 1,0-1,0 1,0-1,0 0,1 2,4 2,0 1,1-1,0 0,0-1,0 0,1 0,0 0,0-1,0 0,0-1,1 1,-1-2,1 1,0-1,0-1,3 1,162 25,-120-22,0 4,-1 1,7 5,19 26,-77-39,0 0,0 0,0 0,0 1,0-1,-1 1,1 0,-1-1,0 1,1 0,-1 0,-1 0,1 0,0 0,-1 0,1 0,-1 0,0 0,0 0,0 0,0 0,-1 0,1 0,-1 0,0 0,0 0,0 1,-9 15,-1-1,0 0,-2 0,0-1,0-1,-2 0,0-1,-1-1,0 0,-1-1,-8 5,22-16,-144 112,125-91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38:31.06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273 314,'0'61,"-1"55,5 0,12 59,14-57,-28-112,1-1,-1 0,1 1,0-2,0 1,1 0,-1 0,1-1,0 0,0 0,1 0,-1 0,1-1,0 0,0 0,0 0,0 0,1-1,3 1,7 0,0-1,0-1,0 0,0-1,0-1,1-1,-1 0,-1-1,1-1,0 0,-1-1,0-1,0 0,0-1,-1 0,2-3,18-11</inkml:trace>
  <inkml:trace contextRef="#ctx0" brushRef="#br0" timeOffset="263.294">0 573,'19'-4,"19"-5,23-2,19 0,15 0,4 2,-13 2</inkml:trace>
  <inkml:trace contextRef="#ctx0" brushRef="#br0" timeOffset="684.334">669 956,'9'-9,"-1"-1,0 0,-1 0,0-1,-1 0,0-1,0 1,-2-1,1 0,-1 0,-1 0,0-1,-1 1,0-1,-1 0,-1 0,0 1,0-1,-2-4,-16-19,37 37,73 8,74 15,-162-23,1-1,-1 1,1 1,-1-1,0 1,0-1,0 1,0 1,0-1,0 0,0 1,-1 0,1 0,-1 0,0 0,0 0,0 1,0-1,-1 1,1 0,-1 0,0 0,0 0,-1 0,1 1,-1-1,0 0,0 1,0-1,-1 1,1-1,-1 1,0-1,-1 4,-4 20,3-25,1 1,0-1,0 1,0-1,0 1,0-1,1 1,-1-1,1 1,0 0,0-1,0 1,1 0,-1-1,1 1,0-1,0 1,0-1,1 1,-1-1,1 0,0 0,0 1,0-1,0-1,0 1,2 1,5 0,0-1,1 0,-1 0,1-1,-1 0,1-1,0 0,0-1,-1 0,8-1,-14 1,170-24,-121 13</inkml:trace>
  <inkml:trace contextRef="#ctx0" brushRef="#br0" timeOffset="1478.212">1625 764,'-10'-4,"-1"-1,1 1,-1 1,0 0,0 0,0 1,0 0,0 1,-1 1,-1 0,10 0,-1 0,1 0,-1 1,1-1,-1 1,1 0,-1 0,1 0,0 0,-1 1,1-1,0 1,0 0,0 0,0 0,1 0,-1 1,0-1,1 1,0-1,0 1,-1 0,2 0,-1 0,0 0,1 0,-1 1,1-1,0 0,0 1,0-1,0 1,1 1,-1-2,1 0,0 0,0 0,0-1,0 1,1 0,-1 0,1 0,0-1,0 1,0 0,0-1,0 1,0-1,1 1,-1-1,1 1,0-1,-1 0,1 0,0 0,0 0,1 0,-1 0,0-1,1 1,-1-1,1 0,-1 1,2-1,84 21,-82-20,0-1,1 0,-1 0,0 0,1-1,-1 0,1 0,-1 0,0-1,1 0,-1 0,0-1,0 0,1 0,-2 0,1-1,0 0,0 0,-1 0,0-1,1 0,-1 0,-1 0,1 0,-1-1,1 0,2-4,-4-1,0 0,-1-1,0 1,0 0,-1-1,-1 1,0-1,0 1,-2-11,7 71,-3-41,0 0,1 0,1 0,-1 0,1-1,1 1,0-1,0 0,0 0,1-1,0 1,1-1,-1-1,2 1,-1-1,0-1,1 1,0-1,1 0,-1-1,1 0,-1 0,1-1,1 0,-1-1,9 2,-13-5,1 0,0 0,-1 0,1-1,-1 0,1 0,-1 0,0 0,0-1,0 0,0 0,-1-1,1 1,-1-1,0 0,0 0,0 0,0-1,-1 1,0-1,0 0,0 0,0 0,-1 0,0-1,7-15,-2 0,0 0,-1 0,-2 0,2-19,-7 52,1 1,0 0,0 0,1-1,1 1,0-1,1 1,0-1,1 0,1 3,-2-11,-1-1,0 1,1-1,0 0,0 0,0 0,0 0,1 0,-1 0,1-1,-1 0,1 0,0 0,0 0,0-1,0 1,0-1,1 0,-1 0,0 0,0-1,1 0,-1 0,0 0,1 0,-1 0,0-1,2 0,2-1,0 0,0-1,-1 0,1 0,-1 0,0-1,0 0,0 0,0-1,-1 0,0 0,0-1,0 0,4-4,-3 0,-1 0,1 0,-2 0,1-1,-1 0,-1 0,0 0,0 0,-2-1,2-5,-16 84,11-61,1 0,0 0,1 0,-1 0,1 0,0 0,1-1,-1 1,1 0,0 0,1-1,-1 0,1 1,0-1,0 0,1 0,0-1,0 1,0-1,0 1,0-1,1-1,0 1,0-1,0 0,0 0,1 0,-1-1,1 1,-1-1,6 1,23 4,-2-3</inkml:trace>
  <inkml:trace contextRef="#ctx0" brushRef="#br0" timeOffset="2100.721">2663 601,'25'19,"-11"-5,-1 1,-1 0,0 0,-1 1,-1 1,0 0,-1 0,-1 1,-1 0,0 0,-1 1,-2 0,2 8,15 343,-20-359,1 0,0 1,0-1,1 0,0 0,1 0,1-1,-1 1,2-1,-1 0,1-1,1 1,0-1,0 0,1-1,0 0,0 0,1-1,0 0,0 0,1-1,0 0,6 2,-13-7,1 0,0 0,-1 0,1-1,0 1,-1-1,1 0,0 0,0 0,-1-1,1 1,0-1,-1 0,1 0,-1 0,1-1,-1 1,1-1,-1 0,0 0,0 0,0 0,0 0,0-1,0 1,-1-1,1 0,-1 0,0 0,0 0,1-2,2-3,-1-1,0 0,0 0,-1 0,0 0,-1-1,0 1,0-1,-1 1,0-1,-1-8,-1 0,-2-1,0 1,0 1,-2-1,0 0,-1 1,-1 0,-1 1,0-1,-1 1,0 1,-2 0,-6-8,-3-1,-1 1,-1 0,-1 2,-1 1,-1 1,-1 0,-13-5,-25-15,63 39,1-1,0 1,-1 0,1 0,-1-1,1 1,0 0,0-1,-1 1,1 0,0-1,-1 1,1-1,0 1,0 0,0-1,0 1,-1-1,1 1,0-1,0 1,0 0,0-1,0 1,0-1,0 1,0-1,0 1,0-1,0 1,0-1,1 1,-1 0,0-1,0 1,0-1,1 1,-1 0,0-1,0 1,1 0,-1-1,0 1,1 0,-1-1,0 1,1 0,-1 0,0-1,1 1,-1 0,1 0,-1 0,1-1,-1 1,0 0,1 0,0 0,30-8,-29 7,293-48,-293 48,0 0,-1 0,1 1,0-1,0 0,0 1,0 0,0-1,0 1,0 0,0 0,0 0,0 0,0 0,0 1,0-1,0 1,-1-1,1 1,0 0,0-1,0 1,-1 0,1 0,0 1,-1-1,1 0,-1 0,1 1,-1-1,0 1,1-1,-1 1,0-1,0 1,0 0,0 0,-1 0,1-1,0 1,-1 0,1 0,0 45,-2-42,0 0,0 0,1 0,0 0,0 1,0-1,0 0,1 0,0 0,0 0,1 0,-1 0,1 0,0 0,0 0,1-1,-1 1,1-1,0 0,1 0,-1 0,0 0,4 2,33-1,-21-11</inkml:trace>
  <inkml:trace contextRef="#ctx0" brushRef="#br0" timeOffset="2360.579">3155 437,'-3'-5,"5"-1,8 0,3 1</inkml:trace>
  <inkml:trace contextRef="#ctx0" brushRef="#br0" timeOffset="2716.627">3469 1,'-9'21,"1"0,2 1,0 1,1-1,1 1,1 0,1 7,2-29,-5 98,5 0,4 1,4-1,4-1,12 36,25 76,-48-208,-1 1,1-1,0 0,0 1,0-1,0 0,0 0,0 1,1-1,-1 0,1-1,-1 1,1 0,0 0,-1-1,1 1,0-1,0 1,0-1,1 0,-1 0,0 0,0 0,1 0,-1 0,0-1,1 1,-1-1,1 0,-1 1,1-1,-1 0,1-1,-1 1,1 0,14-6,-1 0,0-1,-1 0,0-2,0 1,0-2,-1 0,-1-1,0 0,0-1,4-7,-15 18,10-10,1-1,-2 0,0-1,0 0,-1-1,-1 0,6-12,-16 15,-10 21,6-4,1 1,1 0,-1 0,1 0,0 1,1-1,0 1,0 0,1-1,0 1,0 0,1 0,0 0,0 0,1-1,0 3,1-7,0 1,0 0,0-1,1 1,0-1,-1 0,1 0,0 0,0 0,1-1,-1 1,1-1,-1 0,1 0,0 0,0 0,0-1,0 1,0-1,0 0,0 0,0-1,0 1,0-1,1 0,2 0,23 0</inkml:trace>
  <inkml:trace contextRef="#ctx0" brushRef="#br0" timeOffset="2975.934">3933 628,'-19'-9,"-10"-6,-5-2,0-1,2 1,2 0,-1-1,4 3</inkml:trace>
  <inkml:trace contextRef="#ctx0" brushRef="#br0" timeOffset="3160.441">3455 369,'16'-2,"18"-2,16 1,16 3,13 2,9 2,2 3,-15 1</inkml:trace>
  <inkml:trace contextRef="#ctx0" brushRef="#br0" timeOffset="3345.524">4220 738,'-5'13,"-1"13,0 8,1 5,2 1,1 0,0-3,4-5,4-4,5-8,3-7,-1-6</inkml:trace>
  <inkml:trace contextRef="#ctx0" brushRef="#br0" timeOffset="3346.524">4329 246,'-9'-16,"-10"-10,-5-4,0 5,2 5,4 9,4 11,3 6</inkml:trace>
  <inkml:trace contextRef="#ctx0" brushRef="#br0" timeOffset="12536.064">642 2663,'89'-304,"-87"298,22-58,-23 63,0 0,0-1,0 1,0 0,0 0,0 0,0 0,0-1,0 2,1-1,-1 0,0 0,1 0,-1 1,1-1,-1 0,1 1,-1-1,1 1,-1 0,1 0,0-1,-1 1,1 0,-1 0,1 1,-1-1,1 0,0 0,-1 1,1-1,-1 1,1-1,-1 1,0 0,1-1,-1 1,0 0,1 0,17 13,0 1,-1 0,-1 1,0 1,2 5,0-2,-9-9,71 92,-80-102,-1 0,0 0,0 0,0 0,1 1,-1-1,0 0,0 0,-1 0,1 0,0 0,0 1,0-1,-1 0,1 0,-1 0,1 0,-1 0,1 0,-1 0,1 0,-1 0,0 0,0 0,1-1,-1 1,0 0,0 0,0-1,0 1,0 0,0-1,0 1,0-1,0 1,0-1,0 0,-1 0,1 1,0-1,0 0,0 0,0 0,0 0,-1 0,1 0,0-1,0 1,0 0,0 0,0-1,0 1,0-1,-1 1,1-1,1 1,-1-1,0 0,0 0,0 1,0-1,0 0,1 0,-1 0,0 0,-3-1,1-1,-1 1,1-1,0 0,-1 0,1 0,1 0,-1 0,0-1,1 1,0-1,0 0,0 1,0-1,0 0,1 0,0-1,0 1,0 0,0 0,1-1,-1 1,1 0,0 0,1-1,-1 1,1 0,1-10,1 1,0 0,1 1,0-1,1 0,1 1,0 0,2-2,33-57,-10 21,-2-1,-3-1,-2-2,-2 0,2-17,-14 32,-2-1,-2 0,-1 0,-2-1,-2 1,-2-7,1 41,1-1,-2 1,1 0,0-1,-1 1,-1 0,1 0,-1-1,0 1,0 0,0 1,-1-1,0 0,0 1,-1-1,0 1,0 0,0 0,0 1,-5-5,8 9,-1-1,1 1,-1 0,1 0,-1-1,1 1,-1 0,0 0,1 0,-1 1,1-1,-1 0,1 0,-1 1,1-1,-1 1,1 0,0-1,-1 1,1 0,0 0,-1 0,1 0,0 0,0 0,0 0,0 0,0 0,0 0,0 1,0-1,0 0,1 1,-1-1,0 1,1-1,0 1,-20 60,14-3,3 0,2 1,3-1,3 1,2-1,3-1,2 1,3-2,2 0,3-1,6 8,-8-16,2-1,2-1,19 29,-40-74,-1 1,0-1,0 1,1-1,-1 0,1 1,-1-1,1 0,-1 1,1-1,0 0,0 0,0 0,0 0,0 1,0-1,0 0,0-1,0 1,0 0,0 0,1 0,-1-1,0 1,1-1,-1 1,0-1,1 1,-1-1,1 0,-1 1,0-1,1 0,-1 0,1 0,-1-1,1 1,-1 0,1 0,-1-1,0 1,1-1,-1 1,0-1,1 1,-1-1,0 0,0 0,1 0,6-16</inkml:trace>
  <inkml:trace contextRef="#ctx0" brushRef="#br0" timeOffset="12792.384">833 1884,'14'3,"21"2,27 1,25 0,18-2,9 1,0 0,-10 1,-23-1</inkml:trace>
  <inkml:trace contextRef="#ctx0" brushRef="#br0" timeOffset="13066.646">1516 2362,'-1'13,"2"-1,0 0,1 1,0-1,0 0,1 0,1-1,0 1,6 10,-8-17,1 0,0-1,0 1,0-1,1 0,-1 0,1 0,0 0,1-1,-1 1,0-1,1 0,0 0,0-1,0 1,0-1,0 0,0-1,0 1,1-1,-1 0,0 0,2-1,1 0,1 0,-1-1,0 0,0 0,1-1,-1 0,0 0,-1-1,1 0,0 0,-1-1,0 0,0 0,0-1,0 0,-1 0,0-1,0 0,0 0,0 0,-1 0,-1-1,1 0,-1 0,0-1,0 1,-1-1,0 1,0-1,-1 0,0 0,-1 0,1-1,-2 1,1 0,-1 0,0-1,-1 1,0-1,0 5,0-1,0 1,0 0,0 0,-1 0,0 0,1 1,-2-1,1 0,0 1,-1-1,1 1,-1 0,0 0,0 0,0 0,-1 1,1-1,-1 1,1 0,-1-1,0 2,0-1,0 0,0 1,0 0,0 0,0 0,-1 1,0-1,-4 1,1-1,-1 2,1-1,-1 1,1 0,0 1,0 0,0 1,0-1,0 1,0 1,0 0,1 0,-6 4,7-4,0 0,0 0,1 0,0 1,0-1,0 1,1 0,-1 1,1-1,1 1,-1 0,1 0,0 0,0 0,0 1,1-1,0 1,1-1,-1 1,1 0,0 0,1 0,0-1,0 1,1 6,1-10,1 1,0 0,0-1,0 0,0 0,1 0,-1 0,1 0,0-1,0 0,0 0,0 0,0 0,0 0,0-1,1 0,-1 0,1 0,-1 0,1-1,2 1,33 4</inkml:trace>
  <inkml:trace contextRef="#ctx0" brushRef="#br0" timeOffset="13322.962">1925 1762,'-18'-3,"-12"3,-2 2,5 9,6 6,6 10,14 10,13 8,10 5,0-6</inkml:trace>
  <inkml:trace contextRef="#ctx0" brushRef="#br0" timeOffset="13886.974">2048 2458,'0'4,"0"1,0-1,0 0,1 0,-1 0,1 0,0 0,1 0,-1-1,0 1,1 0,0-1,0 1,0-1,0 1,1-1,-1 0,1 0,0 0,0 0,0 0,0-1,0 1,1-1,-1 0,1 0,0 0,-1-1,1 1,0-1,0 0,0 0,0 0,0-1,3 1,-2-3,1 0,-1 0,1 0,-1-1,0 1,0-1,0 0,0-1,-1 0,1 1,-1-1,0-1,0 1,0 0,-1-1,1 0,-1 0,0 0,1-3,36-108,-35 95,-1 0,-1-1,-1 1,-1 0,-1-1,0 1,-2-1,2 20,0 1,0-1,0 1,0 0,0-1,0 1,0-1,-1 1,1-1,0 1,-1 0,1-1,-1 1,1 0,-1-1,0 1,0 0,0 0,1 0,-1-1,0 1,-1 0,1 0,0 0,0 1,0-1,0 0,-1 0,1 1,0-1,-1 1,1-1,0 1,-1-1,1 1,-1 0,2 1,-1 0,1 0,0-1,0 1,0 0,0 0,0 0,0 0,0 0,1 0,-1 0,0 0,0 0,1 0,-1-1,1 1,-1 0,1 0,-1 0,1-1,-1 1,1 0,0-1,-1 1,1 0,0-1,-1 1,1-1,0 1,0-1,0 1,0-1,0 1,9 4,-1-1,1 1,1-2,-1 1,0-1,1-1,0 0,-1-1,11 1,-11-2,0 1,0 0,0 1,0 0,-1 1,1 0,-1 0,1 1,-1 0,0 1,-1 0,2 1,-4 0,-1 0,-1 1,1-1,-1 1,0 0,-1 0,0 1,0-1,0 1,-1-1,0 1,-1 0,0 0,0 0,0 0,-1 0,-1 6,8 48,-6-58,-1 0,1 1,0-1,0 0,1-1,-1 1,1 0,0 0,0-1,0 1,0-1,1 1,-1-1,1 0,0 0,0 0,0 0,1-1,-1 1,0-1,1 0,0 0,-1 0,1-1,0 1,0-1,0 0,0 0,0 0,0 0,0-1,0 0,1 1,-1-2,0 1,0 0,0-1,10-4,0 0,0-1,-1-1,0 0,0 0,-1-2,0 1,0-1,-1-1,0 0,-1-1,0 0,-1-1,0 0,-1 0,0-1,-1 0,0 0,0-4,8-23,-22 118,5-62,1 0,1 0,0 0,1 0,1 0,0-1,4 10,-5-21,0 0,0 0,0 0,1-1,0 1,-1 0,1-1,1 1,-1-1,0 1,1-1,0 0,0 0,0 0,0-1,0 1,1-1,-1 0,1 1,-1-2,1 1,0 0,0-1,0 1,0-1,0 0,0-1,0 1,0-1,0 0,1 0,22-2</inkml:trace>
  <inkml:trace contextRef="#ctx0" brushRef="#br0" timeOffset="14125.336">3045 1843,'-16'-2,"-10"4,-1 8,2 7,1 6,4-1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38:54.43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28 465,'19'2,"17"1,14 0,11-1,6 0,1-1,-3-1,-10 1,-8-1,-10-1,-12 4,-9-3,-9 0</inkml:trace>
  <inkml:trace contextRef="#ctx0" brushRef="#br0" timeOffset="338.094">0 656,'19'4,"17"2,15 0,10 1,6 0,-2 0,-4 0,-8-2,-8 1,-10-1,-9-1,-8-4,-7-4,-6-3,-6-4,-3-1,0 0</inkml:trace>
  <inkml:trace contextRef="#ctx0" brushRef="#br0" timeOffset="676.192">560 0,'-4'5,"0"0,1 0,-1 0,1 0,1 1,-1-1,1 1,0 0,0-1,0 1,1 0,0 0,0 0,1 0,-1 1,1-1,1 0,-1 0,1 0,0 0,0 0,1 0,0 0,0 0,0-1,1 1,0-1,0 0,1 1,9 9,1-1,0 0,1-2,0 1,1-2,1 0,0-1,0-1,8 3,59 36,-72-40,-1-1,-1 2,0-1,0 2,0-1,-1 1,-1 0,1 1,-2 0,0 0,0 1,-1 0,0 0,-1 1,-1-1,0 1,0 0,-1 0,-1 1,-1-1,1 13,-3 3,-2-1,-1-1,-1 1,-2-1,-1 1,0-2,-2 1,-1-1,-2-1,0 0,-1-1,-2 0,0-2,-1 1,-2-2,0-1,-1 0,-1-1,-12 7,-16 9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38:15.30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96 428,'16'3,"18"0,16 0,13-3,11-1,6-1,1 0,-3 0,-11 1,-12 1,-13 2,-12 1,-8 0,-5-3,-4-4,-4-1</inkml:trace>
  <inkml:trace contextRef="#ctx0" brushRef="#br0" timeOffset="40893.055">0 743,'14'3,"19"0,17-1,16 1,17-4,7-1,2-3,-4 0,-9 0,-11 2,-11-2,-12-2,-13 0</inkml:trace>
  <inkml:trace contextRef="#ctx0" brushRef="#br0" timeOffset="41215.196">765 5,'-2'-1,"-1"0,1 1,0-1,-1 0,1 1,0 0,-1-1,1 1,-1 0,1 0,-1 1,1-1,-1 0,1 1,0-1,-1 1,1 0,0 0,0 0,-1 0,1 0,0 0,0 1,0-1,0 1,0 0,1-1,-1 1,0 0,1 0,0 0,-1 0,1 0,0 0,0 0,0 1,0-1,0 0,0 3,3 4,0 1,1-1,1 0,-1 1,1-2,1 1,0 0,0-1,0 0,1 0,0 0,1-1,0 0,0-1,0 1,1-1,5 3,90 69,-80-63,0 1,-1 1,-1 0,0 2,-2 1,0 0,-1 1,-1 1,9 16,-21-28,-1 1,0 0,-1-1,0 1,0 1,-1-1,-1 0,0 0,0 1,-2-1,1 0,-1 1,-1-1,0 0,0 0,-1 0,0 0,-1-1,-1 1,0-1,-1 2,-12 20,-1-1,-2 0,-1-2,-1-1,-27 26,-27 22,5-11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39:02.59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249 668,'-5'-5,"0"1,0-1,0 1,0 1,-1-1,0 1,0 0,0 0,0 0,0 1,0 0,0 0,-1 1,1-1,-1 2,0-1,1 1,-1 0,1 0,-1 0,0 1,1 0,-1 1,1-1,0 1,0 1,-1-1,1 1,1 0,-1 0,0 1,1-1,-1 1,1 1,0-1,1 1,-1 0,1 0,0 0,-1 2,3-5,1 1,-1 0,1 0,0 0,0 0,0 0,0 0,0 0,1 0,-1 0,1 0,0 0,0 1,0-1,0 0,1 0,-1 0,1 0,0 0,0 0,0 0,0 0,0 0,1 0,0-1,-1 1,1 0,0-1,0 1,0-1,0 0,1 0,-1 0,1 0,-1 0,1 0,0-1,-1 1,3 0,5 0,0 0,0-1,0 0,0 0,0-1,1 0,-1-1,0-1,0 1,-1-1,1-1,0 0,-1 0,1-1,-1 0,0-1,0 0,-1 0,0-1,1 0,-2-1,1 0,-1 0,6-7,1-1,-1-1,0 0,-1-1,-1-1,0 0,-1 0,-1-1,-1 0,-1-1,-1 0,0 0,-1 0,-2-1,0 1,0-18,-2 10,-1 1,-2-1,0 1,-2 0,-1 0,-1 0,-2 1,0-1,-2 2,-1-1,-10-17,-22-12,42 54,0 0,0 0,-1 0,1 0,0 1,0-1,0 0,-1 1,1-1,0 1,-1-1,1 1,-1 0,1-1,0 1,-1 0,1 0,-1 0,1 0,0 0,-1 0,1 1,-1-1,1 0,0 1,-1-1,1 1,0-1,0 1,-1 0,1 0,0-1,0 1,0 0,0 0,0 0,0 0,0 0,0 1,0-1,0 0,1 0,-1 0,1 1,-1-1,-6 15,1-1,0 1,1 0,1 0,1 0,0 1,1-1,1 1,0 6,0-10,-3 25,2 0,1 0,2 0,2 0,1 0,2-1,1 1,3-1,0-1,11 23,-17-50,0 0,1-1,-1 1,1-1,1 0,0 0,0-1,1 0,-1 0,1 0,1-1,-1 0,1 0,0-1,1 0,-1-1,1 0,0 0,0 0,0-2,1 1,-1-1,1 0,-1-1,1 0,0 0,-1-1,1-1,0 0,0-1,-1 0,1-1,-1-1,0 0,0 0,0-1,-1 0,1 0,-1-1,0 0,-1 0,0-1,0 0,0 0,-1-1,0 0,0 0,-1 0,0-1,-1 0,0 0,6-13,-1 1,-1-2,-1 1,-2-1,0 0,-1-1,-1 1,-1-8,-8-24,5 54,0 1,0-1,0 1,1-1,-1 1,0 0,0 0,0-1,0 1,0 0,0 0,0 0,0 0,0 0,1 0,-1 0,0 1,0-1,0 0,0 0,0 1,0-1,1 0,-1 1,0-1,0 1,0-1,1 1,-1 0,0-1,1 1,-1 0,0-1,1 1,-1 0,1 0,-1-1,1 1,0 0,-1 0,1 0,0 0,-1 0,1-1,0 1,0 0,0 0,0 0,0 0,0 0,0 0,0 0,0 0,-3 9,0 1,0 0,1 0,1-1,0 1,0 0,1 0,0 0,1 0,0 0,1 0,0 0,1 0,0-1,1 1,0-1,0 0,1 0,1-1,-1 1,1-1,1 0,0-1,0 1,1-2,6 6,42 17,1-8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38:58.45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82 469,'0'21,"0"23,0 20,3 19,2 12,1 8,0-1,-2-6,-1-7,-2-14,0-21</inkml:trace>
  <inkml:trace contextRef="#ctx0" brushRef="#br0" timeOffset="273.794">1 687,'14'21,"16"21,14 15,13 9,6 5,6 0,-1-5,-4-10,-7-11,-7-11,-11-12,-12-14,-10-8</inkml:trace>
  <inkml:trace contextRef="#ctx0" brushRef="#br0" timeOffset="535.133">465 551,'-9'-14,"-6"-9,-2-1,1 8,4 19,9 23,11 23,11 22,10 14,7 13,2 5,-2-1,-3-4,-8-9,-8-20</inkml:trace>
  <inkml:trace contextRef="#ctx0" brushRef="#br0" timeOffset="828.348">779 961,'13'36,"-5"11,-4-21,0 0,2 0,0-1,2 0,1 0,1-1,4 7,-12-28,-1 0,1 0,-1 0,1 0,0-1,0 1,0 0,1-1,-1 0,1 1,-1-1,1 0,0 0,0-1,0 1,0-1,0 1,0-1,0 0,0 0,0 0,1-1,-1 1,0-1,1 1,-1-1,0 0,1-1,-1 1,0 0,1-1,-1 0,0 0,0 0,0 0,0 0,0-1,0 0,0 1,1-2,7-8,-1-1,0 0,-1-1,-1 0,0-1,0 1,-1-2,-1 1,-1-1,0 1,0-1,-2-1,0 1,-1-1,0 1,-1-1,-1-1,-3-27,-2 47,2 8,0 1,0 0,1 0,1 1,0-1,0 0,1 0,1 1,0-1,1 0,1 3,-2-7,0 0,1 0,0 0,0 0,1-1,0 1,0-1,1 0,0 1,0-2,1 1,0-1,0 1,0-1,1-1,0 1,0-1,0 0,1 0,4 2,21 6</inkml:trace>
  <inkml:trace contextRef="#ctx0" brushRef="#br0" timeOffset="1671.615">1393 961,'-1'18,"0"0,1 0,0 0,2 0,0-1,1 1,1 0,5 16,-7-28,0 0,1 0,-1 0,1 0,0 0,1-1,0 1,-1-1,1 0,1 0,-1 0,1-1,0 1,0-1,0-1,1 1,-1-1,1 1,0-2,0 1,0-1,0 0,0 0,1 0,5 0,-5-2,0 0,-1 0,1-1,0 0,-1 0,1-1,0 0,-1 0,0 0,0-1,0 0,0 0,0-1,0 1,-1-1,1 0,-1-1,0 0,-1 1,1-1,-1-1,0 1,0-1,2-4,0 1,-1-1,0 0,0 0,-1 0,0 0,-1-1,0 1,-1-1,0 0,-1 0,0 0,0 0,-1 0,-2-11,3 22,-1-1,0 1,0-1,0 1,1-1,-1 0,0 1,0-1,0 0,0 1,0-1,0 0,0 1,0-1,0 1,0-1,-1 0,1 1,0-1,0 1,0-1,-1 0,1 1,0-1,-1 1,1-1,-1 1,1-1,0 1,-1-1,1 1,-1 0,1-1,-1 1,1 0,-1-1,0 1,1 0,-1 0,1-1,-1 1,0 0,1 0,-1 0,0 0,1 0,-1 0,1 0,-1 0,0 0,1 0,-1 0,0 0,1 1,-1-1,1 0,-1 0,-3 11,0-1,1 1,0 0,1 0,0 0,1 0,0 0,1 1,0 4,0-16,-1 5,1-1,-1 1,1 0,0-1,1 1,-1-1,1 1,-1-1,1 1,1-1,-1 1,1-1,-1 0,1 0,1 0,-1 0,0 0,1 0,0-1,0 1,0-1,0 0,1 0,-1 0,1 0,-1 0,1-1,0 0,0 1,1-2,1 2,7-3,0-1,0 0,0-1,0-1,0 0,0-1,-1 0,1 0,-1-2,-1 0,1 0,-1-1,0 0,0-1,-1 0,0 0,0-2,-2 4,-7 5,0 0,-1 0,1 0,0 0,0 1,0-1,0 0,0 0,0 1,0-1,0 1,0-1,0 1,0-1,0 1,1 0,-1-1,0 1,0 0,0 0,0 0,1 0,-1 0,0 0,0 0,0 0,1 1,-1-1,0 0,0 1,0-1,0 1,0-1,0 1,0-1,0 1,0 0,0 0,0-1,0 1,0 0,-1 0,1 0,0 0,-1 0,1 0,0 0,4 8,-1-1,0 0,0-1,1 1,0-1,1 0,-1 0,1-1,0 0,1 0,0 0,0-1,0 0,0 0,1-1,0 0,0 0,4 1,5-2,-1-1,1-1,0 0,-1-1,1-1,0 0,-1-1,1-1,-1-1,1 0,-1-1,14-7,-6 4,-22 7,0 0,0 0,0 0,0 0,0 1,1-1,-1 1,0-1,0 1,0 0,1 0,-1 0,0 0,0 0,0 0,1 1,-1-1,0 1,0 0,0-1,0 1,0 0,0 0,0 0,0 1,0-1,-1 0,1 1,1 0,1 4,1-1,-1 1,2-1,-1 0,0 0,1 0,0-1,0 0,1 0,-1-1,1 0,0 0,-1 0,1-1,2 1,7-2,-1 0,0-1,1 0,-1-1,0-1,1-1,-1 0,0-1,0 0,-1-1,0-1,0 0,0-1,0 0,-1-2,0 1,9-10,-16 14,-1 0,0 0,0-1,0 0,0 0,-1 0,0 0,0-1,0 0,-1 0,1 0,-2 0,1 0,-1-1,0 1,0-1,0 0,-1 1,0-1,-1 0,1 0,-1 1,-1-1,1 0,-1 0,0 0,-1 1,0-1,0 1,0-1,-1 1,0 0,0 0,-2-4,-1 5,0-1,1 1,-2 0,1 1,0-1,-1 1,0 0,0 1,0 0,0 0,-1 1,1-1,-1 2,0-1,1 1,-1 0,0 1,0 0,0 0,1 0,-1 1,0 0,0 1,1 0,-1 0,1 1,0 0,0 0,0 0,0 1,0 0,1 0,-1 1,1 0,0 0,1 1,-1-1,1 1,-4 6,2-3,0 1,0 0,1-1,1 2,0-1,0 1,1 0,0 0,1 0,0 0,1 0,1 1,-1-1,2 1,-1 0,2-1,-1 1,2-1,0 1,-1-9,1 1,-1-1,1 0,0 0,0 0,0 0,0 0,1 0,-1 0,1-1,0 0,0 1,0-1,0 0,0 0,0 0,0-1,1 1,-1-1,1 0,-1 0,1 0,-1 0,1-1,3 1,27 1</inkml:trace>
  <inkml:trace contextRef="#ctx0" brushRef="#br0" timeOffset="1918.108">2827 578,'-16'-14,"-10"-4,-6 0,-1 11,2 13,4 15,7 13,7 11,10 6,12 4,12 2,10-2,-1-10</inkml:trace>
  <inkml:trace contextRef="#ctx0" brushRef="#br0" timeOffset="2074.205">2923 1097,'9'17,"8"9,4 5,0 0,-2-3,0-6,0-8,2-5,4-9,5-10,2-7,0-5,-3-4,-6 2</inkml:trace>
  <inkml:trace contextRef="#ctx0" brushRef="#br0" timeOffset="3318.388">3182 1084,'0'-231,"1"230,-1 0,1 1,-1-1,1 1,-1-1,1 1,0-1,-1 1,1 0,-1-1,1 1,0 0,0-1,-1 1,1 0,0 0,-1 0,1 0,0 0,0 0,-1 0,1 0,0 0,0 0,-1 0,1 0,0 0,0 0,-1 1,1-1,0 0,-1 1,1-1,0 0,-1 1,1-1,-1 1,1-1,0 1,-1-1,0 1,1-1,-1 1,1 0,-1-1,1 1,-1 0,0-1,0 1,1 0,-1 0,15 8,162 43,-173-48,1-1,-1 0,0 1,0 0,0 0,0 0,-1 1,0-1,0 1,0 0,0-1,-1 1,0 1,0-1,0 0,-1 0,1 1,-1-1,0 1,-1-1,0 1,0-1,0 1,0-1,-1 2,10 61,-7-62,0-1,1 1,-1-1,1 1,1-1,-1 0,1 0,0 0,0-1,0 0,0 1,1-1,0-1,0 1,0-1,0 0,0 0,1 0,-1-1,1 0,6 2,4 0,0 0,1-1,0-1,0-1,-1 0,1-2,8 0,7-2,-1-1,1-2,-1-1,-1-1,1-2,-2-1,1-1,-1-2,-1-1,11-8,-28 16,-1-1,0 0,-1-1,0 0,0 0,-1-1,0 0,3-6,-8 11,0 1,-1-1,1 0,-1 0,0 0,0 0,-1 0,0 0,0-1,0 1,0 0,-1-1,0 1,0 0,-1-1,1 1,-1 0,0 0,0-1,-1 1,0-1,2 5,0 0,-1 0,1 1,0-1,0 0,0 1,-1-1,1 0,0 1,-1-1,1 0,0 1,-1-1,1 0,-1 1,1-1,-1 1,1-1,-1 1,0 0,1-1,-1 1,1-1,-1 1,0 0,1 0,-1-1,0 1,0 0,1 0,-1 0,0 0,0 0,1 0,-1 0,0 0,1 0,-1 0,0 0,0 0,1 0,-1 1,-17 27,14-14,0 1,2-1,0 1,0 0,2-1,0 1,0 0,1 0,1-1,1 1,0-1,1 0,0 0,4 8,-6-18,0 0,1 0,-1 0,1 0,0 0,0-1,0 1,1-1,-1 0,1 0,0 0,-1-1,1 1,0-1,1 0,-1 0,0 0,1-1,-1 0,1 1,-1-1,1-1,-1 1,1-1,0 0,-1 0,1 0,0-1,-1 1,1-1,-1 0,1-1,-1 1,1-1,-1 0,0 0,0 0,3-2,8-5,0-1,-1-1,0 0,-1-1,0 0,-1-1,0-1,-1 1,0-2,-2 0,1 0,-2-1,0 0,-1 0,0-1,-2 0,3-11,-8 95,0-61,0 0,0 0,1 0,0 0,0 0,1 0,0-1,-1 1,2 0,-1-1,1 1,0-1,0 0,0 0,1 0,0 0,0-1,0 0,0 1,1-2,0 1,0 0,0-1,0 0,0 0,0 0,1-1,0 0,-1 0,5 1,8-1,0-1,1 0,-1-2,1 0,-1-1,0 0,0-2,0 0,0-1,0-1,-1 0,0-2,-1 0,1-1,7-5,12 0,20-16,-41 9,-1 0,0-1,-2 0,-1-1,-1 0,-1-1,-1 0,-1 0,4-23,7-36,-3-1,-4 0,-3-1,-5 0,-3-22,1 92,-1 1,0 0,-1 0,0-1,-1 1,-1 0,0 0,-1 1,0-1,-1 1,-1-1,0 2,-1-1,0 1,-4-4,9 14,0 0,0-1,0 1,-1 1,1-1,-1 0,0 1,1-1,-1 1,0 0,0 0,0 0,0 0,0 0,0 1,0-1,0 1,0 0,0 0,0 0,-1 0,1 1,0-1,0 1,0 0,0 0,0 0,1 0,-1 0,0 1,0-1,-4 4,0 0,1 0,-1 0,1 1,0 0,1 0,0 1,0-1,0 1,0 0,1 2,-13 29,2 1,2 0,1 1,3 1,1 0,2 0,1 0,3 1,1 13,0-19,1 0,2 0,1 0,2 0,2-1,7 23,-9-41,1 0,1-1,0 0,1 0,1-1,0 0,1-1,1 1,0-2,1 0,0 0,1-1,1-1,9 7,7-1,2-1,0-2,0 0,2-3,-1 0,1-2,1-2,-1-1,1-2,0-1,24-2,53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39:06.10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151 248,'-2'16,"-1"20,0 17,1 14,3 11,3 9,3 4,4 0,-1-4,-2-4,-2-11,-2-12,-5-16,-6-16,-2-13</inkml:trace>
  <inkml:trace contextRef="#ctx0" brushRef="#br0" timeOffset="262.312">1 289,'18'-11,"16"-5,9 4,5 7,0 11,-3 10,-5 7,-8 7,-11 3,-13 3,-14-3,-15-4,-9-5,-7-6,-2-7,6-5</inkml:trace>
  <inkml:trace contextRef="#ctx0" brushRef="#br0" timeOffset="972.958">465 467,'9'-38,"-2"0,-2 0,-1 0,-2-1,-1 0,-3-7,2 39,0 0,0 0,-1 0,0 0,0 0,-1 0,0 0,0 1,0-1,-1 1,0-1,0 1,-1 0,0 0,0 0,-1 0,5 6,0-1,-1 1,1 0,0-1,-1 1,1 0,0-1,-1 1,1 0,-1 0,1 0,-1-1,1 1,-1 0,1 0,-1 0,1 0,0 0,-1 0,1 0,-1 0,1 0,-1 0,1 0,-1 0,1 0,-1 0,1 0,-1 0,1 0,-1 1,1-1,-1 0,1 0,0 1,-1-1,1 0,-1 1,1-1,0 0,-1 1,1-1,0 1,0-1,-1 0,1 1,0-1,0 1,-1-1,1 1,0-1,0 1,0-1,0 1,0-1,0 1,0-1,0 1,0-1,4 32,3-24,1 0,-1 0,2 0,-1-1,1-1,0 1,0-1,0-1,1 0,0 0,0-1,0 0,1-1,-1 0,1-1,0 0,0 0,2-1,162 24,-173-25,0 0,0 1,0-1,0 0,0 1,0-1,0 1,0 0,0 0,0 0,0 0,-1 0,1 0,0 0,-1 0,1 1,0-1,-1 0,0 1,1 0,-1-1,0 1,0 0,0-1,0 1,0 0,0 0,-1 0,1 0,-1 0,1 0,-1 0,0 0,1 0,-1 0,0 0,0 0,-1 0,1 1,-1 17,-1-15,1 0,1 1,-1-1,1 0,0 1,0-1,1 0,-1 0,1 1,0-1,1 0,-1 0,1 0,0 0,0 0,1 0,-1-1,1 1,0-1,0 0,4 4,3-2,1 0,-1 0,1-1,1-1,-1 0,1 0,-1-1,1-1,0 0,0 0,0-2,0 1,0-1,0-1,0 0,0-1,0 0,1-1,108-37,-119 40,0-1,0 1,0 0,0-1,0 1,0 0,0 0,0 0,0 0,0 1,0-1,0 0,0 1,0-1,-1 1,1 0,0 0,0 0,0 0,-1 0,1 0,-1 0,1 0,-1 1,1-1,-1 0,1 1,-1 0,0-1,1 2,17 15,-11-12,1-2,0 1,1-2,-1 1,1-1,0 0,0-1,0 0,0-1,0 0,0-1,0 0,0 0,0-1,0 0,0-1,0 0,0-1,0 0,-1 0,0-1,5-2,-10 4,-1 1,0-1,1 0,-1 0,0 0,0 0,0 0,0-1,0 1,-1-1,1 0,-1 0,1 0,-1 0,0 0,0-1,-1 1,1-1,-1 1,0-1,1 1,-2-1,1 0,0 0,-1 1,0-1,1 0,-2 0,1 1,0-1,-1 0,1 0,-1 1,0-1,-1 0,1 1,0-1,-1 1,0 0,0-1,0 1,0 0,-1 0,1 0,-3-2,-1 1,0 0,0 0,-1 0,1 0,-1 1,0 0,0 1,0 0,0 0,-1 0,1 1,0 0,-1 0,1 1,-1 0,1 0,-1 1,1 0,-1 0,1 1,0 0,0 0,0 0,0 1,0 0,1 1,-1 0,1 0,0 0,-5 4,10-6,-1-1,1 1,0-1,-1 1,1 0,0-1,0 1,0 0,0 0,1 0,-1 0,0 0,1 0,-1 0,1 0,0 0,0 0,0 0,0 0,0 1,0-1,0 0,1 0,-1 0,1 0,-1 0,1 0,0 0,0 0,0-1,0 1,0 0,0 0,1 0,2 2,0 0,0 0,1-1,0 1,-1-1,1 0,0 0,1 0,-1-1,0 0,1 0,0 0,95 15,-51-13</inkml:trace>
  <inkml:trace contextRef="#ctx0" brushRef="#br0" timeOffset="1295.097">1749 426,'9'-6,"-1"1,0-1,0-1,-1 1,0-1,0-1,0 1,-1-1,0 0,-1-1,0 1,1-2,-4 6,-1 1,1-1,0 0,-1 0,0 0,0 0,0 0,0 0,-1 0,0 0,0 0,0 0,0 0,0-1,-1 1,0 0,0 0,0 0,0 1,-1-1,1 0,-1 0,0 1,0-1,-1 1,1-1,-1 1,1 0,-1 0,-1 0,1 0,1 1,-1-1,0 1,-1 0,1 0,0 0,0 1,-1-1,1 1,-1 0,0-1,1 2,-1-1,0 0,1 1,-1 0,0 0,0 0,0 0,1 1,-1-1,0 1,1 0,-1 0,1 0,-1 1,1-1,-1 1,1 0,0 0,0 0,0 0,0 0,0 1,0-1,1 1,-1 0,1 0,0 0,-1 0,2 0,-1 1,0-1,1 1,-1-1,1 1,0-1,0 1,0 0,1-1,0 1,-1 0,1 0,0-1,1 1,-1 0,1 0,0 3,5 3,-1 0,1 0,1-1,-1 1,2-1,-1-1,1 0,1 0,-1 0,10 5,5 7,-4-4,-1 1,-1 1,0 1,-1 0,-1 1,-1 0,-1 2,-1-1,0 2,-2-1,-1 1,2 8,-2 7,-1 1,-2 0,-2 0,-2 0,-1 0,-2 1,-1-1,-3 0,-1 0,-1-1,-3 0,-1 0,-2-1,-1 0,-2-1,-1 0,12-26,-1 1,0-1,0 0,-1-1,0 1,-1-1,1-1,-2 0,1 0,-1 0,-7 3,-9 1</inkml:trace>
  <inkml:trace contextRef="#ctx0" brushRef="#br0" timeOffset="1765.783">2227 480,'-7'-28,"1"0,1 0,1-1,2 0,1 0,1 0,2 0,0 0,7-25,5-60,-13 112,0-1,1 0,0 1,0-1,-1 0,1 1,1 0,-1 0,0-1,0 1,1 0,0 1,-1-1,1 0,0 1,0 0,-1-1,1 1,0 0,0 1,0-1,1 0,-1 1,0 0,0 0,0 0,2 0,-2-1,16-3,-1 1,1 1,0 1,0 1,0 0,0 1,-1 1,15 3,-31-4,1 0,-1-1,0 1,1 0,-1 1,0-1,0 0,0 1,0-1,0 1,0-1,0 1,0 0,-1 0,1 0,-1 0,1 0,-1 0,0 0,0 0,0 1,0-1,0 1,0-1,-1 0,1 1,-1-1,0 1,1-1,-1 1,-1 0,-18 82,7-46,11-36,0 0,0 0,1 0,-1 0,1 0,0 0,0 1,0-1,0 0,1 0,-1 0,1 0,0 0,0 0,0 0,0 0,0 0,1 0,-1 0,1 0,0-1,0 1,0-1,0 0,0 1,0-1,1 0,-1 0,1 0,0-1,-1 1,1 0,0-1,0 0,0 0,18 6,0-1,-1-1,2-1,-1 0,0-2,11 0,-31-2,57 3</inkml:trace>
  <inkml:trace contextRef="#ctx0" brushRef="#br0" timeOffset="2706.778">3319 220,'-14'-11,"-1"1,-1 0,0 1,-1 0,1 2,-2 0,1 0,-1 2,1 0,-2 1,1 1,-5 1,14 1,-1 0,0 1,0 1,1 0,-1 0,1 1,-1 0,1 0,0 1,-1 1,6-3,0 1,1 0,-1 0,1 0,-1 0,1 0,0 1,0-1,0 1,0 0,0 0,1 0,-1 0,1 1,0-1,0 0,0 1,1 0,-1-1,1 1,0 0,0 0,0 0,0 0,1 1,0-1,0-1,0 1,0-1,1 0,0 1,-1-1,1 0,1 0,-1 1,0-1,1 0,-1 0,1 0,0-1,0 1,0 0,1-1,-1 1,0-1,1 0,0 0,-1 0,1 0,0 0,2 1,82 26,-69-27,1 0,-1 0,1-2,-1 0,1-2,-1 0,1-1,1-1,-14 3,0-1,1 1,-1-2,0 1,0-1,0 1,-1-2,1 1,-1-1,1 0,-1 0,0 0,-1 0,1-1,-1 0,0 0,0 0,0-1,-1 0,0 1,0-1,-1 0,1 0,0-4,-3-46,0 55,0 0,0-1,0 1,0 0,0-1,-1 1,1 0,-1-1,1 1,-1 0,1 0,-1 0,0 0,1-1,-1 1,0 0,0 0,0 0,0 0,0 1,0-1,0 0,0 0,0 1,-1-1,1 0,0 1,0-1,-1 1,1 0,0-1,0 1,-1 0,1 0,0 0,-1 0,1 0,0 0,-2 0,-1 3,1-1,-1 1,1 0,-1 0,1 0,0 1,0-1,0 1,0 0,1 0,0 0,0 0,0 0,0 0,0 0,1 1,0-1,0 1,0-1,0 1,1-1,0 1,0 0,0 2,0 1,0 0,0 0,1 0,0 0,0 0,0-1,1 1,1-1,-1 1,1-1,1 0,-1 0,1 0,0 0,1 0,-1-1,1 0,1 0,-1-1,1 1,0-1,0 0,1 0,-1-1,1 0,0 0,0-1,0 0,1 0,-1-1,1 0,0 0,-1 0,1-1,0 0,0-1,0 0,0 0,0-1,5-1,-6 0,0-1,-1 0,1 0,-1-1,1 1,-1-2,0 1,-1-1,1 1,-1-2,0 1,0 0,0-1,-1 0,0 0,0-1,-1 1,0-1,0 1,1-5,3-7,-1 0,-2 0,1-1,-2 1,-1-1,0 0,-1-1,-1 28,9 121,-8-124,1 0,0 0,-1 0,2 0,-1-1,0 1,1-1,0 1,0-1,0 0,0 0,1 0,0-1,0 1,0-1,0 0,0 0,1 0,-1-1,1 0,0 0,-1 0,1 0,1 0,1-1,-1 0,1 0,0 0,-1-1,1 0,0 0,-1-1,1 0,0 0,-1-1,1 1,-1-1,0-1,0 1,1-1,-2 0,1-1,0 1,-1-1,1 0,-1-1,0 1,-1-1,1 0,-1 0,0 0,0-1,0 1,-1-1,0 0,0 0,-1 0,1-1,-1 1,0-1,5-37,-3 149,-4-102,1 0,0 0,0 0,0 0,0 0,0-1,1 1,-1 0,1-1,0 1,0-1,0 1,0-1,0 0,0 0,1 0,-1 0,1 0,-1-1,1 1,0-1,-1 0,1 1,0-1,0-1,0 1,0 0,0-1,0 1,0-1,0 0,3 0,0 0,0-1,-1 0,1 1,0-2,-1 1,1-1,-1 0,0 0,1 0,-1-1,0 0,-1 0,1 0,0 0,-1-1,0 0,0 0,0 0,0 0,0-1,-1 0,0 1,0-1,1-2,0-2,0 0,-1 0,0 0,0-1,-1 1,0-1,0 1,-1-1,0 1,-1-1,0 0,-1 0,0 1,-1-2,2 12,0-1,-1 0,1 1,0-1,0 0,-1 0,1 0,0 1,-1-1,1 0,0 0,-1 0,1 1,0-1,-1 0,1 0,-1 0,1 0,0 0,-1 0,1 0,0 0,-1 0,1 0,-1 0,1 0,0 0,-1 0,1-1,0 1,-1 0,1 0,-1 0,1 0,0-1,0 1,-1 0,1 0,0-1,-1 1,1 0,0-1,0 1,-1 0,1 0,0-1,0 1,0-1,0 1,0 0,-1-1,1 1,0 0,0-1,0 1,0-1,0 1,0 0,0-1,0 1,0 0,0-1,0 1,1-1,-1 1,0-1,-14 31,11-21,0-1,0 1,1 0,0 0,1 0,0 0,1 0,-1 1,2-1,-1 0,1 0,1 0,0 0,0 0,1 0,0 0,0-1,1 0,0 1,0-1,1-1,0 1,1-1,0 1,2 1,4 0,-1 0,2-1,-1 0,1-1,0 0,0-2,1 1,11 2,46 12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39:05.32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239 547,'-9'-2,"1"0,-1 0,0 1,0 0,0 0,-1 1,1 1,0-1,0 1,0 1,0 0,1 0,-1 1,0 0,1 0,0 1,0 0,0 1,0 0,0 0,1 0,0 1,0 0,1 0,0 1,-5 6,10-12,0 1,-1 0,1 0,0 0,0 0,0 0,0 0,0 0,1 0,-1 0,1 0,-1 1,1-1,0 0,0 0,0 1,0-1,0 0,1 0,-1 0,0 1,1-1,0 0,-1 0,1 0,0 0,0 0,0 0,1 0,-1 0,0-1,1 1,-1 0,1-1,0 1,-1-1,1 1,0-1,0 0,0 0,0 0,0 0,0 0,0 0,0-1,9 1,0-1,0 0,-1-1,1 0,0 0,-1-2,1 1,-1-1,0-1,0 0,0 0,0-1,-1 0,0-1,0 0,0 0,-1-1,0 0,0 0,-1-1,3-3,6-8,-1 0,0-1,-2-1,0 0,-1-1,-2 0,0-1,-1 0,-1-1,-2 1,0-1,-1-1,-2 1,0-1,-2 1,-1-1,-1 0,0 1,-6-22,7 37,-1 1,0-1,-1 1,0 0,0 0,-1 0,0 0,-1 0,1 0,-1 1,-1 0,0 0,0 0,-1-1,4 7,0 1,0-1,0 0,0 1,0-1,0 1,0-1,0 1,-1 0,1 0,0 0,0 0,0 1,0-1,0 0,-1 1,1 0,0-1,0 1,0 0,0 0,1 0,-1 0,0 1,0-1,1 0,-1 1,0-1,1 1,0 0,-1-1,1 1,0 0,0 0,0 0,0 0,0 0,0 0,0 0,1 1,-11 20,2 0,1 1,0 0,2 0,1 0,1 1,1 0,1 0,1 0,1 0,1 0,3 14,-2-24,1 0,0-1,0 1,2 0,0-1,0 0,1 0,1-1,0 0,3 3,-5-9,0-1,0 0,0 0,1-1,-1 0,1 0,1 0,-1 0,1-1,-1 0,1-1,1 1,-1-1,0-1,1 1,-1-1,1-1,0 1,-1-1,4-1,3-1,-1 0,0-1,1-1,-1 0,0-1,-1 0,1-1,-1-1,0 0,0 0,-1-1,1-1,-2 0,1-1,-1 1,0-2,-1 0,0 0,-1 0,0-1,-1 0,0-1,0 0,-2 0,1 0,-1-1,-1 0,0 0,-1 0,-1-1,1 6,-2 14,-2 24,1-13,-1-6,1 0,0 0,1 0,0-1,0 1,1 0,1 0,0-1,0 0,1 1,1-1,0-1,0 1,0-1,1 0,1 0,0 0,0-1,0 0,1 0,5 2,13 6</inkml:trace>
  <inkml:trace contextRef="#ctx0" brushRef="#br0" timeOffset="473.732">689 1,'29'25,"1"-2,1-1,1-1,1-2,0-1,27 9,125 76,-176-97,0 1,-1 0,0 0,-1 0,0 1,0 0,0 1,-1 0,-1 0,1 0,-1 0,-1 1,0 0,0 0,-1 0,0 1,-1-1,0 0,-1 1,0 0,0-1,-2 1,1 0,-2 8,-9 55,12-73,0 1,0-1,0 0,0 0,0 0,0 0,0 0,0 0,0 0,0-1,0 1,0 0,1 0,-1-1,0 1,0-1,1 1,-1-1,1 0,-1 0,0 1,1-1,-1 0,1 0,-1 0,0 0,1-1,-1 1,0 0,1-1,-1 1,0-1,1 1,-1-1,0 1,1-1,-1 0,0 0,18-7,-1-1,0-1,-1-1,0 0,0-2,-1 0,-1 0,-1-1,1-1,-2-1,0 0,-1 0,-1-1,-1-1,6-12,-21 39,1 0,1 0,-1 0,1 0,1 0,0 1,0 0,1-1,0 1,0 0,1-1,1 1,-1 0,2-1,-1 1,1-1,1 1,0-1,0 0,1 0,0 0,0-1,1 1,0-1,1 0,0 0,0-1,4 4,6-1,0 0,0-2,1 1,0-2,1-1,-1 0,1-1,1 0,-1-2,16 1,46 6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39:03.22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0 861,'26'-27,"-1"0,-1-1,-2-2,-1 0,-2-1,0-1,-2-1,-2 0,-1-2,-2 1,-1-2,-1 1,1-19,-6 27,-1-1,-1 0,-1 0,-1 0,-2 0,-1 0,-1 0,-1 1,-1-1,-2 1,-6-17,12 42,1 0,-1-1,1 1,-1 0,0 0,0-1,0 1,-1 0,1 0,0 0,-1 0,1 0,-1 1,0-1,1 0,-1 1,0-1,0 1,0 0,0-1,0 1,-1 0,1 0,0 1,0-1,-1 0,1 1,-1-1,1 1,0 0,-1 0,1 0,-1 0,1 0,0 0,-1 1,1-1,0 1,-1 0,1-1,0 1,-1 1,-3 3,0 0,0 0,1 1,-1 0,1 0,1 1,-1 0,1-1,0 1,1 1,-1-1,1 2,-9 23,1-1,2 2,1-1,2 1,1 0,2 1,1-1,1 1,2-1,2 1,1-1,1 0,0-7,2 0,0-1,2 0,1-1,1 0,1 0,1-1,2 2,-6-12,0-1,0 0,1-1,0 0,1-1,0 0,1 0,0-1,0-1,1 0,0 0,1-2,0 0,11 4,-17-8,-1 0,1 0,-1-1,1 0,-1 0,1-1,0 0,-1-1,1 1,-1-2,1 1,-1-1,0 0,1 0,-1-1,0 0,0 0,-1-1,1 0,-1 0,1 0,-1-1,-1 0,1 0,-1 0,0-1,0 0,1-2,3-7,0 0,-1-1,-1 0,0 0,-1 0,-1-1,-1 0,0 0,-1-1,-1 1,-1-1,0-10,-3 0,2 28,0 1,0-1,0 0,0 1,0-1,0 0,0 1,0-1,0 0,0 1,0-1,0 0,-1 1,1-1,0 0,0 1,0-1,0 0,-1 0,1 1,0-1,0 0,-1 0,1 1,0-1,-1 0,1 0,0 0,-1 0,1 1,0-1,-1 0,1 0,0 0,-1 0,1 0,0 0,-1 0,1 0,0 0,-1 0,1 0,0 0,-1 0,1 0,0 0,-1-1,1 1,0 0,-1 0,1 0,0 0,-1-1,1 1,0 0,0 0,-1-1,1 1,0 0,0 0,-1-1,-3 11,1 0,0-1,0 2,1-1,0 0,0 0,1 1,1-1,0 0,0 1,1-1,1 0,-1 1,2-1,-1 0,1 0,1-1,0 1,0 0,1-1,0 0,1 0,-1-1,5 4,-6-8,0-1,1 0,-1 0,1-1,0 1,0-1,0 0,0 0,0-1,1 1,-1-1,0 0,1-1,0 1,31-1</inkml:trace>
  <inkml:trace contextRef="#ctx0" brushRef="#br0" timeOffset="692.651">573 192,'1'6,"-1"1,1-1,0 1,1-1,0 1,0-1,0 0,0 0,1 0,0 0,1-1,-1 1,1-1,0 0,0 0,1 0,-1 0,1-1,0 0,1 0,-1 0,3 1,16 9,1-1,0-1,1-2,18 6,-34-13,12 5,-9-6,-1 2,1-1,-1 1,0 1,0 0,0 1,-1 1,1-1,-2 2,1-1,-1 1,0 1,-1 0,0 1,0-1,-1 2,0-1,-1 1,4 9,37 165,-46-181,-1-1,1 0,-1 1,1-1,0 0,1 0,-1 0,0 0,1 0,0-1,0 1,-1-1,2 0,-1 0,0 0,0 0,0 0,1-1,-1 1,1-1,-1 0,1 0,0 0,0-1,-1 1,1-1,0 0,-1 0,1 0,3-1,2-1,0 1,1-2,-1 1,-1-1,1-1,0 1,-1-1,1-1,-1 0,-1 0,8-6,-4 0,0 0,-1 0,0-1,-1-1,0 0,-1 0,0-1,-1 1,-1-2,0 1,-1-1,2-8,-7 85,0-44,1 1,1-1,0 0,1 0,1 0,1 0,2 4,-5-17,-1 0,2 0,-1 0,0-1,1 1,0-1,0 1,0-1,0 0,1 0,-1-1,1 1,0-1,1 0,-1 0,0 0,1 0,-1-1,1 0,0 0,0 0,0 0,0-1,0 0,0 0,1 0,2 0,-1-2,0 0,1 0,-1 0,-1-1,1 0,0 0,0 0,-1-1,1 0,-1-1,0 1,0-1,0 0,0-1,-1 1,0-1,0 0,0-1,1-2,8-8,-2-1,-1-1,0 0,-1-1,-1 0,0 0,46-131,-47 135,1 50,-14 51,3 61,2-142,0 0,1 0,0-1,0 1,0-1,0 1,1-1,-1 1,1-1,1 0,-1 0,0 0,1 0,0 0,0 0,0-1,0 1,1-1,-1 0,1 0,0 0,0-1,0 1,0-1,0 0,1 0,-1-1,2 1,19 1</inkml:trace>
  <inkml:trace contextRef="#ctx0" brushRef="#br0" timeOffset="935.018">1761 192,'5'16,"8"10,12 6,8-1,-2-5</inkml:trace>
  <inkml:trace contextRef="#ctx0" brushRef="#br0" timeOffset="1198.139">2158 506,'4'21,"5"14,2 7,0 7,-2-1,-3-1,-2-5,0-6,0-8,1-7,3-9,1-10,3-13,3-11,-1-2</inkml:trace>
  <inkml:trace contextRef="#ctx0" brushRef="#br0" timeOffset="1199.139">2212 124,'-13'-3,"-11"0,0 5,4 6,5 7,10 3,15 1,6-3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39:10.36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43 0,'0'19,"0"17,0 17,0 13,0 10,-3 5,-2 1,-4-4,1-6,-2-14,2-15</inkml:trace>
  <inkml:trace contextRef="#ctx0" brushRef="#br0" timeOffset="251.36">15 191,'14'21,"13"16,10 12,6 5,1 5,2-3,-2-4,0-8,-3-8,-7-11,-8-9</inkml:trace>
  <inkml:trace contextRef="#ctx0" brushRef="#br0" timeOffset="516.217">451 14,'-4'11,"5"19,9 17,8 15,3 13,1 11,-4 3,-5 2,-5-6,-3-18</inkml:trace>
  <inkml:trace contextRef="#ctx0" brushRef="#br0" timeOffset="949.06">684 656,'16'-265,"-1"163,-13 101,-1-1,1 0,0 1,0-1,0 1,0 0,0 0,0 0,1 0,-1 0,0 0,0 0,1 1,-1-1,1 1,-1 0,0 0,1 0,-1 0,1 0,-1 0,0 1,1-1,-1 1,0-1,1 1,-1 0,1 0,7 1,203 28,-210-30,1 0,0 1,-1 0,1 0,0 0,-1 0,1 0,-1 1,0-1,1 1,-1 0,0 0,0 0,0 1,0-1,-1 1,1-1,-1 1,1 0,-1 0,0 0,0 0,0 1,-1-1,1 0,-1 1,0-1,0 1,0-1,0 1,0 0,-1 0,0-1,0 1,0 3,-3 8,0 1,-1-2,-1 1,-1-1,0 1,-8 12,7-13,0 0,1 0,1 1,0 0,0 1,0 9,5-21,-1-1,1 1,0-1,1 0,-1 1,0-1,1 0,0 1,0-1,0 0,0 0,0 0,1 0,0 0,-1 0,1 0,0 0,0-1,1 1,-1-1,0 1,1-1,-1 0,1 0,0 0,0 0,0-1,0 1,0-1,0 1,0-1,1 0,-1-1,0 1,1 0,13 2,0 0,1-1,-1-1,0 0,0-2,8 0,2-2,0-1,0 0,0-3,-1 0,0-1,0-2,14-7,-3-3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39:19.80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306 83,'-22'-1,"0"2,0 1,1 0,-1 2,0 1,-16 5,29-7,1 0,1 1,-1 0,0 0,1 0,0 1,0 0,0 1,1 0,0 0,0 0,0 0,1 1,0 0,0 0,1 1,0-1,-3 8,4-6,0 0,1 0,0 1,0-1,1 1,0 0,1-1,0 1,0 0,1-1,1 1,-1 0,2-1,-1 0,1 1,1-1,-1 0,2 1,8 15,1-1,1 0,1-1,1-1,15 14,166 164,-155-143,-42-55,0 0,0 0,0 0,-1 0,1 0,0 1,-1-1,1 0,-1 0,0 1,0-1,0 0,0 0,0 1,0-1,-1 0,1 0,-1 1,1-1,-1 0,0 0,0 0,0 0,0 0,0 0,0 0,-1 0,0 0,-3 2,0 0,0-1,0 0,0 0,0 0,-1-1,1 0,-1 0,0 0,0-1,1 1,-1-1,0-1,0 1,0-1,0 0,0-1,0 1,0-1,0 0,0-1,0 1,1-1,-1-1,-2 0,5 0,1 0,-1 0,1-1,0 1,0 0,0-1,1 0,-1 1,1-1,0 0,0 1,0-1,0 0,1 0,0 0,-1 0,2 0,-1 0,0 0,1 1,-1-1,1 0,0 0,1 0,-1 1,1-1,-1 1,1-1,0 1,0-1,1 1,-1 0,1 0,1-2,24-33,2 0,1 2,22-19,-1 1,-24 26,0-2,-2 0,-2-2,-1 0,-1-2,-2 0,-1-2,-2 0,-1-1,-2 0,9-38,-22 71,0 1,0-1,0 0,0 0,-1 1,1-1,-1 0,0 0,0 0,0 1,-1-1,1 0,-1 0,0 1,0-1,0 0,-1 1,1-1,-1 1,0 0,0-1,0 1,0 0,0 0,-1 0,0 1,1-1,-2 0,0 3,1 1,0-1,-1 1,1 0,0 0,0 0,0 1,0-1,0 1,0-1,0 1,0 0,1 0,-1 1,1-1,-1 0,1 1,0 0,0-1,0 1,0 0,1 0,-1 0,1 0,-1 2,-9 19,1 0,1 1,1 0,1 1,1 0,1 0,2 0,0 0,2 1,1-1,1 1,4 17,1 1,3-1,1 0,2-1,2-1,2 0,2 0,2-2,1 0,20 26,5-12,-32-47</inkml:trace>
  <inkml:trace contextRef="#ctx0" brushRef="#br0" timeOffset="277.974">389 315,'21'4,"23"5,25 2,19 2,11 1,-11-2</inkml:trace>
  <inkml:trace contextRef="#ctx0" brushRef="#br0" timeOffset="526.378">962 779,'4'7,"0"-1,0 0,0 0,1-1,0 0,0 1,0-1,1-1,0 1,0-1,0 0,0-1,1 1,-1-1,1-1,0 1,0-1,0 0,0-1,0 1,1-1,-1-1,0 0,0 0,1 0,-1-1,0 0,3-1,-1 1,0 0,1-1,-1-1,-1 0,1 0,0 0,-1-1,1-1,-1 1,0-1,-1-1,1 0,-1 0,0 0,1-2,-4 4,-1 0,0 0,1-1,-1 1,-1-1,1 0,-1 0,0 0,0 0,0 0,-1 0,1 0,-1 0,-1-1,1 1,-1-1,0 1,0 0,0-1,-1 1,0 0,0-1,0 1,-1 0,0 0,-2-5,0 4,0 0,0 0,-1 1,0-1,0 1,-1 0,1 1,-1-1,0 1,0 0,-1 1,1-1,-1 1,1 1,-1-1,0 1,0 0,0 1,-1-1,1 2,0-1,0 1,-1 0,1 0,0 1,0 0,-1 0,1 1,0 0,0 0,1 0,-1 1,0 0,1 1,0-1,-1 1,2 1,-1-1,0 1,1 0,0 0,-4 5,7-6,0 0,0 0,1 1,0-1,-1 1,1-1,1 1,-1-1,1 1,0-1,0 1,0-1,0 1,1-1,0 1,0-1,0 1,1-1,-1 0,1 1,0-1,0 0,1 0,-1 0,1-1,0 1,0-1,0 1,0-1,0 0,1 0,0 0,-1-1,1 1,0-1,0 0,1 0,1 0,31 18</inkml:trace>
  <inkml:trace contextRef="#ctx0" brushRef="#br0" timeOffset="774.239">1426 302,'-16'-17,"-10"-5,-5 2,-3 5,3 11,7 13,7 14,6 14,11 14,8 8,5-4</inkml:trace>
  <inkml:trace contextRef="#ctx0" brushRef="#br0" timeOffset="1282.879">1481 861,'51'85,"-49"-84,0 0,0-1,0 1,0 0,0-1,1 1,-1-1,0 0,0 0,0 0,1 0,-1 0,0 0,0-1,1 1,-1-1,0 0,0 1,0-1,0 0,0 0,0 0,0 0,0-1,-1 1,1 0,0-1,-1 0,1 1,-1-1,1 0,-1 1,0-1,0 0,0 0,0 0,0 0,0 0,-1-1,1 1,0 0,13-31,-1 0,-1 0,-2-1,-1-1,-2 0,-2 0,-1 0,0-19,-2 30,0 12,-1-1,0 0,-1 0,0 0,-1 0,0 0,-3-11,4 39,6-6,0 0,1-1,0 1,0-2,1 1,0-1,0 0,1-1,0 0,0 0,1-1,-1 0,1-1,0 0,0-1,0 0,5 1,-3 0,18 6,-23-8,1-1,-1 1,1 0,-1 0,0 1,0 0,0 1,-1-1,1 1,-1 1,0-1,0 1,0 0,0 0,-1 1,0-1,0 1,-1 1,0-1,0 0,1 3,-2 6,-1 1,-1 0,0 0,-1 0,-1-1,-1 11,-1 43,3-66,0 1,1-1,0 1,0-1,0 0,0 1,0-1,1 0,-1 0,1 0,0 0,0 0,0 0,0-1,1 1,-1-1,1 1,-1-1,1 0,0 0,0 0,0-1,0 1,0 0,0-1,0 0,1 0,-1 0,0 0,1-1,-1 1,3-1,7 2,0-1,0 0,0-1,0-1,1 0,-1-1,0 0,2-2,-3 0,-1 0,1-1,-1 0,0-1,0 0,-1-1,0 0,0 0,-1-1,1-1,-2 1,1-2,-1 1,-1-1,0 0,0-1,-1 1,0-1,-1-1,0 1,-1-1,0 1,-1-1,-1-1,1 1,-1-12,-7 12,-5 29,5 3,0 0,2 0,0 0,1 1,1 0,2-1,-1 1,4 11,-4-27,0 0,1 1,-1-1,1 0,1 0,-1 0,1 0,0 0,0-1,0 1,1 0,-1-1,1 0,0 1,0-1,1 0,-1-1,1 1,0-1,0 1,0-1,1 0,-1-1,1 1,-1-1,1 0,0 0,5 1,13-1</inkml:trace>
  <inkml:trace contextRef="#ctx0" brushRef="#br0" timeOffset="1542.695">2492 178,'-10'16,"-2"6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39:17.87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139 160,'0'21,"-2"20,-4 21,-4 14,-6 10,-3 3,-2 1,0-6,3-10,6-15,3-16,5-15</inkml:trace>
  <inkml:trace contextRef="#ctx0" brushRef="#br0" timeOffset="196.484">44 268,'-5'19,"4"15,8 13,15 11,15 7,13 2,10-4,3-6,2-9,-8-12,-7-11,-10-15,-13-9</inkml:trace>
  <inkml:trace contextRef="#ctx0" brushRef="#br0" timeOffset="446.799">562 64,'-9'-17,"-6"-4,-2 3,-3 11,-1 19,0 21,2 24,2 18,5 17,3 12,4 5,5-1,5-4,2-20</inkml:trace>
  <inkml:trace contextRef="#ctx0" brushRef="#br0" timeOffset="874.682">658 924,'-11'-60,"2"0,3-1,3 1,3-52,0 105,0-6,10-45,-9 57,1 0,0 0,0 0,0 1,0-1,0 1,0-1,0 1,0 0,0-1,0 1,0 0,0 0,0 1,0-1,0 0,1 1,-1-1,-1 1,1 0,0-1,0 1,0 0,1 1,3 0,-6-2,40 13,-1 1,-1 1,0 3,-1 1,-1 2,-31-19,-1 1,0 0,0 1,0-1,0 1,0-1,-1 1,0 0,0 1,0-1,0 1,0-1,-1 1,0 0,0 0,0 0,-1 0,0 0,0 0,0 0,0 0,-1 0,0 1,0-1,0 0,-1 0,0 1,0-1,-1 5,-49 96,16-43,34-61,0-1,0 0,0 1,0-1,0 1,0 0,0-1,1 1,-1 0,1-1,-1 1,1 0,-1 0,1-1,0 1,0 0,0 0,0 0,0 0,0-1,1 1,-1 0,1 0,-1-1,1 1,0 0,-1-1,1 1,0-1,0 1,0-1,0 1,0-1,1 1,-1-1,0 0,1 0,-1 0,1 0,-1 0,1 0,-1 0,1 0,0-1,-1 1,2 0,16 1,1-1,-1-1,1-1,-1-1,1 0,-1-1,0-1,18-7,-18 7,49-14,-6 0</inkml:trace>
  <inkml:trace contextRef="#ctx0" brushRef="#br0" timeOffset="1177.87">1573 801,'21'5,"20"1,23 0,16-1,13-2,-9-1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39:17.34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0 356,'19'0,"17"0,20 0,18 0,13 0,8 0,-1 0,-7 0,-11 0,-16-2,-19-4,-15 0</inkml:trace>
  <inkml:trace contextRef="#ctx0" brushRef="#br0" timeOffset="246.342">438 1,'-9'21,"-4"18,2 17,1 15,3 10,5 6,6 1,3-5,1-17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39:12.06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695 28,'8'43,"-9"5,-2 0,-2 0,-5 19,-4 28,14-89,-5 29,2 1,1 0,2-1,3 15,-2-40,1 0,0 0,0 0,1 0,0 0,1-1,0 1,0-1,1 0,0-1,1 1,0-1,0 0,1 0,0-1,0 0,6 4,2-1,1-1,1 0,-1-1,1-1,0-1,1 0,0-1,0-1,0-1,0 0,0-1,1-1,-1-1,0-1,1 0,-1-2,0 0,0-1,0 0,-1-2,1 0,-1-1,2-2,24-14</inkml:trace>
  <inkml:trace contextRef="#ctx0" brushRef="#br0" timeOffset="219.926">491 246,'21'0,"23"-2,22-1,22-3,16-1,9-1,-1 1,-19 3</inkml:trace>
  <inkml:trace contextRef="#ctx0" brushRef="#br0" timeOffset="669.25">1269 819,'14'-35,"-2"-2,-2 0,-1 0,-2-1,-1 0,-2 0,-2 0,-2-6,-12-4,82 62,195 4,-261-18,1 1,-1-1,0 1,-1 1,1-1,0 0,0 1,0 0,-1 0,1 0,-1 0,0 1,1-1,-1 1,0 0,-1 0,1 0,0 0,-1 0,0 1,0-1,0 1,0 0,0-1,-1 1,1 0,-1 0,0 0,0 0,-1 0,1 2,-13 192,12-195,0 1,1-1,0 1,0-1,0 0,0 1,0-1,1 0,0 0,-1 0,1 0,0 0,0 0,1-1,-1 1,0-1,1 0,0 1,-1-1,1 0,0 0,0-1,0 1,1-1,-1 1,0-1,0 0,1 0,-1-1,1 1,-1-1,1 1,11 0,0 1,0-2,0 0,0-1,0-1,14-3,27-8,-5-3</inkml:trace>
  <inkml:trace contextRef="#ctx0" brushRef="#br0" timeOffset="1629.2">2239 560,'-5'-5,"0"0,1 0,-1 1,-1 0,1 0,-1 0,0 0,1 1,-1 0,-1 0,1 0,0 1,-1 0,1 1,-1-1,0 1,0 0,1 1,-1 0,0 0,0 0,1 1,-1 0,0 0,1 0,-1 1,1 0,-1 1,1-1,0 1,0 1,0-1,-3 3,2-1,0 0,1 1,0-1,0 1,0 0,1 1,0-1,0 1,1 0,-1 1,2-1,-1 1,1-1,0 1,1 0,-1 0,2 0,-1 1,1-1,0 0,1 3,1-8,0 0,0 0,0 0,0 0,0-1,1 1,-1 0,1 0,0-1,0 1,0-1,0 1,0-1,1 0,-1 0,1 0,-1 0,1-1,0 1,-1-1,1 1,0-1,0 0,0 0,0 0,0-1,1 1,87 3,-80-6,0 0,-1 0,0-1,1 0,-1-1,0 0,-1-1,1 0,-1-1,0 1,0-2,0 1,-1-1,0-1,-1 1,1-1,-2-1,1 1,-1-1,0 0,-1-1,0 1,-1-1,0 0,0 0,-1-1,0 1,-1-1,0 1,-1-1,0 0,-1 0,-7-15,6 25,1 1,0 0,-1 0,1 0,-1 0,1-1,-1 1,1 0,0 0,-1 0,1 0,-1 0,1 0,-1 0,1 0,-1 0,1 1,0-1,-1 0,1 0,-1 0,1 0,0 1,-1-1,1 0,-1 0,1 1,0-1,-1 0,1 0,0 1,0-1,-1 0,1 1,0-1,0 1,-1-1,1 0,0 1,0-1,0 1,0-1,0 1,-1-1,1 0,0 1,0-1,0 1,0-1,0 1,1-1,-1 1,0-1,0 0,0 1,0-1,0 1,-3 8,1 1,0-1,0 1,1 0,0 0,1-1,0 1,0 0,1 0,0 0,1-1,0 1,1-1,0 1,0-1,1 0,0 0,1 0,0-1,0 1,1-1,5 6,-7-11,-1-1,1 1,0-1,0 0,0 0,0 0,0-1,0 1,0-1,0 0,1 0,-1-1,0 1,1-1,-1 0,1 0,-1-1,0 1,1-1,-1 0,0 0,0 0,0 0,1-1,-1 0,-1 0,1 0,0 0,0-1,-1 0,7-4,0-1,0 0,-1 0,-1-1,1-1,-1 1,-1-1,0-1,0 1,-1-2,43-112,-51 137,1 1,0 0,1-1,0 1,1 0,1-1,0 1,2 6,-1-16,1 0,-1 1,1-1,0-1,0 1,0-1,0 1,0-1,1 0,0-1,-1 1,1-1,0 0,0 0,1 0,-1-1,0 0,0 0,1 0,-1-1,1 1,-1-1,0-1,1 1,-1-1,1 0,-1 0,0 0,0-1,0 0,0 0,0 0,0-1,0 1,-1-1,2-1,2-2,-1 1,1-1,-1-1,0 1,-1-1,1-1,-1 1,-1-1,1 0,-1 0,-1-1,0 1,0-1,0 0,-1 0,-1 0,1-1,-1-5,-6-10,-11 37,11-4,1 0,0 0,1 0,-1 1,2-1,-1 1,1-1,0 1,1-1,0 1,0 0,1-1,0 1,1-1,0 1,0-1,3 7,-4-13,0 0,1 0,-1-1,1 1,0 0,-1 0,1-1,0 1,0-1,0 1,0-1,0 0,0 0,0 0,1 0,-1 0,0-1,1 1,-1-1,0 1,1-1,-1 0,1 0,-1 0,1 0,-1 0,0-1,1 1,-1-1,0 1,1-1,-1 0,2-1,72-40,-63 32,0-1,0 0,-1 0,0-1,-1-1,-1 0,0-1,0 0,-2 0,1-1,-1-2,-12 28,1-1,0 1,1 0,0 0,1 0,0 0,1 0,0 0,0 2,0-10,1 1,-1-1,0 1,1-1,0 1,-1-1,1 1,1-1,-1 0,0 1,1-1,0 0,0 0,0 0,0 0,0-1,0 1,1-1,-1 1,1-1,0 0,0 0,0 0,0 0,0 0,0-1,0 1,0-1,1 0,-1 0,1 0,0 0,1-2,0 0,0 1,-1-1,1-1,0 1,0-1,-1 0,1 0,-1 0,0-1,0 1,0-1,0 0,0 0,0-1,-1 1,1-1,-1 1,0-1,0 0,-1-1,1 1,-1 0,1-2,12-20</inkml:trace>
  <inkml:trace contextRef="#ctx0" brushRef="#br0" timeOffset="2203.665">3400 383,'86'-37,"-84"36,1 1,-1 0,0-1,1 1,-1 0,1 1,-1-1,1 0,-1 0,0 1,1 0,-1-1,0 1,1 0,-1 0,0 0,0 1,0-1,0 0,0 1,0-1,0 1,-1 0,1 0,0-1,-1 1,0 0,1 0,-1 1,0-1,0 0,0 0,0 1,0-1,-1 0,1 1,4 25,0-1,-2 1,-1 0,-1 0,-2 0,0 1,-4 13,-56 532,59-551,1-1,1 1,1-1,1 1,1-1,1 0,0 0,2 0,1 0,1-1,0 0,11 17,-18-35,-1-1,1 0,0 0,0 0,0 0,1 0,-1 0,0 0,1 0,-1 0,1-1,0 1,-1-1,1 1,0-1,0 0,0 1,0-1,0 0,0 0,0 0,1-1,-1 1,0-1,0 1,1-1,-1 0,0 1,1-1,-1 0,0-1,1 1,-1 0,0-1,0 1,1-1,-1 0,0 1,0-1,0 0,0-1,0 1,0 0,0 0,0-1,0 1,-1-1,2-1,2-11,-1 1,0-1,-1 0,-1 1,0-1,-1 0,-1-1,0 1,0 0,-2 0,-1-6,-1-16,-1 0,-2 0,-2 1,-1 0,-1 0,-3 2,0-1,-2 2,-2 0,0 1,-3 0,0 2,-2 1,-1 0,-1 2,-1 1,-7-4,-12-10,51 31,67 1,138-6,54-16,-246 23,-14 3</inkml:trace>
  <inkml:trace contextRef="#ctx0" brushRef="#br0" timeOffset="2438.039">4082 328,'-2'21,"-1"18,0 12,1 9,0 4,1-3,0-6,1-11,0-12</inkml:trace>
  <inkml:trace contextRef="#ctx0" brushRef="#br0" timeOffset="2607.586">4041 1,'-9'2,"3"3,13 1,14 0,4-2</inkml:trace>
  <inkml:trace contextRef="#ctx0" brushRef="#br0" timeOffset="4566.436">122 779,'351'-14,"-343"13,-28 1,17 0,-394 6,341 2,56-7,0-1,0 0,0 0,1 0,-1 0,0 1,0-1,0 0,0 0,0 1,0-1,0 0,0 0,0 0,0 1,0-1,0 0,0 0,0 0,0 1,0-1,0 0,0 0,-1 0,1 1,0-1,0 0,0 0,0 0,0 1,0-1,-1 0,1 0,0 0,0 0,0 0,0 1,-1-1,1 0,0 0,0 0,0 0,-1 0,1 0,0 0,0 0,0 0,-1 0,1 0,0 0,0 0,21 4,201-6,-160-1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39:15.10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22 0,'-9'61,"2"0,3 1,3 0,2 0,9 50,-7-70,21 365,-25-396,1 0,1-1,0 1,1 0,0 0,0-1,1 1,1-1,-1 0,2 0,-1 0,2 0,-1-1,1 0,4 5,-7-12,0 0,-1 0,1 0,0-1,0 1,0-1,1 0,-1 0,0 0,0 0,0 0,1-1,-1 0,0 1,1-1,-1 0,0-1,1 1,-1 0,0-1,1 0,-1 0,0 0,0 0,0 0,0-1,0 0,75-53,-58 34,0-1,-2-1,-1 0,0-2,-2 0,8-18,-13 26,-13 49,0-17,0 0,2 0,0 0,1 0,0 1,1-1,3 13,-4-24,1 0,0 0,0-1,0 1,1 0,-1 0,1-1,0 1,0-1,0 1,0-1,1 0,0 0,-1 0,1 0,0-1,0 1,1-1,-1 1,0-1,1 0,-1 0,1-1,0 1,0-1,-1 0,1 0,0 0,0 0,0-1,0 0,1 0,26-2,-2-6</inkml:trace>
  <inkml:trace contextRef="#ctx0" brushRef="#br0" timeOffset="262.33">581 533,'-16'-5,"-10"-1,-5-2,0 0,3 0,2-5,5 2</inkml:trace>
  <inkml:trace contextRef="#ctx0" brushRef="#br0" timeOffset="528.685">63 328,'16'5,"17"3,17 1,16 2,14-3,6 1,0-1,-14-2</inkml:trace>
  <inkml:trace contextRef="#ctx0" brushRef="#br0" timeOffset="529.685">827 806,'0'17,"0"9,0 8,0 0,3-3,2-8,4-6,1-8,3-8,0-13,-1-3</inkml:trace>
  <inkml:trace contextRef="#ctx0" brushRef="#br0" timeOffset="787.991">910 287,'-17'-9,"-9"-4,-5 2,-3 6,1 9,1 9,6 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39:24.19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1 301,'18'0,"19"0,13 0,14 0,11-2,7-2,5-1,1-1,-4 2,-7 0,-12 2,-12 1,-10 0,-13-1,-12-1</inkml:trace>
  <inkml:trace contextRef="#ctx0" brushRef="#br0" timeOffset="245.855">479 1,'7'18,"7"18,5 15,3 10,-1 6,-4 3,-4 2,-8-5,-4-13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39:25.55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31 247,'-3'16,"0"15,0 13,1 12,0 7,1 2,-2 0,0-5,-2-7,0-13</inkml:trace>
  <inkml:trace contextRef="#ctx0" brushRef="#br0" timeOffset="259.308">31 151,'-5'18,"6"18,12 15,15 7,17 6,12 2,8-2,1-5,-5-7,-8-10,-13-13</inkml:trace>
  <inkml:trace contextRef="#ctx0" brushRef="#br0" timeOffset="466.752">550 1,'-7'23,"-3"24,2 20,0 16,6 8,4 4,5-2,5-7,4-10,1-11,-3-16</inkml:trace>
  <inkml:trace contextRef="#ctx0" brushRef="#br0" timeOffset="878.949">741 670,'-90'-201,"87"195,2 5,0 0,0 0,0-1,0 1,0 0,0-1,0 1,0-1,1 1,-1-1,0 1,1-1,0 1,-1-1,1 0,0 1,0-1,-1 0,1 1,1-1,-1 0,0 1,0-1,1 0,-1 1,1-1,-1 0,1 1,0-1,-1 1,1-1,0 1,0 0,1-2,5 2,-1 0,1 0,0 0,0 1,0 0,-1 0,1 1,0 0,0 0,-1 1,3 0,12 2,20 3,0 0,-1 3,-1 1,34 15,-70-25,0 0,-1 1,1-1,0 0,0 1,-1-1,1 1,-1 0,0 0,1 0,-1 0,0 1,0-1,-1 0,1 1,0-1,-1 1,1 0,-1 0,0-1,0 1,0 0,0 0,0 0,-1 0,0 0,1 0,-1 0,0 0,0 0,-1 0,1 0,-1 0,1 0,-1 0,-1 2,-17 42,16-42,0 0,0 0,0 0,1 0,-1 1,1 0,0-1,1 1,0 0,0-1,0 1,0 0,1 0,0 0,0 0,1 0,-1 0,1 0,1-1,-1 1,1 0,0-1,0 1,3 4,4-3,1 0,-1 0,1-1,0 0,1-1,-1 0,1-1,0 0,0-1,1 0,-1-1,1 0,-1-1,1 0,-1 0,1-2,8 0,152-22,-124 11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39:27.41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0,'2'2,"6"1,8 0,10 2,16 0,11-2,9 0,3-1,-5-3,-8-2,-10 1,-18-1,-14 4,-12 3,-8 1,-1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39:31.20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1137,'14'0,"16"0,15 0,13 0,9 0,4 0,3 0,-13 0</inkml:trace>
  <inkml:trace contextRef="#ctx0" brushRef="#br0" timeOffset="370.575">930 140,'-17'45,"3"1,1 0,3 0,1 1,3 1,2-1,1 1,4 18,5 54,6 0,6-1,4-1,5-1,13 22,-37-129,20 75,-3 1,3 50,-24-46,0-86,0-1,0 0,0 0,0-1,0 1,0 0,-1 0,1 0,-1-1,0 1,0-1,0 1,0-1,0 0,0 0,-1 0,1 0,-1 0,0-1,1 1,-1-1,0 1,0-1,0 0,0 0,0 0,0-1,-23 3</inkml:trace>
  <inkml:trace contextRef="#ctx0" brushRef="#br0" timeOffset="707.698">698 987,'7'-4,"1"0,0 1,0 0,0 0,1 1,-1 0,1 1,-1 0,6 0,5-1,275-43,-286 43,-7 2,0-1,1 0,-1 1,0-1,0 0,1 1,-1 0,0-1,0 1,1 0,-1-1,1 1,-1 0,0 0,1 0,-1 0,0 1,1-1,-1 0,0 0,1 1,-1-1,0 1,0-1,1 1,-1 0,0-1,0 1,0 0,0 0,0 0,0 0,0 0,0 0,0 0,0 0,-1 0,1 0,0 0,-1 1,1-1,-1 0,6 40,18 59,-23-96,2 1,-1-1,1 0,-1 0,1 0,0 0,1 0,-1-1,1 1,-1-1,1 0,0 0,0 0,0-1,3 2,11 1</inkml:trace>
  <inkml:trace contextRef="#ctx0" brushRef="#br0" timeOffset="951.049">1244 577,'-3'5,"7"3,3 1</inkml:trace>
  <inkml:trace contextRef="#ctx0" brushRef="#br0" timeOffset="1480.149">1544 755,'19'42,"5"6,-2 2,-3 0,-2 1,-2 1,-2 1,3 34,-14-32,-2 1,-3 0,-2-1,-6 21,-5 51,16-120,-1 41,1-47,1 0,-1 0,0 0,0 0,1 0,-1 0,0 0,1 0,-1 0,1 0,-1-1,1 1,0 0,-1 0,1 0,0-1,0 1,-1 0,1-1,0 1,0-1,0 1,0-1,0 1,0-1,0 1,0-1,0 0,0 0,0 1,0-1,0 0,0 0,0 0,0 0,0 0,0-1,0 1,0 0,0 0,0-1,5-2,-1 0,1-1,-1 0,0 0,0-1,0 1,0-1,-1 0,0-1,0 1,0-1,-1 1,0-1,0 0,0 0,-1 0,0-1,0 1,-1-1,0 1,0-1,0 1,-1-5,3-13,-2 1,-1-1,-1 0,-1 1,-1-1,-1 1,-1 0,-1 0,-1 1,-1-1,-1 2,-5-9,-2-2,-2 1,-1 0,-1 1,-2 2,-1 0,-1 1,-22-18,-6 1,52 44,1 0,-1 0,0 0,0 0,0 0,1 0,-1 0,0 0,0 0,0 0,1 0,-1 0,0 0,0 0,0 0,1 0,-1 0,0 0,0 0,0 0,0 0,1 0,-1-1,0 1,0 0,0 0,0 0,1 0,-1 0,0 0,0-1,0 1,0 0,0 0,0 0,1 0,-1-1,0 1,0 0,0 0,0 0,0-1,0 1,0 0,0 0,0 0,0-1,0 1,0 0,0 0,0 0,0-1,0 1,0 0,0 0,27 6,-20-5,75 16,2-4,0-4,35-1,-115-8,4 1,0-1,0 1,0-1,1-1,-1 1,0-1,0-1,0 0,0 0,0 0,0-1,-1 0,1-1,3-2,-11 6,0 0,0 0,0 1,0-1,0 0,0 0,0 1,1-1,-1 0,0 0,0 1,0-1,0 0,0 0,0 1,1-1,-1 0,0 0,0 0,0 1,1-1,-1 0,0 0,0 0,1 0,-1 0,0 1,0-1,1 0,-1 0,0 0,0 0,1 0,-1 0,0 0,1 0,-1 0,0 0,0 0,1 0,-1 0,0 0,0 0,1 0,-1 0,0-1,0 1,-1 12,0 0,1-1,0 1,1 0,0-1,1 1,0-1,0 1,2-1,-1 0,1 0,1 0,5 9,4-3</inkml:trace>
  <inkml:trace contextRef="#ctx0" brushRef="#br0" timeOffset="1758.412">2063 591,'-2'10,"11"6,3 2</inkml:trace>
  <inkml:trace contextRef="#ctx0" brushRef="#br0" timeOffset="2097.02">2500 796,'-11'3,"1"0,0 2,0-1,0 1,1 0,-1 1,1 0,0 1,1-1,0 2,0-1,0 1,-1 3,6-7,-1 0,1 0,1 0,-1 0,0 1,1-1,0 1,0-1,0 1,1 0,0 0,0 0,0 0,0 0,1 0,0 0,0 0,0 0,0 0,1 0,0 0,0 0,1 0,-1 0,1 0,0-1,0 1,1-1,0 3,5 0,0 1,1-1,0 0,0-1,0 0,1-1,0 1,0-2,0 0,0 0,1 0,-1-2,1 1,0-1,0-1,0 0,0-1,0 0,0 0,6-2,3 2,0-2,0-1,-1 0,1-1,-1-1,0-1,2-2,-12 5,-1 0,0-1,0 0,0-1,0 0,-1 0,0-1,0 1,-1-1,1-1,-1 0,0 1,-1-2,0 1,0-1,3-7,-7 14,0-1,0 1,1-1,-2 0,1 0,0 1,0-1,0 0,-1 0,1 0,-1 0,0 0,1 0,-1 1,0-1,0 0,0 0,-1 0,1 0,0 0,-1 0,1 0,-1 0,1 0,-1 1,0-1,0 0,0 0,0 1,0-1,0 1,-1-1,1 1,0-1,-1 1,1 0,-1 0,0-1,1 1,-1 0,0 1,1-1,-1 0,0 0,0 1,0-1,0 1,0 0,-2-1,0 2,0 0,0 1,-1-1,1 1,0 0,0 0,1 0,-1 1,0-1,1 1,-1 0,1 0,0 0,0 0,0 1,1-1,-1 1,1 0,0 0,0 0,0 0,0 0,1 0,-1 0,1 0,0 1,1-1,-1 0,1 1,0-1,0 1,0-1,0 1,1-1,0 0,0 1,1 2,2 2,0 1,1-1,0 1,0-1,1-1,0 1,1-1,0 0,0-1,0 0,1 0,0 0,1-1,0 0,0-1,0 0,0 0,1-1,0 0,0-1,0 0,5 1,34 10</inkml:trace>
  <inkml:trace contextRef="#ctx0" brushRef="#br0" timeOffset="2514.906">725 31,'20'-7,"17"-2,12 0,5 4,2 5,-2 10,-8 13,-11 13,-18 17,-26 16,-36 13,-38 5,-37 3,-33-3,9-16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39:28.89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97,'2'-14,"1"-2,0 8,-1 18,0 20,-1 22,-1 18,-2 14,-1 8,0 3,1-3,2-11,4-11,6-14,4-16,4-15,-2-11</inkml:trace>
  <inkml:trace contextRef="#ctx0" brushRef="#br0" timeOffset="404.914">314 561,'143'-63,"-128"56,-5 4,-1-1,1 0,-1 0,0-1,-1 0,1-1,-1 0,0 0,-1-1,1 0,-1 0,5-9,-11 15,-1 0,0 0,-1-1,1 1,0 0,0 0,0 0,-1 0,1-1,0 1,-1 0,1 0,-1 0,0 0,1 0,-1 0,0 0,0 0,1 0,-1 0,0 1,0-1,0 0,0 0,0 1,0-1,0 1,0-1,0 1,-1-1,1 1,0 0,0-1,0 1,-1 0,1 0,0 0,0 0,0 0,-1 0,1 0,0 1,0-1,0 0,0 1,-1-1,1 1,0-1,0 1,0-1,0 1,0 0,-10 1,1 1,0 0,0 0,0 1,0 0,1 1,0 0,0 0,0 1,0 0,1 1,0 0,0 0,1 0,0 1,1 1,-1-1,1 1,1 0,0 0,0 0,1 1,0 0,-2 9,5-15,1 0,0 0,0 1,0-1,1 0,0 0,-1 0,1 0,1 0,-1 0,0 0,1-1,0 1,0 0,0-1,0 1,1-1,-1 0,1 0,0 0,0 0,0 0,0-1,1 1,-1-1,4 2,4 2,1-1,-1 1,1-2,0 0,0 0,1-2,-1 1,5-1,32 2,-5-4</inkml:trace>
  <inkml:trace contextRef="#ctx0" brushRef="#br0" timeOffset="1000.334">970 329,'-11'-2,"1"0,-1 2,1-1,-1 1,0 0,1 1,-1 1,1-1,-1 2,1-1,0 2,0-1,0 1,0 1,1-1,0 2,0-1,0 1,1 1,-3 2,9-7,0 0,0 1,0-1,0 1,0-1,1 1,0-1,-1 1,1 0,0 0,0 0,0 0,1 0,-1 0,1-1,0 2,-1-1,1 0,1 0,-1 0,0 0,1 0,-1-1,1 1,0 0,0 0,0 0,1 0,-1-1,1 1,-1-1,1 1,0-1,1 2,5 5,1 0,0-1,1 0,0 0,0-1,0 0,11 4,184 89,-203-100,0 0,-1 1,1-1,0 1,-1-1,1 1,-1 0,1 0,-1 0,1-1,-1 1,0 0,1 1,-1-1,0 0,0 0,0 1,0-1,0 0,0 1,0-1,-1 1,1-1,0 1,-1-1,1 1,-1 0,0-1,1 1,-1 0,0-1,0 1,0 0,0-1,0 1,-1 0,1-1,0 1,-1 0,1-1,-1 1,0-1,1 1,-1-1,-1 2,-5 0,0 0,0 0,0-1,-1 1,1-2,0 1,-1-1,0 0,1-1,-1 0,0 0,1-1,-1 1,-5-3,12 3,0 0,1 0,-1 0,0 0,0 0,0 0,1-1,-1 1,0 0,0-1,1 1,-1 0,0-1,1 1,-1-1,0 1,1-1,-1 1,1-1,-1 1,1-1,-1 0,1 1,-1-1,1 0,-1 1,1-1,0 0,0 0,-1 0,1 1,0-1,0 0,0 0,0 0,0 1,0-1,0 0,0 0,0 0,0 1,0-1,1 0,-1 0,0 1,1-2,24-32,26-14,3 2,1 2,6 1,1-2,-58 41,-3 3,0 0,-1 0,1 0,0 0,-1 0,1 0,0 1,0-1,0 0,0 0,0 0,0 1,0-1,0 0,0 1,0-1,0 1,0 0,1-1,-1 1,0 0,0 0,1-1,-1 1,0 0,0 0,0 0,1 1,-1-1,0 0,0 0,0 1,1-1,-1 1,0-1,0 1,0-1,0 1,0 0,-3 127,2-120,0-1,0 1,1-1,0 1,1 0,-1-1,1 0,1 1,0-1,0 0,0 0,1-1,0 1,0-1,0 1,1-1,0-1,0 1,1-1,0 0,0 0,0 0,0-1,1 0,-1 0,1-1,0 0,4 1,16 2</inkml:trace>
  <inkml:trace contextRef="#ctx0" brushRef="#br0" timeOffset="1222.789">1476 110,'-17'-9,"-7"-4,-2 4,1 5,5 10,10 12,14 9,16 7,4-2</inkml:trace>
  <inkml:trace contextRef="#ctx0" brushRef="#br0" timeOffset="1717.47">1639 684,'16'-29,"-1"-1,-1-1,-2 0,-1-1,-2 0,-1-1,3-25,-14 19,11 44,-1 0,1-1,0 0,0 0,0 0,1-1,-1-1,1 1,0-1,0-1,13 5,-21-6,5 1,0-1,0 1,0 1,0-1,0 1,0 0,0 1,-1-1,1 1,-1 0,0 0,0 1,0 0,0 0,-1 0,1 0,-1 1,0-1,0 1,-1 0,1 0,-1 1,-1-1,3 6,2 42,-8-48,1 0,-1 0,1 0,1 1,-1-1,1 0,-1 0,2 0,-1-1,0 1,1 0,0 0,0-1,0 1,1-1,0 1,0-1,0 0,0 0,0-1,1 1,0-1,0 1,0-1,0 0,0 0,0-1,2 1,3-1,1 0,0 0,0-1,0 0,0-1,0 0,0 0,0-1,0-1,0 0,-1 0,1-1,-1 0,1 0,-1-1,0 0,0-1,-1 0,1-1,-1 1,0-2,-1 1,1-1,-1 0,-1-1,1 1,-1-1,-1-1,0 1,0-1,0 0,-1 0,0 0,-1 0,0-1,-1 0,0 1,1-6,-5 61,0-38,0 0,1 0,0 1,1-1,0 0,0 1,0-1,1 0,1 1,-1-1,1 0,1 0,0 0,0 0,0-1,1 1,0-1,0 0,1 0,0 0,0-1,1 1,0-1,14 5</inkml:trace>
  <inkml:trace contextRef="#ctx0" brushRef="#br0" timeOffset="1977.771">2513 1,'-12'14,"-1"11,2 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39:46.00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0 247,'21'0,"19"0,18 0,16 0,12-3,4-2,-3-3,-9-1,-16 2,-19 2</inkml:trace>
  <inkml:trace contextRef="#ctx0" brushRef="#br0" timeOffset="261.312">233 1,'-5'19,"-1"21,3 24,5 19,7 14,4 9,2 5,-3 0,-3-19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39:45.42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40 73,'49'-62,"-48"61,-1 0,1 0,0 1,-1-1,1 0,0 1,0-1,-1 0,1 1,0-1,0 1,0 0,0-1,0 1,0-1,-1 1,1 0,0 0,0 0,0-1,0 1,0 0,0 0,0 1,0-1,0 0,0 0,0 0,0 1,0-1,0 0,0 1,0-1,0 1,0-1,-1 1,1-1,0 1,0-1,-1 1,1 0,0 0,-1-1,1 1,-1 0,1 0,-1 0,1 0,-1 0,1-1,-1 1,0 0,0 0,1 0,-1 0,0 0,0 0,0 0,0 0,0 0,0 0,0 0,-1 0,1 0,0 1,1 29,0 1,-2 0,-2-1,-1 1,-1-1,-1 0,-6 13,7-23,-83 337,80-299,9-58,-1-1,1 1,0 0,-1 0,1 0,0 0,-1-1,1 1,0 0,0-1,0 1,0-1,0 1,-1-1,1 1,0-1,0 0,0 1,0-1,0 0,0 0,1 0,-1 1,0-1,0 0,0-1,0 1,0 0,0 0,0 0,0-1,0 1,0 0,0-1,0 1,0-1,0 1,-1-1,1 1,0-1,0 0,0 0,2 0,76-29,0 4,2 4,0 3,7 2,-57 13</inkml:trace>
  <inkml:trace contextRef="#ctx0" brushRef="#br0" timeOffset="217.418">423 360,'-3'25,"0"21,0 16,0 13,-1 9,0 6,1 1,2 2,8-3,1-18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39:49.39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124 1,'-5'74,"-3"0,-4 0,-2-1,-16 43,-16 83,38-112,9-85,1 0,0-1,0 1,-1 0,1-1,0 1,0-1,1 0,-1 0,0 0,0 0,1 0,-1 0,0-1,1 1,-1-1,1 0,-1 0,0 1,1-1,-1-1,1 1,-1 0,1-1,-1 1,0-1,1 0,-1 0,0 1,0-2,0 1,1 0,231-87,-65 41,-121 35,-33 6</inkml:trace>
  <inkml:trace contextRef="#ctx0" brushRef="#br0" timeOffset="277.259">424 342,'-5'12,"-3"17,-1 18,1 17,2 15,2 11,4 10,5 4,1 0,-1-17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40:04.93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1,'19'0,"17"0,17 0,13 0,7 0,0 0,-7 2,-13 1,-15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40:05.19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1,'18'4,"18"3,20-1,15-1,13-2,8-1,0-3,-16-2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40:04.06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89 13,'19'0,"15"0,13 0,11 0,7-3,2 0,-6 0,-9 1,-13 0</inkml:trace>
  <inkml:trace contextRef="#ctx0" brushRef="#br0" timeOffset="463.54">21 40,'-5'19,"0"1,1-1,1 1,1 0,1 0,1-1,1 1,0 0,1 0,2-1,0 1,0-1,2 0,6 13,-11-28,1 0,-1-1,1 1,0-1,0 1,0-1,1 0,-1 0,1 0,0 0,0 0,0-1,0 1,0-1,0 0,1 0,-1 0,1 0,0-1,-1 1,1-1,0 0,0 0,0 0,0-1,-1 0,1 1,0-1,0 0,0-1,0 1,0-1,0 0,0 0,73-28,43-12,-114 40,0 1,-1-1,1 1,0 0,0 0,0 1,-1-1,1 1,0 0,-1 1,1 0,-1 0,1 0,-1 0,0 1,0 0,0 0,0 0,3 4,0 2,0 1,-1 0,0 0,-1 0,-1 1,1 0,-2 0,1 0,-2 1,1-1,-1 1,-1 0,-1 0,1 0,-2 0,1 0,-2 0,-1 8,2-12,0 0,-1 0,0-1,0 1,-1-1,1 1,-2-1,1 1,-1-1,-1 0,1 0,-1 0,0-1,-1 0,1 1,-1-1,0-1,-1 1,0-1,1 0,-2 0,1-1,0 1,-1-2,0 1,0-1,0 0,0 0,-1-1,1 0,-1 0,0-1,1 1,-1-2,0 1,-3-1,6-1,1 1,-1-1,1 0,-1 0,1 0,0 0,0-1,-1 0,1 0,0 0,0 0,1 0,-1-1,0 0,1 0,0 0,-1 0,0-3,1-5,5 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40:03.51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1 288,'16'4,"17"2,17 0,14-3,12-5,7-2,1 0,-4 0,-11 1,-16 4,-15 1</inkml:trace>
  <inkml:trace contextRef="#ctx0" brushRef="#br0" timeOffset="204.493">356 1,'-16'21,"-6"18,1 17,5 12,6 9,10 6,10-1,8-2,7-5,5-9,1-8,-4-15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40:08.08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0 757,'18'-4,"-1"-2,0 0,0-1,-1 0,0-1,0-1,-1-1,0 0,-1-1,0 0,0-2,-2 1,1-1,-2-1,0 0,0-1,-1 0,-1-1,-1 0,4-8,-2 3,-1 1,0-1,-2-1,0 0,-1 0,-2 0,0-1,-1 1,-1-1,-2 0,0 0,-1 1,-1-1,-1 0,-2 1,0 0,-1 0,-1 0,-4-6,11 25,-1 1,1-1,-1 1,0 0,0-1,0 1,0 0,0 0,-1 0,1 0,-1 0,1 0,-1 0,0 0,1 0,-1 1,0-1,0 1,0-1,-1 1,1 0,0 0,0 0,-1 0,1 0,-1 1,1-1,0 1,-1-1,1 1,-1 0,1 0,-1 0,1 0,-1 0,1 1,-1-1,1 1,-1 0,1 0,0 0,0 0,-1 0,1 0,0 0,0 1,0-1,0 1,-5 9,0 0,1 0,0 1,1 0,1 0,0 1,0-1,1 1,1 0,0-1,1 1,0 3,0-11,-6 55,3 0,2 1,3 0,3-1,2 1,3-1,13 45,-15-82,0 0,1 0,2-1,0 0,3 3,-9-19,-1 1,2-1,-1 0,1 0,0 0,0-1,0 1,1-1,0 0,0-1,0 0,0 0,1 0,0 0,0-1,0-1,0 1,2 0,-4-3,-1 0,1 1,-1-1,1-1,0 1,-1-1,1 0,-1 0,1 0,-1 0,0-1,1 0,-1 0,0 0,0 0,0-1,-1 0,1 1,-1-1,1-1,-1 1,0 0,1-2,59-92,5-63,-59 144,-2 34,-11 47,2-46,0 0,1-1,1 1,1 0,1 0,1 0,0-1,4 13,23 7,-13-31</inkml:trace>
  <inkml:trace contextRef="#ctx0" brushRef="#br0" timeOffset="731.564">561 320,'-1'4,"0"0,0 0,1 0,-1 0,1 0,0 0,0 0,0-1,1 1,-1 0,1 0,0 0,0 0,0 0,1-1,-1 1,1-1,0 1,0-1,0 0,1 1,-1-1,1 0,0-1,-1 1,1 0,1-1,-1 0,0 1,0-1,1 0,-1-1,1 1,16 7,0-1,0 0,1-2,-1 0,11 1,-26-6,31 6,-4 0,-1 0,0 2,0 1,8 5,-31-12,-1 1,1 0,-1 1,0-1,0 2,0-1,-1 1,1-1,-1 2,-1-1,1 1,-1 0,0 0,-1 0,0 0,0 1,-1 0,2 3,13 159,-17-168,-1 0,1 1,-1-1,1 0,0 0,0 0,0 0,0 0,0 0,0 0,1 0,-1 0,0 0,1-1,0 1,-1 0,1-1,0 0,0 1,0-1,0 0,0 0,0 0,0 0,0 0,1-1,-1 1,0 0,0-1,1 0,-1 0,0 0,1 0,-1 0,0 0,0 0,2-1,13-4,0-1,0-1,-1 0,1-1,-2-1,1-1,-1 0,-1-1,0 0,-1-1,0-1,0 0,-2-1,1 0,-2-1,0 0,-1 0,0-1,-2 0,1-3,-7 19,-1 1,0-1,0 1,0-1,1 1,-1-1,0 0,0 1,1-1,-1 1,0-1,1 0,-1 0,0 1,1-1,-1 0,1 1,-1-1,1 0,-1 0,0 0,1 0,-1 1,1-1,-1 0,1 0,-1 0,1 0,-1 0,1 0,-1 0,1 0,-1 0,1 0,-1-1,0 1,1 0,-1 0,1 0,-1-1,1 1,-1 0,0 0,1-1,-1 1,1 0,-1-1,0 1,0 0,1-1,-1 1,0 0,1-1,-1 1,7 26,44 114,-48-134,0-1,1 1,0 0,0-1,1 0,-1 0,1 0,0 0,0-1,1 0,0 0,-1 0,1-1,0 0,0 0,1 0,-1-1,1 0,-1 0,5 0,-5-2,0 0,0 0,0 0,0-1,0 1,0-1,0-1,0 1,0-1,0 0,-1-1,1 1,-1-1,0 0,0-1,0 1,0-1,0 0,-1 0,0 0,4-5,68-107,-76 116,0 0,1 0,-1 1,0-1,0 0,0 0,1 0,-1 0,0 1,0-1,0 0,1 0,-1 0,0 0,0 0,1 0,-1 0,0 0,1 1,-1-1,0 0,0 0,1 0,-1 0,0 0,0-1,1 1,-1 0,0 0,0 0,1 0,-1 0,0 0,0 0,1 0,-1-1,0 1,0 0,1 0,-5 37,3-33,-1 6,0 0,1-1,0 1,0 0,1 0,1 0,-1 0,2 0,-1 0,1 0,1 0,0-1,0 1,1-1,0 0,0 0,4 4,40 36,-39-43</inkml:trace>
  <inkml:trace contextRef="#ctx0" brushRef="#br0" timeOffset="980.896">1872 279,'-7'9,"5"4,7-1,2-3</inkml:trace>
  <inkml:trace contextRef="#ctx0" brushRef="#br0" timeOffset="1191.339">2322 689,'-7'19,"-2"12,0 11,2 3,2 0,2-4,4-8,4-9,3-8,0-8</inkml:trace>
  <inkml:trace contextRef="#ctx0" brushRef="#br0" timeOffset="1371.851">2254 60,'-16'-11,"-11"-7,-2 0,4 6,5 11,7 11,6 3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40:06.26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263 316,'0'-19,"0"-13,0-8,0-4,0 1,0 5,0 14,0 18,0 19,0 21,0 17,0 14,0 6,0 2,0-3,2-6,4-10,0-14</inkml:trace>
  <inkml:trace contextRef="#ctx0" brushRef="#br0" timeOffset="479.714">577 70,'20'-4,"-1"1,1 1,0 1,0 1,-1 0,1 2,0 0,-1 1,1 1,-1 1,12 4,-27-7,0 0,0 0,0 0,0 1,0 0,0-1,0 1,-1 0,1 1,-1-1,0 1,0-1,-1 1,1 0,-1 0,1 0,-1 0,0 1,-1-1,1 1,-1-1,0 1,0-1,0 1,-1-1,0 1,0 0,0 0,0-1,-1 1,1-1,-1 1,-1 0,1 0,-5 11,-1-1,-1 1,0-1,-1-1,0 1,-1-2,-1 1,0-1,-1-1,0 0,-11 8,22-21,1 1,0 0,-1 1,1-1,-1 0,1 0,0 0,-1 0,1 0,-1 0,1 0,0 1,-1-1,1 0,0 0,-1 0,1 1,0-1,-1 0,1 0,0 1,0-1,-1 0,1 1,0-1,0 0,0 1,-1-1,1 1,0-1,0 0,0 1,0-1,0 0,0 1,0-1,0 1,0-1,0 0,0 1,0-1,0 1,0-1,0 0,0 1,0-1,1 1,-1-1,0 0,0 1,0-1,1 0,-1 1,0-1,0 0,1 1,-1-1,0 0,1 0,-1 0,0 1,1-1,-1 0,0 0,1 0,-1 1,32-2,-25 0,16-1,0 1,-1 1,1 1,-1 1,1 0,15 6,-30-7,-1 2,1-1,0 1,-1 0,0 0,0 1,0 0,0 0,0 1,-1 0,0 0,0 0,0 1,-1 0,0 0,0 0,0 1,-1-1,0 1,2 6,-4-8,0 0,-1 0,0 0,0 0,0 0,-1 0,0 0,0 1,0-1,-1 0,1 0,-1 0,0 0,-1 0,1 0,-1 0,0 0,-1 0,1-1,-1 1,1-1,-1 0,-1 1,1-1,-1-1,1 1,-1-1,0 1,0-1,-1 0,1 0,-1-1,-1 1,-9 5,-1 0,0-2,0 0,0 0,-1-2,0 0,0-1,-6 0,-30 3</inkml:trace>
  <inkml:trace contextRef="#ctx0" brushRef="#br0" timeOffset="817.81">194 1,'-2'5,"-8"12,-7 19,-7 18,-7 14,-5 10,-3 6,5-13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07T16:40:13.21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237 206,'412'-16,"212"-43,-331 28,361-30,368 22,-911 41,-1 5,0 4,39 13,-64 3,-84-27,-1 0,1 1,-1-1,0 1,1-1,-1 0,0 1,1-1,-1 1,0-1,0 1,1 0,-1-1,0 1,0-1,0 1,0-1,0 1,0 0,0-1,0 1,0-1,0 1,0-1,0 1,0 0,0-1,-1 1,1-1,0 1,0-1,-1 1,1-1,0 1,-1-1,1 1,0-1,-1 0,1 1,-1-1,1 0,0 1,-1-1,1 0,-1 1,1-1,-1 0,0 0,1 1,-1-1,1 0,-1 0,1 0,-1 0,1 0,-1 0,0 0,1 0,-1 0,1 0,-1 0,1 0,-1-1,0 1,1 0,-1 0,1-1,-232 40,125-26</inkml:trace>
  <inkml:trace contextRef="#ctx0" brushRef="#br0" timeOffset="264.292">537 329,'-502'12,"492"-12,-14 1,37-3,1063-81,-63 34,-688 48,0 15,37 18,-275-20,-26-2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17T08:53:21.0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7944 3971,'-3'-2,"0"0,1 0,-1 0,1-1,-2 2,2-1,-2 1,2-1,-2 1,1-1,-1 2,1-1,-1 0,1 0,-1 1,1-1,-1 1,1 0,0 0,-1 0,1 0,-2 1,2-1,-1 0,1 1,0 1,0-2,-1 2,1-1,0 0,0 1,-2 1,-12 7,-1 1,2 0,0 2,1 0,1 0,-1 2,2-1,0 2,9-11,3-5,0 1,0-1,1 1,-1 0,1 0,-1-1,0 1,1 0,-1 0,0-1,1 1,-1 0,1 0,0 0,-1 0,1 0,0 0,0-1,0 1,0 1,0-2,0 1,0 0,0 0,0 0,0 0,0 0,1 0,-1 0,0 0,1 0,-1-1,1 1,0 0,-1 0,1-1,0 1,-1 0,1 0,-1-1,1 1,0 0,0-1,0 1,0-1,0 0,0 1,0-1,0 1,0-1,1 1,58 20,-31-12,-2 2,0 0,0 1,19 13,-40-21,1 1,0 0,-1 0,0 0,0 1,1 0,-2 1,0-1,-1 0,1 1,-1 0,-1 0,1 0,-2 1,1-2,0 2,-2 0,1 4,-1-8,0 0,-1 1,1-1,-2 1,1-1,0 0,-1 1,0-1,-1 0,1 1,0-1,-1 0,0 0,0 0,0 0,-1-1,0 1,0 0,1-1,-2 1,1-1,-1 0,0 0,1-1,-2 1,2 0,-2-1,1 0,-1 0,1 0,-1 0,0-1,1 1,-3-1,-8 0,0 0,2-1,-2-1,0-1,1 1,0-1,0-2,-11-2,-15-3,36 8,14 1,-6 0,11 0</inkml:trace>
  <inkml:trace contextRef="#ctx0" brushRef="#br0" timeOffset="1">8168 3888,'-9'23,"5"-3,3 0,-1-1,2 0,1 1,0 0,2-1,1 1,0-1,1 0,2 0,3 6,19 74,-16 58,-11-143,-2-14,0 0,0 0,0 0,1 0,-1 0,0-1,0 1,0 0,0 0,0 0,1 0,-1 0,0 0,0 0,0 0,0 0,0 0,1 0,-1 0,0 0,0 0,0 0,0 0,1 0,-1 0,0 0,0 1,0-1,0 0,0 0,0 0,1 0,-1 0,0 0,0 0,0 0,0 0,0 1,0-1,0 0,0 0,1 0,-1-6</inkml:trace>
  <inkml:trace contextRef="#ctx0" brushRef="#br0" timeOffset="2">7979 4168,'4'-1,"5"-3,8 0,6-3,8 2,8 1,6 1,5 1,2 1,0 1,-4 0,-7 0,-8 0,-10 1</inkml:trace>
  <inkml:trace contextRef="#ctx0" brushRef="#br0" timeOffset="3">8557 4387,'-3'17,"2"-13,-1-1,0 1,1 0,1 1,-1-2,1 2,-1-1,1 0,0 0,0 0,1 1,0-2,-1 1,1 1,1-1,-1-1,1 1,-1 0,2 0,-1 0,0-1,1 1,-1-1,2 0,-2 0,2 0,-1 0,3 1,4-1,1-1,0 0,0-1,0 0,0 0,0-1,1 0,-1-1,0 0,0-1,1 1,-2-1,1-1,0 0,-1-1,0 0,9-5,-15 8,-1-1,1 1,-1-1,1 0,-1 1,1-2,-2 1,2 0,-2-1,1 1,-1-1,1 0,0 1,-1-1,0 0,0 0,-1 0,1 0,0-1,-1 1,0 0,-1-1,1 1,0-1,0 1,-1-1,0 0,0 1,0-1,-1 1,0 0,0 0,1-1,-1 1,0-1,-1 1,0 0,0-2,-3-2,1 1,-1-1,0 1,-1 0,0-1,0 1,0 1,-1 0,0 0,-1 0,1 1,-1-1,0 2,0 0,0-1,-1 1,1 0,-1 1,0 1,0-2,2 3,1-1,-1 0,0 0,1 1,-1 0,0 1,1 0,-1 0,0-1,1 2,0-1,-1 2,1-2,0 1,0 1,0 0,1 0,-1 1,1-1,0 0,-1 1,1 0,1 1,0-1,-1 1,1-1,0 2,1-2,1-1,-1 1,0 0,2-1,-1 1,0 0,0 0,1 0,0 0,0 0,0 0,0 0,1 1,0-2,0 2,0-1,1 0,0 0,0 0,0 0,0 0,0 0,1 0,0 0,0 0,2 1,13 12</inkml:trace>
  <inkml:trace contextRef="#ctx0" brushRef="#br0" timeOffset="4">8498 3898,'0'2,"4"1,5-1,6 0,6-1,6 0,7-1,4 0,2 0,0 0,-2 0,-5 0,-2 0,-6 0,-6-2,-7 0</inkml:trace>
  <inkml:trace contextRef="#ctx0" brushRef="#br0" timeOffset="5">8699 3711,'0'-2,"0"2,-2 4,-1 6,-2 9,1 8,-2 9,0 4,2 4,3 1,3-3,9-3,5-8,0-9</inkml:trace>
  <inkml:trace contextRef="#ctx0" brushRef="#br0" timeOffset="6">9253 4210,'-1'0,"0"0,3 0,5 0,5 0,7 0,7 0,5-1,5-1,4-2,1-1,-2 2,-6 0,-9 3,-10 5,-7 2</inkml:trace>
  <inkml:trace contextRef="#ctx0" brushRef="#br0" timeOffset="7">9253 4377,'14'0,"15"2,14 0,11 0,7 1,1-3,-5 0,-13-3</inkml:trace>
  <inkml:trace contextRef="#ctx0" brushRef="#br0" timeOffset="8">10468 3971,'-2'-1,"-1"-2,0 1,0 1,0-1,-1 0,1 1,0-1,0 2,-1-2,1 1,-1 1,1-1,-2 0,2 1,0 0,-1 0,1 0,-2 0,2 0,-1 1,0 0,-11 0,1 1,0 1,-1 1,1 0,1 1,-1-1,1 2,-1 0,2 1,-1-1,1 2,1 0,-1 1,-2 3,10-10,1 1,-1-1,1 0,0 1,1-1,-1 1,0 1,1-1,-1 0,1 0,1 0,-1 1,0-1,1 1,0-1,-1 1,1 0,1 0,-1-1,1 0,-1 1,1 0,1 0,-1 0,1 0,0-1,0 0,0 1,0 0,0-1,1 1,0-1,0 1,0-1,1 0,-1 0,1 0,-1-1,2 2,6 1,1 0,0-1,-1 0,1 0,2-1,-2 0,0-1,1 0,11 0,51 12,-67-12,0 0,-1 0,1 0,-1 1,0 0,0 1,0-1,-1 0,0 1,1 1,-1-1,0 0,-1 1,0-1,1 2,-1-1,0 0,-1 1,0-1,0 0,0 1,-2 0,1 0,0 0,0 0,-2 0,1 5,0-7,0 1,-1 0,0 0,0-1,-1 2,0-2,0 1,1-1,-2 1,0 0,0-1,0 1,0-1,-1 0,1 0,-2 0,2 0,-2 0,1 0,-1-1,0 1,0-1,-1 0,1 0,0-1,0 1,-2-1,2 1,-1-2,0 2,-1-2,-2 1,-2 0,0 0,0-1,-1 0,1-1,-1 0,1 0,0 0,-1-1,2-1,-2 0,1 0,1 0,-10-5,19 7,-1 0,0 0,0-1,0 0,1 1,-1-1,0 1,1 0,0-1,-1 0,0 1,1-1,-1 1,1-1,-1 0,1 0,0 1,-1-1,1 0,0 1,-1-1,1 1,0-1,0 0,0 0,0 0,0 1,0-1,0 0,0 0,0 1,1-1,-1 0,0 0,1 1,-1-1,1 0,-1 0,1 1,-1 0,1-1,-1 0,1 0,-1 1,0 0,1-1,0 1,0-1,0 0,-1 1,1-1,0 1,12-10</inkml:trace>
  <inkml:trace contextRef="#ctx0" brushRef="#br0" timeOffset="9">10657 3971,'0'0,"1"0,-1 0,1-1,-1 1,1 0,-1 0,1 0,-1 0,1 0,-1 0,1 0,-1 0,0 0,0 0,1 0,-1 0,1 0,-1 0,0 0,1 1,-1-1,1 0,-1 0,1 0,-1 1,1-1,-1 0,0 1,1-1,-1 0,0 0,0 0,0 1,0-1,1 0,-1 1,0-1,0 1,0-1,1 0,-1 0,0 1,0-1,0 1,0-1,0 1,0-1,0 1,0-1,0 0,0 0,0 1,0-1,0 1,0-1,-1 1,9 24,-3 1,0 1,-1 0,-2-1,-2 0,0 7,1 43,19 103,-19-176,-1-3</inkml:trace>
  <inkml:trace contextRef="#ctx0" brushRef="#br0" timeOffset="10">10504 4168,'-10'3,"-1"1,7 1,12-1,15-1,16-2,11-5,7-2,1-1,0-2,-6 3,-9 2,-8 1,-12 5,-8 2</inkml:trace>
  <inkml:trace contextRef="#ctx0" brushRef="#br0" timeOffset="11">10952 4304,'-8'40,"-4"50,12-86,0 0,1 0,-1 0,1-1,1 1,-2 0,2 0,0 0,0-1,-1 0,1 1,1-1,-1 1,1-1,-1 0,2 0,-1 0,0 0,0-1,1 0,0 1,6 2,0-1,0 0,0-1,0 0,1 0,-1-1,1-1,0 1,0-1,-1-1,2 0,-2 0,6-1,-11 1,-2-1,1 1,0-1,-1 1,2-1,-2-1,1 2,-1-2,0 1,1-1,-1 0,1 0,-2 0,2 0,-2 0,1 0,0-1,-1 0,1 1,-1-1,0 0,0 1,0-1,0 0,-1 0,1-1,-1 1,0 0,0 0,0-1,-1 1,1-1,1-3,-1 0,0 0,1 0,-2 0,0-1,0 2,0-2,-1 1,-1 0,1 0,-1 0,0 0,0 0,-2 1,1-1,-1 1,1-1,-1 1,-1 0,0 1,0-1,0 0,-1 2,0-2,0 2,-1-1,1 1,-1 0,1 0,-8-2,3 3,-2 1,2-1,-1 2,0 0,0 0,0 1,0 0,0 1,0 0,-1 1,2 0,-1 1,1 0,0 0,-3 3,9-5,2 1,-1-1,0 1,1 0,-1 0,1 0,-1 0,1 1,0 0,1 0,-2-1,2 1,-1 0,1 0,0 0,0 1,0-1,1 1,-1-1,0 1,1-1,0 0,1 1,-1 0,1 0,-1 0,1-1,0 1,1-1,-1 1,1 0,-1 0,1 0,4 6,0 0,0 1,0-1,1 0,1 0,7 6,3 6</inkml:trace>
  <inkml:trace contextRef="#ctx0" brushRef="#br0" timeOffset="12">10079 3618,'-14'10,"-1"2,1 0,0 1,2 0,0 1,1-1,1 2,-1-1,3 1,-1 1,1 0,2 0,-3 10,-4 20,1 1,4-1,2 1,1 15,1 1,3 0,4 0,2 0,9 31,-7-60,1 0,3-1,1 0,2-1,1 0,2-1,2 0,1-2,2 2,5 1,2-1,1-2,1 0,8 1,0 1</inkml:trace>
  <inkml:trace contextRef="#ctx0" brushRef="#br0" timeOffset="13">11530 4190,'3'0,"3"0,6 0,9-2,8 0,7-2,7 0,3 0,0 2,-4-1,-5 2,-7 1,-6 0,-8 0</inkml:trace>
  <inkml:trace contextRef="#ctx0" brushRef="#br0" timeOffset="14">11743 4023,'-2'0,"-1"4,1 4,-1 7,2 5,0 7,0 6,1 2,0 1,0 0,3-2,0-2,1-3,0-6,2-4,0-7,-1-6</inkml:trace>
  <inkml:trace contextRef="#ctx0" brushRef="#br0" timeOffset="15">12593 3909,'0'11,"0"8,1 7,2 4,0 2,-2 3,1 1,-3 1,-1-2,-3-2,1-3,-2-2,0-5,2-5,2-7,3-8,0-6</inkml:trace>
  <inkml:trace contextRef="#ctx0" brushRef="#br0" timeOffset="16">12309 3909,'-9'0,"22"0,3 0,359-11,-166 11,-197 0</inkml:trace>
  <inkml:trace contextRef="#ctx0" brushRef="#br0" timeOffset="17">12887 4127,'-104'209,"99"-199,2-6,0 0,2 1,-2 0,1-1,1 1,0-1,-1 1,1 0,0 0,1-1,0 2,0-2,1 5,1-7,1-1,-1 1,1-1,-1 1,1-1,0 0,-1 1,1-2,0 1,0 0,-1 0,2-1,-2 1,2-1,-2 0,2 0,-2 0,2 0,-1-1,0 1,0-1,-1 0,2 0,-2 1,2-2,-1 2,215-47,-191 45,-15 2</inkml:trace>
  <inkml:trace contextRef="#ctx0" brushRef="#br0" timeOffset="18">13112 4242,'-9'-3,"-1"0,-2 4,1 7,0 8,3 9,0 8,2 9,1 7,2 3,1 2,2-1,0-4,0-6,0-9</inkml:trace>
  <inkml:trace contextRef="#ctx0" brushRef="#br0" timeOffset="19">13843 4034,'0'-4,"0"2,0 1,0 5,0 8,0 6,0 8,-2 6,0 5,-1 3,0 0,1-1,-2-2,1-4,0-4,2-5,1-7</inkml:trace>
  <inkml:trace contextRef="#ctx0" brushRef="#br0" timeOffset="20">13630 4190,'-9'-7,"-2"-2,5 1,9 4,13 2,13 3,12 1,11 0,9-1,5 1,1-3,-6-1,-9 0,-19 2,-16 1</inkml:trace>
  <inkml:trace contextRef="#ctx0" brushRef="#br0" timeOffset="21">14504 3909,'2'4,"2"0,-1 0,-1 0,0-1,0 2,0-1,0 0,-1 1,0-1,0 0,0 1,-1 0,1-1,-1 1,2 6,6 76,-5 0,-3 4,0 13,5-43,3-53,-3-24,-2-29,-3 0,-2 0,-1 0,-10-29,-1-7,-6 2,-21-55,38 126,2 6,-1 1,1-1,1 0,-1 0,0 0,0 0,1 1,-1-2,1 2,-1-2,1 1,0 1,0-2,0 1,0 1,1-2,-1 1,1 0,-1 0,1 1,0-2,0 2,-1-1,1 0,1 0,-1 1,1-2,5 1,-1-1,0 0,1 2,0-2,0 2,0 0,0 0,0 1,0-1,0 1,3 0,10-1,323-14,-336 15,-4-1,-1 0,1 1,0 0,0 0,-1 0,2 0,-2 0,1 1,0-1,0 1,0 0,-1-1,1 1,-1 0,1 0,0 0,-1 1,0-1,0 1,1-1,-1 1,0-1,0 2,1 8</inkml:trace>
  <inkml:trace contextRef="#ctx0" brushRef="#br0" timeOffset="22">14527 3982,'16'8,"16"4,14-1,11-2,7-2,7-5,-3-2,-3-1,-8-3,-13 0</inkml:trace>
  <inkml:trace contextRef="#ctx0" brushRef="#br0" timeOffset="23">15459 3784,'-9'-3,"0"-1,0 1,-1 0,1 0,-1 1,1 1,-2-1,2 1,-1 1,0 0,1 0,-2 0,2 1,-2 0,2 1,-1 0,1 0,-1 1,1 0,0 1,1 0,-2 0,2 0,0 1,0 0,0 1,0-1,1 2,0-1,1 0,-1 2,3-3,0-2,0 2,2 0,-2 0,2 0,-1 0,1 0,0 1,0-1,0 0,2 1,-1-1,0 0,0 1,1 0,0-1,1 0,0 1,0 0,-1-1,2 0,0 1,0-1,0 0,1 0,-1 0,2 0,-2-1,2 1,2 3,12 8,0 0,1 0,1-2,1 0,0-1,18 8,-11-6,-1 1,-1 0,-2 2,3 3,-21-16,-1 0,-1 0,1 1,0-1,-2 0,1 2,0-1,-2 0,2 0,-1 2,-3-6,1 1,0 0,0-1,-1 0,0 1,1 0,-1 0,-1-1,1 1,0-1,-1 1,0 0,0-1,1 1,-1-1,0 1,-1-1,1 0,-1 0,1 1,-1-1,0 0,1 0,-1 0,-1 0,2 0,-2-1,-8 5,-1-2,1 1,-1-1,1 0,-1-1,0-1,-1 0,1 0,0-2,-1 1,0-1,1 0,-12-1,20 1,-26-2,-1 1,1-2,1-2,-1 0,-5-4,22 4,23 0,5 5</inkml:trace>
  <inkml:trace contextRef="#ctx0" brushRef="#br0" timeOffset="24">15719 3347,'24'53,"22"24,-2-4,-4 1,-3 1,3 20,-27-62,-2 1,-2 1,-1 1,-2-1,-2 0,-2 0,-1 1,-3 0,-1-1,-1 1,-3-1,-1 0,-7 16,1-19,-1-1,-2-1,-2-1,0 0,-3-1,0-1,-1-1,-3 0,0-2,-2 0,0-2,-2-1,-1-1,-1-2,-12 6,17-12,27-13,0 1,0 0,0 0,0-1,0 1,0 0,0 0,0 0,0 0,0 0,0 0,0-1,0 1,0 0,0 0,0-1,0 1,0 0,-1 0,1 0,0-1,0 1,0 0,-1 0,1 0,0 0,0 0,0 0,-1 0,18-13,4-3</inkml:trace>
  <inkml:trace contextRef="#ctx0" brushRef="#br0" timeOffset="25">16298 4013,'0'1,"0"0,0-1,0 0,0 1,0 0,0 0,1-1,-1 0,0 1,1 0,-1 0,1-1,-1 0,1 1,-1-1,1 1,0-1,-1 1,0-1,1 0,-1 0,1 1,0-1,0 0,0 1,-1-1,1 0,-1 1,1-1,0 0,0 0,-1 0,1 0,0 0,0 0,0 0,-1 0,0 0,1-1,0 1,0 0,0 0,-1-1,1 1,0-1,-1 1,0 0,1 0,0-1,-1 1,1-1,0 1,-1-1,1 1,-1 0,1-1,-1 0,0 1,0-1,0 1,1-1,-1 0,0 1,0-1,1 0,-1 0,0 0,0 1,-1-1,1 0,0 0,0 0,-1 0,1 0,0 0,0 1,0-1,-1 0,1 0,-1 1,0-1,1 0,-1 1,0-1,0 1,1-1,-1 1,1-1,-1 0,0 1,0 0,0 0,0-1,1 1,-2-1,1 1,0 0,0 0,0-1,0 1,1 0,-1 0,0 0,-1 0,1 0,0 1,1-1,-1 0,0 0,0 1,0-1,0 1,0-1,1 0,-1 0,0 1,0 0,0-1,0 1,0-1,1 1,-1 0,1-1,-1 1,0 0,0 0,1 0,-1 0,0 0,1 0,-1 0,1 1,0-1,0 0,0 0,-1 0,1 0,0 1,0-2,0 2,0-1,1 0,-1 0,0 0,0 0,0 1,1-1,-1 0,1 0,-1 0,1 0,0 0,0 0,0-1,-1 2,1-1,0-1,0 1,0 0,0 0,1-1,-2 0,1 1,1 0,-1 0,0-1,0 1,0-1,1 0,-1 0,1 0,0 1,0-1,0 1,-1-1,2 0,-1 1,-1-1,1 0,1-1,-2 1,1 0,1-1,-1 1,-1-1,1 1,0-1,-1 0,1 0,0 0,0 1,-1-1,1-1,0 2,0-2,-2 1,2 0,-1-1,1 2,-1-2,-1 1,2-3,2-33,-4 36,0 1,0-1,0 0,-1 0,1 1,0-1,-1 0,1 0,0 1,-1-1,0 0,1 0,-1 1,1-1,-1 1,1-1,-1 1,1-1,-1 0,0 1,0 0,0-1,0 1,1 0,-1-1,0 1,0-1,0 1,0 0,0 0,0 0,1 0,-1 0,0 0,0 0,0 0,0 0,0 0,1 0,-1 0,0 0,0 1,0-1,0 1,-5 7,8-4</inkml:trace>
  <inkml:trace contextRef="#ctx0" brushRef="#br0" timeOffset="26">17087 3763,'-14'204,"-62"99,70-275,6-29</inkml:trace>
  <inkml:trace contextRef="#ctx0" brushRef="#br0" timeOffset="27">16817 3691,'5'-2,"10"0,6-3,10 2,13-1,10 1,10 1,8-1,5 1,0 0,-4-2,-7 1,-11 0,-12 0,-14 0,-14 0,-9 3,-6 0</inkml:trace>
  <inkml:trace contextRef="#ctx0" brushRef="#br0" timeOffset="28">17289 4262,'137'-150,"-112"129,-24 20,-1 1,1 0,-1 0,1-1,-1 1,0 0,1 0,-1 0,1 0,0 0,-1 0,1 0,0 0,-1 0,1 0,-1 0,0 0,1 0,-1 1,1-1,-1 0,1 0,0 1,-1-1,1 0,-1 1,1-1,-1 0,0 0,0 0,0 1,1-1,-1 1,0-1,1 1,-1-1,0 0,1 1,-1-1,0 1,0-1,0 1,0-1,1 0,-1 1,0 0,0-1,0 1,0-1,0 0,-1 1,1-1,0 1,0 0,0-1,0 0,-1 0,1 1,0-1,-1 1,0 23,-2-2,0 2,-3-1,-4 15,4-16,-7 31,-3 0,-3 0,-24 42,43-94,0-1,0 1,0 0,0-1,0 1,1-1,-1 1,0 0,0 0,0-1,1 0,-1 1,1 0,-1 0,0-1,1 0,-1 1,1 0,-1-1,0 1,1 0,-1-1,1 0,0 0,0 1,-1-1,1 1,0-1,-1 0,0 1,1-1,0 0,0 0,0 0,0 0,0 0,-1 0,1 0,-1 0,1 0,0 0,0 0,0 0,0 0,-1 0,1 0,-1-1,1 1,0 0,-1-1,1 1,0-1,0 1,-1 0,1 0,7-1,254-12,-244 12</inkml:trace>
  <inkml:trace contextRef="#ctx0" brushRef="#br0" timeOffset="29">16698 3347,'912'-20,"-712"10,-200 10,0 0,0 0,-1 0,1-1,0 1,0 0,0 0,0-1,0 1,0 0,0-1,0 1,0 0,0 0,0 0,0 0,0-1,0 1,0 0,0-1,0 1,0 0,0-1,0 1,0 0,0 0,0 0,0 0,0-1,0 1,0 0,0 0,0-1,0 1,0 0,1 0,-1-1,0 1,0 0,1 0,-1 0,0 0,1 0,-1 0,0 0,-9-5</inkml:trace>
  <inkml:trace contextRef="#ctx0" brushRef="#br0" timeOffset="30">7802 5709,'-14'-2,"-1"1,2 1,-2 0,0 1,1-1,0 3,0-1,0 0,-1 2,-9 3,18-5,-1 1,1 0,-1 0,1 0,0 0,1 1,-1 0,1 0,0 0,-1 1,2 0,0-1,-1 2,1-1,1 0,-1 1,1-1,0 1,1 0,-1-1,1 1,0 4,1-5,1 0,0 0,0-1,0 1,1 0,0-1,-1 1,1-1,1 1,0-1,-1 1,2-1,0 0,-1 0,1 1,-1-1,2-1,-1 1,1-1,-1 1,2-1,-2 0,1 0,1-1,-1 1,0 0,1-1,4 2,47 23,58 33,-108-56,0 0,0 1,-1 0,-1 0,1 0,0 0,-1 1,-1 0,1 0,-1-1,1 1,-2 1,1-1,-1 0,-1 1,1 1,0-2,-1-1,0 1,0 0,-1-1,0 1,0-1,0 1,-1 0,1-1,-1 0,-1 2,0-2,1 0,-2 1,1-1,-1-1,0 2,0-2,-1 1,1-1,-2 1,1 0,0-2,-1 2,1-2,-1 1,-4 2,4-4,1 1,-1-1,0 0,0 0,0 0,0-1,0 1,-1-1,0-1,1 1,0 0,-1-1,1 0,0 0,-1 0,0-1,1 0,-1 1,1-2,0 1,0-1,-1 1,2-2,-1 1,0 0,0-1,1 0,0 0,-1 0,-2-3,1-1</inkml:trace>
  <inkml:trace contextRef="#ctx0" brushRef="#br0" timeOffset="31">8027 5803,'5'-17,"-2"19,-1 31,-6 35,-4-1,-9 28,-10 102,26-192,0-1,1 0,-1-1,1 2,0-1,1 0,-1-1,1 2,0-1,1 0,-2-1,2 1,0 0,0 0,-1 0,2-1,-1 0,0 0,2 1,-2-1,1 0,0 0,1 0,-1-1,1 1,-1-1,1 1,0-1,8 2,0 0,-1-1,2-1,-1 0,0 0,1-1,0 0,-1-1,1 0,-1-1,1 0,-1-1,0 0,0 0,10-5,37-23,-48 19</inkml:trace>
  <inkml:trace contextRef="#ctx0" brushRef="#br0" timeOffset="32">7920 5969,'10'-6,"10"0,8-1,11 1,8 1,6 0,4-1,1 2,-2-1,-5 0,-7 2,-13 1</inkml:trace>
  <inkml:trace contextRef="#ctx0" brushRef="#br0" timeOffset="33">8369 6427,'18'-21,"70"-118,-88 138,2-1,-1-1,1 0,0 1,0 0,-1-1,1 2,1-1,-2-1,2 2,0-1,-1 1,1-1,-1 1,1-1,0 1,0 0,0-1,1 2,-2 0,-1 0,-1 1,1 0,0 0,0-1,0 2,0-1,0-1,-1 1,1 0,0 0,0 0,-1 1,1-1,-1-1,1 2,-1-1,1 0,-1 0,0 0,0 0,0 1,0-1,0 0,0 0,0 0,0 1,0 0,2 73,-4 2,-3-2,-5 8,-8 34,18-117,1 2,-1-1,0 0,0 0,0 1,0-2,0 1,-1 1,1-2,0 2,-1-1,1-1,-1 2,1-1,-1-1,0 2,0-1,1-1,0 1,-1 0,0 0,0 0,0-1,0 1,0 0,0 0,0-1,0 1,0-1,-1 1,1-1,1 1,-2-1,1 0,0 0,-1 0,2 1,-2-1,1 0,-1 0,1 0,0 0,0-1,0 1,-1 0,1 0,0 0,-1-1,-13-8,26 1,123-2,-68 3,0-4,34-10,-74 14</inkml:trace>
  <inkml:trace contextRef="#ctx0" brushRef="#br0" timeOffset="34">8592 5750,'11'2,"8"1,8-3,6 0,5-3,4 0,-2 0,-3 0,-7 1,-6 1,-7 0</inkml:trace>
  <inkml:trace contextRef="#ctx0" brushRef="#br0" timeOffset="35">8805 5522,'-3'12,"1"10,0 8,0 5,1 5,0 3,0-1,1 2,0-1,0-3,0-10</inkml:trace>
  <inkml:trace contextRef="#ctx0" brushRef="#br0" timeOffset="36">8982 6198,'12'0,"12"0,10-2,8-1,5 2,2-3,-2 0,-4 1,-10 3,-11 3,-9 0</inkml:trace>
  <inkml:trace contextRef="#ctx0" brushRef="#br0" timeOffset="37">9064 6302,'17'5,"12"2,12 0,9-2,6-3,1-3,-9-2</inkml:trace>
  <inkml:trace contextRef="#ctx0" brushRef="#br0" timeOffset="38">10269 5573,'-16'6,"1"1,0-1,1 1,-1 2,2-1,0 1,0 0,0 1,2 1,0 0,0 0,1 0,1 2,-5 6,-11 18,2 0,3 1,1 2,2 0,2 0,2 1,2 1,3 0,1 0,2 0,2 0,4 32,-1-46,2 0,1 0,1 0,2 0,2-1,1 1,0-2,3 1,1-1,0 0,2-2,2 0,1 0,0-1,2 0,0-2,3 0,-1-2,21 13,53 12,-58-35</inkml:trace>
  <inkml:trace contextRef="#ctx0" brushRef="#br0" timeOffset="39">10599 5854,'-27'0,"0"3,1-1,0 2,0 0,0 3,1-1,-22 9,39-12,1 0,-1 1,1 0,1-1,-1 2,0-1,1 2,0-2,0 2,0-1,0 1,2 0,1-3,3-1,-2 0,0 0,0 1,2 0,-1 0,0-1,0 1,0-1,0 1,1 0,-1 0,1 0,0-1,0 1,1 0,-1-1,1 2,-1-1,1-1,1 1,-1-1,-1 0,2 2,-1-2,1 0,-1 0,1 1,0-1,0 0,0 1,3 0,8 7,1 0,1-1,0 0,1 0,0-2,8 3,8 5,-20-10,18 9,-1 0,1 2,-3 0,0 1,0 2,9 9,-32-25,0 0,0 0,-1 1,0-1,0 0,0 0,0 1,0 0,-1 0,1 0,-1-1,-1 2,1-1,0 0,-1 0,-1 1,1-1,0 0,-1 1,1-1,-1 1,-1-1,1 0,-1 1,0-1,0 0,0 1,-1-1,0 0,1 0,-2 0,1 0,0-1,-2 1,2 0,-2-1,2 1,-3 0,-7 2,1-1,-1 0,1-1,-1 1,-1-2,1 0,-1-1,1 1,-1-2,0 0,0 0,0-1,0 0,-3-2,11 2,-1 0,0 0,1 0,-1-1,0 1,0-2,1 0,0 1,-1-1,1 1,0-1,0-1,0 0,0 1,1-1,-1 0,1 0,0-1,-1 1,2-1,-1 0,-2-3,6 4,0 0,1 0,0 0,0 0,0-1,1 1,-2 0,2 0,0 1,0-1,-1 1,2-1,-1 0,0 1,1 0,-1 0,1-1,0 1,-1 0,1 0,0 1,1-1,-2 1,2-1,-1 1,1 0,-1 0,2 0,4-3,17-8</inkml:trace>
  <inkml:trace contextRef="#ctx0" brushRef="#br0" timeOffset="40">10858 5844,'-10'164,"2"-120,1 1,2 0,2 0,3 0,2 0,2 3,23 84,-26-128,0-1,-1 0,2 0,-1 0,1 0,0 0,-1 0,2 0,-1 0,0 0,1-1,-2 0,3 1,-1 0,-1-2,1 1,0 1,1-2,-2 1,2-1,-1 1,1-1,-1 0,1 1,0-2,-1 1,1 0,0-1,-1 1,4-1,3 0,1 1,0-1,0 0,-1-1,1 1,0-2,-1 0,0-1,1 0,-1 0,1 0,-2 0,1-2,-1 0,1 0,-2 0,2-1,-3 0,9-7,-3-2</inkml:trace>
  <inkml:trace contextRef="#ctx0" brushRef="#br0" timeOffset="41">10682 6125,'13'1,"14"2,16 0,12-2,11-1,9-4,0-2,-3-1,-10-1,-16 0,-16 1</inkml:trace>
  <inkml:trace contextRef="#ctx0" brushRef="#br0" timeOffset="42">11223 6562,'65'-73,"-40"46,-1 1,-3-2,13-20,-32 45,-2 3,0 0,0 0,0 0,1 0,-1 0,0 0,1 0,-1 1,0-1,1 0,-1 0,0 0,1 0,-1 0,0 0,1 0,-1 0,0 0,1 0,-1 0,0 0,0 0,0 0,0 0,1 0,-1 0,0 0,1 0,-1-1,0 1,1 0,-1 0,0 0,1 0,-1 0,0 0,0 0,1-1,-1 1,0 0,0 0,0-1,1 1,-1 0,0-1,0 1,0 0,0-1,0 1,0 0,0 0,0 0,0 0,0-1,0 1,0-1,0 1,0 0,0-1,0 1,0 0,0 0,0 0,0 0,0-1,0 1,-1 0,1-1,0 1,-3 121,1-62,-1 0,-4 0,-3 0,-14 44,23-100,0 0,0 0,0 0,0 1,0-1,0 0,-1 1,1-1,-2 0,2 0,-1 0,-1 0,1 0,-1-1,1 1,-1-1,0 1,0-1,0 0,2-2,0 0,-1 0,1 0,0-1,0 1,1 0,-1 0,-1 0,1-1,0 1,0-1,1 0,-1 1,0 0,0-1,0 0,1 0,-1 1,0-1,0 0,1 0,0 1,-1-1,1 0,-1 0,1 0,-1 1,1-1,0 0,0 0,-1 0,1 0,0 0,0 1,0-2,0 1,0 1,0-1,1 0,-1 0,0 0,1 0,-1 0,1 0,-1 1,1-1,-1 0,0 0,1 1,-1-1,1 0,0 0,0 1,0-1,0 0,0 1,-1-1,1 1,0 0,54-2,-39 4,48 2,0-2,51-4,-89 0</inkml:trace>
  <inkml:trace contextRef="#ctx0" brushRef="#br0" timeOffset="43">11636 6073,'2'0,"5"0,7 0,9 0,9 0,7 0,7 0,3 0,2-2,0 0,-1-2,-4 0,-6 0,-7 2,-6 0,-8-1,-7 1</inkml:trace>
  <inkml:trace contextRef="#ctx0" brushRef="#br0" timeOffset="44">11955 5854,'-2'13,"-1"9,1 7,0 10,1 4,-1 6,2 2,0 2,0-1,0-5,0-6,2-6,5-8,3-9,0-6</inkml:trace>
  <inkml:trace contextRef="#ctx0" brushRef="#br0" timeOffset="45">12887 5792,'17'-15,"-16"15,-1-1,0 1,1 0,-1 0,0 0,0 0,0 0,1 0,-1 0,1 0,-1 0,1 0,-1 0,0 0,1 0,-1 0,1 0,-1 0,0 1,1-1,-1 0,0 0,0 0,0 1,1-1,-1 0,0 0,1 0,-1 0,0 0,0 1,1-1,-1 0,0 1,0-1,0 1,1-1,-1 0,0 0,0 0,0 1,0-1,0 1,0-1,0 0,0 1,0-1,0 0,0 0,0 0,0 1,0-1,0 1,0-1,-1 1,1-1,0 0,0 0,0 0,-1 0,1 1,-10 124,7-65,4 0,3 0,7 23,-10-73,0-8,0 0,0 1,-1-1,1 0,-1 1,0 0,0-1,0 0,0 0,0 1,-1 0,1-1,-1 0,0 1,0-1,0 3,-4-4,0-2</inkml:trace>
  <inkml:trace contextRef="#ctx0" brushRef="#br0" timeOffset="46">12616 5709,'-50'-21,"66"35,7-6,0-1,1-1,1-1,0 0,0-2,0-1,-1-1,15-1,-26 0,312-7,-288 7,-29 1</inkml:trace>
  <inkml:trace contextRef="#ctx0" brushRef="#br0" timeOffset="47">13182 6344,'15'-27,"15"-30,-21 38,1 0,1 0,1 0,1 2,1 0,10-11,-23 27,-1 0,1 1,-1-1,1 0,-1 0,1 1,0-1,-1 0,0 0,1 0,0 1,-1 0,1-1,0 0,0 1,0-1,-1 1,1 0,0 0,0-1,0 1,0 0,0-1,0 1,0 0,0 0,0 0,0 0,0 0,0 0,-1 0,2 0,-1 0,0 0,0 1,0-1,-1 0,1 1,0-1,0 0,0 1,0-1,0 1,0 0,-1-1,1 0,0 1,3 71,-5-48,-2 331,4-352,0 0,-1 1,1-1,-1 1,0-1,0 1,0-1,-1 1,0-1,0 1,0-1,0 0,0 1,0-1,-1 0,0 0,0 0,0-1,-1 1,2 0,-2-1,1 1,-1 0,-1-1,2 0,-2 0,2 0,-2 0,1 0,-1-1,1 1,0-1,-2 0,-10-1,20-1,336-11,-319 11</inkml:trace>
  <inkml:trace contextRef="#ctx0" brushRef="#br0" timeOffset="48">13902 5397,'1'-1,"-1"0,0 1,0-1,1 1,0 0,-1-1,1 1,0-1,-1 1,1-1,0 1,-1-1,1 1,-1 0,1 0,0 0,0 0,0 0,0 0,0-1,-1 1,0 0,1 0,0 0,0 1,0-1,0 0,0 0,-1 0,0 0,1 0,1 1,1-1,19 2,1 0,-2 1,1 1,-1 1,1 1,0 0,-2 1,13 7,-17-3,-2 1,0 0,0 0,-1 2,-1-1,-1 1,0 1,-1-1,0 2,-2 0,0 0,-1 0,-1 0,0 3,16 45,-2 0,-3 1,-4 1,-4 1,-2-1,-3 28,-5-43,-3 0,-2-1,-2 0,-3 0,-3-1,-1-1,-3 0,-3 0,-2-2,-2 0,-28 37,32-56,-1 1,-1-2,-1-1,-17 12,20-22,16-15</inkml:trace>
  <inkml:trace contextRef="#ctx0" brushRef="#br0" timeOffset="49">15117 5886,'3'3,"0"2,-1-1,1 0,-2 1,2 0,-2-1,1 1,-2-1,1 1,0-1,0 2,-1-2,0 1,0 1,0 4,2 63,-5-1,-5 21,-3 45,9-13,2-124,0 0,0 0,0 0,1 0,-1 0,0-1,0 2,-1-1,1-1,0 1,0 0,0 0,0 0,0 0,-1 0,1-1,-1 1,1 0,-1 0,0 0,1-1,-1 1,0 0,1 0,-1-1,0 1,0-1,0 1,0 0,0-1,0 0,-6 0</inkml:trace>
  <inkml:trace contextRef="#ctx0" brushRef="#br0" timeOffset="50">14881 5896,'-43'3,"45"-1,64-1,-53-3,93-10,-30 3,0 2,69 2,-34 20,-85-9</inkml:trace>
  <inkml:trace contextRef="#ctx0" brushRef="#br0" timeOffset="51">15353 6448,'-1'-1,"0"0,1 1,0-2,-1 1,1 1,-1-1,1-1,-1 2,1-1,0-1,0 2,-1-1,1-1,0 1,0 1,0-2,1 1,-1 1,0-2,0 1,1 1,-1-2,1 1,-1 1,1-1,-1 0,0 0,1 0,0 0,0 0,0 0,0 1,0-1,0 0,-1 1,1-1,0 1,0-1,0 1,0-1,0 1,0-1,0 1,1 0,-1 0,0 0,0-1,0 1,0 0,2 0,8-5,1 1,0 1,1 0,-1 1,0 0,1 0,0 1,-1 1,1-1,0 2,0 0,-1 0,1 1,-1 0,6 2,-16-3,1 1,0-2,0 2,-1 0,0-1,1 1,-1 0,1-1,-1 2,-1-2,2 1,-1 1,-1-1,1 0,-1 1,1-1,-1 1,0-1,0 1,0 0,0-1,0 1,-1-1,1 1,-1 0,0 0,0-1,0 1,-1-1,1 1,-1 0,0 0,0-1,0 1,0-1,1 0,-2 2,0-2,1 0,0 0,-3 2,-12 17,-2-1,-1 0,-1-2,1 1,-24 13,-14 16,46-38,2-4,1 1,-1 1,1 0,1 0,1 0,-1 1,1 0,-6 9,12-16,0-1,1 1,-1 0,0 0,1 0,-1-1,1 2,0-2,0 1,-1-1,1 1,0 0,0-1,1 1,-1 0,0-2,0 2,1-1,0 1,-1-1,1 0,0 0,0 0,-1 0,1 0,0 0,0-1,0 1,0-1,0 1,0-1,0 1,0-1,0 0,0 1,1-1,-2-1,1 1,2 0,40 3,1-1,-1-2,1-1,-1-2,0-3,23-4,-63 9,51-8,-41 4</inkml:trace>
  <inkml:trace contextRef="#ctx0" brushRef="#br0" timeOffset="52">14893 5615,'-6'-5,"23"2,184-6,298-27,-835 31,248 2,62 2</inkml:trace>
  <inkml:trace contextRef="#ctx0" brushRef="#br0" timeOffset="53">16239 6156,'1'2,"0"0,0-1,1 1,0 0,-1-1,1 1,0-1,0 1,-1-2,2 2,-1-1,0 0,0 0,1 0,-2-1,2 1,-1 0,0-1,1 1,-1-1,1 1,-1-1,0 0,1 0,-1-1,1 1,-1 0,0-1,1 0,-1 1,0-1,1 1,-1-1,0-1,0 2,1-3,-1 2,0-1,0 1,-1-1,0 0,1 0,-1 0,0 0,0 0,0 0,0 0,-1 0,1-1,0 1,-1 0,0-1,1 1,-1 0,-1 0,1 0,0 0,-1-1,1 1,-1 0,0 0,0-1,0 2,1-2,-1 1,-1 1,1-2,-1 2,1-1,-1 0,0 1,1-1,-1 0,0 1,0-1,0 2,0-2,-1 1,-1-1,2 1,1 1,-2-1,1 0,0 0,0 1,-1 0,2-1,-2 1,1 0,0 0,0 0,-1 0,1 0,0 0,0 1,0-1,-1 0,2 1,-2 0,1 0,0-1,0 1,0 0,0 0,1 0,-1 1,0-2,0 2,1-1,-1 1,1 0,-1-1,2 1,-2-1,1 1,0 0,0-1,0 2,1-2,-1 1,0 0,1 0,-1 0,1 0,0 0,0 0,0-1,0 3,0-2,-1 0,1 0,-1 0,1-1,0 2,0-1,1 0,-1 0,0-1,1 2,0-2,-1 1,1 0,0 0,-1 0,1-1,1 2,-1-2,1 1,-2-1,2 1,-1-1,1 1,-1-1,1 0,0 1,0-2,-1 2,2-1,-1-1,-1 1,2 0,-1 0,0-1,0 1,1-1,-2 1,2-1,-1 1,0-1,1 0,-1 0,1-1,0 2,0-1,0 0,0 0,0 0,0-1,0 1,-1-1,2 0,-2 1,1-1,1 0,-2 0,1 0,-1-1,1 1,-1-1,1 1,-1-1,0 0,0 0,1 0,-2 1,1-2,0 1,0 0,-1-1,0 1,1 0,-1 0,1-1,-2 0,1 1,-1 0,1-1,0 0,-1 0,0 1,0-1,0 1,0-1,-1 0,1 0,-2 2,2-1,-1 1,-1-1,1 1,-1-1,1 1,0-1,-1 1,0 0,1 0,-1 0,0 0,0 0,0 0,0 0,0 1,0-1,0 1,-1-1,2 1,-1-1,-1 1,2 0,-2 0,1 0,0 0,0 0,-1 1,2-1,-1 1,-1 0,2-1,-1 0,-1 1,2 1,-1-1,0-1,0 1,-1 1,3 0,0-1,0-1,0 2,0-1,0-1,0 2,0-1,0-1,1 2,-1-1,1 0,-1-1,1 2,-1-1,0-1,1 1,-1 0,1 0,0-1,0 1,0 0,0 0,-1-1,1 1,0 0,0-1,0 1,0-1,0 0,0 1,0-1,0 1,0-1,1 1,-1-1,-1 0,2 0,0 0,11 3</inkml:trace>
  <inkml:trace contextRef="#ctx0" brushRef="#br0" timeOffset="54">17158 5949,'-21'329,"9"-197,10-89,2-634,0 590,0-1,0 1,0 0,0-1,0 1,0-1,0 1,1-1,-1 1,1 0,-1-1,1 1,0-1,0 2,0-2,0 1,-1 0,1 0,0-1,1 2,-1-2,0 1,0 1,0-1,1 0,0 0,-2 1,2-1,0 0,-1 0,1 1,-1 0,1 0,0-1,-1 1,0 0,1 0,0 0,0 0,0 0,25-2,1 2,-2 1,2 1,-1 1,13 3,29 4,176 0,-224-8,-7 0</inkml:trace>
  <inkml:trace contextRef="#ctx0" brushRef="#br0" timeOffset="55">17111 6062,'11'7,"8"3,9-1,11-2,8-3,6-3,4-4,1 0,-2-1,-4 1,-8 1,-4-2,-9 1</inkml:trace>
  <inkml:trace contextRef="#ctx0" brushRef="#br0" timeOffset="56">18137 5979,'-16'-3,"0"0,0 1,-2 0,2 2,-1-1,1 2,-1-1,0 3,1-1,0 1,-1 0,2 2,-1-1,0 2,1 0,0 1,1-1,0 2,-10 7,17-11,0 1,0 0,0 0,0 1,1 0,0 0,0 0,1 1,-5 6,8-12,2 2,-1-1,-1-1,1 2,0-1,0 0,1 1,-1-1,1-1,0 2,0-1,0 0,0 0,0 1,0-1,0 0,0 1,1-1,0 0,-1 0,1 0,1 0,-1 1,0-1,0-1,0 2,1-2,0 1,-1 0,1 0,0-1,-1 1,1-1,1 1,-1-2,0 2,1-1,9 4,0 0,1-1,0 0,0-1,0-1,0 1,1-2,-2 1,8-2,-10 1,37 2,-22-2,0 1,1 1,-1 1,1 1,9 4,-32-8,2 0,-2 1,1 0,0 0,-1 0,1 0,-1 1,0-1,0 1,0 0,0 0,-1 0,1 0,-1 0,0 0,1 0,-2 1,1-1,0 1,-1-1,0 0,0 1,-1 0,1 0,0 0,-1 0,0-1,0 0,-1 1,1 0,-1 0,0 0,0 1,-1 3,-1-1,1 1,-1-1,0 0,-1 1,0-1,0 0,-1-1,0 1,0-1,-1 0,1 0,-2-1,1 1,-1-1,0-1,0 1,-1 0,0-2,1 1,-1-1,0 0,0 0,-1 0,1-1,-8 1,-4-2,1-1,0-1,0-1,0 0,0 0,0-2,1-1,-1 0,0 0,2-2,0 0,-6-4,-4 1,-11-5,46 14,0 2</inkml:trace>
  <inkml:trace contextRef="#ctx0" brushRef="#br0" timeOffset="57">16958 5637,'0'-3,"4"1,5 0,12 2,11 0,17 4,19 0,16-1,18-1,12 2,5-1,1 0,-6 0,-13-3,-15 1,-21-1,-18 0,-19 0</inkml:trace>
  <inkml:trace contextRef="#ctx0" brushRef="#br0" timeOffset="58">15011 5553,'-16'-5,"0"1,1 0,-2 1,1 0,-2 2,-11-1,312 2,6 0,-267-3,-33-1,-35 2,-1 2,0 2,-20 4,-24 1,-239 16,315-21,15-2,0 0,0 0,0-1,0 1,0 0,0 0,0 0,1 0,-1 0,0 0,0 0,1 0,-1 0,0 0,0 0,1 0,-1 0,0 0,1 0,-1 0,0 0,0 0,0 0,1 0,-1 0,0 1,0-1,1 0,-1 0,0 0,0 0,0 0,0 1,0-1,0 0,0 0,0 0,0 0,0 0,1 0,-1 0,0 1,0-1,0 0,0 0,0 1,0-1,0 0,0 0,0 1,0-1,0 0,0 0,0 0,0 0,0 0,0 0,0 1,0-1,0 0,-1 0,41 4,1-2,-1-1,-1-2,5-1,-19 1,121-7,92-18,-203 18,-45 3,-134 10,90 0,-259 6,381-2,14 0,-48-5</inkml:trace>
  <inkml:trace contextRef="#ctx0" brushRef="#br0" timeOffset="59">8085 7291,'-12'0,"-3"-2,-2 1,1 1,0 0,0 1,-1 1,2 0,-1 1,0 1,1 0,0 0,0 1,0 2,1-1,-1 1,-1 2,6-3,1 1,1 0,-1 1,1-1,1 2,0-1,0 1,1-1,0 1,0 1,1-1,1 1,-4 8,8-15,0 0,-1 0,1 0,1 0,-1-1,0 1,1 0,0 0,0-1,0 2,0-1,0-1,0 1,1-1,0 0,-1 2,1-2,1 0,-2 0,2 0,-1 0,0 0,3 2,65 34,20-5,-66-26,-1 1,-1 1,1 1,-2 0,1 1,-1 1,-1 1,0 1,11 12,-25-22,-1 1,-1 0,1 1,-1-1,0 1,0-1,-1 1,0 1,-1-1,1 0,-1 1,-1-1,1 0,-1 1,0-1,0 1,-1-1,0 1,-1-1,0 1,0-1,-1 1,1-1,-1 0,-1 1,1-1,-2 0,-2 5,-2-3,1 2,-1-3,-1 2,0-2,0 0,-1 0,0 0,0-1,-1-1,0 1,0-2,-1 1,1-1,-1-1,-1 0,1 0,0-1,0-1,0 1,-1-1,1-1,-1-1,1 0,-5 0,-33-18,49 19,-1-1,0 0,1 0,0 1,0-2,-1 1,1 1,-1-2,2 1,-1 0,0 0,0-1,0 1,0-1,0 2,1-2,-1 1,1-1,-1 1,1-1,0 1,-1-1,1 0,0 1,0-1,0 1,0-1,1 1,-1-1,1 1,13-13,-2 10</inkml:trace>
  <inkml:trace contextRef="#ctx0" brushRef="#br0" timeOffset="60">8321 7332,'-12'77,"2"38,5 1,8 31,11 122,-14-269,9 58,-8-56,0 0,0-1,1 2,-1-2,0 2,0-2,1 1,0-1,-1 1,1-1,0 1,-1-2,2 2,-1-1,0 0,0 0,0 0,0 0,1-1,-1 1,0 0,1 0,-1-1,0 0,1 0,-1 0,9 0,-1 0,1-2,-1 1,0-1,1 0,-1-1,0 0,-1 0,1-1,-1 0,1-1,-2 0,1 0,-1-1,3 0,15-14</inkml:trace>
  <inkml:trace contextRef="#ctx0" brushRef="#br0" timeOffset="61">8062 7675,'-10'0,"3"0,9 0,16-1,21-5,18-3,13-1,10 0,-1 2,-7 5,-13 6,-18 2</inkml:trace>
  <inkml:trace contextRef="#ctx0" brushRef="#br0" timeOffset="62">8569 8039,'144'4,"-141"-4,0 0,0 0,1 0,-2 1,2 0,-1 0,0 0,0 0,0 0,-1 1,1-1,0 0,0 1,0 0,-2 0,2 0,-1 0,0 0,1 0,-2 0,1 0,0 2,0-2,-1 0,0 1,1-1,-1 1,0 0,0 0,-1 0,0-1,1 3,-3 6,-1 1,1-2,-3 1,2 0,-2-1,-1 1,0-1,0 0,-1 0,0-1,0 0,-5 4,0 1,-33 40,20-26,2 1,1 0,2 1,-9 18,28-46,0 0,0 0,-1 1,1-2,0 1,0 1,1-1,-1 0,0 1,0-1,1 0,0 0,0 1,-1-1,2 0,-1 1,0-1,1 0,-1 0,1 0,0 0,-1 0,1 1,0-1,0 0,1 0,-1 0,0 0,1-1,2 3,2-1,2-1,0 1,0-1,0 0,0 0,0-2,1 2,-2-2,2 1,0-1,-2-1,2 0,3 1,37-1,-1-3,0-1,1-2,15-6,-38 6,-11 2</inkml:trace>
  <inkml:trace contextRef="#ctx0" brushRef="#br0" timeOffset="63">8687 7374,'14'1,"11"1,8 1,8-3,5-1,1-2,1-1,-4 1,-5 0,-3 1,-8 2,-8-3,-8 0</inkml:trace>
  <inkml:trace contextRef="#ctx0" brushRef="#br0" timeOffset="64">8888 7155,'-6'17,"-3"14,2 10,0 6,6 6,2 2,3 3,2-4,1-2,-2-11</inkml:trace>
  <inkml:trace contextRef="#ctx0" brushRef="#br0" timeOffset="65">9324 7811,'14'1,"16"2,17-1,10-2,10-1,1 0,-2-1,-8 1,-11 2,-15 1</inkml:trace>
  <inkml:trace contextRef="#ctx0" brushRef="#br0" timeOffset="66">9348 8029,'18'7,"18"4,17 1,12-3,7-2,8-3,-11-2</inkml:trace>
  <inkml:trace contextRef="#ctx0" brushRef="#br0" timeOffset="67">10504 7342,'-27'27,"2"2,1 0,0 1,4 1,0 1,2 0,-2 10,0-3,2 0,2 2,2 0,3 0,1 1,3 0,1 0,2 1,3 34,5-55,-1 1,2-1,2 0,0-1,1 1,2-1,0 0,2-1,0 0,2-1,0-1,1 1,2-2,-1 1,2-2,1-1,0 0,1-1,1 0,1-2,0 0,19 6,-3-4,-7-6</inkml:trace>
  <inkml:trace contextRef="#ctx0" brushRef="#br0" timeOffset="68">10917 7550,'-15'-1,"0"0,1 0,-1 1,0 1,0 0,2 1,-2 0,0 1,1 0,1 1,-1 1,0-1,1 2,-1 0,2 1,-1 0,2 0,-1 1,1 0,0 1,1 0,-8 9,14-13,1 0,-1 0,2 1,-1-1,1 1,-1-1,1 1,1 0,0 0,0 0,0 0,1-1,0 1,0 1,1-1,0 0,0-1,-1 1,2 0,1 0,-2-1,2 1,0-1,0 1,1-1,-1 0,0 0,2 0,-1-1,0 1,2-2,1 4,18 11,0-1,2-1,2 0,-2-2,3-1,4 1,29 13,-38-15,-6-5,0 2,-1-1,-1 2,0 1,0-1,-1 2,14 12,-29-22,1-1,0 1,-1 0,0-1,1 2,0-2,-1 2,0-1,0-1,0 2,0-1,-1 0,1 0,0 1,-1-1,0 0,1 1,-1-1,-1 0,1 0,0 1,-1-1,1 0,-1 1,0-1,0 0,0 0,1 0,-2 0,1 1,-1-2,1 1,0 0,-1 0,0 0,0-1,1 1,-2-1,1 1,0-1,-2 1,-6 3,-1 0,-1 0,0 0,0-2,0 0,0 1,0-2,0-1,-1 1,1-1,-1-1,0 0,1 0,-5-2,15 3,-1-1,2 0,-2 0,0-1,1 1,0-1,-1 1,1 0,0-1,-1 0,2 0,-2 1,1-1,0 0,0-1,0 2,1-2,-1 1,-1-1,2 1,0-1,-1 1,0-1,1 1,0-1,0 0,0 0,-1 0,1 0,1 0,0 1,-1-2,0 1,1 0,-1 0,1 0,0 0,0-1,3-4,1 1,-1 0,2 0,-1 0,0 0,1 1,1-1,-1 2,1-2,0 2,0-1,3 0,-6 3,37-28,-19 18,-2-2,0 0,0-2,-1 1,-1-2,-1 1,0-2,-2 0,0-1,-1 0,-2-1,0 0,1-7,-7 11,0-1,-2 0,0 0,-2 1,0-1,-1-1,0 2,-1-1,-2-1,-1 2,1-1,-3-2,6 19,0-1,1 1,-1-1,0 0,0 1,0 0,0-1,0 0,0 1,0-1,0 1,0-1,-1 1,1-1,0 0,0 1,-1 0,1-1,0 1,-1-1,1 1,-1-1,1 1,0 0,0-1,-1 1,1-1,-1 1,1 0,-1-1,1 1,-1 0,0-1,1 1,-1 0,0 0,1 0,0 0,-1 0,0 0,1 0,-1 0,0 0,1 0,-1 0,0 0,1 0,0 0,-1 0,0 0,1 0,-1 0,0 0,1 1,-1-1,0 1,-1 6,-1 0,1 0,0 1,0-1,1 0,0 1,1 0,0 6,0-3,1 31,3-2,2 1,2 0,1-1,2 0,3-1,14 26,-21-47,0 0,1-1,2 0,-1 0,2 0,2-2,-1 0,1 0,1 0,2-1,-15-12,-1-1,1-1,-1 1,1 0,0 0,0 0,0 0,0 0,0-1,0 1,0-1,0 1,0 0,0-1,1 0,-2 1,1-1,1 1,-1-1,1 0,-2 1,2-1,-1 0,1 0,-1 0,0 0,0 0,0 0,1-1,-1 1,0 0,0-1,1 1,-1-1,0 1,0 0,0-1,0 0,0 0,0 1,1 0,-1-1,-1 0,1 0,0 0,0 0,-1 0,2 0,3-14</inkml:trace>
  <inkml:trace contextRef="#ctx0" brushRef="#br0" timeOffset="69">11012 7790,'-11'-2,"4"1,10 1,15 1,18-1,21-1,12-3,8-2,0 0,-6 1,-14 0,-16 3</inkml:trace>
  <inkml:trace contextRef="#ctx0" brushRef="#br0" timeOffset="70">11589 8164,'9'-5,"0"0,0 0,1 1,-1 1,2-1,-2 1,2 0,-1 1,0 0,1 0,-1 2,1-1,9 1,-11-1,84 3,-90-2,-1 1,1-1,0 1,-1 0,1-1,-1 1,1 1,0-2,-2 2,2-1,-1 0,0 1,0-1,1 1,-2-1,1 2,0-2,-1 1,1 0,0 0,-1 0,0 0,0 0,0 1,0-1,0 0,0 0,0 1,-1-1,1 0,-1 1,0 1,-2 5,-1-1,1 0,-1 0,0 0,-2 0,1 0,0-1,-2 1,1-1,-1-1,0 1,0-1,-1 1,-7 4,9-6,-174 155,178-158,-24 28,25-30,-1 1,1 0,-1 0,1-1,0 1,0 0,-1 0,1 0,0 0,0 0,0-1,0 1,0 0,0 0,1-1,-1 1,0 0,0 0,1 0,-1-1,1 1,-1 0,0 0,0-1,1 0,-1 1,1 0,0 0,0-1,-1 0,1 1,0 0,-1-1,1 1,0-1,0 0,0 0,0 1,0-1,-1 0,2 1,9 1,1 1,-1-1,0-1,0 0,1 0,0-1,0 0,7-2,-11 2,259-31,-220 32,-57 14,-5-7</inkml:trace>
  <inkml:trace contextRef="#ctx0" brushRef="#br0" timeOffset="71">12097 7883,'2'0,"3"0,2 0,4 0,4 0,6 0,5 0,7-1,4-2,5 1,4-2,2 1,-2 0,-5 1,-5 0,-10 2,-10-1</inkml:trace>
  <inkml:trace contextRef="#ctx0" brushRef="#br0" timeOffset="72">12380 7644,'-2'2,"-2"-1,2 1,-1-1,0 1,1-1,-1 1,1 0,0 0,-1 1,2-1,-1 0,0 0,0 1,1 0,-1-1,1 0,-1 1,1 0,1 0,-1 0,0 0,1-1,-1 1,1 0,0 0,0 0,0 0,1 1,-2 29,2 0,1-1,2 2,1-2,5 13,11 78,-15-91,-1-45,-4 3,-1 0</inkml:trace>
  <inkml:trace contextRef="#ctx0" brushRef="#br0" timeOffset="73">13254 7696,'0'11,"0"11,0 11,0 8,1 5,2 4,1 3,2 0,-3-1,2-4,-1-5,0-5,-1-7,-2-7,0-5,-1-8,0-6</inkml:trace>
  <inkml:trace contextRef="#ctx0" brushRef="#br0" timeOffset="74">12875 7696,'-4'-3,"5"-2,12 1,14-2,17 1,14 1,11 1,9 2,3 0,-1 1,-5 0,-8 0,-11 0,-11 0,-12 1,-8-1,-10 0</inkml:trace>
  <inkml:trace contextRef="#ctx0" brushRef="#br0" timeOffset="75">13595 8102,'0'-3,"0"0,1 1,0-1,-1-1,1 2,-1-1,2 0,-1 1,1-1,-1 0,0 1,1 0,0 0,0-1,0 1,1 0,-2-1,2 2,0-1,-1 0,1 1,-1-1,1 1,0-1,0 1,0 0,0 0,1-1,0 2,4-3,0 2,0-1,1 2,-1-1,0 0,1 1,-1 0,0 1,1 0,-1-1,1 2,-5-1,2-1,-1 1,-1 1,1-1,0 1,-1-1,0 1,1 0,0 0,-2 1,2 0,-1-1,-1 1,1 0,-1 0,1 0,-1 1,0-1,-1 1,1 0,-1-1,1 1,-1 0,0 1,-1-2,1 2,-1-1,0 0,0 0,-1 1,1-1,-1 1,0-1,-1 0,1 1,0-1,-1 0,0 1,-1-1,0 0,0 2,-9 10,-2 0,0-1,-1-1,-1 1,0-2,-1 0,0 0,-17 8,-14 13,-29 32,75-66,1 0,-1 1,1-1,-1 1,1 0,-1 0,0-1,1 0,-1 1,1 0,-1 0,1-1,-1 1,1 0,0 0,-1-1,1 1,0 0,0 0,0-1,0 1,0 0,0 0,0-1,0 1,0 0,0 0,0 0,1-1,-1 1,0 0,1 0,-1-1,1 1,-1 0,1 0,0-1,-1 0,1 1,0 0,-1-1,0 1,1-1,0 0,0 1,0-1,0 1,-1-1,1 1,-1-1,1 0,0 0,0 0,0 0,1 0,17 4,1-1,0-2,1 0,-1-1,0-1,6-1,-8 0,256-11,-261 12,-4-1</inkml:trace>
  <inkml:trace contextRef="#ctx0" brushRef="#br0" timeOffset="76">14315 7259,'21'14,"59"39,-3 2,23 25,-78-60,-1 1,0 1,-2 0,-1 1,-1 1,-1 0,-2 2,0-1,2 11,-6-8,-2 1,-1 0,-1 1,-3 0,0-1,-1 1,-3 0,-1 0,-1-1,-2 0,-2 0,0 0,-7 15,-9 12,-2-1,-2-1,-4-1,-1-1,-4-1,-13 11,-69 80,99-115,24-25,-1-6</inkml:trace>
  <inkml:trace contextRef="#ctx0" brushRef="#br0" timeOffset="77">15377 7769,'10'30,"-1"1,-3-1,0 2,-2-2,-1 1,-3 1,-1 21,-22 198,22-212,6-34,-4-12</inkml:trace>
  <inkml:trace contextRef="#ctx0" brushRef="#br0" timeOffset="78">15046 7769,'0'-1,"1"0,-1 0,1-1,0 2,0-1,0-1,0 2,0-1,-1 0,1 0,0 0,0 0,0 0,1 1,-2 0,1-1,1 0,-1 0,1 1,-2-1,2 1,-1 0,1 0,-1 0,0-1,1 1,-1 0,1 0,-1 0,1 0,3-1,52-5,-1 2,0 2,14 2,-17 0,474 1,-517-1</inkml:trace>
  <inkml:trace contextRef="#ctx0" brushRef="#br0" timeOffset="79">15637 8144,'23'-9,"18"3,1 3,-1-1,1 4,29 2,-68-2,0-1,-1 1,1 0,-1 0,1 0,0 0,-1 1,1-1,-1 1,1 0,0-1,-2 1,2 0,0 0,-2 0,2 0,-1 0,0 1,0-1,0 0,0 1,0 0,0 0,-1-1,0 1,1 0,0-1,-1 2,-1-1,2-1,-1 2,0-1,0 0,-1 1,1-1,-1 0,0 0,0 0,0 0,0 1,0-1,0 0,0 0,0 1,-1-1,0 0,0 1,-8 8,1 0,-1-1,-1 0,0-1,-1 1,0-1,0-2,-2 2,-1 0,-58 30,63-26,28-8,-15-4,14 2,0 1,0 0,0 1,0 2,-1-1,0 1,13 8,-25-12,0 0,0 0,0 1,0-1,0 1,-1 0,1 0,-2 1,1-2,0 2,-1 0,0 0,0 0,0 0,-1 0,0 0,0 1,0-1,-1 0,-1 1,1-1,0 1,-1-1,0 1,-1 0,0-2,1 1,-1 0,-1-2,0 2,0 0,0-2,-1 2,1-1,-1 0,0-1,-1 1,2 0,-3-1,2 0,-1 0,0 0,0 0,-4 2,-85 36,67-33,1-2,-2 0,1-2,-1-1,1 0,-9-2,33-1,1 1,0-1,0 1,1-1,-1 0,0 0,0 0,0 0,0 0,0 0,0 0,0 0,0 0,0 0,0 0,0 0,1 0,-1 0,0-1,0 1,0 0,0-1,0 1,0-1,1 1,0 0,-1-1,0 1,0-1,1 0,-1 1,0-1,1 1,-1-1,1 0,0 1,0-1,-1 0,1 0,-1 1,1-2,2-5</inkml:trace>
  <inkml:trace contextRef="#ctx0" brushRef="#br0" timeOffset="80">15082 7467,'385'-16,"-135"2,-181 10,-69 4,-1-1,1 1,0 0,0 0,0-1,0 1,0 0,0 0,0 0,0 0,0 0,0 0,1-1,-1 1,0 0,0 0,0-1,0 1,0 0,0 0,0 0,1-1,-1 1,0 0,0 0,0 0,0 0,1 0,-1 0,0 0,0 0,1 0,-1 0,0 0,0 0,0-1,0 1,0 0,0 0,0 0,1 0,-1 0,0 0,0 0,1 0,-1 0,0 0,0 0,1 1,-21-6,-40 1,-1 1,0 4,-44 5,-299 34,379-37,22-1,18-2,80-2,1-4,42-10,-64 8,105-8,-160 22,-40 6,-8-2</inkml:trace>
  <inkml:trace contextRef="#ctx0" brushRef="#br0" timeOffset="81">16604 7852,'0'8,"4"34,-4-42,0 2,1-1,-1-1,0 2,0-1,0-1,1 2,0-1,-1-1,1 1,0 1,0-1,0-1,-1 1,1 0,0 0,0-1,0 1,0-1,1 1,-2 0,1-1,0 0,1 1,-1-1,0 0,0 1,0-1,1 0,-1 0,0 1,0-1,0 0,1 0,1-1,-2 0,1 0,1 1,-2-2,1 1,1 1,-2-2,1 1,0 0,0-1,-1 1,0-1,1 1,0-1,-2 1,1-2,1 2,-1-1,0 0,0 0,-1 1,1-1,-1-1,1 2,-1-1,1 0,-1 0,0-1,0 2,0-1,-1 0,1 0,-1 0,1 0,-1 0,1 0,-1 0,0 0,0 0,0 1,0-1,0 1,0-1,-1 0,0 0,1 1,-1-1,-2 1,1-2,0 2,0-1,-1 2,0-2,1 1,-1 1,1-1,-2 0,2 0,-1 1,0 0,1 0,-1 0,0 0,0 1,0-1,1 1,-1 0,1 0,-1 0,0 0,1 0,0 1,-1 0,1-1,0 1,0 0,0 1,0-1,0 0,1 0,-1 1,1 0,0-1,0 1,0 0,0 0,0 0,1 0,-1 0,2 0,-2 0,1 1,1-1,-1 0,1 1,-1-1,1 2,1-3,0 0,-1 0,1-1,0 2,0-2,-1 1,1-1,1 1,-1-1,1 2,-1-3,0 2,0-1,1 1,0-1,-1 0,1 0,0 0,-1 0,2 0,-1 0,0-1,-1 1,2 0,-1 0,0-1,0 1,0-1,2 0,63-4,-64 4,0-2,-1 1,1 0,-1-1,1 1,-1-1,0 1,1-1,-1 0,-1 0,2 0,-1 1,-1-2,0 1,1 0,0 0,-2-1,1 1,1 0,-1-1,0 0,-1 1,1 0,-1-1,1 0,-1 0,0 1,0 0,-1-1,1 0,-1 1,1-1,-1 1,0 0,0-1,-1 0,2 1,-2 0,1-1,-1 2,1-1,-1-1,0 1,0 0,0 1,0-1,-1 0,1 1,0-1,0 1,-1 0,0-1,1 1,-1 0,1 0,-2 0,2 1,-1-1,0 1,-2-1,4 1,0 0,0 1,0-1,0 0,0 1,-1-1,2 0,-1 0,0 1,0-1,0 1,0 0,0-1,1 1,-1-1,0 1,0 0,0 0,0-1,0 1,1 0,-1 0,1-1,0 2,-1-1,1-1,0 1,-1 0,1 0,0 0,-1 0,1 1,0-2,0 1,0 0,0 0,1 0,-1 0,0 0,0 0,1 0,-1 0,1-1,-1 2,0-1,1-1,-1 1,1 0,0 0,0 0,-1-1,1 1,1 0,42 28,-15-17</inkml:trace>
  <inkml:trace contextRef="#ctx0" brushRef="#br0" timeOffset="82">17358 7758,'0'105,"-1"27,15 107,-7-197,-2-62,-32-137,-83-271,98 358,13 69,0-1,0 1,0-1,0 2,1-2,-1 1,1 0,-1 0,0 0,1 0,0 0,-1 0,1 0,0 1,0 0,-1-1,1 1,0-1,-1 1,1-1,0 1,1 0,-2 0,1 0,0 0,-1 0,1 1,0-1,0 1,0-1,0 1,0-1,8 1,236-2,79-14,-285 15,-39 2</inkml:trace>
  <inkml:trace contextRef="#ctx0" brushRef="#br0" timeOffset="83">17335 7883,'9'4,"9"1,13-1,11 0,8-2,6 0,1-3,-1-1,-4 0,-5-1,-8 2,-9-2,-7 0,-8 1</inkml:trace>
  <inkml:trace contextRef="#ctx0" brushRef="#br0" timeOffset="84">18291 7716,'-37'0,"2"0,-1 3,0 0,1 2,-1 1,1 2,31-7,-1-1,1 1,0 0,-1 0,1 0,0 1,0 0,0-1,0 2,0-2,1 2,-1-1,1 1,-1-1,1 1,0 0,0 0,0 0,1 0,-1 0,1 1,1 0,-2-1,1 1,2 0,-2 0,1-1,0 1,0 0,0 0,1 0,-1 0,1 0,1 0,-1 0,1-1,0 3,3-2,0 2,1-2,-1 1,2-1,-1 1,0-1,0 0,1-1,0 0,0 0,0 1,0-2,1 0,-1 0,1 1,0-2,5 1,7 5,20 4,-14-5,0 2,-1-1,1 2,-2 1,0 1,0 0,-1 2,-1 0,0 1,-2 1,9 8,-24-20,-1 0,1 0,-1 0,0 1,-1-1,1 1,-1-1,0 1,1 0,-2-1,1 1,-1 1,1-1,-1-1,-1 2,1-1,-1 0,0 0,0 1,0-1,0 0,-1 0,1 0,-1 0,-1 0,1 0,-1 1,1-2,-1 1,-1-1,1 1,-1 0,1-1,-1 1,-3 2,-9 0,1-1,-1 1,-1-3,2 1,-2 0,0-2,0 1,1-2,-2 0,2-1,-2-1,2 0,-4-1,12 2,-11 0,2-1,-1 1,0-3,1 1,-1-2,0 0,-12-4,20 3</inkml:trace>
  <inkml:trace contextRef="#ctx0" brushRef="#br0" timeOffset="85">17182 7207,'665'14,"-531"-5,303 10,-603-28,98 8,-618-10,403 22,265-13,18 2,0-1,0 1,0 0,0 0,1 0,-1 0,0 0,0 0,0 0,0 0,0 0,0-1,0 1,0 0,0 0,0-1,1 1,-1 0,0 0,0-1,0 1,-1 0,1 0,0 0,0 0,0 0,0 0,0 0,0-1,0 1,0 0,0 0,0 0,-1-1,1 1,0 0,0 0,0 0,0 0,-1 0,1-1,0 1,0 0,0 0,-1 0,1 0,0 0,0 0,0 0,-1 0,1 0,0 0,0 0,-1 0,1 0,0 0,0 0,0 0,0 0,0 0,0 0,0 0,-1 0,1 0,42-8,225-13,123 8,-41 11,-301 8,-54-3,-9-1</inkml:trace>
  <inkml:trace contextRef="#ctx0" brushRef="#br0" timeOffset="86">8132 9038,'-17'-6,"-1"1,-1 0,1 1,0 1,-1 1,1 0,-1 1,-2 1,16 0,1 1,-1-1,1 1,-1 0,1 0,-1 0,1 1,0-1,0 1,0 0,0 1,0-1,1 0,-1 0,1 1,-1 0,2 0,-2 0,2 0,-1 0,0 1,1-1,-1 1,2-1,-1 1,0 0,0 0,1 0,1-1,-1 1,0 0,0 0,1 0,0 0,0 0,0 1,1-2,0 1,0 1,4 9,0-1,1 1,2-1,-1 0,1 0,1-1,0-1,1 1,1-1,0 0,1 0,0-1,0-1,11 6,13 13,11 11,-2 1,19 24,-52-51,0 2,-1-1,0 1,-2 1,0 0,-1 0,0 0,-2 1,0 0,0 4,-5-12,-1-1,0 0,0 1,-1 0,0-1,-1 1,0-1,0 0,-2 1,2-1,-2 0,0-1,0 2,-2-2,1 0,0 0,-1 0,0 0,-1 0,0-1,0-1,-1 1,2 0,-3-2,1 1,-1-1,1 1,-1-2,1 1,-2-1,-6 1,13-3,0 0,1-1,-1 1,0-1,0 0,1 0,-2 0,2 0,-1 0,0 0,0 0,0-1,1 0,-2 1,2-1,-1 0,1 0,-1 0,0 0,1-1,0 1,-1-1,1 1,0-1,0 1,0-2,0 2,0-1,1-1,-1 2,0-2,1 1,0 0,0 0,0-1,0 0,0 1,0 0,0-1,1 0,0 0,0-12,0-1,1 1,1 0,1-1,0 1,1 0,2 0,-1 0,2 1,0-1,0 2,3-3,86-144,-70 123,0-1,-3-1,-2-1,-2 0,-2-1,-2-1,-2-1,-3 1,1-18,-11-11,-7 81,1 33,4 0,1 0,2 0,4 19,1 9,4 0,3 0,4-2,2 0,5 0,19 35,-38-93,-1-3,-2-1,3 1,-2-1,2 0,-1 0,2 0,-1-1,1 1,0-1,6 5,12-10,-13-8</inkml:trace>
  <inkml:trace contextRef="#ctx0" brushRef="#br0" timeOffset="87">8121 9340,'6'-2,"16"-2,22-2,22-4,20-2,11 1,1 3,-6 4,-18 3</inkml:trace>
  <inkml:trace contextRef="#ctx0" brushRef="#br0" timeOffset="88">8829 9548,'-14'-2,"42"-2,-18 3,1 1,-1 0,1 1,-1 0,0-1,1 3,-1-2,-1 2,3 0,-10-2,2 0,-2 0,1-1,0 2,-1-1,1 0,-1 1,1-1,0 1,-2 0,2 0,-1-1,0 1,0 1,0-1,-1-1,1 2,-1-1,1 0,-1 1,0 0,0-1,0 0,0 1,-1-1,1 2,-1-2,1 1,-1-1,0 1,-1-1,1 1,-1 1,-3 6,-1 0,0 0,-1-1,0 1,-1-1,0 0,-1-1,1 0,-2 0,0 0,1-1,-2 0,0-1,0 0,-7 3,-31 20,61-25,-3-3,0 0,1 0,-1 1,0 0,1 1,-2-1,1 2,0-1,-1 2,0-1,0 1,0 0,-1 0,1 1,-1 0,-1 0,0 1,0 0,0 0,-1 0,0 1,-1 0,1 0,-1 0,-1 0,0 1,-1-1,2 7,-5-10,0-1,1 1,-2-1,1 1,-1-1,0 0,1 1,-1-1,-1 1,0-1,1 0,-1 0,-1 1,1-2,-1 1,0 0,0-1,0 1,-1 0,1-1,-1 0,0 0,0-1,0 1,0 0,-1-1,1 0,-5 1,-5 3,-1 0,0-2,-2 1,2-1,-2-2,2 0,-2 0,-6-1,-39-1,63-1,5 1</inkml:trace>
  <inkml:trace contextRef="#ctx0" brushRef="#br0" timeOffset="89">8793 8965,'9'2,"9"1,13-1,10-1,8-1,2-2,-1 1,-4-1,-6-1,-9 0,-7-2,-9 1</inkml:trace>
  <inkml:trace contextRef="#ctx0" brushRef="#br0" timeOffset="90">8911 8798,'-10'15,"-3"11,0 10,7 8,8 5,10 5,7 3,4 0,2-3,-3-11</inkml:trace>
  <inkml:trace contextRef="#ctx0" brushRef="#br0" timeOffset="91">9608 9371,'14'2,"12"0,12 0,12 1,7-3,5 1,-3 0,-8 0,-12 5,-13 1</inkml:trace>
  <inkml:trace contextRef="#ctx0" brushRef="#br0" timeOffset="92">9560 9632,'14'3,"14"4,16-1,15 1,12 0,6-1,0-3,-13 0</inkml:trace>
  <inkml:trace contextRef="#ctx0" brushRef="#br0" timeOffset="93">10752 9007,'-14'2,"0"1,0 0,0 0,0 1,2 1,-1 0,0 0,0 2,1-1,0 1,0 1,1 0,1 0,-1 0,2 1,-8 8,-1 2,1 1,0 1,2-1,0 2,1 0,2 0,1 2,2-1,0 1,-2 12,0 5,3 1,2 1,1-1,4 0,2 35,0-55,1 1,1-1,1 1,1-1,1 0,1 1,2-2,0 0,2 0,1-1,0 1,2-2,0 0,1-1,1 0,2-1,5 4,4-1</inkml:trace>
  <inkml:trace contextRef="#ctx0" brushRef="#br0" timeOffset="94">11070 9162,'-13'-1,"0"-1,1 2,-2-1,1 2,0-1,0 1,0 1,0 0,0 0,1 1,-1 1,1 0,0 0,0 2,0-1,1 0,0 2,1 0,-1 0,1 1,0-1,2 2,-2-1,2 1,1 0,-1 1,1-1,1 2,0-1,0 1,-2 6,7-11,-1 1,2-1,-1 0,1 1,0-1,0 0,1 0,-1 1,2-1,0 0,0 1,-1-1,2 0,-1-1,2 1,-1 0,1 0,-1-1,2 0,2 2,9 11,2-2,0 0,1 0,1-1,2-1,15 11,-20-15,0 1,0 0,-2 2,1 0,-1 0,-2 0,1 2,-2-1,0 1,1 4,-12-16,1 0,0 1,-1-1,0 1,0-1,0 1,-1-1,1 1,-1 0,0 0,0-1,0 1,-1-1,1 1,-1 0,0 0,0-1,-1 1,1-1,-1 0,1 0,-2 1,1-1,0 0,-1 0,0 0,1 0,-2-1,2 1,-2-1,1 1,-1 0,-4 1,-1 2,1-3,0 2,-2-1,2-1,-2 0,1 0,-1-1,0 0,7-1,1-1,-2 1,2-1,-1 1,-1-1,2 0,-1 0,0 0,0 0,1-1,-2 1,2-1,-1 1,0-1,1 0,-1-1,1 2,-1-2,0 1,1 0,-1-1,2 1,-2-1,1 0,0 1,0-2,0 2,0-2,1 1,-1 1,1-2,-1 0,0-7,1 0,0 0,1 0,1 1,0-1,0 0,0 0,2 1,0-1,-1 1,3 0,-2 0,2-1,-1 2,3-1,4-6,79-123,-62 101,-3-1,-1 0,-1-2,-3-1,-3 0,-1 0,0-9,-15 47,1-3,-1-1,1 1,-1 0,0 0,-1 0,0 1,0-1,-1 0,0-1,0 1,0 0,-1-1,2 7,0-1,0 0,-1 1,1-1,0 1,0-1,-1 0,1 1,-1-1,1 1,-1 0,1-1,-1 0,1 1,-1-1,1 1,0 0,-1 0,0-1,1 1,-1-1,0 1,0 0,1-1,-1 1,1 0,-1 0,0-1,0 1,1 0,-1 0,0 0,0 0,1 0,-1 0,1 0,-1 1,0-1,0 0,0 0,0 1,1-1,-1 0,1 1,-24 22,17-3,0-1,1 1,1 1,2-2,0 2,1 0,2-1,1 19,3 14,1-1,4 1,2-1,2-1,3 0,3 0,2-2,2-1,7 6,-29-53,-1 1,0-1,0 0,0 0,1 0,0 0,-1 0,1 0,0 1,0-2,0 1,-1 1,1-2,0 1,0 0,0 0,0 0,0-1,0 1,0 0,1 0,-1-1,0 0,0 1,1-1,1-5</inkml:trace>
  <inkml:trace contextRef="#ctx0" brushRef="#br0" timeOffset="95">11012 9475,'-3'-2,"13"0,17 0,22 0,18 1,16-2,5 0,-13 1</inkml:trace>
  <inkml:trace contextRef="#ctx0" brushRef="#br0" timeOffset="96">11425 9673,'13'-2,"20"-4,1 2,0 1,-1 1,3 1,-34 1,1 0,0 0,0 0,0 0,-1 0,1 0,-1 0,1 1,0-1,-1 1,1 0,-1 0,1 0,0 0,-1 0,0 0,0 0,1 1,-1 0,0-1,0 1,0 0,0-1,-1 1,1 0,-1 0,1 0,-1 0,0 1,0-1,0 0,0 0,0 1,0-1,-1 0,0 1,0 0,-2 7,-1 0,0-1,-2 1,1-1,-1 1,0-1,-1-1,0 0,-1 1,0-1,-1 0,0-1,0 0,0 0,-8 4,-30 28,46-39,-1 0,1 0,-1 1,1-1,-1 0,1 1,0-1,-1 1,1-1,0 0,-1 0,1 1,0-1,0 1,-1-1,1 1,0-1,0 1,0-1,0 0,0 1,0-1,0 1,0 0,0-1,0 0,0 0,0 1,0-1,0 1,1 0,-1-1,0 0,0 0,1 1,-1-1,0 1,1-1,-1 0,1 1,-1-1,0 0,1 0,-1 0,1 1,-1-1,1 0,-1 1,0-1,0 0,1 0,31 5,-22-4,4 1,-1 1,0 0,1 0,-1 1,0 1,-1 0,11 6,-19-10,-1 1,0-1,0 2,0-2,0 2,0-1,0 0,-1 0,1 1,-1 0,0 0,0-1,0 1,-1 0,1 0,0 0,-1 0,0 0,0 0,0 0,0 1,-1-1,1 0,-1 1,0-1,0 0,-1 1,1-1,-1 0,0 1,0 0,-4 5,-1-1,0 1,-1-2,0 1,0 0,0-2,-2 1,1 0,0-1,-2 0,1 0,0-1,-1 0,0-1,0 0,-9 2,6-1,-1 1,0-3,0 1,0-1,1 0,-8 0,20-3,-1 0,1 0,0 0,0 0,-1 0,1 0,0 0,0 0,0 0,-1 0,1 0,-1 0,2 0,-2-1,1 0,0 1,0-1,0 1,0-1,0 1,0-1,0 0,-1 1,1-1,1-1,-3-7</inkml:trace>
  <inkml:trace contextRef="#ctx0" brushRef="#br0" timeOffset="97">12002 9579,'4'-2,"10"0,12-2,11 0,12-1,10-2,7 1,1-1,-1-1,-5 1,-8 2,-10 0,-9 0,-12 1,-8-1</inkml:trace>
  <inkml:trace contextRef="#ctx0" brushRef="#br0" timeOffset="98">12286 9340,'-4'17,"0"18,4 14,3 11,5 7,2 3,-2-1,-1-12</inkml:trace>
  <inkml:trace contextRef="#ctx0" brushRef="#br0" timeOffset="99">13241 9268,'6'12,"4"9,1 7,-3 6,-2 4,-1 2,-3 1,-1 2,-1 0,-2 0,-1-4,0-3,1-6,0-7,1-7</inkml:trace>
  <inkml:trace contextRef="#ctx0" brushRef="#br0" timeOffset="100">12923 9162,'-3'0,"3"0,8 0,11 0,15-1,15-3,11-2,10-1,3 2,-1 1,-7 2,-8 0,-12 2,-9 0,-12 2,-7 2,-6 1</inkml:trace>
  <inkml:trace contextRef="#ctx0" brushRef="#br0" timeOffset="101">13525 9569,'13'-5,"1"1,0 1,-1 0,2 1,-1 0,1 1,-1 0,0 1,1 1,0-1,-2 2,2 0,-12-1,0 0,0 0,-1-1,1 1,-1 0,1 0,-1 0,0 1,1-1,-1 1,0-1,0 1,0-1,0 2,0-2,0 1,-1 0,0 0,1 0,-1 0,1 0,-1 1,-1-1,1 0,0 0,0 1,-1 0,1-1,-1 0,0 1,0 0,0-1,0 0,-1 0,1 1,-1-1,0 1,0-1,1 1,-1-1,0 0,-1 0,1 0,-1 0,-7 9,-1 0,1-1,-2-1,0 1,-1-2,1 0,-2 0,1 0,-2-2,1 1,-1-1,-7 2,-22 7,116-19,41 6,-108-2,-1 1,1 0,0 0,0 1,0-1,-1 1,0 1,0-1,0 0,1 1,-1 0,-1 0,0 0,2 0,-3 1,1-1,1 1,-1 1,-2-1,-1-1,1 0,0 0,0 0,-2 0,1 0,0 1,0-1,0 0,-1 1,1-1,-1 0,0 0,-1 1,1-1,-1 1,0-1,0 0,0 1,1-1,-2 0,0 0,0 0,1 0,-1 0,-1 0,-1 2,-2 2,0 0,0-1,-1 0,-1 0,1-1,0 1,-1-2,-1 1,0-1,-4 2,1-1,1-1,-1 0,1-1,-1-1,0 0,0 0,-1-1,-9 1,0-10,17 1</inkml:trace>
  <inkml:trace contextRef="#ctx0" brushRef="#br0" timeOffset="102">14291 8955,'17'19,"164"138,-158-133,-3 0,0 2,-2 0,0 1,-3 1,-1 0,-1 0,-1 1,-2 1,2 12,-8-20,0 1,-1 0,-1-1,-1 1,-2 0,-1 0,-1 0,-1 0,-1 0,-1-1,-2 0,0 0,-1-1,-5 5,4-7,-3 0,1 0,-1-1,-2-1,-1 0,0 0,-1-2,-1 0,-1 0,0-2,-1 0,1-1,-3-1,0 0,-18 6,29-15,23-8,-7 4,9-4</inkml:trace>
  <inkml:trace contextRef="#ctx0" brushRef="#br0" timeOffset="103">15341 9423,'0'11,"0"8,0 7,0 6,0 4,0 4,0 1,0 4,0 0,0-2,0-2,0-5,0-2,0-8,0-4,0-8</inkml:trace>
  <inkml:trace contextRef="#ctx0" brushRef="#br0" timeOffset="104">15034 9371,'-7'-9,"-2"-2,6 1,8 5,13 5,14 2,14 1,13 1,11-4,6 0,1-4,-2 1,-6 0,-10 2,-14 5,-14 6,-12 0</inkml:trace>
  <inkml:trace contextRef="#ctx0" brushRef="#br0" timeOffset="105">15695 9600,'-11'22,"2"-1,0 2,1-1,1 1,2 0,1 0,0 1,3-1,0 11,1 72,-1-105,1 0,0 0,0 0,0 0,0 0,0 0,0 0,0 0,0 1,0-1,0-1,1 2,-1-1,1-1,-1 2,0-1,1-1,-1 1,1 1,0-2,0 1,0 0,0 0,-1-1,1 1,0 0,0 0,0-1,0 1,0-1,0 0,0 1,0 0,1-1,-1 0,0 1,0-1,0 0,0 0,1 0,-1 0,0 0,0 0,0 0,1 0,-1 0,0 0,128-52,-99 38,0 0,-1-2,0-1,14-14,-32 20,-11 11,0 0,-1-1,1 1,0 0,0 0,0 0,0 0,0 0,0 0,-1 0,1 0,0-1,0 1,0 0,0 0,0 0,0 0,0 0,0 0,0 0,0 0,0 0,0 0,0 0,0 0,0 0,0-1,0 1,0 0,0 0,0 0,0 0,-7 6,1 0,0 0,1 1,0 0,0 0,0 0,1 1,1 0,-1-1,0 6,-5 12,2-1,1 0,2 1,1 1,1-1,1 1,1-1,2 0,5 24,-2-23</inkml:trace>
  <inkml:trace contextRef="#ctx0" brushRef="#br0" timeOffset="106">14940 9143,'0'-3,"2"1,7 0,10 0,11 1,15 0,16 1,13 0,11 1,5 2,-2 1,-5 0,-10 1,-17 0,-15-1,-14-1</inkml:trace>
  <inkml:trace contextRef="#ctx0" brushRef="#br0" timeOffset="107">16463 9590,'-32'10,"32"-9,0-1,0 1,-1 0,1 0,0-1,0 0,-1 1,1 0,0-1,0 1,0-1,0 1,0-1,0 1,0 0,0-1,0 0,0 1,1 0,-1 0,0-1,1 0,-1 1,0-1,0 1,0 0,0-1,1 0,-1 1,1-1,0 1,-1-1,1 1,-1-1,1 1,0-1,-1 0,0 0,1 0,-1 0,1 1,0-1,0 0,-1 0,1 0,0 0,0 0,-1 0,5 2,0 0,0-1,-1 1,2-1,-1 0,0 0,0 0,0-1,1 0,-1 0,0 0,0 0,0-1,0 0,1 0,-1 1,-1-2,1 1,0-2,0 2,3-3,-8 3,1 0,0 1,0-1,0 0,0 0,0 1,-1-1,0-1,1 2,0-1,-1-1,1 2,-1-1,1-1,-1 2,0-1,0-1,1 1,-1 0,0 0,0 0,-1 0,1-1,0 2,0-1,-1-1,1 2,-1-1,1-1,-1 2,1-1,-1-1,1 1,-1 1,1-1,-1 0,0 0,0 1,0-1,0-1,-45-20,-32 16,75 6,2 0,-1 0,0 0,1 1,-2-1,1 1,0 0,1-1,-1 1,0 0,1 0,-1-1,1 1,-1 0,1 0,-1 0,1 1,-1-2,1 2,0-1,0 1,0-1,0 0,0 1,0-1,0 1,1-1,-1 1,1 0,-1 0,1-1,-1 1,1-1,0 1,0 0,0 0,0-1,1 1,-1 0,2 2,-1-1,2 1,-1-1,0 0,1 1,0-1,0 0,0 0,1 0,-1 0,1 0,-1-1,1 0,0 1,0-1,0-1,0 1,0-1,1 1,-1 0,1-2,-1 1,1 0,-1 0,1-1,0 0,-1 0,1 0,-1 0,1-1,0 0,0 0,-2 1,-1 0,1-1,-1 0,1 0,0 0,-1 0,1 0,-1 0,0 0,1-1,-2 1,1-1,1 1,-1-1,-1 0,1 0,0 0,-1 1,0-2,1 1,-1 1,1-2,-2 1,1 0,0-1,0 1,-1 0,1 0,-1-1,1 0,-1 1,0 0,0-1,-1 1,1 0,-1 0,1-1,-1 1,0 0,0-1,1 1,-2 0,1 0,-1-1,1 2,0-2,-1 2,0-1,1 0,-1 1,-1-1,1 1,0-1,-2-1,2 2,-1 0,1-1,-1 1,0 0,1 0,-1 0,1 1,-1-1,0 0,0 0,0 1,1 0,-2 0,2 0,-1 0,0 0,0 0,1 1,-1-1,0 1,0 0,0-1,1 1,-1 1,1-2,-1 2,0-1,2 1,-2 0,0-1,2 1,-1-1,-1 1,2 0,-1 0,0 0,1 0,0 0,-1 1,1-1,-1 0,1 0,1 1,-1 0,-6 20,3-1</inkml:trace>
  <inkml:trace contextRef="#ctx0" brushRef="#br0" timeOffset="108">17076 9319,'12'551,"-11"-738,-10-1,-16-52,5 147,20 92,0 0,0 0,0 1,0 0,0-1,-1 0,1 0,0 1,0-1,0 0,0 0,0 1,1-1,-1 0,0 1,0-1,0 0,0 1,0-1,1 0,-1 1,0-1,1 1,-1-1,1 1,0-1,-1 0,1 1,0 0,-1-1,0 1,1-1,0 1,-1-1,1 1,0 0,0 0,0 0,-1 0,1-1,-1 1,1 0,0 0,0 0,0 0,0 0,0 0,-1 0,1 0,0 0,0 1,-1-1,1 0,0 0,0 0,-1 0,1 1,-1-1,1 1,0-1,0 1,-1-1,1 0,0 1,-1 0,4 0,68 10,2-3,-1-1,55-4,-101-3,57 6,-66 1,-12 2</inkml:trace>
  <inkml:trace contextRef="#ctx0" brushRef="#br0" timeOffset="109">16993 9527,'14'0,"11"0,7 0,6 0,4 0,4-2,4 0,5 0,3 0,3 0,-2 2,-5 0,-12-1</inkml:trace>
  <inkml:trace contextRef="#ctx0" brushRef="#br0" timeOffset="110">17972 9298,'-18'-1,"-1"1,0 1,1 1,-1-1,0 2,1 1,0 0,0 1,1 0,-1 2,1-1,1 2,-16 9,23-13,1 2,-1-1,0 0,1 1,2 1,-2-1,1 0,-3 5,10-9,-2 0,0-1,1 2,0-2,0 2,0-1,0 0,0 0,1 0,-1 0,0 1,1-1,0 0,0 0,0 1,0-1,0 0,0 1,1-1,0 0,-1 0,1 0,0 0,0 0,0 0,0 0,1 1,-1-2,1 1,-1 0,1-1,0 1,-1-1,1 1,2 1,9 5,0 0,2-1,-1 0,1-1,-1-1,2 0,-1-1,14 2,-4 1,-7-2,8 1,1 0,-1 2,-1 0,0 1,-1 2,0 0,0 1,-1 1,-2 2,9 5,-26-17,0 1,1 0,-2 0,2 0,-2 0,0 1,0-1,0 1,-1 0,1 0,-1 0,0 0,0 0,-1 0,0 1,0-1,-1 0,1 1,-1-1,0 0,-1 1,0-1,1 0,-1 1,-1-2,0 2,1-1,-2 0,0 0,1 0,-1-1,0 1,-1-1,1 0,-1 1,0-2,-3 4,-7-1,1 1,-1-1,-1 0,0-1,0 0,0-2,0 0,-1 0,0-1,0 0,0-2,1 0,-2 0,-10-2,-122-14,147 16,-1 0,1-1,0 1,0-1,-1 1,2-1,-2 0,1 0,1 0,-1 0,-1 0,2 0,-1-1,0 2,0-2,2 1,-2-1,0 0,1 1,-1-1,2 0,-2 0,0-8</inkml:trace>
  <inkml:trace contextRef="#ctx0" brushRef="#br0" timeOffset="111">16887 8945,'18'0,"16"0,18 2,19 2,16 0,15 0,7 1,2-1,-5 0,-9-2,-17 0,-16-1,-18-1,-23 0,-15 0</inkml:trace>
  <inkml:trace contextRef="#ctx0" brushRef="#br0" timeOffset="112">7367 3473,'-17'127,"9"-58,-8 81,-32 119,5-92,-1 63,10 103,18 1,17 13,30 67,31 156,19 19,14 217,-81-563,-13 86,-3-150,1 10,10-1,31 154,1-53,-36-243,2-1,3-1,3 0,15 36,-23-69,0 0,-2 0,0 0,-2 1,0-1,-2 0,-1 1,1 31,10 32,-6-87,-3-8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F644C-1960-4D37-93F6-E461BDC070E2}" type="datetimeFigureOut">
              <a:rPr lang="ro-RO" smtClean="0"/>
              <a:t>26.10.2025</a:t>
            </a:fld>
            <a:endParaRPr lang="ro-RO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E7765-3615-4616-AA7E-8A391D8DB9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945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1ED4770-19B2-467E-A820-4D252C5FB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9EAB633-709C-4215-A83B-C70829A7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B80A60A-C062-4A61-89EF-C8229597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26.10.2025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D5DAC12-4BB4-4FB3-ADBA-6607EC1C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C308DA7-86E3-4F2D-9B4F-316D4B49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8628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94A3EC2-79AE-41E8-A92A-BEE7F74B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8520C22-FB2B-4035-A1DE-07728BB71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D13D92D-4D72-47D8-A0E2-2E9ED245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26.10.2025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8EA7473-B08B-4D14-9003-06719883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619E0BC-7CCD-40FC-B257-81CF53AB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963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7D1A535-10A7-4DD9-BCE9-2641197B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F637BA4-7257-4270-8DF3-1C906899D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AB487B0-1099-48CD-9680-5785576A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26.10.2025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AF0A5DC-7B12-4247-9F76-821534F3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C0A7B7-CE57-44FD-BF2E-A71F1823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7306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A587257-FE4B-4BA8-8DBA-E352AAA8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83CC3E4-EA2D-43AE-B7B1-D3297EB8A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02512AF-6977-4C7A-8732-5A3D4ECAD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7169090-FB27-485B-8C27-95AC952E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26.10.2025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DB17E1E-7CF9-4F87-852F-DB6FB23C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79A5AB8-2E23-4BB6-9BF8-06CA2A6D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6353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F225706-9157-4618-A97E-DEB030C80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D618A8D-1947-403B-B7AD-F54B2CD50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1BF42C8-F81B-4BE1-9B8F-68B21591C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80A1361D-98BC-47A1-BA7C-BAE80FA01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72032982-A9C9-429E-948E-0F1DB04E4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FFC008B6-CE0F-4BE4-ABA6-0FC5EF0DC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26.10.2025</a:t>
            </a:fld>
            <a:endParaRPr lang="ro-RO" dirty="0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A380FC15-7219-40D1-9AD0-8E3D9ABF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E0E67A9F-114C-4374-A10E-8E411024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2469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C4E8672-328F-46F5-8F33-CAA69236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50E7DFD8-6BF1-4F57-A0B0-E1176672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26.10.2025</a:t>
            </a:fld>
            <a:endParaRPr lang="ro-RO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43F7D0E0-D38C-43A1-9F3D-92DE1129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F03262CE-D94A-4480-ABED-74902A16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7424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21F2B153-6FF7-4407-9DA8-728332E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26.10.2025</a:t>
            </a:fld>
            <a:endParaRPr lang="ro-RO" dirty="0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DC2D4B50-25D4-44CC-9C17-720F39742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B1DF0DC-94B8-4D88-BD39-E42A00B3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6139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706A31A-5FB6-4F9C-A411-418F2475E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013DA19-875D-490E-B87E-DBEB5D995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CE431BE-ED4A-4CD8-9344-B1C946F11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A56F4DDD-6B9F-4633-B667-D2C69F0F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26.10.2025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1459D24-23EC-41CD-9287-124D0C2F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70C83946-98A2-4E98-95DF-F7C6FC1F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5234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64683FC-1DCE-43B5-8D93-44B4DC62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D96C83C8-E8AE-4620-BF96-8922237E0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 dirty="0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BB7FFD63-0F30-49D7-B490-D0C73C37B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7D5E5649-6B0A-43C4-BB7E-0F59CF5D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26.10.2025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2D2AC23-82AA-4055-A673-9B577E3C7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9D866400-6F8F-4111-AFCA-C8579603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859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E2CB809-B633-455A-95F7-E832C33C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290D47F-C0E1-4C94-8473-5DC64230F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5517D53-86C8-48DF-AC25-A958CDEC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26.10.2025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1120475-F473-42EE-8D79-2E4A3366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01D6381-EED8-487B-AD15-9C46332B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9683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0FBDDED8-45D2-469D-AE8E-7BCAE64F1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D8F55C66-06F2-46F9-9FF0-5AD08240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A9260EA-BCED-4401-8284-2DB0D9AC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26.10.2025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5860957-C43E-493D-9739-5C5F3F0A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9412FF-50B1-43AD-80B5-F3316BCF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68195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4F5EB4E9-E70E-4B6C-AA38-D77617C8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593F9A6-FB02-4209-83AA-F3B74B610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88AD35E-BB51-437C-9835-CA75CDF82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8A049-8667-49AC-8762-F4AFF392D404}" type="datetimeFigureOut">
              <a:rPr lang="ro-RO" smtClean="0"/>
              <a:t>26.10.2025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A56834E-943C-4A6C-ABFA-1ADD132AC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AD2AFDC-A203-4AB7-8908-78AF98360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964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117" Type="http://schemas.openxmlformats.org/officeDocument/2006/relationships/image" Target="../media/image63.png"/><Relationship Id="rId21" Type="http://schemas.openxmlformats.org/officeDocument/2006/relationships/image" Target="../media/image15.png"/><Relationship Id="rId42" Type="http://schemas.openxmlformats.org/officeDocument/2006/relationships/customXml" Target="../ink/ink21.xml"/><Relationship Id="rId47" Type="http://schemas.openxmlformats.org/officeDocument/2006/relationships/image" Target="../media/image28.png"/><Relationship Id="rId63" Type="http://schemas.openxmlformats.org/officeDocument/2006/relationships/image" Target="../media/image36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49.png"/><Relationship Id="rId112" Type="http://schemas.openxmlformats.org/officeDocument/2006/relationships/customXml" Target="../ink/ink56.xml"/><Relationship Id="rId16" Type="http://schemas.openxmlformats.org/officeDocument/2006/relationships/customXml" Target="../ink/ink8.xml"/><Relationship Id="rId107" Type="http://schemas.openxmlformats.org/officeDocument/2006/relationships/image" Target="../media/image58.png"/><Relationship Id="rId11" Type="http://schemas.openxmlformats.org/officeDocument/2006/relationships/image" Target="../media/image10.png"/><Relationship Id="rId32" Type="http://schemas.openxmlformats.org/officeDocument/2006/relationships/customXml" Target="../ink/ink16.xml"/><Relationship Id="rId37" Type="http://schemas.openxmlformats.org/officeDocument/2006/relationships/image" Target="../media/image23.png"/><Relationship Id="rId53" Type="http://schemas.openxmlformats.org/officeDocument/2006/relationships/image" Target="../media/image31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44.png"/><Relationship Id="rId102" Type="http://schemas.openxmlformats.org/officeDocument/2006/relationships/customXml" Target="../ink/ink51.xml"/><Relationship Id="rId5" Type="http://schemas.openxmlformats.org/officeDocument/2006/relationships/image" Target="../media/image7.png"/><Relationship Id="rId90" Type="http://schemas.openxmlformats.org/officeDocument/2006/relationships/customXml" Target="../ink/ink45.xml"/><Relationship Id="rId95" Type="http://schemas.openxmlformats.org/officeDocument/2006/relationships/image" Target="../media/image52.png"/><Relationship Id="rId22" Type="http://schemas.openxmlformats.org/officeDocument/2006/relationships/customXml" Target="../ink/ink11.xml"/><Relationship Id="rId27" Type="http://schemas.openxmlformats.org/officeDocument/2006/relationships/image" Target="../media/image18.png"/><Relationship Id="rId43" Type="http://schemas.openxmlformats.org/officeDocument/2006/relationships/image" Target="../media/image26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9.png"/><Relationship Id="rId113" Type="http://schemas.openxmlformats.org/officeDocument/2006/relationships/image" Target="../media/image61.png"/><Relationship Id="rId118" Type="http://schemas.openxmlformats.org/officeDocument/2006/relationships/customXml" Target="../ink/ink59.xml"/><Relationship Id="rId80" Type="http://schemas.openxmlformats.org/officeDocument/2006/relationships/customXml" Target="../ink/ink40.xml"/><Relationship Id="rId85" Type="http://schemas.openxmlformats.org/officeDocument/2006/relationships/image" Target="../media/image47.png"/><Relationship Id="rId12" Type="http://schemas.openxmlformats.org/officeDocument/2006/relationships/customXml" Target="../ink/ink6.xml"/><Relationship Id="rId17" Type="http://schemas.openxmlformats.org/officeDocument/2006/relationships/image" Target="../media/image13.png"/><Relationship Id="rId33" Type="http://schemas.openxmlformats.org/officeDocument/2006/relationships/image" Target="../media/image21.png"/><Relationship Id="rId38" Type="http://schemas.openxmlformats.org/officeDocument/2006/relationships/customXml" Target="../ink/ink19.xml"/><Relationship Id="rId59" Type="http://schemas.openxmlformats.org/officeDocument/2006/relationships/image" Target="../media/image34.png"/><Relationship Id="rId103" Type="http://schemas.openxmlformats.org/officeDocument/2006/relationships/image" Target="../media/image56.png"/><Relationship Id="rId108" Type="http://schemas.openxmlformats.org/officeDocument/2006/relationships/customXml" Target="../ink/ink54.xml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42.png"/><Relationship Id="rId91" Type="http://schemas.openxmlformats.org/officeDocument/2006/relationships/image" Target="../media/image50.png"/><Relationship Id="rId96" Type="http://schemas.openxmlformats.org/officeDocument/2006/relationships/customXml" Target="../ink/ink4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23" Type="http://schemas.openxmlformats.org/officeDocument/2006/relationships/image" Target="../media/image16.png"/><Relationship Id="rId28" Type="http://schemas.openxmlformats.org/officeDocument/2006/relationships/customXml" Target="../ink/ink14.xml"/><Relationship Id="rId49" Type="http://schemas.openxmlformats.org/officeDocument/2006/relationships/image" Target="../media/image29.png"/><Relationship Id="rId114" Type="http://schemas.openxmlformats.org/officeDocument/2006/relationships/customXml" Target="../ink/ink57.xml"/><Relationship Id="rId119" Type="http://schemas.openxmlformats.org/officeDocument/2006/relationships/image" Target="../media/image64.png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7.png"/><Relationship Id="rId81" Type="http://schemas.openxmlformats.org/officeDocument/2006/relationships/image" Target="../media/image45.png"/><Relationship Id="rId86" Type="http://schemas.openxmlformats.org/officeDocument/2006/relationships/customXml" Target="../ink/ink43.xml"/><Relationship Id="rId4" Type="http://schemas.openxmlformats.org/officeDocument/2006/relationships/customXml" Target="../ink/ink2.xml"/><Relationship Id="rId9" Type="http://schemas.openxmlformats.org/officeDocument/2006/relationships/image" Target="../media/image9.png"/><Relationship Id="rId13" Type="http://schemas.openxmlformats.org/officeDocument/2006/relationships/image" Target="../media/image11.png"/><Relationship Id="rId18" Type="http://schemas.openxmlformats.org/officeDocument/2006/relationships/customXml" Target="../ink/ink9.xml"/><Relationship Id="rId39" Type="http://schemas.openxmlformats.org/officeDocument/2006/relationships/image" Target="../media/image24.png"/><Relationship Id="rId109" Type="http://schemas.openxmlformats.org/officeDocument/2006/relationships/image" Target="../media/image59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32.png"/><Relationship Id="rId76" Type="http://schemas.openxmlformats.org/officeDocument/2006/relationships/customXml" Target="../ink/ink38.xml"/><Relationship Id="rId97" Type="http://schemas.openxmlformats.org/officeDocument/2006/relationships/image" Target="../media/image53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7" Type="http://schemas.openxmlformats.org/officeDocument/2006/relationships/image" Target="../media/image8.png"/><Relationship Id="rId71" Type="http://schemas.openxmlformats.org/officeDocument/2006/relationships/image" Target="../media/image40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9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7.png"/><Relationship Id="rId66" Type="http://schemas.openxmlformats.org/officeDocument/2006/relationships/customXml" Target="../ink/ink33.xml"/><Relationship Id="rId87" Type="http://schemas.openxmlformats.org/officeDocument/2006/relationships/image" Target="../media/image48.png"/><Relationship Id="rId110" Type="http://schemas.openxmlformats.org/officeDocument/2006/relationships/customXml" Target="../ink/ink55.xml"/><Relationship Id="rId115" Type="http://schemas.openxmlformats.org/officeDocument/2006/relationships/image" Target="../media/image62.png"/><Relationship Id="rId61" Type="http://schemas.openxmlformats.org/officeDocument/2006/relationships/image" Target="../media/image35.png"/><Relationship Id="rId82" Type="http://schemas.openxmlformats.org/officeDocument/2006/relationships/customXml" Target="../ink/ink41.xml"/><Relationship Id="rId19" Type="http://schemas.openxmlformats.org/officeDocument/2006/relationships/image" Target="../media/image14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22.png"/><Relationship Id="rId56" Type="http://schemas.openxmlformats.org/officeDocument/2006/relationships/customXml" Target="../ink/ink28.xml"/><Relationship Id="rId77" Type="http://schemas.openxmlformats.org/officeDocument/2006/relationships/image" Target="../media/image43.png"/><Relationship Id="rId100" Type="http://schemas.openxmlformats.org/officeDocument/2006/relationships/customXml" Target="../ink/ink50.xml"/><Relationship Id="rId105" Type="http://schemas.openxmlformats.org/officeDocument/2006/relationships/image" Target="../media/image57.png"/><Relationship Id="rId8" Type="http://schemas.openxmlformats.org/officeDocument/2006/relationships/customXml" Target="../ink/ink4.xml"/><Relationship Id="rId51" Type="http://schemas.openxmlformats.org/officeDocument/2006/relationships/image" Target="../media/image30.png"/><Relationship Id="rId72" Type="http://schemas.openxmlformats.org/officeDocument/2006/relationships/customXml" Target="../ink/ink36.xml"/><Relationship Id="rId93" Type="http://schemas.openxmlformats.org/officeDocument/2006/relationships/image" Target="../media/image51.png"/><Relationship Id="rId98" Type="http://schemas.openxmlformats.org/officeDocument/2006/relationships/customXml" Target="../ink/ink49.xml"/><Relationship Id="rId121" Type="http://schemas.openxmlformats.org/officeDocument/2006/relationships/image" Target="../media/image65.png"/><Relationship Id="rId3" Type="http://schemas.openxmlformats.org/officeDocument/2006/relationships/image" Target="../media/image6.png"/><Relationship Id="rId25" Type="http://schemas.openxmlformats.org/officeDocument/2006/relationships/image" Target="../media/image17.png"/><Relationship Id="rId46" Type="http://schemas.openxmlformats.org/officeDocument/2006/relationships/customXml" Target="../ink/ink23.xml"/><Relationship Id="rId67" Type="http://schemas.openxmlformats.org/officeDocument/2006/relationships/image" Target="../media/image38.png"/><Relationship Id="rId116" Type="http://schemas.openxmlformats.org/officeDocument/2006/relationships/customXml" Target="../ink/ink58.xml"/><Relationship Id="rId20" Type="http://schemas.openxmlformats.org/officeDocument/2006/relationships/customXml" Target="../ink/ink10.xml"/><Relationship Id="rId41" Type="http://schemas.openxmlformats.org/officeDocument/2006/relationships/image" Target="../media/image25.png"/><Relationship Id="rId62" Type="http://schemas.openxmlformats.org/officeDocument/2006/relationships/customXml" Target="../ink/ink31.xml"/><Relationship Id="rId83" Type="http://schemas.openxmlformats.org/officeDocument/2006/relationships/image" Target="../media/image46.png"/><Relationship Id="rId88" Type="http://schemas.openxmlformats.org/officeDocument/2006/relationships/customXml" Target="../ink/ink44.xml"/><Relationship Id="rId111" Type="http://schemas.openxmlformats.org/officeDocument/2006/relationships/image" Target="../media/image60.png"/><Relationship Id="rId15" Type="http://schemas.openxmlformats.org/officeDocument/2006/relationships/image" Target="../media/image12.png"/><Relationship Id="rId36" Type="http://schemas.openxmlformats.org/officeDocument/2006/relationships/customXml" Target="../ink/ink18.xml"/><Relationship Id="rId57" Type="http://schemas.openxmlformats.org/officeDocument/2006/relationships/image" Target="../media/image33.png"/><Relationship Id="rId106" Type="http://schemas.openxmlformats.org/officeDocument/2006/relationships/customXml" Target="../ink/ink53.xml"/><Relationship Id="rId10" Type="http://schemas.openxmlformats.org/officeDocument/2006/relationships/customXml" Target="../ink/ink5.xml"/><Relationship Id="rId31" Type="http://schemas.openxmlformats.org/officeDocument/2006/relationships/image" Target="../media/image20.png"/><Relationship Id="rId52" Type="http://schemas.openxmlformats.org/officeDocument/2006/relationships/customXml" Target="../ink/ink26.xml"/><Relationship Id="rId73" Type="http://schemas.openxmlformats.org/officeDocument/2006/relationships/image" Target="../media/image41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54.png"/><Relationship Id="rId101" Type="http://schemas.openxmlformats.org/officeDocument/2006/relationships/image" Target="../media/image5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11.png"/><Relationship Id="rId13" Type="http://schemas.openxmlformats.org/officeDocument/2006/relationships/customXml" Target="../ink/ink66.xml"/><Relationship Id="rId18" Type="http://schemas.openxmlformats.org/officeDocument/2006/relationships/image" Target="../media/image250.png"/><Relationship Id="rId26" Type="http://schemas.openxmlformats.org/officeDocument/2006/relationships/image" Target="../media/image290.png"/><Relationship Id="rId3" Type="http://schemas.openxmlformats.org/officeDocument/2006/relationships/customXml" Target="../ink/ink61.xml"/><Relationship Id="rId21" Type="http://schemas.openxmlformats.org/officeDocument/2006/relationships/customXml" Target="../ink/ink70.xml"/><Relationship Id="rId7" Type="http://schemas.openxmlformats.org/officeDocument/2006/relationships/customXml" Target="../ink/ink63.xml"/><Relationship Id="rId12" Type="http://schemas.openxmlformats.org/officeDocument/2006/relationships/image" Target="../media/image2210.png"/><Relationship Id="rId17" Type="http://schemas.openxmlformats.org/officeDocument/2006/relationships/customXml" Target="../ink/ink68.xml"/><Relationship Id="rId25" Type="http://schemas.openxmlformats.org/officeDocument/2006/relationships/customXml" Target="../ink/ink72.xml"/><Relationship Id="rId2" Type="http://schemas.openxmlformats.org/officeDocument/2006/relationships/image" Target="../media/image67.png"/><Relationship Id="rId16" Type="http://schemas.openxmlformats.org/officeDocument/2006/relationships/image" Target="../media/image240.png"/><Relationship Id="rId20" Type="http://schemas.openxmlformats.org/officeDocument/2006/relationships/image" Target="../media/image2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1.png"/><Relationship Id="rId11" Type="http://schemas.openxmlformats.org/officeDocument/2006/relationships/customXml" Target="../ink/ink65.xml"/><Relationship Id="rId24" Type="http://schemas.openxmlformats.org/officeDocument/2006/relationships/image" Target="../media/image280.png"/><Relationship Id="rId5" Type="http://schemas.openxmlformats.org/officeDocument/2006/relationships/customXml" Target="../ink/ink62.xml"/><Relationship Id="rId15" Type="http://schemas.openxmlformats.org/officeDocument/2006/relationships/customXml" Target="../ink/ink67.xml"/><Relationship Id="rId23" Type="http://schemas.openxmlformats.org/officeDocument/2006/relationships/customXml" Target="../ink/ink71.xml"/><Relationship Id="rId10" Type="http://schemas.openxmlformats.org/officeDocument/2006/relationships/image" Target="../media/image211.png"/><Relationship Id="rId19" Type="http://schemas.openxmlformats.org/officeDocument/2006/relationships/customXml" Target="../ink/ink69.xml"/><Relationship Id="rId4" Type="http://schemas.openxmlformats.org/officeDocument/2006/relationships/image" Target="../media/image181.png"/><Relationship Id="rId9" Type="http://schemas.openxmlformats.org/officeDocument/2006/relationships/customXml" Target="../ink/ink64.xml"/><Relationship Id="rId14" Type="http://schemas.openxmlformats.org/officeDocument/2006/relationships/image" Target="../media/image234.png"/><Relationship Id="rId22" Type="http://schemas.openxmlformats.org/officeDocument/2006/relationships/image" Target="../media/image27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customXml" Target="../ink/ink78.xml"/><Relationship Id="rId18" Type="http://schemas.openxmlformats.org/officeDocument/2006/relationships/image" Target="../media/image88.png"/><Relationship Id="rId3" Type="http://schemas.openxmlformats.org/officeDocument/2006/relationships/customXml" Target="../ink/ink73.xml"/><Relationship Id="rId7" Type="http://schemas.openxmlformats.org/officeDocument/2006/relationships/customXml" Target="../ink/ink75.xml"/><Relationship Id="rId12" Type="http://schemas.openxmlformats.org/officeDocument/2006/relationships/image" Target="../media/image85.png"/><Relationship Id="rId17" Type="http://schemas.openxmlformats.org/officeDocument/2006/relationships/customXml" Target="../ink/ink80.xml"/><Relationship Id="rId2" Type="http://schemas.openxmlformats.org/officeDocument/2006/relationships/image" Target="../media/image68.png"/><Relationship Id="rId16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11" Type="http://schemas.openxmlformats.org/officeDocument/2006/relationships/customXml" Target="../ink/ink77.xml"/><Relationship Id="rId5" Type="http://schemas.openxmlformats.org/officeDocument/2006/relationships/customXml" Target="../ink/ink74.xml"/><Relationship Id="rId15" Type="http://schemas.openxmlformats.org/officeDocument/2006/relationships/customXml" Target="../ink/ink79.xml"/><Relationship Id="rId10" Type="http://schemas.openxmlformats.org/officeDocument/2006/relationships/image" Target="../media/image84.png"/><Relationship Id="rId4" Type="http://schemas.openxmlformats.org/officeDocument/2006/relationships/image" Target="../media/image81.png"/><Relationship Id="rId9" Type="http://schemas.openxmlformats.org/officeDocument/2006/relationships/customXml" Target="../ink/ink76.xml"/><Relationship Id="rId14" Type="http://schemas.openxmlformats.org/officeDocument/2006/relationships/image" Target="../media/image8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customXml" Target="../ink/ink81.xml"/><Relationship Id="rId7" Type="http://schemas.openxmlformats.org/officeDocument/2006/relationships/customXml" Target="../ink/ink83.xml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5" Type="http://schemas.openxmlformats.org/officeDocument/2006/relationships/customXml" Target="../ink/ink82.xml"/><Relationship Id="rId4" Type="http://schemas.openxmlformats.org/officeDocument/2006/relationships/image" Target="../media/image9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customXml" Target="../ink/ink89.xml"/><Relationship Id="rId18" Type="http://schemas.openxmlformats.org/officeDocument/2006/relationships/image" Target="../media/image118.png"/><Relationship Id="rId3" Type="http://schemas.openxmlformats.org/officeDocument/2006/relationships/customXml" Target="../ink/ink84.xml"/><Relationship Id="rId21" Type="http://schemas.openxmlformats.org/officeDocument/2006/relationships/customXml" Target="../ink/ink93.xml"/><Relationship Id="rId7" Type="http://schemas.openxmlformats.org/officeDocument/2006/relationships/customXml" Target="../ink/ink86.xml"/><Relationship Id="rId12" Type="http://schemas.openxmlformats.org/officeDocument/2006/relationships/image" Target="../media/image115.png"/><Relationship Id="rId17" Type="http://schemas.openxmlformats.org/officeDocument/2006/relationships/customXml" Target="../ink/ink91.xml"/><Relationship Id="rId2" Type="http://schemas.openxmlformats.org/officeDocument/2006/relationships/image" Target="../media/image72.png"/><Relationship Id="rId16" Type="http://schemas.openxmlformats.org/officeDocument/2006/relationships/image" Target="../media/image117.png"/><Relationship Id="rId20" Type="http://schemas.openxmlformats.org/officeDocument/2006/relationships/image" Target="../media/image1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2.png"/><Relationship Id="rId11" Type="http://schemas.openxmlformats.org/officeDocument/2006/relationships/customXml" Target="../ink/ink88.xml"/><Relationship Id="rId24" Type="http://schemas.openxmlformats.org/officeDocument/2006/relationships/image" Target="../media/image121.png"/><Relationship Id="rId5" Type="http://schemas.openxmlformats.org/officeDocument/2006/relationships/customXml" Target="../ink/ink85.xml"/><Relationship Id="rId15" Type="http://schemas.openxmlformats.org/officeDocument/2006/relationships/customXml" Target="../ink/ink90.xml"/><Relationship Id="rId23" Type="http://schemas.openxmlformats.org/officeDocument/2006/relationships/customXml" Target="../ink/ink94.xml"/><Relationship Id="rId10" Type="http://schemas.openxmlformats.org/officeDocument/2006/relationships/image" Target="../media/image114.png"/><Relationship Id="rId19" Type="http://schemas.openxmlformats.org/officeDocument/2006/relationships/customXml" Target="../ink/ink92.xml"/><Relationship Id="rId4" Type="http://schemas.openxmlformats.org/officeDocument/2006/relationships/image" Target="../media/image111.png"/><Relationship Id="rId9" Type="http://schemas.openxmlformats.org/officeDocument/2006/relationships/customXml" Target="../ink/ink87.xml"/><Relationship Id="rId14" Type="http://schemas.openxmlformats.org/officeDocument/2006/relationships/image" Target="../media/image116.png"/><Relationship Id="rId22" Type="http://schemas.openxmlformats.org/officeDocument/2006/relationships/image" Target="../media/image12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89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customXml" Target="../ink/ink9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customXml" Target="../ink/ink9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0.xml"/><Relationship Id="rId13" Type="http://schemas.openxmlformats.org/officeDocument/2006/relationships/image" Target="../media/image159.png"/><Relationship Id="rId3" Type="http://schemas.openxmlformats.org/officeDocument/2006/relationships/image" Target="../media/image154.png"/><Relationship Id="rId7" Type="http://schemas.openxmlformats.org/officeDocument/2006/relationships/image" Target="../media/image156.png"/><Relationship Id="rId12" Type="http://schemas.openxmlformats.org/officeDocument/2006/relationships/customXml" Target="../ink/ink102.xml"/><Relationship Id="rId17" Type="http://schemas.openxmlformats.org/officeDocument/2006/relationships/image" Target="../media/image161.png"/><Relationship Id="rId2" Type="http://schemas.openxmlformats.org/officeDocument/2006/relationships/customXml" Target="../ink/ink97.xml"/><Relationship Id="rId16" Type="http://schemas.openxmlformats.org/officeDocument/2006/relationships/customXml" Target="../ink/ink10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9.xml"/><Relationship Id="rId11" Type="http://schemas.openxmlformats.org/officeDocument/2006/relationships/image" Target="../media/image158.png"/><Relationship Id="rId5" Type="http://schemas.openxmlformats.org/officeDocument/2006/relationships/image" Target="../media/image155.png"/><Relationship Id="rId15" Type="http://schemas.openxmlformats.org/officeDocument/2006/relationships/image" Target="../media/image160.png"/><Relationship Id="rId10" Type="http://schemas.openxmlformats.org/officeDocument/2006/relationships/customXml" Target="../ink/ink101.xml"/><Relationship Id="rId4" Type="http://schemas.openxmlformats.org/officeDocument/2006/relationships/customXml" Target="../ink/ink98.xml"/><Relationship Id="rId9" Type="http://schemas.openxmlformats.org/officeDocument/2006/relationships/image" Target="../media/image157.png"/><Relationship Id="rId14" Type="http://schemas.openxmlformats.org/officeDocument/2006/relationships/customXml" Target="../ink/ink103.xml"/></Relationships>
</file>

<file path=ppt/slides/_rels/slide3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7.xml"/><Relationship Id="rId21" Type="http://schemas.openxmlformats.org/officeDocument/2006/relationships/image" Target="../media/image2012.png"/><Relationship Id="rId42" Type="http://schemas.openxmlformats.org/officeDocument/2006/relationships/customXml" Target="../ink/ink125.xml"/><Relationship Id="rId47" Type="http://schemas.openxmlformats.org/officeDocument/2006/relationships/image" Target="../media/image3311.png"/><Relationship Id="rId63" Type="http://schemas.openxmlformats.org/officeDocument/2006/relationships/image" Target="../media/image412.png"/><Relationship Id="rId68" Type="http://schemas.openxmlformats.org/officeDocument/2006/relationships/customXml" Target="../ink/ink138.xml"/><Relationship Id="rId84" Type="http://schemas.openxmlformats.org/officeDocument/2006/relationships/customXml" Target="../ink/ink146.xml"/><Relationship Id="rId16" Type="http://schemas.openxmlformats.org/officeDocument/2006/relationships/customXml" Target="../ink/ink112.xml"/><Relationship Id="rId11" Type="http://schemas.openxmlformats.org/officeDocument/2006/relationships/image" Target="../media/image1512.png"/><Relationship Id="rId32" Type="http://schemas.openxmlformats.org/officeDocument/2006/relationships/customXml" Target="../ink/ink120.xml"/><Relationship Id="rId37" Type="http://schemas.openxmlformats.org/officeDocument/2006/relationships/image" Target="../media/image281.png"/><Relationship Id="rId53" Type="http://schemas.openxmlformats.org/officeDocument/2006/relationships/image" Target="../media/image362.png"/><Relationship Id="rId58" Type="http://schemas.openxmlformats.org/officeDocument/2006/relationships/customXml" Target="../ink/ink133.xml"/><Relationship Id="rId74" Type="http://schemas.openxmlformats.org/officeDocument/2006/relationships/customXml" Target="../ink/ink141.xml"/><Relationship Id="rId79" Type="http://schemas.openxmlformats.org/officeDocument/2006/relationships/image" Target="../media/image492.png"/><Relationship Id="rId5" Type="http://schemas.openxmlformats.org/officeDocument/2006/relationships/image" Target="../media/image1210.png"/><Relationship Id="rId19" Type="http://schemas.openxmlformats.org/officeDocument/2006/relationships/image" Target="../media/image192.png"/><Relationship Id="rId14" Type="http://schemas.openxmlformats.org/officeDocument/2006/relationships/customXml" Target="../ink/ink111.xml"/><Relationship Id="rId22" Type="http://schemas.openxmlformats.org/officeDocument/2006/relationships/customXml" Target="../ink/ink115.xml"/><Relationship Id="rId27" Type="http://schemas.openxmlformats.org/officeDocument/2006/relationships/image" Target="../media/image235.png"/><Relationship Id="rId30" Type="http://schemas.openxmlformats.org/officeDocument/2006/relationships/customXml" Target="../ink/ink119.xml"/><Relationship Id="rId35" Type="http://schemas.openxmlformats.org/officeDocument/2006/relationships/image" Target="../media/image271.png"/><Relationship Id="rId43" Type="http://schemas.openxmlformats.org/officeDocument/2006/relationships/image" Target="../media/image3112.png"/><Relationship Id="rId48" Type="http://schemas.openxmlformats.org/officeDocument/2006/relationships/customXml" Target="../ink/ink128.xml"/><Relationship Id="rId56" Type="http://schemas.openxmlformats.org/officeDocument/2006/relationships/customXml" Target="../ink/ink132.xml"/><Relationship Id="rId64" Type="http://schemas.openxmlformats.org/officeDocument/2006/relationships/customXml" Target="../ink/ink136.xml"/><Relationship Id="rId69" Type="http://schemas.openxmlformats.org/officeDocument/2006/relationships/image" Target="../media/image442.png"/><Relationship Id="rId77" Type="http://schemas.openxmlformats.org/officeDocument/2006/relationships/image" Target="../media/image482.png"/><Relationship Id="rId8" Type="http://schemas.openxmlformats.org/officeDocument/2006/relationships/customXml" Target="../ink/ink108.xml"/><Relationship Id="rId51" Type="http://schemas.openxmlformats.org/officeDocument/2006/relationships/image" Target="../media/image3510.png"/><Relationship Id="rId72" Type="http://schemas.openxmlformats.org/officeDocument/2006/relationships/customXml" Target="../ink/ink140.xml"/><Relationship Id="rId80" Type="http://schemas.openxmlformats.org/officeDocument/2006/relationships/customXml" Target="../ink/ink144.xml"/><Relationship Id="rId85" Type="http://schemas.openxmlformats.org/officeDocument/2006/relationships/image" Target="../media/image522.png"/><Relationship Id="rId3" Type="http://schemas.openxmlformats.org/officeDocument/2006/relationships/image" Target="../media/image1110.png"/><Relationship Id="rId12" Type="http://schemas.openxmlformats.org/officeDocument/2006/relationships/customXml" Target="../ink/ink110.xml"/><Relationship Id="rId17" Type="http://schemas.openxmlformats.org/officeDocument/2006/relationships/image" Target="../media/image182.png"/><Relationship Id="rId25" Type="http://schemas.openxmlformats.org/officeDocument/2006/relationships/image" Target="../media/image2212.png"/><Relationship Id="rId33" Type="http://schemas.openxmlformats.org/officeDocument/2006/relationships/image" Target="../media/image261.png"/><Relationship Id="rId38" Type="http://schemas.openxmlformats.org/officeDocument/2006/relationships/customXml" Target="../ink/ink123.xml"/><Relationship Id="rId46" Type="http://schemas.openxmlformats.org/officeDocument/2006/relationships/customXml" Target="../ink/ink127.xml"/><Relationship Id="rId59" Type="http://schemas.openxmlformats.org/officeDocument/2006/relationships/image" Target="../media/image392.png"/><Relationship Id="rId67" Type="http://schemas.openxmlformats.org/officeDocument/2006/relationships/image" Target="../media/image432.png"/><Relationship Id="rId20" Type="http://schemas.openxmlformats.org/officeDocument/2006/relationships/customXml" Target="../ink/ink114.xml"/><Relationship Id="rId41" Type="http://schemas.openxmlformats.org/officeDocument/2006/relationships/image" Target="../media/image301.png"/><Relationship Id="rId54" Type="http://schemas.openxmlformats.org/officeDocument/2006/relationships/customXml" Target="../ink/ink131.xml"/><Relationship Id="rId62" Type="http://schemas.openxmlformats.org/officeDocument/2006/relationships/customXml" Target="../ink/ink135.xml"/><Relationship Id="rId70" Type="http://schemas.openxmlformats.org/officeDocument/2006/relationships/customXml" Target="../ink/ink139.xml"/><Relationship Id="rId75" Type="http://schemas.openxmlformats.org/officeDocument/2006/relationships/image" Target="../media/image472.png"/><Relationship Id="rId83" Type="http://schemas.openxmlformats.org/officeDocument/2006/relationships/image" Target="../media/image51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7.xml"/><Relationship Id="rId15" Type="http://schemas.openxmlformats.org/officeDocument/2006/relationships/image" Target="../media/image1711.png"/><Relationship Id="rId23" Type="http://schemas.openxmlformats.org/officeDocument/2006/relationships/image" Target="../media/image2111.png"/><Relationship Id="rId28" Type="http://schemas.openxmlformats.org/officeDocument/2006/relationships/customXml" Target="../ink/ink118.xml"/><Relationship Id="rId36" Type="http://schemas.openxmlformats.org/officeDocument/2006/relationships/customXml" Target="../ink/ink122.xml"/><Relationship Id="rId49" Type="http://schemas.openxmlformats.org/officeDocument/2006/relationships/image" Target="../media/image3411.png"/><Relationship Id="rId57" Type="http://schemas.openxmlformats.org/officeDocument/2006/relationships/image" Target="../media/image382.png"/><Relationship Id="rId10" Type="http://schemas.openxmlformats.org/officeDocument/2006/relationships/customXml" Target="../ink/ink109.xml"/><Relationship Id="rId31" Type="http://schemas.openxmlformats.org/officeDocument/2006/relationships/image" Target="../media/image251.png"/><Relationship Id="rId44" Type="http://schemas.openxmlformats.org/officeDocument/2006/relationships/customXml" Target="../ink/ink126.xml"/><Relationship Id="rId52" Type="http://schemas.openxmlformats.org/officeDocument/2006/relationships/customXml" Target="../ink/ink130.xml"/><Relationship Id="rId60" Type="http://schemas.openxmlformats.org/officeDocument/2006/relationships/customXml" Target="../ink/ink134.xml"/><Relationship Id="rId65" Type="http://schemas.openxmlformats.org/officeDocument/2006/relationships/image" Target="../media/image422.png"/><Relationship Id="rId73" Type="http://schemas.openxmlformats.org/officeDocument/2006/relationships/image" Target="../media/image462.png"/><Relationship Id="rId78" Type="http://schemas.openxmlformats.org/officeDocument/2006/relationships/customXml" Target="../ink/ink143.xml"/><Relationship Id="rId81" Type="http://schemas.openxmlformats.org/officeDocument/2006/relationships/image" Target="../media/image502.png"/><Relationship Id="rId86" Type="http://schemas.openxmlformats.org/officeDocument/2006/relationships/customXml" Target="../ink/ink147.xml"/><Relationship Id="rId4" Type="http://schemas.openxmlformats.org/officeDocument/2006/relationships/customXml" Target="../ink/ink106.xml"/><Relationship Id="rId9" Type="http://schemas.openxmlformats.org/officeDocument/2006/relationships/image" Target="../media/image1412.png"/><Relationship Id="rId13" Type="http://schemas.openxmlformats.org/officeDocument/2006/relationships/image" Target="../media/image1611.png"/><Relationship Id="rId18" Type="http://schemas.openxmlformats.org/officeDocument/2006/relationships/customXml" Target="../ink/ink113.xml"/><Relationship Id="rId39" Type="http://schemas.openxmlformats.org/officeDocument/2006/relationships/image" Target="../media/image291.png"/><Relationship Id="rId34" Type="http://schemas.openxmlformats.org/officeDocument/2006/relationships/customXml" Target="../ink/ink121.xml"/><Relationship Id="rId50" Type="http://schemas.openxmlformats.org/officeDocument/2006/relationships/customXml" Target="../ink/ink129.xml"/><Relationship Id="rId55" Type="http://schemas.openxmlformats.org/officeDocument/2006/relationships/image" Target="../media/image372.png"/><Relationship Id="rId76" Type="http://schemas.openxmlformats.org/officeDocument/2006/relationships/customXml" Target="../ink/ink142.xml"/><Relationship Id="rId7" Type="http://schemas.openxmlformats.org/officeDocument/2006/relationships/image" Target="../media/image1310.png"/><Relationship Id="rId71" Type="http://schemas.openxmlformats.org/officeDocument/2006/relationships/image" Target="../media/image452.png"/><Relationship Id="rId2" Type="http://schemas.openxmlformats.org/officeDocument/2006/relationships/customXml" Target="../ink/ink105.xml"/><Relationship Id="rId29" Type="http://schemas.openxmlformats.org/officeDocument/2006/relationships/image" Target="../media/image241.png"/><Relationship Id="rId24" Type="http://schemas.openxmlformats.org/officeDocument/2006/relationships/customXml" Target="../ink/ink116.xml"/><Relationship Id="rId40" Type="http://schemas.openxmlformats.org/officeDocument/2006/relationships/customXml" Target="../ink/ink124.xml"/><Relationship Id="rId45" Type="http://schemas.openxmlformats.org/officeDocument/2006/relationships/image" Target="../media/image3212.png"/><Relationship Id="rId66" Type="http://schemas.openxmlformats.org/officeDocument/2006/relationships/customXml" Target="../ink/ink137.xml"/><Relationship Id="rId87" Type="http://schemas.openxmlformats.org/officeDocument/2006/relationships/image" Target="../media/image532.png"/><Relationship Id="rId61" Type="http://schemas.openxmlformats.org/officeDocument/2006/relationships/image" Target="../media/image402.png"/><Relationship Id="rId82" Type="http://schemas.openxmlformats.org/officeDocument/2006/relationships/customXml" Target="../ink/ink14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8.xml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5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600" b="1" dirty="0">
                <a:solidFill>
                  <a:srgbClr val="0000FF"/>
                </a:solidFill>
              </a:rPr>
              <a:t>Automate Programabile</a:t>
            </a:r>
          </a:p>
          <a:p>
            <a:endParaRPr lang="ro-RO" sz="3600" b="1" dirty="0">
              <a:solidFill>
                <a:srgbClr val="FF0000"/>
              </a:solidFill>
            </a:endParaRP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== Curs  2 ==</a:t>
            </a: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Calculatoare An 2</a:t>
            </a:r>
          </a:p>
          <a:p>
            <a:endParaRPr lang="ro-RO" sz="3200" b="1" dirty="0">
              <a:solidFill>
                <a:srgbClr val="FF0000"/>
              </a:solidFill>
            </a:endParaRPr>
          </a:p>
          <a:p>
            <a:r>
              <a:rPr lang="ro-RO" sz="3200" b="1" dirty="0">
                <a:solidFill>
                  <a:srgbClr val="0000FF"/>
                </a:solidFill>
              </a:rPr>
              <a:t>     Săptămâna 2         06 Octombrie 2025             11:</a:t>
            </a:r>
            <a:r>
              <a:rPr lang="en-US" sz="3200" b="1" dirty="0">
                <a:solidFill>
                  <a:srgbClr val="0000FF"/>
                </a:solidFill>
              </a:rPr>
              <a:t>0</a:t>
            </a:r>
            <a:r>
              <a:rPr lang="ro-RO" sz="3200" b="1" dirty="0">
                <a:solidFill>
                  <a:srgbClr val="0000FF"/>
                </a:solidFill>
              </a:rPr>
              <a:t>0 – </a:t>
            </a:r>
            <a:r>
              <a:rPr lang="en-US" sz="3200" b="1" dirty="0">
                <a:solidFill>
                  <a:srgbClr val="0000FF"/>
                </a:solidFill>
              </a:rPr>
              <a:t>1</a:t>
            </a:r>
            <a:r>
              <a:rPr lang="ro-RO" sz="3200" b="1" dirty="0">
                <a:solidFill>
                  <a:srgbClr val="0000FF"/>
                </a:solidFill>
              </a:rPr>
              <a:t>3:</a:t>
            </a:r>
            <a:r>
              <a:rPr lang="en-US" sz="3200" b="1" dirty="0">
                <a:solidFill>
                  <a:srgbClr val="0000FF"/>
                </a:solidFill>
              </a:rPr>
              <a:t>0</a:t>
            </a:r>
            <a:r>
              <a:rPr lang="ro-RO" sz="3200" b="1" dirty="0">
                <a:solidFill>
                  <a:srgbClr val="0000FF"/>
                </a:solidFill>
              </a:rPr>
              <a:t>0</a:t>
            </a:r>
          </a:p>
          <a:p>
            <a:pPr lvl="0" algn="ctr">
              <a:spcBef>
                <a:spcPts val="1800"/>
              </a:spcBef>
              <a:defRPr/>
            </a:pPr>
            <a:r>
              <a:rPr lang="ro-RO" b="1" i="1" dirty="0">
                <a:solidFill>
                  <a:prstClr val="black"/>
                </a:solidFill>
              </a:rPr>
              <a:t>ionel.bostan@upit.ro</a:t>
            </a:r>
            <a:endParaRPr lang="en-US" b="1" i="1" dirty="0">
              <a:solidFill>
                <a:prstClr val="black"/>
              </a:solidFill>
            </a:endParaRPr>
          </a:p>
          <a:p>
            <a:pPr algn="ctr">
              <a:spcBef>
                <a:spcPts val="1800"/>
              </a:spcBef>
              <a:defRPr/>
            </a:pPr>
            <a:r>
              <a:rPr lang="ro-RO" b="1" i="1" dirty="0" err="1">
                <a:solidFill>
                  <a:prstClr val="black"/>
                </a:solidFill>
              </a:rPr>
              <a:t>ionel.bostan@up</a:t>
            </a:r>
            <a:r>
              <a:rPr lang="en-US" b="1" i="1" dirty="0">
                <a:solidFill>
                  <a:prstClr val="black"/>
                </a:solidFill>
              </a:rPr>
              <a:t>b</a:t>
            </a:r>
            <a:r>
              <a:rPr lang="ro-RO" b="1" i="1" dirty="0">
                <a:solidFill>
                  <a:prstClr val="black"/>
                </a:solidFill>
              </a:rPr>
              <a:t>.</a:t>
            </a:r>
            <a:r>
              <a:rPr lang="ro-RO" b="1" i="1" dirty="0" err="1">
                <a:solidFill>
                  <a:prstClr val="black"/>
                </a:solidFill>
              </a:rPr>
              <a:t>ro</a:t>
            </a:r>
            <a:endParaRPr lang="ro-RO" i="1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821882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ED91FF69-F886-4627-9FD4-93B867704A70}"/>
              </a:ext>
            </a:extLst>
          </p:cNvPr>
          <p:cNvSpPr/>
          <p:nvPr/>
        </p:nvSpPr>
        <p:spPr>
          <a:xfrm>
            <a:off x="883977" y="320074"/>
            <a:ext cx="10606924" cy="615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Agend</a:t>
            </a:r>
            <a:r>
              <a:rPr kumimoji="0" lang="ro-RO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ă: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ro-RO" sz="2400" b="1" dirty="0">
                <a:solidFill>
                  <a:srgbClr val="0000FF"/>
                </a:solidFill>
              </a:rPr>
              <a:t>PLC - Modul de execuție al unui program </a:t>
            </a:r>
            <a:r>
              <a:rPr lang="ro-RO" sz="2400" b="1" dirty="0" err="1">
                <a:solidFill>
                  <a:srgbClr val="0000FF"/>
                </a:solidFill>
              </a:rPr>
              <a:t>Ladder</a:t>
            </a:r>
            <a:r>
              <a:rPr lang="ro-RO" sz="2400" b="1" dirty="0">
                <a:solidFill>
                  <a:srgbClr val="0000FF"/>
                </a:solidFill>
              </a:rPr>
              <a:t> </a:t>
            </a:r>
            <a:r>
              <a:rPr lang="ro-RO" sz="2400" b="1" dirty="0">
                <a:solidFill>
                  <a:srgbClr val="FF0000"/>
                </a:solidFill>
              </a:rPr>
              <a:t>(Recapitulare);</a:t>
            </a:r>
          </a:p>
          <a:p>
            <a:pPr marL="1943100" lvl="3" indent="-571500">
              <a:buFontTx/>
              <a:buChar char="-"/>
            </a:pPr>
            <a:r>
              <a:rPr lang="ro-RO" b="1" dirty="0"/>
              <a:t>Input </a:t>
            </a:r>
            <a:r>
              <a:rPr lang="ro-RO" b="1" dirty="0" err="1"/>
              <a:t>Scan</a:t>
            </a:r>
            <a:endParaRPr lang="ro-RO" b="1" dirty="0"/>
          </a:p>
          <a:p>
            <a:pPr marL="1943100" lvl="3" indent="-571500">
              <a:buFontTx/>
              <a:buChar char="-"/>
            </a:pPr>
            <a:r>
              <a:rPr lang="ro-RO" b="1" dirty="0"/>
              <a:t>Program </a:t>
            </a:r>
            <a:r>
              <a:rPr lang="ro-RO" b="1" dirty="0" err="1"/>
              <a:t>Scan</a:t>
            </a:r>
            <a:endParaRPr lang="ro-RO" b="1" dirty="0"/>
          </a:p>
          <a:p>
            <a:pPr marL="1943100" lvl="3" indent="-571500">
              <a:buFontTx/>
              <a:buChar char="-"/>
            </a:pPr>
            <a:r>
              <a:rPr lang="ro-RO" b="1" dirty="0"/>
              <a:t>Output </a:t>
            </a:r>
            <a:r>
              <a:rPr lang="ro-RO" b="1" dirty="0" err="1"/>
              <a:t>Scan</a:t>
            </a:r>
            <a:r>
              <a:rPr lang="ro-RO" b="1" dirty="0"/>
              <a:t> </a:t>
            </a:r>
          </a:p>
          <a:p>
            <a:pPr marL="1943100" lvl="3" indent="-571500">
              <a:buFontTx/>
              <a:buChar char="-"/>
            </a:pPr>
            <a:r>
              <a:rPr lang="ro-RO" b="1" dirty="0"/>
              <a:t>Consecințe</a:t>
            </a:r>
            <a:endParaRPr kumimoji="0" lang="ro-RO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r>
              <a:rPr lang="ro-RO" sz="2400" b="1" dirty="0">
                <a:solidFill>
                  <a:srgbClr val="0000FF"/>
                </a:solidFill>
              </a:rPr>
              <a:t>2) Elementele de baza ale limbajului </a:t>
            </a:r>
            <a:r>
              <a:rPr lang="ro-RO" sz="2400" b="1" dirty="0" err="1">
                <a:solidFill>
                  <a:srgbClr val="0000FF"/>
                </a:solidFill>
              </a:rPr>
              <a:t>Ladder</a:t>
            </a:r>
            <a:r>
              <a:rPr lang="ro-RO" sz="2400" b="1" dirty="0">
                <a:solidFill>
                  <a:srgbClr val="0000FF"/>
                </a:solidFill>
              </a:rPr>
              <a:t> </a:t>
            </a:r>
            <a:r>
              <a:rPr lang="ro-RO" sz="2400" b="1" dirty="0">
                <a:solidFill>
                  <a:srgbClr val="FF0000"/>
                </a:solidFill>
              </a:rPr>
              <a:t>(Recapitulare);</a:t>
            </a:r>
            <a:endParaRPr lang="ro-RO" sz="2400" b="1" dirty="0">
              <a:solidFill>
                <a:srgbClr val="0000FF"/>
              </a:solidFill>
            </a:endParaRPr>
          </a:p>
          <a:p>
            <a:pPr lvl="2"/>
            <a:r>
              <a:rPr lang="ro-RO" sz="2400" b="1" dirty="0">
                <a:solidFill>
                  <a:srgbClr val="0000FF"/>
                </a:solidFill>
              </a:rPr>
              <a:t>	</a:t>
            </a:r>
            <a:r>
              <a:rPr lang="ro-RO" sz="2400" b="1" dirty="0"/>
              <a:t>- contacte; bobine; </a:t>
            </a:r>
            <a:endParaRPr lang="ro-RO" sz="2400" b="1" dirty="0">
              <a:solidFill>
                <a:srgbClr val="0000FF"/>
              </a:solidFill>
            </a:endParaRPr>
          </a:p>
          <a:p>
            <a:r>
              <a:rPr lang="ro-RO" sz="2400" b="1" dirty="0">
                <a:solidFill>
                  <a:srgbClr val="0000FF"/>
                </a:solidFill>
              </a:rPr>
              <a:t>3) Cum aflăm valoarea de adevăr a unui simbol ? </a:t>
            </a:r>
            <a:r>
              <a:rPr lang="ro-RO" sz="2400" b="1" dirty="0">
                <a:solidFill>
                  <a:srgbClr val="FF0000"/>
                </a:solidFill>
              </a:rPr>
              <a:t>(</a:t>
            </a:r>
            <a:r>
              <a:rPr lang="en-US" sz="2400" b="1" dirty="0" err="1">
                <a:solidFill>
                  <a:srgbClr val="FF0000"/>
                </a:solidFill>
              </a:rPr>
              <a:t>vezi</a:t>
            </a:r>
            <a:r>
              <a:rPr lang="en-US" sz="2400" b="1" dirty="0">
                <a:solidFill>
                  <a:srgbClr val="FF0000"/>
                </a:solidFill>
              </a:rPr>
              <a:t> seminar</a:t>
            </a:r>
            <a:r>
              <a:rPr lang="ro-RO" sz="2400" b="1" dirty="0">
                <a:solidFill>
                  <a:srgbClr val="FF0000"/>
                </a:solidFill>
              </a:rPr>
              <a:t>);</a:t>
            </a:r>
            <a:endParaRPr lang="ro-RO" sz="2400" b="1" dirty="0">
              <a:solidFill>
                <a:srgbClr val="0000FF"/>
              </a:solidFill>
            </a:endParaRPr>
          </a:p>
          <a:p>
            <a:endParaRPr lang="ro-RO" sz="2000" b="1" dirty="0">
              <a:solidFill>
                <a:srgbClr val="0000FF"/>
              </a:solidFill>
            </a:endParaRPr>
          </a:p>
          <a:p>
            <a:r>
              <a:rPr lang="ro-RO" sz="2400" b="1" dirty="0">
                <a:solidFill>
                  <a:srgbClr val="0000FF"/>
                </a:solidFill>
              </a:rPr>
              <a:t>4) Diagrama de tranziție a stărilor – aspecte generale</a:t>
            </a:r>
          </a:p>
          <a:p>
            <a:endParaRPr lang="ro-RO" b="1" dirty="0">
              <a:solidFill>
                <a:srgbClr val="0000FF"/>
              </a:solidFill>
            </a:endParaRPr>
          </a:p>
          <a:p>
            <a:r>
              <a:rPr lang="ro-RO" sz="2400" b="1" dirty="0">
                <a:solidFill>
                  <a:srgbClr val="0000FF"/>
                </a:solidFill>
              </a:rPr>
              <a:t>5) Transpunerea diagramelor de tranziție in program </a:t>
            </a:r>
            <a:r>
              <a:rPr lang="ro-RO" sz="2400" b="1" dirty="0" err="1">
                <a:solidFill>
                  <a:srgbClr val="0000FF"/>
                </a:solidFill>
              </a:rPr>
              <a:t>Ladder</a:t>
            </a:r>
            <a:r>
              <a:rPr lang="ro-RO" sz="2400" b="1" dirty="0">
                <a:solidFill>
                  <a:srgbClr val="0000FF"/>
                </a:solidFill>
              </a:rPr>
              <a:t> folosind bobine fără memorie  - Aplicație</a:t>
            </a:r>
          </a:p>
          <a:p>
            <a:endParaRPr kumimoji="0" lang="ro-RO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6) Modificarea unei diagrame de tranziție deja existente </a:t>
            </a:r>
            <a:endParaRPr kumimoji="0" lang="ro-RO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endParaRPr kumimoji="0" lang="ro-RO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3609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reptunghi 3">
            <a:extLst>
              <a:ext uri="{FF2B5EF4-FFF2-40B4-BE49-F238E27FC236}">
                <a16:creationId xmlns:a16="http://schemas.microsoft.com/office/drawing/2014/main" id="{37A63A41-E5CE-408C-BA4E-5AB9822A1950}"/>
              </a:ext>
            </a:extLst>
          </p:cNvPr>
          <p:cNvSpPr/>
          <p:nvPr/>
        </p:nvSpPr>
        <p:spPr>
          <a:xfrm>
            <a:off x="335342" y="594391"/>
            <a:ext cx="8320949" cy="601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o-RO" sz="2000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uncționarea unui PLC se bazează pe un ciclu operațional repetitiv, denumit </a:t>
            </a:r>
            <a:r>
              <a:rPr lang="ro-RO" sz="2000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ciclu </a:t>
            </a:r>
            <a:r>
              <a:rPr lang="ro-RO" sz="2000" i="1" dirty="0" err="1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scan</a:t>
            </a:r>
            <a:r>
              <a:rPr lang="ro-RO" sz="2000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prin care unitatea centrală parcurge următoarele etape: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o-RO" sz="2000" i="1" dirty="0">
                <a:solidFill>
                  <a:srgbClr val="0000FF"/>
                </a:solidFill>
                <a:highlight>
                  <a:srgbClr val="FFFF00"/>
                </a:highlight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input </a:t>
            </a:r>
            <a:r>
              <a:rPr lang="ro-RO" sz="2000" i="1" dirty="0" err="1">
                <a:solidFill>
                  <a:srgbClr val="0000FF"/>
                </a:solidFill>
                <a:highlight>
                  <a:srgbClr val="FFFF00"/>
                </a:highlight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scan</a:t>
            </a:r>
            <a:r>
              <a:rPr lang="ro-RO" sz="2000" i="1" dirty="0">
                <a:solidFill>
                  <a:srgbClr val="0000FF"/>
                </a:solidFill>
                <a:highlight>
                  <a:srgbClr val="FFFF00"/>
                </a:highlight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000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(citește starea logică a intrărilor) </a:t>
            </a:r>
            <a:r>
              <a:rPr lang="ro-RO" sz="2000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automatul face o </a:t>
            </a:r>
            <a:r>
              <a:rPr lang="ro-RO" sz="2000" i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fotografie</a:t>
            </a:r>
            <a:r>
              <a:rPr lang="ro-RO" sz="2000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stării logice a intrărilor și depune aceste informații într-o memorie dedicată, denumită </a:t>
            </a:r>
            <a:r>
              <a:rPr lang="ro-RO" sz="2000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Input </a:t>
            </a:r>
            <a:r>
              <a:rPr lang="ro-RO" sz="2000" i="1" dirty="0" err="1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ro-RO" sz="2000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Table</a:t>
            </a:r>
            <a:r>
              <a:rPr lang="ro-RO" sz="2000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(uneori este denumită doar </a:t>
            </a:r>
            <a:r>
              <a:rPr lang="ro-RO" sz="2000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Input Table</a:t>
            </a:r>
            <a:r>
              <a:rPr lang="ro-RO" sz="2000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ro-RO" sz="2000" dirty="0"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o-RO" sz="2000" i="1" dirty="0" err="1">
                <a:solidFill>
                  <a:srgbClr val="0000FF"/>
                </a:solidFill>
                <a:highlight>
                  <a:srgbClr val="FFFF00"/>
                </a:highlight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programm</a:t>
            </a:r>
            <a:r>
              <a:rPr lang="ro-RO" sz="2000" i="1" dirty="0">
                <a:solidFill>
                  <a:srgbClr val="0000FF"/>
                </a:solidFill>
                <a:highlight>
                  <a:srgbClr val="FFFF00"/>
                </a:highlight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000" i="1" dirty="0" err="1">
                <a:solidFill>
                  <a:srgbClr val="0000FF"/>
                </a:solidFill>
                <a:highlight>
                  <a:srgbClr val="FFFF00"/>
                </a:highlight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scan</a:t>
            </a:r>
            <a:r>
              <a:rPr lang="ro-RO" sz="2000" i="1" dirty="0">
                <a:solidFill>
                  <a:srgbClr val="0000FF"/>
                </a:solidFill>
                <a:highlight>
                  <a:srgbClr val="FFFF00"/>
                </a:highlight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000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(execută programul de lucru) – </a:t>
            </a:r>
            <a:r>
              <a:rPr lang="ro-RO" sz="2000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 execută, în totalitatea sa, programul de lucru conceput de automatist. În această etapă informațiile despre intrări sunt luate din memorie (mai precis din </a:t>
            </a:r>
            <a:r>
              <a:rPr lang="ro-RO" sz="2000" i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Input Table), </a:t>
            </a:r>
            <a:r>
              <a:rPr lang="ro-RO" sz="2000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iar deciziile luate prin program sunt depuse tot în memorie, într-o zonă denumită </a:t>
            </a:r>
            <a:r>
              <a:rPr lang="ro-RO" sz="2000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r>
              <a:rPr lang="ro-RO" sz="2000" i="1" dirty="0" err="1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ro-RO" sz="2000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Table</a:t>
            </a:r>
            <a:r>
              <a:rPr lang="ro-RO" sz="2000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(sau, mai scurt, </a:t>
            </a:r>
            <a:r>
              <a:rPr lang="ro-RO" sz="2000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Output Table</a:t>
            </a:r>
            <a:r>
              <a:rPr lang="ro-RO" sz="2000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ro-RO" sz="2000" dirty="0"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o-RO" sz="2000" i="1" dirty="0">
                <a:solidFill>
                  <a:srgbClr val="0000FF"/>
                </a:solidFill>
                <a:highlight>
                  <a:srgbClr val="FFFF00"/>
                </a:highlight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r>
              <a:rPr lang="ro-RO" sz="2000" i="1" dirty="0" err="1">
                <a:solidFill>
                  <a:srgbClr val="0000FF"/>
                </a:solidFill>
                <a:highlight>
                  <a:srgbClr val="FFFF00"/>
                </a:highlight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scan</a:t>
            </a:r>
            <a:r>
              <a:rPr lang="ro-RO" sz="2000" i="1" dirty="0">
                <a:solidFill>
                  <a:srgbClr val="0000FF"/>
                </a:solidFill>
                <a:highlight>
                  <a:srgbClr val="FFFF00"/>
                </a:highlight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000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000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(reactualizează starea logică a ieșirilor) – </a:t>
            </a:r>
            <a:r>
              <a:rPr lang="ro-RO" sz="2000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informațiile din </a:t>
            </a:r>
            <a:r>
              <a:rPr lang="ro-RO" sz="2000" i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Output Table </a:t>
            </a:r>
            <a:r>
              <a:rPr lang="ro-RO" sz="2000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sunt folosite pentru reactualizarea stării logice a ieșirilor. </a:t>
            </a:r>
          </a:p>
        </p:txBody>
      </p:sp>
      <p:sp>
        <p:nvSpPr>
          <p:cNvPr id="5" name="Dreptunghi 4">
            <a:extLst>
              <a:ext uri="{FF2B5EF4-FFF2-40B4-BE49-F238E27FC236}">
                <a16:creationId xmlns:a16="http://schemas.microsoft.com/office/drawing/2014/main" id="{F83EEFA5-717E-410C-980F-471E3C38B6E0}"/>
              </a:ext>
            </a:extLst>
          </p:cNvPr>
          <p:cNvSpPr/>
          <p:nvPr/>
        </p:nvSpPr>
        <p:spPr>
          <a:xfrm>
            <a:off x="335343" y="137196"/>
            <a:ext cx="86867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solidFill>
                  <a:srgbClr val="FF0000"/>
                </a:solidFill>
              </a:rPr>
              <a:t>PLC – </a:t>
            </a:r>
            <a:r>
              <a:rPr lang="pt-BR" b="1" i="1" dirty="0">
                <a:solidFill>
                  <a:srgbClr val="FF0000"/>
                </a:solidFill>
              </a:rPr>
              <a:t>Modul de execuție al unui program Ladder</a:t>
            </a:r>
            <a:endParaRPr lang="ro-RO" b="1" i="1" dirty="0">
              <a:solidFill>
                <a:srgbClr val="0000FF"/>
              </a:solidFill>
            </a:endParaRPr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977F6080-0242-47B6-A307-A1C786EC3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0108" y="2148854"/>
            <a:ext cx="3204230" cy="219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936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reptunghi 4">
            <a:extLst>
              <a:ext uri="{FF2B5EF4-FFF2-40B4-BE49-F238E27FC236}">
                <a16:creationId xmlns:a16="http://schemas.microsoft.com/office/drawing/2014/main" id="{F83EEFA5-717E-410C-980F-471E3C38B6E0}"/>
              </a:ext>
            </a:extLst>
          </p:cNvPr>
          <p:cNvSpPr/>
          <p:nvPr/>
        </p:nvSpPr>
        <p:spPr>
          <a:xfrm>
            <a:off x="335343" y="137196"/>
            <a:ext cx="86867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solidFill>
                  <a:srgbClr val="FF0000"/>
                </a:solidFill>
              </a:rPr>
              <a:t>PLC – </a:t>
            </a:r>
            <a:r>
              <a:rPr lang="pt-BR" b="1" i="1" dirty="0">
                <a:solidFill>
                  <a:srgbClr val="FF0000"/>
                </a:solidFill>
              </a:rPr>
              <a:t>Modul de execuție al unui program Ladder</a:t>
            </a:r>
            <a:endParaRPr lang="ro-RO" b="1" i="1" dirty="0">
              <a:solidFill>
                <a:srgbClr val="0000FF"/>
              </a:solidFill>
            </a:endParaRP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4DD9B1A9-B513-47FA-95ED-DF24B776D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502952"/>
            <a:ext cx="9143900" cy="1903813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79B8DDE2-A478-45E1-AA64-DA708FCF1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3" y="2514610"/>
            <a:ext cx="8923037" cy="1557475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745258C1-B61C-4781-AE3D-CC0030D01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43" y="4160512"/>
            <a:ext cx="8595266" cy="2560292"/>
          </a:xfrm>
          <a:prstGeom prst="rect">
            <a:avLst/>
          </a:prstGeom>
        </p:spPr>
      </p:pic>
      <p:pic>
        <p:nvPicPr>
          <p:cNvPr id="8" name="Imagine 7">
            <a:extLst>
              <a:ext uri="{FF2B5EF4-FFF2-40B4-BE49-F238E27FC236}">
                <a16:creationId xmlns:a16="http://schemas.microsoft.com/office/drawing/2014/main" id="{11DFA90D-2135-4929-804A-5B3B37D189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2047" y="4160512"/>
            <a:ext cx="3017487" cy="2481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236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reptunghi 4">
            <a:extLst>
              <a:ext uri="{FF2B5EF4-FFF2-40B4-BE49-F238E27FC236}">
                <a16:creationId xmlns:a16="http://schemas.microsoft.com/office/drawing/2014/main" id="{F83EEFA5-717E-410C-980F-471E3C38B6E0}"/>
              </a:ext>
            </a:extLst>
          </p:cNvPr>
          <p:cNvSpPr/>
          <p:nvPr/>
        </p:nvSpPr>
        <p:spPr>
          <a:xfrm>
            <a:off x="335343" y="137196"/>
            <a:ext cx="86867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solidFill>
                  <a:srgbClr val="FF0000"/>
                </a:solidFill>
              </a:rPr>
              <a:t>PLC – </a:t>
            </a:r>
            <a:r>
              <a:rPr lang="pt-BR" b="1" i="1" dirty="0">
                <a:solidFill>
                  <a:srgbClr val="FF0000"/>
                </a:solidFill>
              </a:rPr>
              <a:t>Modul de execuție al unui program Ladder</a:t>
            </a:r>
            <a:endParaRPr lang="ro-RO" b="1" i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F400E16A-1FCC-404E-B91A-E2A13A83037F}"/>
                  </a:ext>
                </a:extLst>
              </p14:cNvPr>
              <p14:cNvContentPartPr/>
              <p14:nvPr/>
            </p14:nvContentPartPr>
            <p14:xfrm>
              <a:off x="4935420" y="1433904"/>
              <a:ext cx="110520" cy="411876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F400E16A-1FCC-404E-B91A-E2A13A83037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17478" y="1397904"/>
                <a:ext cx="146044" cy="419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BB0FC53D-760D-4556-81F7-D5191D5C76E0}"/>
                  </a:ext>
                </a:extLst>
              </p14:cNvPr>
              <p14:cNvContentPartPr/>
              <p14:nvPr/>
            </p14:nvContentPartPr>
            <p14:xfrm>
              <a:off x="1331460" y="2168304"/>
              <a:ext cx="10440" cy="18144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BB0FC53D-760D-4556-81F7-D5191D5C76E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13460" y="2132304"/>
                <a:ext cx="4608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EDC7A5B4-1519-48EC-9AA7-C3622864B3DB}"/>
                  </a:ext>
                </a:extLst>
              </p14:cNvPr>
              <p14:cNvContentPartPr/>
              <p14:nvPr/>
            </p14:nvContentPartPr>
            <p14:xfrm>
              <a:off x="1302660" y="2068944"/>
              <a:ext cx="203400" cy="6804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EDC7A5B4-1519-48EC-9AA7-C3622864B3D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84660" y="2032944"/>
                <a:ext cx="23904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BB680314-2DCD-4CC5-B28F-CDDE9A6EC0B3}"/>
                  </a:ext>
                </a:extLst>
              </p14:cNvPr>
              <p14:cNvContentPartPr/>
              <p14:nvPr/>
            </p14:nvContentPartPr>
            <p14:xfrm>
              <a:off x="1350540" y="2206464"/>
              <a:ext cx="197640" cy="1512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BB680314-2DCD-4CC5-B28F-CDDE9A6EC0B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32507" y="2170464"/>
                <a:ext cx="233345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589F12EB-04D1-4782-959F-BDA34616CC64}"/>
                  </a:ext>
                </a:extLst>
              </p14:cNvPr>
              <p14:cNvContentPartPr/>
              <p14:nvPr/>
            </p14:nvContentPartPr>
            <p14:xfrm>
              <a:off x="1351260" y="3455304"/>
              <a:ext cx="14400" cy="21924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589F12EB-04D1-4782-959F-BDA34616CC6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33260" y="3419304"/>
                <a:ext cx="5004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1A42AF52-96E0-49C4-8380-E993BB1907D6}"/>
                  </a:ext>
                </a:extLst>
              </p14:cNvPr>
              <p14:cNvContentPartPr/>
              <p14:nvPr/>
            </p14:nvContentPartPr>
            <p14:xfrm>
              <a:off x="1184580" y="3435864"/>
              <a:ext cx="354960" cy="7956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1A42AF52-96E0-49C4-8380-E993BB1907D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66580" y="3399864"/>
                <a:ext cx="39060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81C088BB-40C0-414E-BAB7-0220EBF5877C}"/>
                  </a:ext>
                </a:extLst>
              </p14:cNvPr>
              <p14:cNvContentPartPr/>
              <p14:nvPr/>
            </p14:nvContentPartPr>
            <p14:xfrm>
              <a:off x="1403100" y="5011224"/>
              <a:ext cx="211680" cy="25848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81C088BB-40C0-414E-BAB7-0220EBF5877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85100" y="4975224"/>
                <a:ext cx="24732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22E241ED-56D5-431E-A024-D21D87FFE679}"/>
                  </a:ext>
                </a:extLst>
              </p14:cNvPr>
              <p14:cNvContentPartPr/>
              <p14:nvPr/>
            </p14:nvContentPartPr>
            <p14:xfrm>
              <a:off x="1403820" y="5130744"/>
              <a:ext cx="251280" cy="4428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22E241ED-56D5-431E-A024-D21D87FFE67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385820" y="5094744"/>
                <a:ext cx="28692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5DB4DF87-B641-48CD-BB1D-55168A34A9DA}"/>
                  </a:ext>
                </a:extLst>
              </p14:cNvPr>
              <p14:cNvContentPartPr/>
              <p14:nvPr/>
            </p14:nvContentPartPr>
            <p14:xfrm>
              <a:off x="3828780" y="1977864"/>
              <a:ext cx="896400" cy="42984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5DB4DF87-B641-48CD-BB1D-55168A34A9D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810780" y="1941864"/>
                <a:ext cx="932040" cy="50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141E5A88-29AC-444D-8BD6-77F5E06D8B1D}"/>
                  </a:ext>
                </a:extLst>
              </p14:cNvPr>
              <p14:cNvContentPartPr/>
              <p14:nvPr/>
            </p14:nvContentPartPr>
            <p14:xfrm>
              <a:off x="3843900" y="1673664"/>
              <a:ext cx="987480" cy="61812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141E5A88-29AC-444D-8BD6-77F5E06D8B1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825900" y="1637664"/>
                <a:ext cx="1023120" cy="68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8FA2B5D2-4788-40A5-90D9-22AE27A23CF1}"/>
                  </a:ext>
                </a:extLst>
              </p14:cNvPr>
              <p14:cNvContentPartPr/>
              <p14:nvPr/>
            </p14:nvContentPartPr>
            <p14:xfrm>
              <a:off x="4195260" y="1275144"/>
              <a:ext cx="153360" cy="11988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8FA2B5D2-4788-40A5-90D9-22AE27A23CF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177260" y="1239144"/>
                <a:ext cx="18900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9EC09F98-B7C3-41A1-BEE2-D4E57ED8D549}"/>
                  </a:ext>
                </a:extLst>
              </p14:cNvPr>
              <p14:cNvContentPartPr/>
              <p14:nvPr/>
            </p14:nvContentPartPr>
            <p14:xfrm>
              <a:off x="4400100" y="1241664"/>
              <a:ext cx="112680" cy="38880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9EC09F98-B7C3-41A1-BEE2-D4E57ED8D54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382100" y="1205664"/>
                <a:ext cx="148320" cy="46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175A8690-A235-43BF-BBE2-14A98F32E965}"/>
                  </a:ext>
                </a:extLst>
              </p14:cNvPr>
              <p14:cNvContentPartPr/>
              <p14:nvPr/>
            </p14:nvContentPartPr>
            <p14:xfrm>
              <a:off x="609660" y="1234464"/>
              <a:ext cx="4367520" cy="439992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175A8690-A235-43BF-BBE2-14A98F32E96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91660" y="1216464"/>
                <a:ext cx="4403160" cy="443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59E25C40-3501-4DF9-9F3A-85539FF612D1}"/>
                  </a:ext>
                </a:extLst>
              </p14:cNvPr>
              <p14:cNvContentPartPr/>
              <p14:nvPr/>
            </p14:nvContentPartPr>
            <p14:xfrm>
              <a:off x="6196860" y="1077864"/>
              <a:ext cx="5185080" cy="431820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59E25C40-3501-4DF9-9F3A-85539FF612D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178859" y="1059866"/>
                <a:ext cx="5220722" cy="43538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D7B446A6-90B5-4160-BAB3-93B55FCEB9FF}"/>
                  </a:ext>
                </a:extLst>
              </p14:cNvPr>
              <p14:cNvContentPartPr/>
              <p14:nvPr/>
            </p14:nvContentPartPr>
            <p14:xfrm>
              <a:off x="7415820" y="1159584"/>
              <a:ext cx="7200" cy="17712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D7B446A6-90B5-4160-BAB3-93B55FCEB9F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397820" y="1123584"/>
                <a:ext cx="4284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466904FA-80AA-48B1-B02F-93209426DE8C}"/>
                  </a:ext>
                </a:extLst>
              </p14:cNvPr>
              <p14:cNvContentPartPr/>
              <p14:nvPr/>
            </p14:nvContentPartPr>
            <p14:xfrm>
              <a:off x="7320780" y="1062024"/>
              <a:ext cx="346320" cy="9828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466904FA-80AA-48B1-B02F-93209426DE8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302780" y="1026024"/>
                <a:ext cx="38196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CF47F8C5-852A-4200-8D41-017E80D11E30}"/>
                  </a:ext>
                </a:extLst>
              </p14:cNvPr>
              <p14:cNvContentPartPr/>
              <p14:nvPr/>
            </p14:nvContentPartPr>
            <p14:xfrm>
              <a:off x="7433820" y="1172184"/>
              <a:ext cx="227160" cy="5580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CF47F8C5-852A-4200-8D41-017E80D11E3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415820" y="1136184"/>
                <a:ext cx="26280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C63F89B1-F9CA-4B65-B8DB-618A2117EDA4}"/>
                  </a:ext>
                </a:extLst>
              </p14:cNvPr>
              <p14:cNvContentPartPr/>
              <p14:nvPr/>
            </p14:nvContentPartPr>
            <p14:xfrm>
              <a:off x="8345340" y="2297904"/>
              <a:ext cx="8280" cy="16560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C63F89B1-F9CA-4B65-B8DB-618A2117EDA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327340" y="2261904"/>
                <a:ext cx="4392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A4BC6DDA-BC44-4222-922E-B4227436363C}"/>
                  </a:ext>
                </a:extLst>
              </p14:cNvPr>
              <p14:cNvContentPartPr/>
              <p14:nvPr/>
            </p14:nvContentPartPr>
            <p14:xfrm>
              <a:off x="8218260" y="2219064"/>
              <a:ext cx="342000" cy="6696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A4BC6DDA-BC44-4222-922E-B4227436363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200260" y="2183064"/>
                <a:ext cx="37764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8E2B68DF-41CB-4618-B0DE-94B57F6414A9}"/>
                  </a:ext>
                </a:extLst>
              </p14:cNvPr>
              <p14:cNvContentPartPr/>
              <p14:nvPr/>
            </p14:nvContentPartPr>
            <p14:xfrm>
              <a:off x="8305380" y="3562944"/>
              <a:ext cx="285120" cy="38448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8E2B68DF-41CB-4618-B0DE-94B57F6414A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287403" y="3526944"/>
                <a:ext cx="320715" cy="45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D75933A7-99B4-4564-95BC-EAB95692E72F}"/>
                  </a:ext>
                </a:extLst>
              </p14:cNvPr>
              <p14:cNvContentPartPr/>
              <p14:nvPr/>
            </p14:nvContentPartPr>
            <p14:xfrm>
              <a:off x="8314740" y="3678864"/>
              <a:ext cx="379800" cy="6120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D75933A7-99B4-4564-95BC-EAB95692E72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296740" y="3642864"/>
                <a:ext cx="41544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89350DA2-4B72-4CF1-8362-4DC7930E41E2}"/>
                  </a:ext>
                </a:extLst>
              </p14:cNvPr>
              <p14:cNvContentPartPr/>
              <p14:nvPr/>
            </p14:nvContentPartPr>
            <p14:xfrm>
              <a:off x="5975820" y="1370904"/>
              <a:ext cx="4054680" cy="164196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89350DA2-4B72-4CF1-8362-4DC7930E41E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957820" y="1334912"/>
                <a:ext cx="4090320" cy="17135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25B7BA08-79DA-4FBC-9679-6E961879650A}"/>
                  </a:ext>
                </a:extLst>
              </p14:cNvPr>
              <p14:cNvContentPartPr/>
              <p14:nvPr/>
            </p14:nvContentPartPr>
            <p14:xfrm>
              <a:off x="10350180" y="1997304"/>
              <a:ext cx="15120" cy="23868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25B7BA08-79DA-4FBC-9679-6E961879650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332180" y="1961304"/>
                <a:ext cx="5076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D8886CFE-7544-4D65-A535-9E10CAE24F4C}"/>
                  </a:ext>
                </a:extLst>
              </p14:cNvPr>
              <p14:cNvContentPartPr/>
              <p14:nvPr/>
            </p14:nvContentPartPr>
            <p14:xfrm>
              <a:off x="10124100" y="1939344"/>
              <a:ext cx="464400" cy="7740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D8886CFE-7544-4D65-A535-9E10CAE24F4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106100" y="1903344"/>
                <a:ext cx="50004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41A7169E-FA24-4020-B9F4-35B1BC7318C9}"/>
                  </a:ext>
                </a:extLst>
              </p14:cNvPr>
              <p14:cNvContentPartPr/>
              <p14:nvPr/>
            </p14:nvContentPartPr>
            <p14:xfrm>
              <a:off x="10343340" y="2021064"/>
              <a:ext cx="26640" cy="25596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41A7169E-FA24-4020-B9F4-35B1BC7318C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325340" y="1985013"/>
                <a:ext cx="62280" cy="3277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B1BE8E59-AFCE-4AFC-A456-DD947FCF3B21}"/>
                  </a:ext>
                </a:extLst>
              </p14:cNvPr>
              <p14:cNvContentPartPr/>
              <p14:nvPr/>
            </p14:nvContentPartPr>
            <p14:xfrm>
              <a:off x="8251380" y="2212944"/>
              <a:ext cx="305640" cy="7380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B1BE8E59-AFCE-4AFC-A456-DD947FCF3B2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233359" y="2177119"/>
                <a:ext cx="341322" cy="1450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33782570-C31F-4ADB-9299-E4BCFAD3A303}"/>
                  </a:ext>
                </a:extLst>
              </p14:cNvPr>
              <p14:cNvContentPartPr/>
              <p14:nvPr/>
            </p14:nvContentPartPr>
            <p14:xfrm>
              <a:off x="8339220" y="2228064"/>
              <a:ext cx="96120" cy="28008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33782570-C31F-4ADB-9299-E4BCFAD3A30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321220" y="2192064"/>
                <a:ext cx="131760" cy="3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016D943F-6C1B-4804-917B-9F210120DA3F}"/>
                  </a:ext>
                </a:extLst>
              </p14:cNvPr>
              <p14:cNvContentPartPr/>
              <p14:nvPr/>
            </p14:nvContentPartPr>
            <p14:xfrm>
              <a:off x="6599340" y="3919704"/>
              <a:ext cx="606240" cy="44172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016D943F-6C1B-4804-917B-9F210120DA3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581340" y="3883704"/>
                <a:ext cx="641880" cy="51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D2CDAFE7-3E1E-4367-B021-F62146088ED4}"/>
                  </a:ext>
                </a:extLst>
              </p14:cNvPr>
              <p14:cNvContentPartPr/>
              <p14:nvPr/>
            </p14:nvContentPartPr>
            <p14:xfrm>
              <a:off x="7151940" y="3921504"/>
              <a:ext cx="805680" cy="79560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D2CDAFE7-3E1E-4367-B021-F62146088ED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133940" y="3885520"/>
                <a:ext cx="841320" cy="8672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3AA63489-C1C0-44DB-8F98-316DF2CAFCA3}"/>
                  </a:ext>
                </a:extLst>
              </p14:cNvPr>
              <p14:cNvContentPartPr/>
              <p14:nvPr/>
            </p14:nvContentPartPr>
            <p14:xfrm>
              <a:off x="7865820" y="3990984"/>
              <a:ext cx="83880" cy="7344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3AA63489-C1C0-44DB-8F98-316DF2CAFCA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847820" y="3954984"/>
                <a:ext cx="11952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6140FD20-26F2-4710-BF17-EE5CDA57E468}"/>
                  </a:ext>
                </a:extLst>
              </p14:cNvPr>
              <p14:cNvContentPartPr/>
              <p14:nvPr/>
            </p14:nvContentPartPr>
            <p14:xfrm>
              <a:off x="7992540" y="4302024"/>
              <a:ext cx="210600" cy="6876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6140FD20-26F2-4710-BF17-EE5CDA57E46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974540" y="4266024"/>
                <a:ext cx="24624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CD24194B-51C8-4722-A695-D1C8DF0F1E9B}"/>
                  </a:ext>
                </a:extLst>
              </p14:cNvPr>
              <p14:cNvContentPartPr/>
              <p14:nvPr/>
            </p14:nvContentPartPr>
            <p14:xfrm>
              <a:off x="6596460" y="4590744"/>
              <a:ext cx="1451520" cy="13572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CD24194B-51C8-4722-A695-D1C8DF0F1E9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578460" y="4554744"/>
                <a:ext cx="148716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E9481DAA-4FFE-4B89-B72A-B3DE8881FED6}"/>
                  </a:ext>
                </a:extLst>
              </p14:cNvPr>
              <p14:cNvContentPartPr/>
              <p14:nvPr/>
            </p14:nvContentPartPr>
            <p14:xfrm>
              <a:off x="8287020" y="4153344"/>
              <a:ext cx="64440" cy="8856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E9481DAA-4FFE-4B89-B72A-B3DE8881FED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269020" y="4117344"/>
                <a:ext cx="10008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59A3FFFB-FBAA-4E8B-B1C7-A107624D4EBA}"/>
                  </a:ext>
                </a:extLst>
              </p14:cNvPr>
              <p14:cNvContentPartPr/>
              <p14:nvPr/>
            </p14:nvContentPartPr>
            <p14:xfrm>
              <a:off x="8357940" y="4381224"/>
              <a:ext cx="101520" cy="7272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59A3FFFB-FBAA-4E8B-B1C7-A107624D4EB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339876" y="4345224"/>
                <a:ext cx="137287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EE8AD2A9-2989-40EC-A8B8-B053AC3ADE25}"/>
                  </a:ext>
                </a:extLst>
              </p14:cNvPr>
              <p14:cNvContentPartPr/>
              <p14:nvPr/>
            </p14:nvContentPartPr>
            <p14:xfrm>
              <a:off x="8911980" y="3950664"/>
              <a:ext cx="214560" cy="41292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EE8AD2A9-2989-40EC-A8B8-B053AC3ADE2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893980" y="3914664"/>
                <a:ext cx="250200" cy="48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98D49324-957F-466E-A6AE-83153C8CFF3F}"/>
                  </a:ext>
                </a:extLst>
              </p14:cNvPr>
              <p14:cNvContentPartPr/>
              <p14:nvPr/>
            </p14:nvContentPartPr>
            <p14:xfrm>
              <a:off x="9497700" y="4051464"/>
              <a:ext cx="315360" cy="23076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98D49324-957F-466E-A6AE-83153C8CFF3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479700" y="4015464"/>
                <a:ext cx="351000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0FF29C70-0A5F-4F4A-B73F-95987FE17572}"/>
                  </a:ext>
                </a:extLst>
              </p14:cNvPr>
              <p14:cNvContentPartPr/>
              <p14:nvPr/>
            </p14:nvContentPartPr>
            <p14:xfrm>
              <a:off x="9743940" y="3960744"/>
              <a:ext cx="486720" cy="27144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0FF29C70-0A5F-4F4A-B73F-95987FE1757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725940" y="3924744"/>
                <a:ext cx="522360" cy="34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C48E67BA-2C46-4BC0-A432-79B61094D5BC}"/>
                  </a:ext>
                </a:extLst>
              </p14:cNvPr>
              <p14:cNvContentPartPr/>
              <p14:nvPr/>
            </p14:nvContentPartPr>
            <p14:xfrm>
              <a:off x="10278180" y="3984504"/>
              <a:ext cx="1049040" cy="52092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C48E67BA-2C46-4BC0-A432-79B61094D5BC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0260186" y="3948504"/>
                <a:ext cx="1084668" cy="59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7D83D7C6-2E01-455C-B57C-11292C2F0103}"/>
                  </a:ext>
                </a:extLst>
              </p14:cNvPr>
              <p14:cNvContentPartPr/>
              <p14:nvPr/>
            </p14:nvContentPartPr>
            <p14:xfrm>
              <a:off x="11230380" y="3850224"/>
              <a:ext cx="363600" cy="38664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7D83D7C6-2E01-455C-B57C-11292C2F0103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1212362" y="3814190"/>
                <a:ext cx="399275" cy="4583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BBCECEA4-EB54-4C79-8CC8-FB9279D9D7FA}"/>
                  </a:ext>
                </a:extLst>
              </p14:cNvPr>
              <p14:cNvContentPartPr/>
              <p14:nvPr/>
            </p14:nvContentPartPr>
            <p14:xfrm>
              <a:off x="7093980" y="4856064"/>
              <a:ext cx="486000" cy="37296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BBCECEA4-EB54-4C79-8CC8-FB9279D9D7FA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075993" y="4820064"/>
                <a:ext cx="521614" cy="44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C9E9038D-6C87-4CA1-A68F-E309299B91DD}"/>
                  </a:ext>
                </a:extLst>
              </p14:cNvPr>
              <p14:cNvContentPartPr/>
              <p14:nvPr/>
            </p14:nvContentPartPr>
            <p14:xfrm>
              <a:off x="7653060" y="4834464"/>
              <a:ext cx="392760" cy="37692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C9E9038D-6C87-4CA1-A68F-E309299B91D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635060" y="4798464"/>
                <a:ext cx="428400" cy="44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598E73FE-0565-47D1-84CC-49A5CCA1E5E2}"/>
                  </a:ext>
                </a:extLst>
              </p14:cNvPr>
              <p14:cNvContentPartPr/>
              <p14:nvPr/>
            </p14:nvContentPartPr>
            <p14:xfrm>
              <a:off x="7881300" y="4913664"/>
              <a:ext cx="851040" cy="23976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598E73FE-0565-47D1-84CC-49A5CCA1E5E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863300" y="4877664"/>
                <a:ext cx="88668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2CD4E2BE-FF25-43A1-B377-CE4495C6BB24}"/>
                  </a:ext>
                </a:extLst>
              </p14:cNvPr>
              <p14:cNvContentPartPr/>
              <p14:nvPr/>
            </p14:nvContentPartPr>
            <p14:xfrm>
              <a:off x="8553780" y="4778304"/>
              <a:ext cx="126720" cy="14760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2CD4E2BE-FF25-43A1-B377-CE4495C6BB2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535780" y="4742304"/>
                <a:ext cx="16236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54118136-57AA-4FF1-9111-9126FFCFF32D}"/>
                  </a:ext>
                </a:extLst>
              </p14:cNvPr>
              <p14:cNvContentPartPr/>
              <p14:nvPr/>
            </p14:nvContentPartPr>
            <p14:xfrm>
              <a:off x="8699580" y="4851024"/>
              <a:ext cx="856080" cy="32724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54118136-57AA-4FF1-9111-9126FFCFF32D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681572" y="4815024"/>
                <a:ext cx="891735" cy="39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9FD22AAA-4ED6-4223-A8BF-22B6FD2C8C88}"/>
                  </a:ext>
                </a:extLst>
              </p14:cNvPr>
              <p14:cNvContentPartPr/>
              <p14:nvPr/>
            </p14:nvContentPartPr>
            <p14:xfrm>
              <a:off x="9517860" y="4487784"/>
              <a:ext cx="303120" cy="49320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9FD22AAA-4ED6-4223-A8BF-22B6FD2C8C88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499881" y="4451784"/>
                <a:ext cx="338718" cy="56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687D2182-E39B-416A-B715-1F07077060B6}"/>
                  </a:ext>
                </a:extLst>
              </p14:cNvPr>
              <p14:cNvContentPartPr/>
              <p14:nvPr/>
            </p14:nvContentPartPr>
            <p14:xfrm>
              <a:off x="9594900" y="4701624"/>
              <a:ext cx="595080" cy="24156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687D2182-E39B-416A-B715-1F07077060B6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576900" y="4665624"/>
                <a:ext cx="63072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B97B1434-C5CB-4668-86CA-2244B60F73F3}"/>
                  </a:ext>
                </a:extLst>
              </p14:cNvPr>
              <p14:cNvContentPartPr/>
              <p14:nvPr/>
            </p14:nvContentPartPr>
            <p14:xfrm>
              <a:off x="10634220" y="4515144"/>
              <a:ext cx="273960" cy="66564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B97B1434-C5CB-4668-86CA-2244B60F73F3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616220" y="4479144"/>
                <a:ext cx="309600" cy="73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D37018B8-A588-4C55-85B5-838E66FA1CAC}"/>
                  </a:ext>
                </a:extLst>
              </p14:cNvPr>
              <p14:cNvContentPartPr/>
              <p14:nvPr/>
            </p14:nvContentPartPr>
            <p14:xfrm>
              <a:off x="10658700" y="4804944"/>
              <a:ext cx="362880" cy="14256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D37018B8-A588-4C55-85B5-838E66FA1CAC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640700" y="4768944"/>
                <a:ext cx="39852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7A94A0AC-EA79-4382-A5D9-B829392E7ADA}"/>
                  </a:ext>
                </a:extLst>
              </p14:cNvPr>
              <p14:cNvContentPartPr/>
              <p14:nvPr/>
            </p14:nvContentPartPr>
            <p14:xfrm>
              <a:off x="10969380" y="4606224"/>
              <a:ext cx="59760" cy="10620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7A94A0AC-EA79-4382-A5D9-B829392E7ADA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951380" y="4570102"/>
                <a:ext cx="95400" cy="1780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474EF7A7-B1B6-4A6B-AB67-25C4510D7B49}"/>
                  </a:ext>
                </a:extLst>
              </p14:cNvPr>
              <p14:cNvContentPartPr/>
              <p14:nvPr/>
            </p14:nvContentPartPr>
            <p14:xfrm>
              <a:off x="11067660" y="4752024"/>
              <a:ext cx="179640" cy="23940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474EF7A7-B1B6-4A6B-AB67-25C4510D7B49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1049660" y="4716024"/>
                <a:ext cx="21528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6EFC4DE2-826D-46AB-BFFD-A4CC167398D0}"/>
                  </a:ext>
                </a:extLst>
              </p14:cNvPr>
              <p14:cNvContentPartPr/>
              <p14:nvPr/>
            </p14:nvContentPartPr>
            <p14:xfrm>
              <a:off x="11269620" y="4828344"/>
              <a:ext cx="502200" cy="27828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6EFC4DE2-826D-46AB-BFFD-A4CC167398D0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1251620" y="4792344"/>
                <a:ext cx="537840" cy="34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0B7D95A0-528B-4BAC-A82C-4042ED73B3CB}"/>
                  </a:ext>
                </a:extLst>
              </p14:cNvPr>
              <p14:cNvContentPartPr/>
              <p14:nvPr/>
            </p14:nvContentPartPr>
            <p14:xfrm>
              <a:off x="7414740" y="5529624"/>
              <a:ext cx="32040" cy="16056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0B7D95A0-528B-4BAC-A82C-4042ED73B3CB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396940" y="5493624"/>
                <a:ext cx="67284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1386BAA4-F525-4824-B386-87DF47451D55}"/>
                  </a:ext>
                </a:extLst>
              </p14:cNvPr>
              <p14:cNvContentPartPr/>
              <p14:nvPr/>
            </p14:nvContentPartPr>
            <p14:xfrm>
              <a:off x="7354260" y="5376264"/>
              <a:ext cx="80280" cy="8136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1386BAA4-F525-4824-B386-87DF47451D55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336260" y="5340104"/>
                <a:ext cx="115920" cy="1533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A003941C-B1D2-4100-82E0-733BE80C54DD}"/>
                  </a:ext>
                </a:extLst>
              </p14:cNvPr>
              <p14:cNvContentPartPr/>
              <p14:nvPr/>
            </p14:nvContentPartPr>
            <p14:xfrm>
              <a:off x="7568460" y="5480664"/>
              <a:ext cx="145440" cy="18360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A003941C-B1D2-4100-82E0-733BE80C54DD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550460" y="5444664"/>
                <a:ext cx="18108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EE3DED7B-9458-432D-A913-F5517339E075}"/>
                  </a:ext>
                </a:extLst>
              </p14:cNvPr>
              <p14:cNvContentPartPr/>
              <p14:nvPr/>
            </p14:nvContentPartPr>
            <p14:xfrm>
              <a:off x="7809300" y="5471664"/>
              <a:ext cx="335880" cy="20628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EE3DED7B-9458-432D-A913-F5517339E075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7791300" y="5435664"/>
                <a:ext cx="37152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67FD82D4-58E7-401D-B602-7EBA8F2F2548}"/>
                  </a:ext>
                </a:extLst>
              </p14:cNvPr>
              <p14:cNvContentPartPr/>
              <p14:nvPr/>
            </p14:nvContentPartPr>
            <p14:xfrm>
              <a:off x="8024220" y="5332344"/>
              <a:ext cx="88560" cy="9180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67FD82D4-58E7-401D-B602-7EBA8F2F2548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8006220" y="5296344"/>
                <a:ext cx="12420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C2B6967F-87D5-4B37-8411-A2C84D130717}"/>
                  </a:ext>
                </a:extLst>
              </p14:cNvPr>
              <p14:cNvContentPartPr/>
              <p14:nvPr/>
            </p14:nvContentPartPr>
            <p14:xfrm>
              <a:off x="8180100" y="5422344"/>
              <a:ext cx="567360" cy="26640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C2B6967F-87D5-4B37-8411-A2C84D130717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162100" y="5386344"/>
                <a:ext cx="603000" cy="33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D818214F-5DC1-40A5-B2AB-B3AECB896429}"/>
                  </a:ext>
                </a:extLst>
              </p14:cNvPr>
              <p14:cNvContentPartPr/>
              <p14:nvPr/>
            </p14:nvContentPartPr>
            <p14:xfrm>
              <a:off x="9088020" y="5288784"/>
              <a:ext cx="213840" cy="61452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D818214F-5DC1-40A5-B2AB-B3AECB896429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9070020" y="5252784"/>
                <a:ext cx="249480" cy="68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1B6BA22F-CDB6-4B95-9F38-E4590832149A}"/>
                  </a:ext>
                </a:extLst>
              </p14:cNvPr>
              <p14:cNvContentPartPr/>
              <p14:nvPr/>
            </p14:nvContentPartPr>
            <p14:xfrm>
              <a:off x="9370260" y="5210664"/>
              <a:ext cx="374760" cy="51336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1B6BA22F-CDB6-4B95-9F38-E4590832149A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9352260" y="5174664"/>
                <a:ext cx="410400" cy="58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B954B070-8CF9-474C-9B76-09F077C88FFA}"/>
                  </a:ext>
                </a:extLst>
              </p14:cNvPr>
              <p14:cNvContentPartPr/>
              <p14:nvPr/>
            </p14:nvContentPartPr>
            <p14:xfrm>
              <a:off x="9531540" y="5401824"/>
              <a:ext cx="1032840" cy="23364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B954B070-8CF9-474C-9B76-09F077C88FFA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9513540" y="5365824"/>
                <a:ext cx="1068480" cy="30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8977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reptunghi 4">
            <a:extLst>
              <a:ext uri="{FF2B5EF4-FFF2-40B4-BE49-F238E27FC236}">
                <a16:creationId xmlns:a16="http://schemas.microsoft.com/office/drawing/2014/main" id="{F83EEFA5-717E-410C-980F-471E3C38B6E0}"/>
              </a:ext>
            </a:extLst>
          </p:cNvPr>
          <p:cNvSpPr/>
          <p:nvPr/>
        </p:nvSpPr>
        <p:spPr>
          <a:xfrm>
            <a:off x="335343" y="137196"/>
            <a:ext cx="86867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solidFill>
                  <a:srgbClr val="FF0000"/>
                </a:solidFill>
              </a:rPr>
              <a:t>PLC – </a:t>
            </a:r>
            <a:r>
              <a:rPr lang="pt-BR" b="1" i="1" dirty="0">
                <a:solidFill>
                  <a:srgbClr val="FF0000"/>
                </a:solidFill>
              </a:rPr>
              <a:t>Modul de execuție al unui program Ladder</a:t>
            </a:r>
            <a:endParaRPr lang="ro-RO" b="1" i="1" dirty="0">
              <a:solidFill>
                <a:srgbClr val="0000FF"/>
              </a:solidFill>
            </a:endParaRPr>
          </a:p>
        </p:txBody>
      </p:sp>
      <p:pic>
        <p:nvPicPr>
          <p:cNvPr id="69" name="Imagine 68">
            <a:extLst>
              <a:ext uri="{FF2B5EF4-FFF2-40B4-BE49-F238E27FC236}">
                <a16:creationId xmlns:a16="http://schemas.microsoft.com/office/drawing/2014/main" id="{3A0095ED-D10A-462D-A5F9-004D1B604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77" y="777269"/>
            <a:ext cx="9549779" cy="587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535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9040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ED91FF69-F886-4627-9FD4-93B867704A70}"/>
              </a:ext>
            </a:extLst>
          </p:cNvPr>
          <p:cNvSpPr/>
          <p:nvPr/>
        </p:nvSpPr>
        <p:spPr>
          <a:xfrm>
            <a:off x="883977" y="320074"/>
            <a:ext cx="10606924" cy="615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Agend</a:t>
            </a:r>
            <a:r>
              <a:rPr kumimoji="0" lang="ro-RO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ă: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ro-RO" sz="2400" b="1" dirty="0">
                <a:solidFill>
                  <a:schemeClr val="bg2">
                    <a:lumMod val="75000"/>
                  </a:schemeClr>
                </a:solidFill>
              </a:rPr>
              <a:t>Modul de execuție al unui program </a:t>
            </a:r>
            <a:r>
              <a:rPr lang="ro-RO" sz="2400" b="1" dirty="0" err="1">
                <a:solidFill>
                  <a:schemeClr val="bg2">
                    <a:lumMod val="75000"/>
                  </a:schemeClr>
                </a:solidFill>
              </a:rPr>
              <a:t>Ladder</a:t>
            </a:r>
            <a:r>
              <a:rPr lang="ro-RO" sz="2400" b="1" dirty="0">
                <a:solidFill>
                  <a:schemeClr val="bg2">
                    <a:lumMod val="75000"/>
                  </a:schemeClr>
                </a:solidFill>
              </a:rPr>
              <a:t>;</a:t>
            </a:r>
          </a:p>
          <a:p>
            <a:pPr marL="1943100" lvl="3" indent="-571500">
              <a:buFontTx/>
              <a:buChar char="-"/>
            </a:pPr>
            <a:r>
              <a:rPr lang="ro-RO" b="1" dirty="0">
                <a:solidFill>
                  <a:schemeClr val="bg2">
                    <a:lumMod val="75000"/>
                  </a:schemeClr>
                </a:solidFill>
              </a:rPr>
              <a:t>Input </a:t>
            </a:r>
            <a:r>
              <a:rPr lang="ro-RO" b="1" dirty="0" err="1">
                <a:solidFill>
                  <a:schemeClr val="bg2">
                    <a:lumMod val="75000"/>
                  </a:schemeClr>
                </a:solidFill>
              </a:rPr>
              <a:t>Scan</a:t>
            </a:r>
            <a:endParaRPr lang="ro-RO" b="1" dirty="0">
              <a:solidFill>
                <a:schemeClr val="bg2">
                  <a:lumMod val="75000"/>
                </a:schemeClr>
              </a:solidFill>
            </a:endParaRPr>
          </a:p>
          <a:p>
            <a:pPr marL="1943100" lvl="3" indent="-571500">
              <a:buFontTx/>
              <a:buChar char="-"/>
            </a:pPr>
            <a:r>
              <a:rPr lang="ro-RO" b="1" dirty="0">
                <a:solidFill>
                  <a:schemeClr val="bg2">
                    <a:lumMod val="75000"/>
                  </a:schemeClr>
                </a:solidFill>
              </a:rPr>
              <a:t>Program </a:t>
            </a:r>
            <a:r>
              <a:rPr lang="ro-RO" b="1" dirty="0" err="1">
                <a:solidFill>
                  <a:schemeClr val="bg2">
                    <a:lumMod val="75000"/>
                  </a:schemeClr>
                </a:solidFill>
              </a:rPr>
              <a:t>Scan</a:t>
            </a:r>
            <a:endParaRPr lang="ro-RO" b="1" dirty="0">
              <a:solidFill>
                <a:schemeClr val="bg2">
                  <a:lumMod val="75000"/>
                </a:schemeClr>
              </a:solidFill>
            </a:endParaRPr>
          </a:p>
          <a:p>
            <a:pPr marL="1943100" lvl="3" indent="-571500">
              <a:buFontTx/>
              <a:buChar char="-"/>
            </a:pPr>
            <a:r>
              <a:rPr lang="ro-RO" b="1" dirty="0">
                <a:solidFill>
                  <a:schemeClr val="bg2">
                    <a:lumMod val="75000"/>
                  </a:schemeClr>
                </a:solidFill>
              </a:rPr>
              <a:t>Output </a:t>
            </a:r>
            <a:r>
              <a:rPr lang="ro-RO" b="1" dirty="0" err="1">
                <a:solidFill>
                  <a:schemeClr val="bg2">
                    <a:lumMod val="75000"/>
                  </a:schemeClr>
                </a:solidFill>
              </a:rPr>
              <a:t>Scan</a:t>
            </a:r>
            <a:r>
              <a:rPr lang="ro-RO" b="1" dirty="0">
                <a:solidFill>
                  <a:schemeClr val="bg2">
                    <a:lumMod val="75000"/>
                  </a:schemeClr>
                </a:solidFill>
              </a:rPr>
              <a:t> </a:t>
            </a:r>
          </a:p>
          <a:p>
            <a:pPr marL="1943100" lvl="3" indent="-571500">
              <a:buFontTx/>
              <a:buChar char="-"/>
            </a:pPr>
            <a:r>
              <a:rPr lang="ro-RO" b="1" dirty="0">
                <a:solidFill>
                  <a:schemeClr val="bg2">
                    <a:lumMod val="75000"/>
                  </a:schemeClr>
                </a:solidFill>
              </a:rPr>
              <a:t>Consecințe</a:t>
            </a:r>
            <a:endParaRPr kumimoji="0" lang="ro-RO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Calibri" panose="020F0502020204030204"/>
            </a:endParaRPr>
          </a:p>
          <a:p>
            <a:r>
              <a:rPr lang="ro-RO" sz="2400" b="1" dirty="0">
                <a:solidFill>
                  <a:srgbClr val="0000FF"/>
                </a:solidFill>
              </a:rPr>
              <a:t>2) Elementele de baza ale limbajului </a:t>
            </a:r>
            <a:r>
              <a:rPr lang="ro-RO" sz="2400" b="1" dirty="0" err="1">
                <a:solidFill>
                  <a:srgbClr val="0000FF"/>
                </a:solidFill>
              </a:rPr>
              <a:t>Ladder</a:t>
            </a:r>
            <a:r>
              <a:rPr lang="ro-RO" sz="2400" b="1" dirty="0">
                <a:solidFill>
                  <a:srgbClr val="0000FF"/>
                </a:solidFill>
              </a:rPr>
              <a:t>;</a:t>
            </a:r>
          </a:p>
          <a:p>
            <a:pPr lvl="2"/>
            <a:r>
              <a:rPr lang="ro-RO" sz="2400" b="1" dirty="0">
                <a:solidFill>
                  <a:srgbClr val="0000FF"/>
                </a:solidFill>
              </a:rPr>
              <a:t>	</a:t>
            </a:r>
            <a:r>
              <a:rPr lang="ro-RO" sz="2400" b="1" dirty="0"/>
              <a:t>- contacte; bobine; </a:t>
            </a:r>
            <a:endParaRPr lang="ro-RO" sz="2400" b="1" dirty="0">
              <a:solidFill>
                <a:srgbClr val="0000FF"/>
              </a:solidFill>
            </a:endParaRPr>
          </a:p>
          <a:p>
            <a:r>
              <a:rPr lang="ro-RO" sz="2400" b="1" dirty="0">
                <a:solidFill>
                  <a:schemeClr val="bg2">
                    <a:lumMod val="75000"/>
                  </a:schemeClr>
                </a:solidFill>
              </a:rPr>
              <a:t>3) Cum aflăm valoarea de adevăr a unui simbol ? </a:t>
            </a:r>
          </a:p>
          <a:p>
            <a:endParaRPr lang="ro-RO" sz="20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ro-RO" sz="2400" b="1" dirty="0">
                <a:solidFill>
                  <a:schemeClr val="bg2">
                    <a:lumMod val="75000"/>
                  </a:schemeClr>
                </a:solidFill>
              </a:rPr>
              <a:t>4) Diagrama de tranziție a stărilor – aspecte generale</a:t>
            </a:r>
          </a:p>
          <a:p>
            <a:endParaRPr lang="ro-RO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ro-RO" sz="2400" b="1" dirty="0">
                <a:solidFill>
                  <a:schemeClr val="bg2">
                    <a:lumMod val="75000"/>
                  </a:schemeClr>
                </a:solidFill>
              </a:rPr>
              <a:t>5) Transpunerea diagramelor de tranziție in program </a:t>
            </a:r>
            <a:r>
              <a:rPr lang="ro-RO" sz="2400" b="1" dirty="0" err="1">
                <a:solidFill>
                  <a:schemeClr val="bg2">
                    <a:lumMod val="75000"/>
                  </a:schemeClr>
                </a:solidFill>
              </a:rPr>
              <a:t>Ladder</a:t>
            </a:r>
            <a:r>
              <a:rPr lang="ro-RO" sz="2400" b="1" dirty="0">
                <a:solidFill>
                  <a:schemeClr val="bg2">
                    <a:lumMod val="75000"/>
                  </a:schemeClr>
                </a:solidFill>
              </a:rPr>
              <a:t> folosind bobine fără memorie  - Aplicație</a:t>
            </a:r>
          </a:p>
          <a:p>
            <a:endParaRPr kumimoji="0" lang="ro-RO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r>
              <a:rPr lang="ro-RO" sz="2400" b="1" dirty="0">
                <a:solidFill>
                  <a:schemeClr val="bg2">
                    <a:lumMod val="75000"/>
                  </a:schemeClr>
                </a:solidFill>
                <a:latin typeface="Calibri" panose="020F0502020204030204"/>
              </a:rPr>
              <a:t>6) Modificarea unei diagrame de tranziție deja existente </a:t>
            </a:r>
            <a:endParaRPr kumimoji="0" lang="ro-RO" sz="18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endParaRPr kumimoji="0" lang="ro-RO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067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Dreptunghi 59">
            <a:extLst>
              <a:ext uri="{FF2B5EF4-FFF2-40B4-BE49-F238E27FC236}">
                <a16:creationId xmlns:a16="http://schemas.microsoft.com/office/drawing/2014/main" id="{75130F91-AA87-4121-9AF8-8684B33F70C2}"/>
              </a:ext>
            </a:extLst>
          </p:cNvPr>
          <p:cNvSpPr/>
          <p:nvPr/>
        </p:nvSpPr>
        <p:spPr>
          <a:xfrm>
            <a:off x="426782" y="228635"/>
            <a:ext cx="85952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Elementele de bază ale limbajului </a:t>
            </a:r>
            <a:r>
              <a:rPr lang="ro-RO" b="1" dirty="0" err="1">
                <a:solidFill>
                  <a:srgbClr val="0000FF"/>
                </a:solidFill>
              </a:rPr>
              <a:t>Ladder</a:t>
            </a:r>
            <a:r>
              <a:rPr lang="ro-RO" b="1" dirty="0">
                <a:solidFill>
                  <a:srgbClr val="0000FF"/>
                </a:solidFill>
              </a:rPr>
              <a:t> 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5ED9A640-9DAA-4394-940B-0F65513A8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685830"/>
            <a:ext cx="11649966" cy="601229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3ABA7AC6-384A-44FB-AC67-EBD50B943274}"/>
                  </a:ext>
                </a:extLst>
              </p14:cNvPr>
              <p14:cNvContentPartPr/>
              <p14:nvPr/>
            </p14:nvContentPartPr>
            <p14:xfrm>
              <a:off x="4279149" y="4682425"/>
              <a:ext cx="498600" cy="43812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3ABA7AC6-384A-44FB-AC67-EBD50B94327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61509" y="4664425"/>
                <a:ext cx="534240" cy="47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93F4C8C8-B1AE-49AE-B513-A884F52CB52F}"/>
                  </a:ext>
                </a:extLst>
              </p14:cNvPr>
              <p14:cNvContentPartPr/>
              <p14:nvPr/>
            </p14:nvContentPartPr>
            <p14:xfrm>
              <a:off x="3780189" y="4605385"/>
              <a:ext cx="304560" cy="49860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93F4C8C8-B1AE-49AE-B513-A884F52CB52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62168" y="4587745"/>
                <a:ext cx="340242" cy="53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F6AEB22B-CECC-4A74-A51F-93DE044082DD}"/>
                  </a:ext>
                </a:extLst>
              </p14:cNvPr>
              <p14:cNvContentPartPr/>
              <p14:nvPr/>
            </p14:nvContentPartPr>
            <p14:xfrm>
              <a:off x="651429" y="1919065"/>
              <a:ext cx="382320" cy="31860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F6AEB22B-CECC-4A74-A51F-93DE044082D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3789" y="1901065"/>
                <a:ext cx="417960" cy="35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87A08B2E-A706-4474-BB4E-28881E5EA19B}"/>
                  </a:ext>
                </a:extLst>
              </p14:cNvPr>
              <p14:cNvContentPartPr/>
              <p14:nvPr/>
            </p14:nvContentPartPr>
            <p14:xfrm>
              <a:off x="4874949" y="1915465"/>
              <a:ext cx="238680" cy="37044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87A08B2E-A706-4474-BB4E-28881E5EA19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857309" y="1897465"/>
                <a:ext cx="274320" cy="40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E27CCCD1-48A2-4794-93C7-909EAC9B85C9}"/>
                  </a:ext>
                </a:extLst>
              </p14:cNvPr>
              <p14:cNvContentPartPr/>
              <p14:nvPr/>
            </p14:nvContentPartPr>
            <p14:xfrm>
              <a:off x="4926069" y="2466265"/>
              <a:ext cx="113760" cy="10872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E27CCCD1-48A2-4794-93C7-909EAC9B85C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908069" y="2448265"/>
                <a:ext cx="14940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CAC0A832-4904-4E91-916E-39FABD955AE8}"/>
                  </a:ext>
                </a:extLst>
              </p14:cNvPr>
              <p14:cNvContentPartPr/>
              <p14:nvPr/>
            </p14:nvContentPartPr>
            <p14:xfrm>
              <a:off x="3769749" y="2050465"/>
              <a:ext cx="893880" cy="25092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CAC0A832-4904-4E91-916E-39FABD955AE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752109" y="2032800"/>
                <a:ext cx="929520" cy="2866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F07EABC3-B57E-4ABC-A258-C9557BE18576}"/>
                  </a:ext>
                </a:extLst>
              </p14:cNvPr>
              <p14:cNvContentPartPr/>
              <p14:nvPr/>
            </p14:nvContentPartPr>
            <p14:xfrm>
              <a:off x="3041469" y="2043625"/>
              <a:ext cx="389880" cy="23760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F07EABC3-B57E-4ABC-A258-C9557BE1857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023469" y="2025625"/>
                <a:ext cx="42552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270625A2-6C9B-4DFE-B0FB-5293816D7E86}"/>
                  </a:ext>
                </a:extLst>
              </p14:cNvPr>
              <p14:cNvContentPartPr/>
              <p14:nvPr/>
            </p14:nvContentPartPr>
            <p14:xfrm>
              <a:off x="1294389" y="1886305"/>
              <a:ext cx="1550520" cy="69372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270625A2-6C9B-4DFE-B0FB-5293816D7E8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276749" y="1868314"/>
                <a:ext cx="1586160" cy="7293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DC0635AC-545F-4015-9FA3-F0EA2FA41D4E}"/>
                  </a:ext>
                </a:extLst>
              </p14:cNvPr>
              <p14:cNvContentPartPr/>
              <p14:nvPr/>
            </p14:nvContentPartPr>
            <p14:xfrm>
              <a:off x="1390509" y="1323985"/>
              <a:ext cx="1597680" cy="48384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DC0635AC-545F-4015-9FA3-F0EA2FA41D4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372513" y="1305985"/>
                <a:ext cx="1633312" cy="51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B12296E3-7696-4726-B15E-42925CD02245}"/>
                  </a:ext>
                </a:extLst>
              </p14:cNvPr>
              <p14:cNvContentPartPr/>
              <p14:nvPr/>
            </p14:nvContentPartPr>
            <p14:xfrm>
              <a:off x="500229" y="1366825"/>
              <a:ext cx="550440" cy="34632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B12296E3-7696-4726-B15E-42925CD0224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82589" y="1349185"/>
                <a:ext cx="586080" cy="38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96897303-5F6E-4B2C-B8F0-F8BF6422B0A8}"/>
                  </a:ext>
                </a:extLst>
              </p14:cNvPr>
              <p14:cNvContentPartPr/>
              <p14:nvPr/>
            </p14:nvContentPartPr>
            <p14:xfrm>
              <a:off x="3386349" y="3260425"/>
              <a:ext cx="1810440" cy="123048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96897303-5F6E-4B2C-B8F0-F8BF6422B0A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368709" y="3242785"/>
                <a:ext cx="1846080" cy="12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41099E9A-2609-43B5-9A20-697AB8D06111}"/>
                  </a:ext>
                </a:extLst>
              </p14:cNvPr>
              <p14:cNvContentPartPr/>
              <p14:nvPr/>
            </p14:nvContentPartPr>
            <p14:xfrm>
              <a:off x="1020429" y="5463265"/>
              <a:ext cx="3976560" cy="99504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41099E9A-2609-43B5-9A20-697AB8D0611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02429" y="5445265"/>
                <a:ext cx="4012200" cy="103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9795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Dreptunghi 59">
            <a:extLst>
              <a:ext uri="{FF2B5EF4-FFF2-40B4-BE49-F238E27FC236}">
                <a16:creationId xmlns:a16="http://schemas.microsoft.com/office/drawing/2014/main" id="{75130F91-AA87-4121-9AF8-8684B33F70C2}"/>
              </a:ext>
            </a:extLst>
          </p:cNvPr>
          <p:cNvSpPr/>
          <p:nvPr/>
        </p:nvSpPr>
        <p:spPr>
          <a:xfrm>
            <a:off x="426782" y="228635"/>
            <a:ext cx="85952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Elementele de bază ale limbajului </a:t>
            </a:r>
            <a:r>
              <a:rPr lang="ro-RO" b="1" dirty="0" err="1">
                <a:solidFill>
                  <a:srgbClr val="0000FF"/>
                </a:solidFill>
              </a:rPr>
              <a:t>Ladder</a:t>
            </a:r>
            <a:r>
              <a:rPr lang="ro-RO" b="1" dirty="0">
                <a:solidFill>
                  <a:srgbClr val="0000FF"/>
                </a:solidFill>
              </a:rPr>
              <a:t> 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877AC668-7BCA-438C-B884-EBE2BF5EE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777269"/>
            <a:ext cx="11523352" cy="556766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4970980C-ECE7-4A4A-9490-9274F57E7274}"/>
                  </a:ext>
                </a:extLst>
              </p14:cNvPr>
              <p14:cNvContentPartPr/>
              <p14:nvPr/>
            </p14:nvContentPartPr>
            <p14:xfrm>
              <a:off x="3515589" y="1674265"/>
              <a:ext cx="450360" cy="50076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4970980C-ECE7-4A4A-9490-9274F57E727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97589" y="1656625"/>
                <a:ext cx="486000" cy="53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5D7FA229-9A21-4D01-92A2-D467FBC54EF6}"/>
                  </a:ext>
                </a:extLst>
              </p14:cNvPr>
              <p14:cNvContentPartPr/>
              <p14:nvPr/>
            </p14:nvContentPartPr>
            <p14:xfrm>
              <a:off x="561429" y="1590385"/>
              <a:ext cx="2642400" cy="50328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5D7FA229-9A21-4D01-92A2-D467FBC54EF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3429" y="1572758"/>
                <a:ext cx="2678040" cy="5388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01F51D9D-0A8D-4B09-962B-BE8E85CCE4F7}"/>
                  </a:ext>
                </a:extLst>
              </p14:cNvPr>
              <p14:cNvContentPartPr/>
              <p14:nvPr/>
            </p14:nvContentPartPr>
            <p14:xfrm>
              <a:off x="2753109" y="2300305"/>
              <a:ext cx="288360" cy="29916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01F51D9D-0A8D-4B09-962B-BE8E85CCE4F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35109" y="2282665"/>
                <a:ext cx="324000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50277791-046A-4CD0-9C63-0F4C94DFF658}"/>
                  </a:ext>
                </a:extLst>
              </p14:cNvPr>
              <p14:cNvContentPartPr/>
              <p14:nvPr/>
            </p14:nvContentPartPr>
            <p14:xfrm>
              <a:off x="5245389" y="3166465"/>
              <a:ext cx="51480" cy="15192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50277791-046A-4CD0-9C63-0F4C94DFF65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27389" y="3148465"/>
                <a:ext cx="8712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8A41E8F8-6455-4348-9FE5-731105FA36D6}"/>
                  </a:ext>
                </a:extLst>
              </p14:cNvPr>
              <p14:cNvContentPartPr/>
              <p14:nvPr/>
            </p14:nvContentPartPr>
            <p14:xfrm>
              <a:off x="3421629" y="2449345"/>
              <a:ext cx="1974960" cy="56124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8A41E8F8-6455-4348-9FE5-731105FA36D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403629" y="2431357"/>
                <a:ext cx="2010600" cy="5968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7BD9FB6C-9BC7-4810-80D5-C5FD8F8A0258}"/>
                  </a:ext>
                </a:extLst>
              </p14:cNvPr>
              <p14:cNvContentPartPr/>
              <p14:nvPr/>
            </p14:nvContentPartPr>
            <p14:xfrm>
              <a:off x="606069" y="2214265"/>
              <a:ext cx="1747080" cy="39420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7BD9FB6C-9BC7-4810-80D5-C5FD8F8A025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88425" y="2196265"/>
                <a:ext cx="1782727" cy="42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CF2C3E89-B3DE-4665-9AB9-2A64CB8B38AA}"/>
                  </a:ext>
                </a:extLst>
              </p14:cNvPr>
              <p14:cNvContentPartPr/>
              <p14:nvPr/>
            </p14:nvContentPartPr>
            <p14:xfrm>
              <a:off x="4335669" y="1713145"/>
              <a:ext cx="530280" cy="32472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CF2C3E89-B3DE-4665-9AB9-2A64CB8B38A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318029" y="1695145"/>
                <a:ext cx="565920" cy="3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23349A24-6975-4E3B-991F-B21F2FA79CAD}"/>
                  </a:ext>
                </a:extLst>
              </p14:cNvPr>
              <p14:cNvContentPartPr/>
              <p14:nvPr/>
            </p14:nvContentPartPr>
            <p14:xfrm>
              <a:off x="500589" y="4795465"/>
              <a:ext cx="4066560" cy="102708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23349A24-6975-4E3B-991F-B21F2FA79CA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82589" y="4777825"/>
                <a:ext cx="4102200" cy="106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5536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Dreptunghi 59">
            <a:extLst>
              <a:ext uri="{FF2B5EF4-FFF2-40B4-BE49-F238E27FC236}">
                <a16:creationId xmlns:a16="http://schemas.microsoft.com/office/drawing/2014/main" id="{75130F91-AA87-4121-9AF8-8684B33F70C2}"/>
              </a:ext>
            </a:extLst>
          </p:cNvPr>
          <p:cNvSpPr/>
          <p:nvPr/>
        </p:nvSpPr>
        <p:spPr>
          <a:xfrm>
            <a:off x="426782" y="228635"/>
            <a:ext cx="85952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Elementele de bază ale limbajului </a:t>
            </a:r>
            <a:r>
              <a:rPr lang="ro-RO" b="1" dirty="0" err="1">
                <a:solidFill>
                  <a:srgbClr val="0000FF"/>
                </a:solidFill>
              </a:rPr>
              <a:t>Ladder</a:t>
            </a:r>
            <a:r>
              <a:rPr lang="ro-RO" b="1" dirty="0">
                <a:solidFill>
                  <a:srgbClr val="0000FF"/>
                </a:solidFill>
              </a:rPr>
              <a:t> 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699A0545-BC15-4FBD-A37B-9E98FF848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1691659"/>
            <a:ext cx="11539477" cy="24604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18B43AE1-D041-4B27-BB85-13FA636AB7F7}"/>
                  </a:ext>
                </a:extLst>
              </p14:cNvPr>
              <p14:cNvContentPartPr/>
              <p14:nvPr/>
            </p14:nvContentPartPr>
            <p14:xfrm>
              <a:off x="2641869" y="4740025"/>
              <a:ext cx="3161160" cy="122796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18B43AE1-D041-4B27-BB85-13FA636AB7F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23869" y="4722385"/>
                <a:ext cx="3196800" cy="12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5F2EFF67-A626-4420-B2BC-F7DA700AAEA8}"/>
                  </a:ext>
                </a:extLst>
              </p14:cNvPr>
              <p14:cNvContentPartPr/>
              <p14:nvPr/>
            </p14:nvContentPartPr>
            <p14:xfrm>
              <a:off x="6906069" y="561505"/>
              <a:ext cx="1689480" cy="91476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5F2EFF67-A626-4420-B2BC-F7DA700AAEA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88069" y="543505"/>
                <a:ext cx="1725120" cy="9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677738D6-C8EC-4137-9B07-4C766816A0A9}"/>
                  </a:ext>
                </a:extLst>
              </p14:cNvPr>
              <p14:cNvContentPartPr/>
              <p14:nvPr/>
            </p14:nvContentPartPr>
            <p14:xfrm>
              <a:off x="7264629" y="4773865"/>
              <a:ext cx="2673000" cy="108612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677738D6-C8EC-4137-9B07-4C766816A0A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46987" y="4756225"/>
                <a:ext cx="2708645" cy="112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64743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Dreptunghi 59">
            <a:extLst>
              <a:ext uri="{FF2B5EF4-FFF2-40B4-BE49-F238E27FC236}">
                <a16:creationId xmlns:a16="http://schemas.microsoft.com/office/drawing/2014/main" id="{75130F91-AA87-4121-9AF8-8684B33F70C2}"/>
              </a:ext>
            </a:extLst>
          </p:cNvPr>
          <p:cNvSpPr/>
          <p:nvPr/>
        </p:nvSpPr>
        <p:spPr>
          <a:xfrm>
            <a:off x="426782" y="228635"/>
            <a:ext cx="85952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Elementele de bază ale limbajului </a:t>
            </a:r>
            <a:r>
              <a:rPr lang="ro-RO" b="1" dirty="0" err="1">
                <a:solidFill>
                  <a:srgbClr val="0000FF"/>
                </a:solidFill>
              </a:rPr>
              <a:t>Ladder</a:t>
            </a:r>
            <a:r>
              <a:rPr lang="ro-RO" b="1" dirty="0">
                <a:solidFill>
                  <a:srgbClr val="0000FF"/>
                </a:solidFill>
              </a:rPr>
              <a:t> 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91C0AB18-C41F-450C-90DF-B1710B573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594391"/>
            <a:ext cx="10514598" cy="3136952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37B23F82-2891-4AC1-861D-AC09F588C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59" y="3861874"/>
            <a:ext cx="10515485" cy="2796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116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Dreptunghi 59">
            <a:extLst>
              <a:ext uri="{FF2B5EF4-FFF2-40B4-BE49-F238E27FC236}">
                <a16:creationId xmlns:a16="http://schemas.microsoft.com/office/drawing/2014/main" id="{75130F91-AA87-4121-9AF8-8684B33F70C2}"/>
              </a:ext>
            </a:extLst>
          </p:cNvPr>
          <p:cNvSpPr/>
          <p:nvPr/>
        </p:nvSpPr>
        <p:spPr>
          <a:xfrm>
            <a:off x="426782" y="228635"/>
            <a:ext cx="85952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Elementele de bază ale limbajului </a:t>
            </a:r>
            <a:r>
              <a:rPr lang="ro-RO" b="1" dirty="0" err="1">
                <a:solidFill>
                  <a:srgbClr val="0000FF"/>
                </a:solidFill>
              </a:rPr>
              <a:t>Ladder</a:t>
            </a:r>
            <a:r>
              <a:rPr lang="ro-RO" b="1" dirty="0">
                <a:solidFill>
                  <a:srgbClr val="0000FF"/>
                </a:solidFill>
              </a:rPr>
              <a:t> 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3E01466E-6BEB-488A-B6FF-D1241020B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868708"/>
            <a:ext cx="11534715" cy="355123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72E29815-66B6-459F-AA87-E6E0007C14A0}"/>
                  </a:ext>
                </a:extLst>
              </p14:cNvPr>
              <p14:cNvContentPartPr/>
              <p14:nvPr/>
            </p14:nvContentPartPr>
            <p14:xfrm>
              <a:off x="4287789" y="1838065"/>
              <a:ext cx="10440" cy="3420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72E29815-66B6-459F-AA87-E6E0007C14A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70149" y="1820065"/>
                <a:ext cx="4608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A953CD22-EC2A-4D90-B890-C8A7D5A206F4}"/>
                  </a:ext>
                </a:extLst>
              </p14:cNvPr>
              <p14:cNvContentPartPr/>
              <p14:nvPr/>
            </p14:nvContentPartPr>
            <p14:xfrm>
              <a:off x="4281669" y="1955785"/>
              <a:ext cx="20160" cy="3780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A953CD22-EC2A-4D90-B890-C8A7D5A206F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64029" y="1938145"/>
                <a:ext cx="5580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01549EB0-17C1-41F5-A00D-5786708D59A6}"/>
                  </a:ext>
                </a:extLst>
              </p14:cNvPr>
              <p14:cNvContentPartPr/>
              <p14:nvPr/>
            </p14:nvContentPartPr>
            <p14:xfrm>
              <a:off x="4417749" y="1732225"/>
              <a:ext cx="573120" cy="39024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01549EB0-17C1-41F5-A00D-5786708D59A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99760" y="1714585"/>
                <a:ext cx="608738" cy="42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D4A29A16-10C3-412F-867A-E1D9A3534B4C}"/>
                  </a:ext>
                </a:extLst>
              </p14:cNvPr>
              <p14:cNvContentPartPr/>
              <p14:nvPr/>
            </p14:nvContentPartPr>
            <p14:xfrm>
              <a:off x="3938589" y="1774345"/>
              <a:ext cx="269640" cy="24264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D4A29A16-10C3-412F-867A-E1D9A3534B4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20925" y="1756679"/>
                <a:ext cx="305328" cy="2783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63E21392-C0FD-4431-ACFF-1A75FDEB871D}"/>
                  </a:ext>
                </a:extLst>
              </p14:cNvPr>
              <p14:cNvContentPartPr/>
              <p14:nvPr/>
            </p14:nvContentPartPr>
            <p14:xfrm>
              <a:off x="4487229" y="3459145"/>
              <a:ext cx="16560" cy="2484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63E21392-C0FD-4431-ACFF-1A75FDEB871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469229" y="3441505"/>
                <a:ext cx="5220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B5A81A3E-E808-46CD-8638-4E2759EAAEB6}"/>
                  </a:ext>
                </a:extLst>
              </p14:cNvPr>
              <p14:cNvContentPartPr/>
              <p14:nvPr/>
            </p14:nvContentPartPr>
            <p14:xfrm>
              <a:off x="4470669" y="3584065"/>
              <a:ext cx="28440" cy="5544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B5A81A3E-E808-46CD-8638-4E2759EAAEB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453029" y="3566065"/>
                <a:ext cx="6408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32D35B0A-493F-42BA-ACE3-5F28858EE793}"/>
                  </a:ext>
                </a:extLst>
              </p14:cNvPr>
              <p14:cNvContentPartPr/>
              <p14:nvPr/>
            </p14:nvContentPartPr>
            <p14:xfrm>
              <a:off x="5163669" y="3627625"/>
              <a:ext cx="9720" cy="1584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32D35B0A-493F-42BA-ACE3-5F28858EE79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146029" y="3609625"/>
                <a:ext cx="4536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E87CECE8-2B01-4FD8-A781-FF40BAA7B7AE}"/>
                  </a:ext>
                </a:extLst>
              </p14:cNvPr>
              <p14:cNvContentPartPr/>
              <p14:nvPr/>
            </p14:nvContentPartPr>
            <p14:xfrm>
              <a:off x="4870269" y="3478225"/>
              <a:ext cx="219600" cy="23292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E87CECE8-2B01-4FD8-A781-FF40BAA7B7A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852269" y="3460225"/>
                <a:ext cx="25524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2D23763B-0E13-49EB-BEBF-44E8E2301911}"/>
                  </a:ext>
                </a:extLst>
              </p14:cNvPr>
              <p14:cNvContentPartPr/>
              <p14:nvPr/>
            </p14:nvContentPartPr>
            <p14:xfrm>
              <a:off x="4591269" y="3387145"/>
              <a:ext cx="217080" cy="34920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2D23763B-0E13-49EB-BEBF-44E8E230191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573269" y="3369145"/>
                <a:ext cx="252720" cy="38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EE980EC8-401D-43E1-978B-F97EBCBCB8A0}"/>
                  </a:ext>
                </a:extLst>
              </p14:cNvPr>
              <p14:cNvContentPartPr/>
              <p14:nvPr/>
            </p14:nvContentPartPr>
            <p14:xfrm>
              <a:off x="4089789" y="3372025"/>
              <a:ext cx="293760" cy="24444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EE980EC8-401D-43E1-978B-F97EBCBCB8A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072149" y="3354359"/>
                <a:ext cx="329400" cy="2801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1C9F1C38-683C-4E9C-B909-650F7261F965}"/>
                  </a:ext>
                </a:extLst>
              </p14:cNvPr>
              <p14:cNvContentPartPr/>
              <p14:nvPr/>
            </p14:nvContentPartPr>
            <p14:xfrm>
              <a:off x="315549" y="4696825"/>
              <a:ext cx="8062200" cy="183276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1C9F1C38-683C-4E9C-B909-650F7261F96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97909" y="4679182"/>
                <a:ext cx="8097840" cy="186840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79494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ED91FF69-F886-4627-9FD4-93B867704A70}"/>
              </a:ext>
            </a:extLst>
          </p:cNvPr>
          <p:cNvSpPr/>
          <p:nvPr/>
        </p:nvSpPr>
        <p:spPr>
          <a:xfrm>
            <a:off x="883977" y="320074"/>
            <a:ext cx="10606924" cy="615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Agend</a:t>
            </a:r>
            <a:r>
              <a:rPr kumimoji="0" lang="ro-RO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ă: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ro-RO" sz="2400" b="1" dirty="0">
                <a:solidFill>
                  <a:schemeClr val="bg2">
                    <a:lumMod val="75000"/>
                  </a:schemeClr>
                </a:solidFill>
              </a:rPr>
              <a:t>Modul de execuție al unui program </a:t>
            </a:r>
            <a:r>
              <a:rPr lang="ro-RO" sz="2400" b="1" dirty="0" err="1">
                <a:solidFill>
                  <a:schemeClr val="bg2">
                    <a:lumMod val="75000"/>
                  </a:schemeClr>
                </a:solidFill>
              </a:rPr>
              <a:t>Ladder</a:t>
            </a:r>
            <a:r>
              <a:rPr lang="ro-RO" sz="2400" b="1" dirty="0">
                <a:solidFill>
                  <a:schemeClr val="bg2">
                    <a:lumMod val="75000"/>
                  </a:schemeClr>
                </a:solidFill>
              </a:rPr>
              <a:t>;</a:t>
            </a:r>
          </a:p>
          <a:p>
            <a:pPr marL="1943100" lvl="3" indent="-571500">
              <a:buFontTx/>
              <a:buChar char="-"/>
            </a:pPr>
            <a:r>
              <a:rPr lang="ro-RO" b="1" dirty="0">
                <a:solidFill>
                  <a:schemeClr val="bg2">
                    <a:lumMod val="75000"/>
                  </a:schemeClr>
                </a:solidFill>
              </a:rPr>
              <a:t>Input </a:t>
            </a:r>
            <a:r>
              <a:rPr lang="ro-RO" b="1" dirty="0" err="1">
                <a:solidFill>
                  <a:schemeClr val="bg2">
                    <a:lumMod val="75000"/>
                  </a:schemeClr>
                </a:solidFill>
              </a:rPr>
              <a:t>Scan</a:t>
            </a:r>
            <a:endParaRPr lang="ro-RO" b="1" dirty="0">
              <a:solidFill>
                <a:schemeClr val="bg2">
                  <a:lumMod val="75000"/>
                </a:schemeClr>
              </a:solidFill>
            </a:endParaRPr>
          </a:p>
          <a:p>
            <a:pPr marL="1943100" lvl="3" indent="-571500">
              <a:buFontTx/>
              <a:buChar char="-"/>
            </a:pPr>
            <a:r>
              <a:rPr lang="ro-RO" b="1" dirty="0">
                <a:solidFill>
                  <a:schemeClr val="bg2">
                    <a:lumMod val="75000"/>
                  </a:schemeClr>
                </a:solidFill>
              </a:rPr>
              <a:t>Program </a:t>
            </a:r>
            <a:r>
              <a:rPr lang="ro-RO" b="1" dirty="0" err="1">
                <a:solidFill>
                  <a:schemeClr val="bg2">
                    <a:lumMod val="75000"/>
                  </a:schemeClr>
                </a:solidFill>
              </a:rPr>
              <a:t>Scan</a:t>
            </a:r>
            <a:endParaRPr lang="ro-RO" b="1" dirty="0">
              <a:solidFill>
                <a:schemeClr val="bg2">
                  <a:lumMod val="75000"/>
                </a:schemeClr>
              </a:solidFill>
            </a:endParaRPr>
          </a:p>
          <a:p>
            <a:pPr marL="1943100" lvl="3" indent="-571500">
              <a:buFontTx/>
              <a:buChar char="-"/>
            </a:pPr>
            <a:r>
              <a:rPr lang="ro-RO" b="1" dirty="0">
                <a:solidFill>
                  <a:schemeClr val="bg2">
                    <a:lumMod val="75000"/>
                  </a:schemeClr>
                </a:solidFill>
              </a:rPr>
              <a:t>Output </a:t>
            </a:r>
            <a:r>
              <a:rPr lang="ro-RO" b="1" dirty="0" err="1">
                <a:solidFill>
                  <a:schemeClr val="bg2">
                    <a:lumMod val="75000"/>
                  </a:schemeClr>
                </a:solidFill>
              </a:rPr>
              <a:t>Scan</a:t>
            </a:r>
            <a:r>
              <a:rPr lang="ro-RO" b="1" dirty="0">
                <a:solidFill>
                  <a:schemeClr val="bg2">
                    <a:lumMod val="75000"/>
                  </a:schemeClr>
                </a:solidFill>
              </a:rPr>
              <a:t> </a:t>
            </a:r>
          </a:p>
          <a:p>
            <a:pPr marL="1943100" lvl="3" indent="-571500">
              <a:buFontTx/>
              <a:buChar char="-"/>
            </a:pPr>
            <a:r>
              <a:rPr lang="ro-RO" b="1" dirty="0">
                <a:solidFill>
                  <a:schemeClr val="bg2">
                    <a:lumMod val="75000"/>
                  </a:schemeClr>
                </a:solidFill>
              </a:rPr>
              <a:t>Consecințe</a:t>
            </a:r>
            <a:endParaRPr kumimoji="0" lang="ro-RO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Calibri" panose="020F0502020204030204"/>
            </a:endParaRPr>
          </a:p>
          <a:p>
            <a:r>
              <a:rPr lang="ro-RO" sz="2400" b="1" dirty="0">
                <a:solidFill>
                  <a:schemeClr val="bg2">
                    <a:lumMod val="75000"/>
                  </a:schemeClr>
                </a:solidFill>
              </a:rPr>
              <a:t>2) Elementele de baza ale limbajului </a:t>
            </a:r>
            <a:r>
              <a:rPr lang="ro-RO" sz="2400" b="1" dirty="0" err="1">
                <a:solidFill>
                  <a:schemeClr val="bg2">
                    <a:lumMod val="75000"/>
                  </a:schemeClr>
                </a:solidFill>
              </a:rPr>
              <a:t>Ladder</a:t>
            </a:r>
            <a:r>
              <a:rPr lang="ro-RO" sz="2400" b="1" dirty="0">
                <a:solidFill>
                  <a:schemeClr val="bg2">
                    <a:lumMod val="75000"/>
                  </a:schemeClr>
                </a:solidFill>
              </a:rPr>
              <a:t>;</a:t>
            </a:r>
          </a:p>
          <a:p>
            <a:pPr lvl="2"/>
            <a:r>
              <a:rPr lang="ro-RO" sz="2400" b="1" dirty="0">
                <a:solidFill>
                  <a:schemeClr val="bg2">
                    <a:lumMod val="75000"/>
                  </a:schemeClr>
                </a:solidFill>
              </a:rPr>
              <a:t>	- contacte; bobine; </a:t>
            </a:r>
          </a:p>
          <a:p>
            <a:r>
              <a:rPr lang="ro-RO" sz="2400" b="1" dirty="0">
                <a:solidFill>
                  <a:srgbClr val="0000FF"/>
                </a:solidFill>
              </a:rPr>
              <a:t>3) Cum aflăm valoarea de adevăr a unui simbol ?   (Vezi Seminar) </a:t>
            </a:r>
          </a:p>
          <a:p>
            <a:endParaRPr lang="ro-RO" sz="2000" b="1" dirty="0">
              <a:solidFill>
                <a:srgbClr val="0000FF"/>
              </a:solidFill>
            </a:endParaRPr>
          </a:p>
          <a:p>
            <a:r>
              <a:rPr lang="ro-RO" sz="2400" b="1" dirty="0">
                <a:solidFill>
                  <a:schemeClr val="bg2">
                    <a:lumMod val="75000"/>
                  </a:schemeClr>
                </a:solidFill>
              </a:rPr>
              <a:t>4) Diagrama de tranziție a stărilor – aspecte generale</a:t>
            </a:r>
          </a:p>
          <a:p>
            <a:endParaRPr lang="ro-RO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ro-RO" sz="2400" b="1" dirty="0">
                <a:solidFill>
                  <a:schemeClr val="bg2">
                    <a:lumMod val="75000"/>
                  </a:schemeClr>
                </a:solidFill>
              </a:rPr>
              <a:t>5) Transpunerea diagramelor de tranziție in program </a:t>
            </a:r>
            <a:r>
              <a:rPr lang="ro-RO" sz="2400" b="1" dirty="0" err="1">
                <a:solidFill>
                  <a:schemeClr val="bg2">
                    <a:lumMod val="75000"/>
                  </a:schemeClr>
                </a:solidFill>
              </a:rPr>
              <a:t>Ladder</a:t>
            </a:r>
            <a:r>
              <a:rPr lang="ro-RO" sz="2400" b="1" dirty="0">
                <a:solidFill>
                  <a:schemeClr val="bg2">
                    <a:lumMod val="75000"/>
                  </a:schemeClr>
                </a:solidFill>
              </a:rPr>
              <a:t> folosind bobine fără memorie  - Aplicație</a:t>
            </a:r>
          </a:p>
          <a:p>
            <a:endParaRPr kumimoji="0" lang="ro-RO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r>
              <a:rPr lang="ro-RO" sz="2400" b="1" dirty="0">
                <a:solidFill>
                  <a:schemeClr val="bg2">
                    <a:lumMod val="75000"/>
                  </a:schemeClr>
                </a:solidFill>
                <a:latin typeface="Calibri" panose="020F0502020204030204"/>
              </a:rPr>
              <a:t>6) Modificarea unei diagrame de tranziție deja existente </a:t>
            </a:r>
            <a:endParaRPr kumimoji="0" lang="ro-RO" sz="18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endParaRPr kumimoji="0" lang="ro-RO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4906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ED91FF69-F886-4627-9FD4-93B867704A70}"/>
              </a:ext>
            </a:extLst>
          </p:cNvPr>
          <p:cNvSpPr/>
          <p:nvPr/>
        </p:nvSpPr>
        <p:spPr>
          <a:xfrm>
            <a:off x="883977" y="320074"/>
            <a:ext cx="10606924" cy="615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Agend</a:t>
            </a:r>
            <a:r>
              <a:rPr kumimoji="0" lang="ro-RO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ă: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ro-RO" sz="2400" b="1" dirty="0">
                <a:solidFill>
                  <a:schemeClr val="bg2">
                    <a:lumMod val="75000"/>
                  </a:schemeClr>
                </a:solidFill>
              </a:rPr>
              <a:t>Modul de execuție al unui program </a:t>
            </a:r>
            <a:r>
              <a:rPr lang="ro-RO" sz="2400" b="1" dirty="0" err="1">
                <a:solidFill>
                  <a:schemeClr val="bg2">
                    <a:lumMod val="75000"/>
                  </a:schemeClr>
                </a:solidFill>
              </a:rPr>
              <a:t>Ladder</a:t>
            </a:r>
            <a:r>
              <a:rPr lang="ro-RO" sz="2400" b="1" dirty="0">
                <a:solidFill>
                  <a:schemeClr val="bg2">
                    <a:lumMod val="75000"/>
                  </a:schemeClr>
                </a:solidFill>
              </a:rPr>
              <a:t>;</a:t>
            </a:r>
          </a:p>
          <a:p>
            <a:pPr marL="1943100" lvl="3" indent="-571500">
              <a:buFontTx/>
              <a:buChar char="-"/>
            </a:pPr>
            <a:r>
              <a:rPr lang="ro-RO" b="1" dirty="0">
                <a:solidFill>
                  <a:schemeClr val="bg2">
                    <a:lumMod val="75000"/>
                  </a:schemeClr>
                </a:solidFill>
              </a:rPr>
              <a:t>Input </a:t>
            </a:r>
            <a:r>
              <a:rPr lang="ro-RO" b="1" dirty="0" err="1">
                <a:solidFill>
                  <a:schemeClr val="bg2">
                    <a:lumMod val="75000"/>
                  </a:schemeClr>
                </a:solidFill>
              </a:rPr>
              <a:t>Scan</a:t>
            </a:r>
            <a:endParaRPr lang="ro-RO" b="1" dirty="0">
              <a:solidFill>
                <a:schemeClr val="bg2">
                  <a:lumMod val="75000"/>
                </a:schemeClr>
              </a:solidFill>
            </a:endParaRPr>
          </a:p>
          <a:p>
            <a:pPr marL="1943100" lvl="3" indent="-571500">
              <a:buFontTx/>
              <a:buChar char="-"/>
            </a:pPr>
            <a:r>
              <a:rPr lang="ro-RO" b="1" dirty="0">
                <a:solidFill>
                  <a:schemeClr val="bg2">
                    <a:lumMod val="75000"/>
                  </a:schemeClr>
                </a:solidFill>
              </a:rPr>
              <a:t>Program </a:t>
            </a:r>
            <a:r>
              <a:rPr lang="ro-RO" b="1" dirty="0" err="1">
                <a:solidFill>
                  <a:schemeClr val="bg2">
                    <a:lumMod val="75000"/>
                  </a:schemeClr>
                </a:solidFill>
              </a:rPr>
              <a:t>Scan</a:t>
            </a:r>
            <a:endParaRPr lang="ro-RO" b="1" dirty="0">
              <a:solidFill>
                <a:schemeClr val="bg2">
                  <a:lumMod val="75000"/>
                </a:schemeClr>
              </a:solidFill>
            </a:endParaRPr>
          </a:p>
          <a:p>
            <a:pPr marL="1943100" lvl="3" indent="-571500">
              <a:buFontTx/>
              <a:buChar char="-"/>
            </a:pPr>
            <a:r>
              <a:rPr lang="ro-RO" b="1" dirty="0">
                <a:solidFill>
                  <a:schemeClr val="bg2">
                    <a:lumMod val="75000"/>
                  </a:schemeClr>
                </a:solidFill>
              </a:rPr>
              <a:t>Output </a:t>
            </a:r>
            <a:r>
              <a:rPr lang="ro-RO" b="1" dirty="0" err="1">
                <a:solidFill>
                  <a:schemeClr val="bg2">
                    <a:lumMod val="75000"/>
                  </a:schemeClr>
                </a:solidFill>
              </a:rPr>
              <a:t>Scan</a:t>
            </a:r>
            <a:r>
              <a:rPr lang="ro-RO" b="1" dirty="0">
                <a:solidFill>
                  <a:schemeClr val="bg2">
                    <a:lumMod val="75000"/>
                  </a:schemeClr>
                </a:solidFill>
              </a:rPr>
              <a:t> </a:t>
            </a:r>
          </a:p>
          <a:p>
            <a:pPr marL="1943100" lvl="3" indent="-571500">
              <a:buFontTx/>
              <a:buChar char="-"/>
            </a:pPr>
            <a:r>
              <a:rPr lang="ro-RO" b="1" dirty="0">
                <a:solidFill>
                  <a:schemeClr val="bg2">
                    <a:lumMod val="75000"/>
                  </a:schemeClr>
                </a:solidFill>
              </a:rPr>
              <a:t>Consecințe</a:t>
            </a:r>
            <a:endParaRPr kumimoji="0" lang="ro-RO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Calibri" panose="020F0502020204030204"/>
            </a:endParaRPr>
          </a:p>
          <a:p>
            <a:r>
              <a:rPr lang="ro-RO" sz="2400" b="1" dirty="0">
                <a:solidFill>
                  <a:schemeClr val="bg2">
                    <a:lumMod val="75000"/>
                  </a:schemeClr>
                </a:solidFill>
              </a:rPr>
              <a:t>2) Elementele de baza ale limbajului </a:t>
            </a:r>
            <a:r>
              <a:rPr lang="ro-RO" sz="2400" b="1" dirty="0" err="1">
                <a:solidFill>
                  <a:schemeClr val="bg2">
                    <a:lumMod val="75000"/>
                  </a:schemeClr>
                </a:solidFill>
              </a:rPr>
              <a:t>Ladder</a:t>
            </a:r>
            <a:r>
              <a:rPr lang="ro-RO" sz="2400" b="1" dirty="0">
                <a:solidFill>
                  <a:schemeClr val="bg2">
                    <a:lumMod val="75000"/>
                  </a:schemeClr>
                </a:solidFill>
              </a:rPr>
              <a:t>;</a:t>
            </a:r>
          </a:p>
          <a:p>
            <a:pPr lvl="2"/>
            <a:r>
              <a:rPr lang="ro-RO" sz="2400" b="1" dirty="0">
                <a:solidFill>
                  <a:schemeClr val="bg2">
                    <a:lumMod val="75000"/>
                  </a:schemeClr>
                </a:solidFill>
              </a:rPr>
              <a:t>	- contacte; bobine; </a:t>
            </a:r>
          </a:p>
          <a:p>
            <a:r>
              <a:rPr lang="ro-RO" sz="2400" b="1" dirty="0">
                <a:solidFill>
                  <a:schemeClr val="bg2">
                    <a:lumMod val="75000"/>
                  </a:schemeClr>
                </a:solidFill>
              </a:rPr>
              <a:t>3) Cum aflăm valoarea de adevăr a unui simbol ? </a:t>
            </a:r>
          </a:p>
          <a:p>
            <a:endParaRPr lang="ro-RO" sz="2000" b="1" dirty="0">
              <a:solidFill>
                <a:srgbClr val="0000FF"/>
              </a:solidFill>
            </a:endParaRPr>
          </a:p>
          <a:p>
            <a:r>
              <a:rPr lang="ro-RO" sz="2400" b="1" dirty="0">
                <a:solidFill>
                  <a:srgbClr val="0000FF"/>
                </a:solidFill>
              </a:rPr>
              <a:t>4) Diagrama de tranziție a stărilor – aspecte generale</a:t>
            </a:r>
          </a:p>
          <a:p>
            <a:endParaRPr lang="ro-RO" b="1" dirty="0">
              <a:solidFill>
                <a:srgbClr val="0000FF"/>
              </a:solidFill>
            </a:endParaRPr>
          </a:p>
          <a:p>
            <a:r>
              <a:rPr lang="ro-RO" sz="2400" b="1" dirty="0">
                <a:solidFill>
                  <a:schemeClr val="bg2">
                    <a:lumMod val="75000"/>
                  </a:schemeClr>
                </a:solidFill>
              </a:rPr>
              <a:t>5) Transpunerea diagramelor de tranziție in program </a:t>
            </a:r>
            <a:r>
              <a:rPr lang="ro-RO" sz="2400" b="1" dirty="0" err="1">
                <a:solidFill>
                  <a:schemeClr val="bg2">
                    <a:lumMod val="75000"/>
                  </a:schemeClr>
                </a:solidFill>
              </a:rPr>
              <a:t>Ladder</a:t>
            </a:r>
            <a:r>
              <a:rPr lang="ro-RO" sz="2400" b="1" dirty="0">
                <a:solidFill>
                  <a:schemeClr val="bg2">
                    <a:lumMod val="75000"/>
                  </a:schemeClr>
                </a:solidFill>
              </a:rPr>
              <a:t> folosind bobine fără memorie  - Aplicație</a:t>
            </a:r>
          </a:p>
          <a:p>
            <a:endParaRPr kumimoji="0" lang="ro-RO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r>
              <a:rPr lang="ro-RO" sz="2400" b="1" dirty="0">
                <a:solidFill>
                  <a:schemeClr val="bg2">
                    <a:lumMod val="75000"/>
                  </a:schemeClr>
                </a:solidFill>
                <a:latin typeface="Calibri" panose="020F0502020204030204"/>
              </a:rPr>
              <a:t>6) Modificarea unei diagrame de tranziție deja existente </a:t>
            </a:r>
            <a:endParaRPr kumimoji="0" lang="ro-RO" sz="18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endParaRPr kumimoji="0" lang="ro-RO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7567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FF499BFD-2D1D-4E7B-A325-AC4AC7718A70}"/>
              </a:ext>
            </a:extLst>
          </p:cNvPr>
          <p:cNvSpPr/>
          <p:nvPr/>
        </p:nvSpPr>
        <p:spPr>
          <a:xfrm>
            <a:off x="335343" y="137196"/>
            <a:ext cx="79891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2">
              <a:defRPr/>
            </a:pPr>
            <a:r>
              <a:rPr lang="ro-RO" b="1" i="1" dirty="0">
                <a:solidFill>
                  <a:srgbClr val="0000FF"/>
                </a:solidFill>
              </a:rPr>
              <a:t>Transpunerea in program </a:t>
            </a:r>
            <a:r>
              <a:rPr lang="ro-RO" b="1" i="1" dirty="0" err="1">
                <a:solidFill>
                  <a:srgbClr val="0000FF"/>
                </a:solidFill>
              </a:rPr>
              <a:t>Ladder</a:t>
            </a:r>
            <a:r>
              <a:rPr lang="ro-RO" b="1" i="1" dirty="0">
                <a:solidFill>
                  <a:srgbClr val="0000FF"/>
                </a:solidFill>
              </a:rPr>
              <a:t> a unei diagrame de tranziție a stărilor </a:t>
            </a:r>
          </a:p>
        </p:txBody>
      </p:sp>
      <p:sp>
        <p:nvSpPr>
          <p:cNvPr id="5" name="Dreptunghi 4">
            <a:extLst>
              <a:ext uri="{FF2B5EF4-FFF2-40B4-BE49-F238E27FC236}">
                <a16:creationId xmlns:a16="http://schemas.microsoft.com/office/drawing/2014/main" id="{1A212F02-29F4-42C0-B569-E97A2D9EC29A}"/>
              </a:ext>
            </a:extLst>
          </p:cNvPr>
          <p:cNvSpPr/>
          <p:nvPr/>
        </p:nvSpPr>
        <p:spPr>
          <a:xfrm>
            <a:off x="701099" y="777269"/>
            <a:ext cx="10332607" cy="5616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 err="1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Etape</a:t>
            </a:r>
            <a:r>
              <a:rPr lang="ro-RO" sz="2400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</a:t>
            </a:r>
            <a:r>
              <a:rPr lang="en-US" sz="2400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en-US" sz="2400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trebuie</a:t>
            </a:r>
            <a:r>
              <a:rPr lang="en-US" sz="2400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parcurse</a:t>
            </a:r>
            <a:r>
              <a:rPr lang="ro-RO" sz="2400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în proiectarea programului </a:t>
            </a:r>
            <a:r>
              <a:rPr lang="ro-RO" sz="2400" b="1" dirty="0" err="1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Ladder</a:t>
            </a:r>
            <a:r>
              <a:rPr lang="ro-RO" sz="2400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en-US" sz="2400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sz="2400" b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buFontTx/>
              <a:buChar char="-"/>
            </a:pPr>
            <a:endParaRPr lang="ro-RO" b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buFontTx/>
              <a:buChar char="-"/>
            </a:pP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Cunoașterea instalației;</a:t>
            </a:r>
          </a:p>
          <a:p>
            <a:pPr marL="1657350" lvl="3" indent="-285750">
              <a:spcBef>
                <a:spcPts val="600"/>
              </a:spcBef>
              <a:buFontTx/>
              <a:buChar char="-"/>
            </a:pP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numărul elementelor de intrare, tipul acestor elemente (senzori activi sau comutatoare mecanice), nivelul logic pe care sunt activi senzorii, adresele de intrare;</a:t>
            </a:r>
          </a:p>
          <a:p>
            <a:pPr marL="1657350" lvl="3" indent="-285750">
              <a:spcBef>
                <a:spcPts val="600"/>
              </a:spcBef>
              <a:buFontTx/>
              <a:buChar char="-"/>
            </a:pP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numărul elementelor de ieșire, adresele de ieșire;</a:t>
            </a:r>
          </a:p>
          <a:p>
            <a:pPr marL="742950" lvl="1" indent="-285750">
              <a:spcBef>
                <a:spcPts val="600"/>
              </a:spcBef>
              <a:buFontTx/>
              <a:buChar char="-"/>
            </a:pP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Trasarea grafului de tranziție a stărilor;</a:t>
            </a:r>
          </a:p>
          <a:p>
            <a:pPr marL="742950" lvl="1" indent="-285750">
              <a:spcBef>
                <a:spcPts val="600"/>
              </a:spcBef>
              <a:buFontTx/>
              <a:buChar char="-"/>
            </a:pP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cs typeface="Times New Roman" panose="02020603050405020304" pitchFamily="18" charset="0"/>
              </a:rPr>
              <a:t>Codificarea stărilor + Alocarea de memorie pentru stări și pentru tranziții;</a:t>
            </a:r>
          </a:p>
          <a:p>
            <a:pPr marL="742950" lvl="1" indent="-285750">
              <a:spcBef>
                <a:spcPts val="600"/>
              </a:spcBef>
              <a:buFontTx/>
              <a:buChar char="-"/>
            </a:pP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cs typeface="Times New Roman" panose="02020603050405020304" pitchFamily="18" charset="0"/>
              </a:rPr>
              <a:t>Alegerea tipului de bobină cu care se face implementarea stărilor </a:t>
            </a:r>
          </a:p>
          <a:p>
            <a:pPr marL="742950" lvl="1" indent="-285750">
              <a:spcBef>
                <a:spcPts val="600"/>
              </a:spcBef>
              <a:buFontTx/>
              <a:buChar char="-"/>
            </a:pP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cs typeface="Times New Roman" panose="02020603050405020304" pitchFamily="18" charset="0"/>
              </a:rPr>
              <a:t>Extragerea ecuațiilor:</a:t>
            </a:r>
          </a:p>
          <a:p>
            <a:pPr marL="1657350" lvl="3" indent="-285750">
              <a:spcBef>
                <a:spcPts val="600"/>
              </a:spcBef>
              <a:buFontTx/>
              <a:buChar char="-"/>
            </a:pP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cs typeface="Times New Roman" panose="02020603050405020304" pitchFamily="18" charset="0"/>
              </a:rPr>
              <a:t>pentru tranziții;</a:t>
            </a:r>
          </a:p>
          <a:p>
            <a:pPr marL="1657350" lvl="3" indent="-285750">
              <a:spcBef>
                <a:spcPts val="600"/>
              </a:spcBef>
              <a:buFontTx/>
              <a:buChar char="-"/>
            </a:pP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cs typeface="Times New Roman" panose="02020603050405020304" pitchFamily="18" charset="0"/>
              </a:rPr>
              <a:t>pentru stări </a:t>
            </a:r>
          </a:p>
          <a:p>
            <a:pPr marL="1657350" lvl="3" indent="-285750">
              <a:spcBef>
                <a:spcPts val="600"/>
              </a:spcBef>
              <a:buFontTx/>
              <a:buChar char="-"/>
            </a:pP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cs typeface="Times New Roman" panose="02020603050405020304" pitchFamily="18" charset="0"/>
              </a:rPr>
              <a:t>pentru ieșiri;</a:t>
            </a:r>
          </a:p>
          <a:p>
            <a:pPr marL="742950" lvl="1" indent="-285750">
              <a:spcBef>
                <a:spcPts val="600"/>
              </a:spcBef>
              <a:buFontTx/>
              <a:buChar char="-"/>
            </a:pP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cs typeface="Times New Roman" panose="02020603050405020304" pitchFamily="18" charset="0"/>
              </a:rPr>
              <a:t>Transcrierea în program </a:t>
            </a:r>
            <a:r>
              <a:rPr lang="ro-RO" b="1" dirty="0" err="1">
                <a:solidFill>
                  <a:srgbClr val="0000FF"/>
                </a:solidFill>
                <a:latin typeface="Tahoma" panose="020B0604030504040204" pitchFamily="34" charset="0"/>
                <a:cs typeface="Times New Roman" panose="02020603050405020304" pitchFamily="18" charset="0"/>
              </a:rPr>
              <a:t>Ladder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cs typeface="Times New Roman" panose="02020603050405020304" pitchFamily="18" charset="0"/>
              </a:rPr>
              <a:t> a ecuațiilor descrise anterior;</a:t>
            </a:r>
          </a:p>
          <a:p>
            <a:pPr marL="742950" lvl="1" indent="-285750">
              <a:spcBef>
                <a:spcPts val="600"/>
              </a:spcBef>
              <a:buFontTx/>
              <a:buChar char="-"/>
            </a:pP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cs typeface="Times New Roman" panose="02020603050405020304" pitchFamily="18" charset="0"/>
              </a:rPr>
              <a:t>Testarea programului;</a:t>
            </a:r>
          </a:p>
        </p:txBody>
      </p:sp>
    </p:spTree>
    <p:extLst>
      <p:ext uri="{BB962C8B-B14F-4D97-AF65-F5344CB8AC3E}">
        <p14:creationId xmlns:p14="http://schemas.microsoft.com/office/powerpoint/2010/main" val="8932895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5F7456B5-BBAD-4B5E-9B5C-93C574898260}"/>
              </a:ext>
            </a:extLst>
          </p:cNvPr>
          <p:cNvSpPr/>
          <p:nvPr/>
        </p:nvSpPr>
        <p:spPr>
          <a:xfrm>
            <a:off x="335342" y="777269"/>
            <a:ext cx="969253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 metodă de codificare a stărilor alegem?  </a:t>
            </a:r>
            <a:endParaRPr lang="ro-RO" sz="2000" b="1" i="1" dirty="0">
              <a:solidFill>
                <a:srgbClr val="FF0000"/>
              </a:solidFill>
              <a:latin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Dreptunghi 8">
            <a:extLst>
              <a:ext uri="{FF2B5EF4-FFF2-40B4-BE49-F238E27FC236}">
                <a16:creationId xmlns:a16="http://schemas.microsoft.com/office/drawing/2014/main" id="{18FD1417-7E7C-4393-BCAD-5EF4C0B85B94}"/>
              </a:ext>
            </a:extLst>
          </p:cNvPr>
          <p:cNvSpPr/>
          <p:nvPr/>
        </p:nvSpPr>
        <p:spPr>
          <a:xfrm>
            <a:off x="3627147" y="1417342"/>
            <a:ext cx="8320949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o-RO" b="1" i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o-RO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Orice stare din graf trebuie să aibă un cod binar unic ;</a:t>
            </a:r>
          </a:p>
          <a:p>
            <a:endParaRPr lang="ro-RO" i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o-RO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 poate opta pentru o codificare la nivel de cuvânt (registru):</a:t>
            </a:r>
          </a:p>
          <a:p>
            <a:pPr marL="285750" indent="-285750">
              <a:buFontTx/>
              <a:buChar char="-"/>
            </a:pPr>
            <a:endParaRPr lang="ro-RO" i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o-RO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	</a:t>
            </a:r>
            <a:r>
              <a:rPr lang="ro-RO" b="1" i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St_0= 00;    St_1= 01;     St_2= 10;    St_3= 11; </a:t>
            </a:r>
          </a:p>
          <a:p>
            <a:endParaRPr lang="ro-RO" i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o-RO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 poate opta pentru o codificare specială cum ar fi codificarea </a:t>
            </a:r>
            <a:r>
              <a:rPr lang="ro-RO" b="1" i="1" dirty="0" err="1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Hot</a:t>
            </a:r>
            <a:r>
              <a:rPr lang="ro-RO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Tx/>
              <a:buChar char="-"/>
            </a:pPr>
            <a:endParaRPr lang="ro-RO" i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o-RO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	</a:t>
            </a:r>
            <a:r>
              <a:rPr lang="ro-RO" b="1" i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St_0= </a:t>
            </a: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b="1" i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000;    St_1= 0</a:t>
            </a: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b="1" i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00;     St_2= 00</a:t>
            </a: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b="1" i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0;    St_3= 000</a:t>
            </a: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b="1" i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endParaRPr lang="ro-RO" i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o-RO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 codificarea </a:t>
            </a:r>
            <a:r>
              <a:rPr lang="ro-RO" i="1" dirty="0" err="1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ro-RO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Hot, fiecare stare are propriul său bistabil (fie de tip D fie de tip JK);</a:t>
            </a:r>
          </a:p>
          <a:p>
            <a:endParaRPr lang="ro-RO" i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o-RO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Codificarea </a:t>
            </a:r>
            <a:r>
              <a:rPr lang="ro-RO" i="1" dirty="0" err="1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ro-RO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Hot este mai atractivă deoarece:</a:t>
            </a:r>
          </a:p>
          <a:p>
            <a:pPr marL="1200150" lvl="2" indent="-285750">
              <a:buFontTx/>
              <a:buChar char="-"/>
            </a:pPr>
            <a:r>
              <a:rPr lang="ro-RO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reduce efortul de proiectare al schemei logice a automatului;</a:t>
            </a:r>
          </a:p>
          <a:p>
            <a:pPr marL="1200150" lvl="2" indent="-285750">
              <a:buFontTx/>
              <a:buChar char="-"/>
            </a:pPr>
            <a:r>
              <a:rPr lang="ro-RO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procedura de extragere a ecuațiilor este mai simplă; </a:t>
            </a:r>
          </a:p>
        </p:txBody>
      </p:sp>
      <p:sp>
        <p:nvSpPr>
          <p:cNvPr id="6" name="Dreptunghi 5">
            <a:extLst>
              <a:ext uri="{FF2B5EF4-FFF2-40B4-BE49-F238E27FC236}">
                <a16:creationId xmlns:a16="http://schemas.microsoft.com/office/drawing/2014/main" id="{B48E8792-C207-46C7-BEC5-F824B66CD2D1}"/>
              </a:ext>
            </a:extLst>
          </p:cNvPr>
          <p:cNvSpPr/>
          <p:nvPr/>
        </p:nvSpPr>
        <p:spPr>
          <a:xfrm>
            <a:off x="426782" y="137196"/>
            <a:ext cx="68579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o-RO" b="1" i="1" dirty="0"/>
              <a:t>Diagrama de tranziție a stărilor – aspecte generale  </a:t>
            </a:r>
          </a:p>
        </p:txBody>
      </p:sp>
      <p:pic>
        <p:nvPicPr>
          <p:cNvPr id="8" name="Imagine 7">
            <a:extLst>
              <a:ext uri="{FF2B5EF4-FFF2-40B4-BE49-F238E27FC236}">
                <a16:creationId xmlns:a16="http://schemas.microsoft.com/office/drawing/2014/main" id="{E9901ED3-D6E9-455A-A651-BB03271C3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1508781"/>
            <a:ext cx="2790825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7738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5F7456B5-BBAD-4B5E-9B5C-93C574898260}"/>
              </a:ext>
            </a:extLst>
          </p:cNvPr>
          <p:cNvSpPr/>
          <p:nvPr/>
        </p:nvSpPr>
        <p:spPr>
          <a:xfrm>
            <a:off x="335342" y="777269"/>
            <a:ext cx="969253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 este o diagrama de tranziție a stărilor? Ce este o stare? </a:t>
            </a:r>
            <a:endParaRPr lang="ro-RO" sz="2000" b="1" i="1" dirty="0">
              <a:solidFill>
                <a:srgbClr val="FF0000"/>
              </a:solidFill>
              <a:latin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Dreptunghi 7">
            <a:extLst>
              <a:ext uri="{FF2B5EF4-FFF2-40B4-BE49-F238E27FC236}">
                <a16:creationId xmlns:a16="http://schemas.microsoft.com/office/drawing/2014/main" id="{7B88490E-86EA-454C-9064-F8F2D74337C1}"/>
              </a:ext>
            </a:extLst>
          </p:cNvPr>
          <p:cNvSpPr/>
          <p:nvPr/>
        </p:nvSpPr>
        <p:spPr>
          <a:xfrm>
            <a:off x="4541537" y="1508781"/>
            <a:ext cx="7406559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FSM-urile sunt folosite pentru comanda proceselor/instalațiilor/circuitelor cu funcționare secvențială. </a:t>
            </a:r>
          </a:p>
          <a:p>
            <a:pPr marL="285750" indent="-285750">
              <a:buFontTx/>
              <a:buChar char="-"/>
            </a:pPr>
            <a:endParaRPr lang="ro-RO" b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o-RO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diagramă de tranziție 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stărilor este o reprezentare grafică a algoritmului de control după care lucrează automatul.</a:t>
            </a:r>
          </a:p>
          <a:p>
            <a:pPr marL="285750" indent="-285750">
              <a:buFontTx/>
              <a:buChar char="-"/>
            </a:pPr>
            <a:endParaRPr lang="ro-RO" b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  (</a:t>
            </a:r>
            <a:r>
              <a:rPr lang="ro-RO" i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Diagramă de tranziție a stărilor = Graf de tranziție )</a:t>
            </a:r>
          </a:p>
          <a:p>
            <a:endParaRPr lang="ro-RO" i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o-RO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stare 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este o etapă particulară (un pas) ce apare în funcționarea instalației controlate de FSM</a:t>
            </a:r>
          </a:p>
          <a:p>
            <a:pPr marL="285750" indent="-285750">
              <a:buFontTx/>
              <a:buChar char="-"/>
            </a:pPr>
            <a:endParaRPr lang="ro-RO" b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ro-RO" i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 Stare = Pas = Etapă particulară )  </a:t>
            </a:r>
          </a:p>
          <a:p>
            <a:endParaRPr lang="ro-RO" b="1" dirty="0">
              <a:solidFill>
                <a:srgbClr val="FF0000"/>
              </a:solidFill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o-RO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Atenție! 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 multe cazuri, aceiași funcționare se poate obține folosind diagrame de tranziție diferite.</a:t>
            </a:r>
          </a:p>
          <a:p>
            <a:endParaRPr lang="ro-RO" b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Dreptunghi 9">
            <a:extLst>
              <a:ext uri="{FF2B5EF4-FFF2-40B4-BE49-F238E27FC236}">
                <a16:creationId xmlns:a16="http://schemas.microsoft.com/office/drawing/2014/main" id="{8409A113-B997-4B98-BAC6-10A4AE884FF9}"/>
              </a:ext>
            </a:extLst>
          </p:cNvPr>
          <p:cNvSpPr/>
          <p:nvPr/>
        </p:nvSpPr>
        <p:spPr>
          <a:xfrm>
            <a:off x="426782" y="137196"/>
            <a:ext cx="68579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o-RO" b="1" i="1" dirty="0"/>
              <a:t>Diagrama de tranziție a stărilor – aspecte generale 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3C64816D-8686-4BC3-B56B-5189AD0C2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5" y="1508781"/>
            <a:ext cx="4181475" cy="452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7368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0C987C65-F314-4F99-9FD5-CCE5D7C737BB}"/>
              </a:ext>
            </a:extLst>
          </p:cNvPr>
          <p:cNvSpPr/>
          <p:nvPr/>
        </p:nvSpPr>
        <p:spPr>
          <a:xfrm>
            <a:off x="335343" y="777269"/>
            <a:ext cx="11612753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 conține o diagramă de tranziție a stărilor ? (1/2)</a:t>
            </a:r>
          </a:p>
          <a:p>
            <a:endParaRPr lang="ro-RO" b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buFontTx/>
              <a:buChar char="-"/>
            </a:pP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reprezentare grafică a 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programului de lucru 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 automatului;</a:t>
            </a:r>
          </a:p>
          <a:p>
            <a:pPr marL="742950" lvl="1" indent="-285750">
              <a:spcBef>
                <a:spcPts val="600"/>
              </a:spcBef>
              <a:buFontTx/>
              <a:buChar char="-"/>
            </a:pP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Este formată din stări și din tranziții;</a:t>
            </a:r>
          </a:p>
          <a:p>
            <a:pPr marL="742950" lvl="1" indent="-285750">
              <a:spcBef>
                <a:spcPts val="600"/>
              </a:spcBef>
              <a:buFontTx/>
              <a:buChar char="-"/>
            </a:pPr>
            <a:r>
              <a:rPr lang="ro-RO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Starea</a:t>
            </a:r>
            <a:endParaRPr lang="ro-RO" b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spcBef>
                <a:spcPts val="600"/>
              </a:spcBef>
              <a:buFontTx/>
              <a:buChar char="-"/>
            </a:pP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este reprezentată printr-un cerc (uneori dreptunghi) </a:t>
            </a:r>
          </a:p>
          <a:p>
            <a:pPr marL="1657350" lvl="3" indent="-285750">
              <a:spcBef>
                <a:spcPts val="600"/>
              </a:spcBef>
              <a:buFontTx/>
              <a:buChar char="-"/>
            </a:pP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este o etapă (un pas, o acțiune elementară ...) dintr-un proces de control cu desfășurare secvențială;</a:t>
            </a:r>
          </a:p>
          <a:p>
            <a:pPr marL="1657350" lvl="3" indent="-285750">
              <a:spcBef>
                <a:spcPts val="600"/>
              </a:spcBef>
              <a:buFontTx/>
              <a:buChar char="-"/>
            </a:pP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 existență temporală – poate fi folosită pentru comanda elementelor de execuție ce trebuie să rămână active o perioadă mai lungă de timp</a:t>
            </a:r>
          </a:p>
          <a:p>
            <a:pPr marL="1657350" lvl="3" indent="-285750">
              <a:spcBef>
                <a:spcPts val="600"/>
              </a:spcBef>
              <a:buFontTx/>
              <a:buChar char="-"/>
            </a:pP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 cazul codificării </a:t>
            </a:r>
            <a:r>
              <a:rPr lang="ro-RO" b="1" i="1" dirty="0" err="1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-Hot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 fiecare </a:t>
            </a:r>
            <a:r>
              <a:rPr lang="ro-RO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stare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are un </a:t>
            </a:r>
            <a:r>
              <a:rPr lang="ro-RO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 propriu 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din </a:t>
            </a:r>
            <a:r>
              <a:rPr lang="ro-RO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registrul de stare 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1657350" lvl="3" indent="-285750">
              <a:spcBef>
                <a:spcPts val="600"/>
              </a:spcBef>
              <a:buFontTx/>
              <a:buChar char="-"/>
            </a:pP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ro-RO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pornirea automatului 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este necesară o etapă de </a:t>
            </a:r>
            <a:r>
              <a:rPr lang="ro-RO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inițializare a stărilor </a:t>
            </a:r>
          </a:p>
          <a:p>
            <a:pPr marL="1657350" lvl="3" indent="-285750">
              <a:spcBef>
                <a:spcPts val="600"/>
              </a:spcBef>
              <a:buFontTx/>
              <a:buChar char="-"/>
            </a:pP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inițializarea stărilor se face folosind bitul </a:t>
            </a:r>
            <a:r>
              <a:rPr lang="ro-RO" b="1" i="1" dirty="0" err="1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b="1" i="1" dirty="0" err="1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Scan</a:t>
            </a:r>
            <a:endParaRPr lang="ro-RO" b="1" i="1" dirty="0">
              <a:solidFill>
                <a:srgbClr val="FF0000"/>
              </a:solidFill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600"/>
              </a:spcBef>
            </a:pPr>
            <a:r>
              <a:rPr lang="ro-RO" sz="1600" b="1" i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Atenție! În orice moment de timp avem doar o singură stare activă în diagrama de tranziție a stărilor.</a:t>
            </a:r>
          </a:p>
        </p:txBody>
      </p:sp>
      <p:sp>
        <p:nvSpPr>
          <p:cNvPr id="6" name="Dreptunghi 5">
            <a:extLst>
              <a:ext uri="{FF2B5EF4-FFF2-40B4-BE49-F238E27FC236}">
                <a16:creationId xmlns:a16="http://schemas.microsoft.com/office/drawing/2014/main" id="{B34AAE45-0BCF-499D-B329-D9F1064DA3F3}"/>
              </a:ext>
            </a:extLst>
          </p:cNvPr>
          <p:cNvSpPr/>
          <p:nvPr/>
        </p:nvSpPr>
        <p:spPr>
          <a:xfrm>
            <a:off x="426782" y="137196"/>
            <a:ext cx="68579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o-RO" b="1" i="1" dirty="0"/>
              <a:t>Diagrama de tranziție a stărilor – aspecte generale  </a:t>
            </a: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F5B3D1C3-5037-4969-909A-282C981A1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4926" y="137196"/>
            <a:ext cx="2468853" cy="267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7979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0C987C65-F314-4F99-9FD5-CCE5D7C737BB}"/>
              </a:ext>
            </a:extLst>
          </p:cNvPr>
          <p:cNvSpPr/>
          <p:nvPr/>
        </p:nvSpPr>
        <p:spPr>
          <a:xfrm>
            <a:off x="243904" y="960147"/>
            <a:ext cx="10881241" cy="50321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 conține o diagramă de tranziție a stărilor? (2/2)</a:t>
            </a:r>
            <a:endParaRPr lang="ro-RO" b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buFontTx/>
              <a:buChar char="-"/>
            </a:pPr>
            <a:r>
              <a:rPr lang="ro-RO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Tranziția</a:t>
            </a:r>
            <a:endParaRPr lang="ro-RO" b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spcBef>
                <a:spcPts val="600"/>
              </a:spcBef>
              <a:buFontTx/>
              <a:buChar char="-"/>
            </a:pP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este reprezentată printr-un arc orientat </a:t>
            </a:r>
          </a:p>
          <a:p>
            <a:pPr marL="1657350" lvl="3" indent="-285750">
              <a:spcBef>
                <a:spcPts val="600"/>
              </a:spcBef>
              <a:buFontTx/>
              <a:buChar char="-"/>
            </a:pP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este de scurtă durată  (o perioadă a semnalului de ceas) </a:t>
            </a:r>
          </a:p>
          <a:p>
            <a:pPr marL="1657350" lvl="3" indent="-285750">
              <a:spcBef>
                <a:spcPts val="600"/>
              </a:spcBef>
              <a:buFontTx/>
              <a:buChar char="-"/>
            </a:pP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 poate fi folosită pentru comanda elementelor de execuție ce trebuie să rămână active o perioadă mai lungă de timp ;</a:t>
            </a:r>
          </a:p>
          <a:p>
            <a:pPr marL="1657350" lvl="3" indent="-285750">
              <a:spcBef>
                <a:spcPts val="600"/>
              </a:spcBef>
              <a:buFontTx/>
              <a:buChar char="-"/>
            </a:pP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este activată doar dacă o anumită condiție de intrare este satisfăcută ( este condiționată de evenimentele de pe intrări);</a:t>
            </a:r>
          </a:p>
          <a:p>
            <a:pPr marL="1657350" lvl="3" indent="-285750">
              <a:spcBef>
                <a:spcPts val="600"/>
              </a:spcBef>
              <a:buFontTx/>
              <a:buChar char="-"/>
            </a:pP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numărul maxim de tranziții de ieșire dintr-o stare este 2 la puterea număr de intrări;</a:t>
            </a:r>
          </a:p>
          <a:p>
            <a:pPr marL="1657350" lvl="3" indent="-285750">
              <a:spcBef>
                <a:spcPts val="600"/>
              </a:spcBef>
              <a:buFontTx/>
              <a:buChar char="-"/>
            </a:pPr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Atenție! </a:t>
            </a:r>
          </a:p>
          <a:p>
            <a:pPr marL="2571750" lvl="5" indent="-285750">
              <a:spcBef>
                <a:spcPts val="600"/>
              </a:spcBef>
              <a:buFontTx/>
              <a:buChar char="-"/>
            </a:pP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 diagrame se trec doar </a:t>
            </a:r>
            <a:r>
              <a:rPr lang="ro-RO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tranzițiile relevante 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cele care realizează deplasări de la o stare la alta;</a:t>
            </a:r>
          </a:p>
          <a:p>
            <a:pPr marL="2571750" lvl="5" indent="-285750">
              <a:spcBef>
                <a:spcPts val="600"/>
              </a:spcBef>
              <a:buFontTx/>
              <a:buChar char="-"/>
            </a:pP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tranzițiile care pleacă dintr-o stare și se reîntorc în aceiași stare sunt </a:t>
            </a:r>
            <a:r>
              <a:rPr lang="ro-RO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tranziții nerelevante 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și nu sunt reprezentate în diagramă. </a:t>
            </a:r>
          </a:p>
        </p:txBody>
      </p:sp>
      <p:sp>
        <p:nvSpPr>
          <p:cNvPr id="6" name="Dreptunghi 5">
            <a:extLst>
              <a:ext uri="{FF2B5EF4-FFF2-40B4-BE49-F238E27FC236}">
                <a16:creationId xmlns:a16="http://schemas.microsoft.com/office/drawing/2014/main" id="{44F30EA5-71B4-4C62-8980-EAD43099F37F}"/>
              </a:ext>
            </a:extLst>
          </p:cNvPr>
          <p:cNvSpPr/>
          <p:nvPr/>
        </p:nvSpPr>
        <p:spPr>
          <a:xfrm>
            <a:off x="426782" y="137196"/>
            <a:ext cx="68579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o-RO" b="1" i="1" dirty="0"/>
              <a:t>Diagrama de tranziție a stărilor – aspecte generale  </a:t>
            </a: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626530D2-19E4-476F-9398-E374CEED8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560" y="137196"/>
            <a:ext cx="2046309" cy="221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9607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5F7456B5-BBAD-4B5E-9B5C-93C574898260}"/>
              </a:ext>
            </a:extLst>
          </p:cNvPr>
          <p:cNvSpPr/>
          <p:nvPr/>
        </p:nvSpPr>
        <p:spPr>
          <a:xfrm>
            <a:off x="335342" y="777269"/>
            <a:ext cx="107898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Diagrama de tranziție a stărilor -  </a:t>
            </a:r>
            <a:r>
              <a:rPr lang="ro-RO" sz="2000" b="1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(de reținut)</a:t>
            </a:r>
            <a:endParaRPr lang="ro-RO" sz="2000" b="1" i="1" dirty="0">
              <a:solidFill>
                <a:srgbClr val="FF0000"/>
              </a:solidFill>
              <a:latin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Dreptunghi 7">
            <a:extLst>
              <a:ext uri="{FF2B5EF4-FFF2-40B4-BE49-F238E27FC236}">
                <a16:creationId xmlns:a16="http://schemas.microsoft.com/office/drawing/2014/main" id="{7B88490E-86EA-454C-9064-F8F2D74337C1}"/>
              </a:ext>
            </a:extLst>
          </p:cNvPr>
          <p:cNvSpPr/>
          <p:nvPr/>
        </p:nvSpPr>
        <p:spPr>
          <a:xfrm>
            <a:off x="3535708" y="1225689"/>
            <a:ext cx="8320949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o-RO" b="1" i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o-RO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 orice moment de timp, avem o singură stare activă în graf;</a:t>
            </a:r>
          </a:p>
          <a:p>
            <a:endParaRPr lang="ro-RO" i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o-RO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Din fiecare stare avem 32 de tranziții de ieșire (deoarece avem 5 intrări în automat);</a:t>
            </a:r>
          </a:p>
          <a:p>
            <a:pPr marL="285750" indent="-285750">
              <a:buFontTx/>
              <a:buChar char="-"/>
            </a:pPr>
            <a:endParaRPr lang="ro-RO" i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o-RO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 diagrama alăturată sunt specificate doar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tranzițiile relevante </a:t>
            </a:r>
            <a:r>
              <a:rPr lang="ro-RO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(cele care fac deplasarea în graf, de la o stare la alta). </a:t>
            </a:r>
          </a:p>
          <a:p>
            <a:pPr marL="285750" indent="-285750">
              <a:buFontTx/>
              <a:buChar char="-"/>
            </a:pPr>
            <a:endParaRPr lang="ro-RO" i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o-RO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 diagrama alăturată nu sunt arătate 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tranzițiile nerelevante </a:t>
            </a:r>
            <a:r>
              <a:rPr lang="ro-RO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(cele care pleacă și se reîntorc în aceiași stare). Atenție că ele există, chiar dacă nu sunt trecute în graf!. </a:t>
            </a:r>
            <a:r>
              <a:rPr lang="ro-RO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 trebuie să uităm de ele!</a:t>
            </a:r>
          </a:p>
          <a:p>
            <a:endParaRPr lang="ro-RO" i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o-RO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Ecuațiile de stare sunt puternic dependente de:  </a:t>
            </a:r>
            <a:r>
              <a:rPr lang="ro-RO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tipul de bistabil </a:t>
            </a:r>
            <a:r>
              <a:rPr lang="ro-RO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folosit în memorarea stării și de </a:t>
            </a:r>
            <a:r>
              <a:rPr lang="ro-RO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modul în care se face inițializarea </a:t>
            </a:r>
            <a:r>
              <a:rPr lang="ro-RO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automatului;</a:t>
            </a:r>
          </a:p>
        </p:txBody>
      </p:sp>
      <p:sp>
        <p:nvSpPr>
          <p:cNvPr id="9" name="Dreptunghi 8">
            <a:extLst>
              <a:ext uri="{FF2B5EF4-FFF2-40B4-BE49-F238E27FC236}">
                <a16:creationId xmlns:a16="http://schemas.microsoft.com/office/drawing/2014/main" id="{9B1B0E74-E553-417E-B69C-00209DFA216E}"/>
              </a:ext>
            </a:extLst>
          </p:cNvPr>
          <p:cNvSpPr/>
          <p:nvPr/>
        </p:nvSpPr>
        <p:spPr>
          <a:xfrm>
            <a:off x="426782" y="137196"/>
            <a:ext cx="68579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o-RO" b="1" i="1" dirty="0"/>
              <a:t>Diagrama de tranziție a stărilor – aspecte generale  </a:t>
            </a:r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D705E986-8655-437F-AD54-1589A7BD1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691659"/>
            <a:ext cx="2957811" cy="320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6548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reptunghi 8">
            <a:extLst>
              <a:ext uri="{FF2B5EF4-FFF2-40B4-BE49-F238E27FC236}">
                <a16:creationId xmlns:a16="http://schemas.microsoft.com/office/drawing/2014/main" id="{18FD1417-7E7C-4393-BCAD-5EF4C0B85B94}"/>
              </a:ext>
            </a:extLst>
          </p:cNvPr>
          <p:cNvSpPr/>
          <p:nvPr/>
        </p:nvSpPr>
        <p:spPr>
          <a:xfrm>
            <a:off x="3627147" y="1234464"/>
            <a:ext cx="8320949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ro-RO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Starea în care intră semnalul 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FS </a:t>
            </a:r>
            <a:r>
              <a:rPr lang="ro-RO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este denumită 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stare de pornire</a:t>
            </a:r>
            <a:r>
              <a:rPr lang="ro-RO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și este notată (de regulă) cu St0;</a:t>
            </a:r>
          </a:p>
          <a:p>
            <a:pPr marL="285750" indent="-285750">
              <a:buFontTx/>
              <a:buChar char="-"/>
            </a:pPr>
            <a:endParaRPr lang="ro-RO" i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o-RO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Ordinea de numerotare a stărilor nu este relevantă;</a:t>
            </a:r>
          </a:p>
          <a:p>
            <a:pPr marL="285750" indent="-285750">
              <a:buFontTx/>
              <a:buChar char="-"/>
            </a:pPr>
            <a:endParaRPr lang="ro-RO" i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o-RO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Tranzițiile se numerotează </a:t>
            </a:r>
            <a:r>
              <a:rPr lang="ro-RO" i="1" dirty="0" err="1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aleator</a:t>
            </a:r>
            <a:r>
              <a:rPr lang="ro-RO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buFontTx/>
              <a:buChar char="-"/>
            </a:pPr>
            <a:endParaRPr lang="ro-RO" i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o-RO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Pentru aceiași instalație și același mod de operare (același comportament intrare/ieșire) putem avea mai multe diagrame echivalente;</a:t>
            </a:r>
          </a:p>
          <a:p>
            <a:pPr marL="285750" indent="-285750">
              <a:buFontTx/>
              <a:buChar char="-"/>
            </a:pPr>
            <a:endParaRPr lang="ro-RO" i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o-RO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Stările au existență în timp – deci pot fi folosite pentru comanda elementelor de execuție;</a:t>
            </a:r>
          </a:p>
          <a:p>
            <a:pPr marL="285750" indent="-285750">
              <a:buFontTx/>
              <a:buChar char="-"/>
            </a:pPr>
            <a:endParaRPr lang="ro-RO" i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o-RO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Tranzițiile sunt cvasi-</a:t>
            </a:r>
            <a:r>
              <a:rPr lang="ro-RO" i="1" dirty="0" err="1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instantane</a:t>
            </a:r>
            <a:r>
              <a:rPr lang="ro-RO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existența lor este de câteva nanosecunde - nu pot fi folosite pentru comanda elementelor de execuție;</a:t>
            </a:r>
          </a:p>
          <a:p>
            <a:pPr marL="285750" indent="-285750">
              <a:buFontTx/>
              <a:buChar char="-"/>
            </a:pPr>
            <a:endParaRPr lang="ro-RO" i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o-RO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Rolul tranzițiilor este să realizeze deplasarea în graf;</a:t>
            </a:r>
          </a:p>
          <a:p>
            <a:pPr marL="285750" indent="-285750">
              <a:buFontTx/>
              <a:buChar char="-"/>
            </a:pPr>
            <a:endParaRPr lang="ro-RO" i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o-RO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Tranzițiile sunt condiționate de unul sau mai multe semnale de intrare;</a:t>
            </a:r>
          </a:p>
        </p:txBody>
      </p:sp>
      <p:sp>
        <p:nvSpPr>
          <p:cNvPr id="8" name="Dreptunghi 7">
            <a:extLst>
              <a:ext uri="{FF2B5EF4-FFF2-40B4-BE49-F238E27FC236}">
                <a16:creationId xmlns:a16="http://schemas.microsoft.com/office/drawing/2014/main" id="{A6C81729-9F16-434A-B14C-F53C71DF2C5B}"/>
              </a:ext>
            </a:extLst>
          </p:cNvPr>
          <p:cNvSpPr/>
          <p:nvPr/>
        </p:nvSpPr>
        <p:spPr>
          <a:xfrm>
            <a:off x="335343" y="685830"/>
            <a:ext cx="107898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Diagrama de tranziție a stărilor -  </a:t>
            </a:r>
            <a:r>
              <a:rPr lang="ro-RO" sz="2000" b="1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(de reținut)</a:t>
            </a:r>
            <a:endParaRPr lang="ro-RO" sz="2000" b="1" i="1" dirty="0">
              <a:solidFill>
                <a:srgbClr val="FF0000"/>
              </a:solidFill>
              <a:latin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Dreptunghi 6">
            <a:extLst>
              <a:ext uri="{FF2B5EF4-FFF2-40B4-BE49-F238E27FC236}">
                <a16:creationId xmlns:a16="http://schemas.microsoft.com/office/drawing/2014/main" id="{5EFD4EEF-F3B2-4356-AA66-527FE68A5CEE}"/>
              </a:ext>
            </a:extLst>
          </p:cNvPr>
          <p:cNvSpPr/>
          <p:nvPr/>
        </p:nvSpPr>
        <p:spPr>
          <a:xfrm>
            <a:off x="426782" y="137196"/>
            <a:ext cx="68579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o-RO" b="1" i="1" dirty="0"/>
              <a:t>Diagrama de tranziție a stărilor – aspecte generale  </a:t>
            </a:r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F8C60500-8A5D-442D-A2A6-343E682EB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417341"/>
            <a:ext cx="3126829" cy="338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775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ED91FF69-F886-4627-9FD4-93B867704A70}"/>
              </a:ext>
            </a:extLst>
          </p:cNvPr>
          <p:cNvSpPr/>
          <p:nvPr/>
        </p:nvSpPr>
        <p:spPr>
          <a:xfrm>
            <a:off x="883977" y="320074"/>
            <a:ext cx="10606924" cy="615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Agend</a:t>
            </a:r>
            <a:r>
              <a:rPr kumimoji="0" lang="ro-RO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ă: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ro-RO" sz="2400" b="1" dirty="0">
                <a:solidFill>
                  <a:schemeClr val="bg2">
                    <a:lumMod val="75000"/>
                  </a:schemeClr>
                </a:solidFill>
              </a:rPr>
              <a:t>Modul de execuție al unui program </a:t>
            </a:r>
            <a:r>
              <a:rPr lang="ro-RO" sz="2400" b="1" dirty="0" err="1">
                <a:solidFill>
                  <a:schemeClr val="bg2">
                    <a:lumMod val="75000"/>
                  </a:schemeClr>
                </a:solidFill>
              </a:rPr>
              <a:t>Ladder</a:t>
            </a:r>
            <a:r>
              <a:rPr lang="ro-RO" sz="2400" b="1" dirty="0">
                <a:solidFill>
                  <a:schemeClr val="bg2">
                    <a:lumMod val="75000"/>
                  </a:schemeClr>
                </a:solidFill>
              </a:rPr>
              <a:t>;</a:t>
            </a:r>
          </a:p>
          <a:p>
            <a:pPr marL="1943100" lvl="3" indent="-571500">
              <a:buFontTx/>
              <a:buChar char="-"/>
            </a:pPr>
            <a:r>
              <a:rPr lang="ro-RO" b="1" dirty="0">
                <a:solidFill>
                  <a:schemeClr val="bg2">
                    <a:lumMod val="75000"/>
                  </a:schemeClr>
                </a:solidFill>
              </a:rPr>
              <a:t>Input </a:t>
            </a:r>
            <a:r>
              <a:rPr lang="ro-RO" b="1" dirty="0" err="1">
                <a:solidFill>
                  <a:schemeClr val="bg2">
                    <a:lumMod val="75000"/>
                  </a:schemeClr>
                </a:solidFill>
              </a:rPr>
              <a:t>Scan</a:t>
            </a:r>
            <a:endParaRPr lang="ro-RO" b="1" dirty="0">
              <a:solidFill>
                <a:schemeClr val="bg2">
                  <a:lumMod val="75000"/>
                </a:schemeClr>
              </a:solidFill>
            </a:endParaRPr>
          </a:p>
          <a:p>
            <a:pPr marL="1943100" lvl="3" indent="-571500">
              <a:buFontTx/>
              <a:buChar char="-"/>
            </a:pPr>
            <a:r>
              <a:rPr lang="ro-RO" b="1" dirty="0">
                <a:solidFill>
                  <a:schemeClr val="bg2">
                    <a:lumMod val="75000"/>
                  </a:schemeClr>
                </a:solidFill>
              </a:rPr>
              <a:t>Program </a:t>
            </a:r>
            <a:r>
              <a:rPr lang="ro-RO" b="1" dirty="0" err="1">
                <a:solidFill>
                  <a:schemeClr val="bg2">
                    <a:lumMod val="75000"/>
                  </a:schemeClr>
                </a:solidFill>
              </a:rPr>
              <a:t>Scan</a:t>
            </a:r>
            <a:endParaRPr lang="ro-RO" b="1" dirty="0">
              <a:solidFill>
                <a:schemeClr val="bg2">
                  <a:lumMod val="75000"/>
                </a:schemeClr>
              </a:solidFill>
            </a:endParaRPr>
          </a:p>
          <a:p>
            <a:pPr marL="1943100" lvl="3" indent="-571500">
              <a:buFontTx/>
              <a:buChar char="-"/>
            </a:pPr>
            <a:r>
              <a:rPr lang="ro-RO" b="1" dirty="0">
                <a:solidFill>
                  <a:schemeClr val="bg2">
                    <a:lumMod val="75000"/>
                  </a:schemeClr>
                </a:solidFill>
              </a:rPr>
              <a:t>Output </a:t>
            </a:r>
            <a:r>
              <a:rPr lang="ro-RO" b="1" dirty="0" err="1">
                <a:solidFill>
                  <a:schemeClr val="bg2">
                    <a:lumMod val="75000"/>
                  </a:schemeClr>
                </a:solidFill>
              </a:rPr>
              <a:t>Scan</a:t>
            </a:r>
            <a:r>
              <a:rPr lang="ro-RO" b="1" dirty="0">
                <a:solidFill>
                  <a:schemeClr val="bg2">
                    <a:lumMod val="75000"/>
                  </a:schemeClr>
                </a:solidFill>
              </a:rPr>
              <a:t> </a:t>
            </a:r>
          </a:p>
          <a:p>
            <a:pPr marL="1943100" lvl="3" indent="-571500">
              <a:buFontTx/>
              <a:buChar char="-"/>
            </a:pPr>
            <a:r>
              <a:rPr lang="ro-RO" b="1" dirty="0">
                <a:solidFill>
                  <a:schemeClr val="bg2">
                    <a:lumMod val="75000"/>
                  </a:schemeClr>
                </a:solidFill>
              </a:rPr>
              <a:t>Consecințe</a:t>
            </a:r>
            <a:endParaRPr kumimoji="0" lang="ro-RO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Calibri" panose="020F0502020204030204"/>
            </a:endParaRPr>
          </a:p>
          <a:p>
            <a:r>
              <a:rPr lang="ro-RO" sz="2400" b="1" dirty="0">
                <a:solidFill>
                  <a:schemeClr val="bg2">
                    <a:lumMod val="75000"/>
                  </a:schemeClr>
                </a:solidFill>
              </a:rPr>
              <a:t>2) Elementele de baza ale limbajului </a:t>
            </a:r>
            <a:r>
              <a:rPr lang="ro-RO" sz="2400" b="1" dirty="0" err="1">
                <a:solidFill>
                  <a:schemeClr val="bg2">
                    <a:lumMod val="75000"/>
                  </a:schemeClr>
                </a:solidFill>
              </a:rPr>
              <a:t>Ladder</a:t>
            </a:r>
            <a:r>
              <a:rPr lang="ro-RO" sz="2400" b="1" dirty="0">
                <a:solidFill>
                  <a:schemeClr val="bg2">
                    <a:lumMod val="75000"/>
                  </a:schemeClr>
                </a:solidFill>
              </a:rPr>
              <a:t>;</a:t>
            </a:r>
          </a:p>
          <a:p>
            <a:pPr lvl="2"/>
            <a:r>
              <a:rPr lang="ro-RO" sz="2400" b="1" dirty="0">
                <a:solidFill>
                  <a:schemeClr val="bg2">
                    <a:lumMod val="75000"/>
                  </a:schemeClr>
                </a:solidFill>
              </a:rPr>
              <a:t>	- contacte; bobine; </a:t>
            </a:r>
          </a:p>
          <a:p>
            <a:r>
              <a:rPr lang="ro-RO" sz="2400" b="1" dirty="0">
                <a:solidFill>
                  <a:schemeClr val="bg2">
                    <a:lumMod val="75000"/>
                  </a:schemeClr>
                </a:solidFill>
              </a:rPr>
              <a:t>3) Cum aflăm valoarea de adevăr a unui simbol ? </a:t>
            </a:r>
          </a:p>
          <a:p>
            <a:endParaRPr lang="ro-RO" sz="20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ro-RO" sz="2400" b="1" dirty="0">
                <a:solidFill>
                  <a:schemeClr val="bg2">
                    <a:lumMod val="75000"/>
                  </a:schemeClr>
                </a:solidFill>
              </a:rPr>
              <a:t>4) Diagrama de tranziție a stărilor – aspecte generale</a:t>
            </a:r>
          </a:p>
          <a:p>
            <a:endParaRPr lang="ro-RO" b="1" dirty="0">
              <a:solidFill>
                <a:srgbClr val="0000FF"/>
              </a:solidFill>
            </a:endParaRPr>
          </a:p>
          <a:p>
            <a:r>
              <a:rPr lang="ro-RO" sz="2400" b="1" dirty="0">
                <a:solidFill>
                  <a:srgbClr val="0000FF"/>
                </a:solidFill>
              </a:rPr>
              <a:t>5) Transpunerea diagramelor de tranziție in program </a:t>
            </a:r>
            <a:r>
              <a:rPr lang="ro-RO" sz="2400" b="1" dirty="0" err="1">
                <a:solidFill>
                  <a:srgbClr val="0000FF"/>
                </a:solidFill>
              </a:rPr>
              <a:t>Ladder</a:t>
            </a:r>
            <a:r>
              <a:rPr lang="ro-RO" sz="2400" b="1" dirty="0">
                <a:solidFill>
                  <a:srgbClr val="0000FF"/>
                </a:solidFill>
              </a:rPr>
              <a:t> folosind bobine fără memorie  - </a:t>
            </a:r>
            <a:r>
              <a:rPr lang="ro-RO" sz="2400" b="1" dirty="0"/>
              <a:t>Aplicație: Sistem de control pentru ușa de garaj</a:t>
            </a:r>
          </a:p>
          <a:p>
            <a:endParaRPr kumimoji="0" lang="ro-RO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r>
              <a:rPr lang="ro-RO" sz="2400" b="1" dirty="0">
                <a:solidFill>
                  <a:schemeClr val="bg2">
                    <a:lumMod val="75000"/>
                  </a:schemeClr>
                </a:solidFill>
                <a:latin typeface="Calibri" panose="020F0502020204030204"/>
              </a:rPr>
              <a:t>6) Modificarea unei diagrame de tranziție deja existente </a:t>
            </a:r>
            <a:endParaRPr kumimoji="0" lang="ro-RO" sz="18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endParaRPr kumimoji="0" lang="ro-RO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63318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Dreptunghi 40">
            <a:extLst>
              <a:ext uri="{FF2B5EF4-FFF2-40B4-BE49-F238E27FC236}">
                <a16:creationId xmlns:a16="http://schemas.microsoft.com/office/drawing/2014/main" id="{32B477EF-0714-4A8E-91A8-230675D1A349}"/>
              </a:ext>
            </a:extLst>
          </p:cNvPr>
          <p:cNvSpPr/>
          <p:nvPr/>
        </p:nvSpPr>
        <p:spPr>
          <a:xfrm>
            <a:off x="335343" y="594391"/>
            <a:ext cx="83209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 1: Cunoașterea instalației  </a:t>
            </a:r>
            <a:endParaRPr lang="ro-RO" dirty="0"/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39776098-8AE4-4A64-9135-59C20E20D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780" y="960147"/>
            <a:ext cx="3997994" cy="2651731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3208E456-2C7C-4350-A17E-2E6F42952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221" y="960147"/>
            <a:ext cx="7223681" cy="3144922"/>
          </a:xfrm>
          <a:prstGeom prst="rect">
            <a:avLst/>
          </a:prstGeom>
        </p:spPr>
      </p:pic>
      <p:sp>
        <p:nvSpPr>
          <p:cNvPr id="6" name="Dreptunghi 5">
            <a:extLst>
              <a:ext uri="{FF2B5EF4-FFF2-40B4-BE49-F238E27FC236}">
                <a16:creationId xmlns:a16="http://schemas.microsoft.com/office/drawing/2014/main" id="{9EB1048A-F6D9-46CA-9E86-B61295EFE418}"/>
              </a:ext>
            </a:extLst>
          </p:cNvPr>
          <p:cNvSpPr/>
          <p:nvPr/>
        </p:nvSpPr>
        <p:spPr>
          <a:xfrm>
            <a:off x="243904" y="137196"/>
            <a:ext cx="76808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Aplicație – </a:t>
            </a:r>
            <a:r>
              <a:rPr lang="en-US" b="1" dirty="0" err="1">
                <a:solidFill>
                  <a:srgbClr val="FF0000"/>
                </a:solidFill>
              </a:rPr>
              <a:t>Sistem</a:t>
            </a:r>
            <a:r>
              <a:rPr lang="en-US" b="1" dirty="0">
                <a:solidFill>
                  <a:srgbClr val="FF0000"/>
                </a:solidFill>
              </a:rPr>
              <a:t> de control </a:t>
            </a:r>
            <a:r>
              <a:rPr lang="en-US" b="1" dirty="0" err="1">
                <a:solidFill>
                  <a:srgbClr val="FF0000"/>
                </a:solidFill>
              </a:rPr>
              <a:t>pentru</a:t>
            </a:r>
            <a:r>
              <a:rPr lang="en-US" b="1" dirty="0">
                <a:solidFill>
                  <a:srgbClr val="FF0000"/>
                </a:solidFill>
              </a:rPr>
              <a:t> o u</a:t>
            </a:r>
            <a:r>
              <a:rPr lang="ro-RO" b="1" dirty="0">
                <a:solidFill>
                  <a:srgbClr val="FF0000"/>
                </a:solidFill>
              </a:rPr>
              <a:t>să de garaj</a:t>
            </a:r>
            <a:endParaRPr lang="ro-RO" i="1" dirty="0">
              <a:solidFill>
                <a:srgbClr val="FF0000"/>
              </a:solidFill>
            </a:endParaRPr>
          </a:p>
        </p:txBody>
      </p:sp>
      <p:pic>
        <p:nvPicPr>
          <p:cNvPr id="7" name="Imagine 6">
            <a:extLst>
              <a:ext uri="{FF2B5EF4-FFF2-40B4-BE49-F238E27FC236}">
                <a16:creationId xmlns:a16="http://schemas.microsoft.com/office/drawing/2014/main" id="{C80A7428-E033-4694-891C-23E8289F5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220" y="4251952"/>
            <a:ext cx="7266623" cy="234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0677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Dreptunghi 40">
            <a:extLst>
              <a:ext uri="{FF2B5EF4-FFF2-40B4-BE49-F238E27FC236}">
                <a16:creationId xmlns:a16="http://schemas.microsoft.com/office/drawing/2014/main" id="{32B477EF-0714-4A8E-91A8-230675D1A349}"/>
              </a:ext>
            </a:extLst>
          </p:cNvPr>
          <p:cNvSpPr/>
          <p:nvPr/>
        </p:nvSpPr>
        <p:spPr>
          <a:xfrm>
            <a:off x="335343" y="594391"/>
            <a:ext cx="83209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 2: Trasarea diagramei de tranziție a stărilor   </a:t>
            </a:r>
            <a:endParaRPr lang="ro-RO" dirty="0"/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39776098-8AE4-4A64-9135-59C20E20D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91" y="1417342"/>
            <a:ext cx="3997994" cy="2651731"/>
          </a:xfrm>
          <a:prstGeom prst="rect">
            <a:avLst/>
          </a:prstGeom>
        </p:spPr>
      </p:pic>
      <p:sp>
        <p:nvSpPr>
          <p:cNvPr id="6" name="Dreptunghi 5">
            <a:extLst>
              <a:ext uri="{FF2B5EF4-FFF2-40B4-BE49-F238E27FC236}">
                <a16:creationId xmlns:a16="http://schemas.microsoft.com/office/drawing/2014/main" id="{9EB1048A-F6D9-46CA-9E86-B61295EFE418}"/>
              </a:ext>
            </a:extLst>
          </p:cNvPr>
          <p:cNvSpPr/>
          <p:nvPr/>
        </p:nvSpPr>
        <p:spPr>
          <a:xfrm>
            <a:off x="243904" y="137196"/>
            <a:ext cx="76808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Aplicație – </a:t>
            </a:r>
            <a:r>
              <a:rPr lang="en-US" b="1" dirty="0" err="1">
                <a:solidFill>
                  <a:srgbClr val="FF0000"/>
                </a:solidFill>
              </a:rPr>
              <a:t>Sistem</a:t>
            </a:r>
            <a:r>
              <a:rPr lang="en-US" b="1" dirty="0">
                <a:solidFill>
                  <a:srgbClr val="FF0000"/>
                </a:solidFill>
              </a:rPr>
              <a:t> de control </a:t>
            </a:r>
            <a:r>
              <a:rPr lang="en-US" b="1" dirty="0" err="1">
                <a:solidFill>
                  <a:srgbClr val="FF0000"/>
                </a:solidFill>
              </a:rPr>
              <a:t>pentru</a:t>
            </a:r>
            <a:r>
              <a:rPr lang="en-US" b="1" dirty="0">
                <a:solidFill>
                  <a:srgbClr val="FF0000"/>
                </a:solidFill>
              </a:rPr>
              <a:t> o u</a:t>
            </a:r>
            <a:r>
              <a:rPr lang="ro-RO" b="1" dirty="0">
                <a:solidFill>
                  <a:srgbClr val="FF0000"/>
                </a:solidFill>
              </a:rPr>
              <a:t>să de garaj</a:t>
            </a:r>
            <a:endParaRPr lang="ro-RO" i="1" dirty="0">
              <a:solidFill>
                <a:srgbClr val="FF0000"/>
              </a:solidFill>
            </a:endParaRPr>
          </a:p>
        </p:txBody>
      </p:sp>
      <p:pic>
        <p:nvPicPr>
          <p:cNvPr id="8" name="Imagine 7">
            <a:extLst>
              <a:ext uri="{FF2B5EF4-FFF2-40B4-BE49-F238E27FC236}">
                <a16:creationId xmlns:a16="http://schemas.microsoft.com/office/drawing/2014/main" id="{E16DB290-9668-46F1-8378-D199679C9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024" y="1143025"/>
            <a:ext cx="4501301" cy="4870428"/>
          </a:xfrm>
          <a:prstGeom prst="rect">
            <a:avLst/>
          </a:prstGeom>
        </p:spPr>
      </p:pic>
      <p:pic>
        <p:nvPicPr>
          <p:cNvPr id="10" name="Imagine 9">
            <a:extLst>
              <a:ext uri="{FF2B5EF4-FFF2-40B4-BE49-F238E27FC236}">
                <a16:creationId xmlns:a16="http://schemas.microsoft.com/office/drawing/2014/main" id="{A7209448-CC3D-4A32-A033-ED520A5649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43" y="1234464"/>
            <a:ext cx="2790825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3325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Dreptunghi 40">
            <a:extLst>
              <a:ext uri="{FF2B5EF4-FFF2-40B4-BE49-F238E27FC236}">
                <a16:creationId xmlns:a16="http://schemas.microsoft.com/office/drawing/2014/main" id="{32B477EF-0714-4A8E-91A8-230675D1A349}"/>
              </a:ext>
            </a:extLst>
          </p:cNvPr>
          <p:cNvSpPr/>
          <p:nvPr/>
        </p:nvSpPr>
        <p:spPr>
          <a:xfrm>
            <a:off x="335343" y="594391"/>
            <a:ext cx="44805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 3: Extragerea ecuațiilor    </a:t>
            </a:r>
            <a:endParaRPr lang="ro-RO" dirty="0"/>
          </a:p>
        </p:txBody>
      </p:sp>
      <p:sp>
        <p:nvSpPr>
          <p:cNvPr id="6" name="Dreptunghi 5">
            <a:extLst>
              <a:ext uri="{FF2B5EF4-FFF2-40B4-BE49-F238E27FC236}">
                <a16:creationId xmlns:a16="http://schemas.microsoft.com/office/drawing/2014/main" id="{9EB1048A-F6D9-46CA-9E86-B61295EFE418}"/>
              </a:ext>
            </a:extLst>
          </p:cNvPr>
          <p:cNvSpPr/>
          <p:nvPr/>
        </p:nvSpPr>
        <p:spPr>
          <a:xfrm>
            <a:off x="243904" y="137196"/>
            <a:ext cx="76808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Aplicație – </a:t>
            </a:r>
            <a:r>
              <a:rPr lang="en-US" b="1" dirty="0" err="1">
                <a:solidFill>
                  <a:srgbClr val="FF0000"/>
                </a:solidFill>
              </a:rPr>
              <a:t>Sistem</a:t>
            </a:r>
            <a:r>
              <a:rPr lang="en-US" b="1" dirty="0">
                <a:solidFill>
                  <a:srgbClr val="FF0000"/>
                </a:solidFill>
              </a:rPr>
              <a:t> de control </a:t>
            </a:r>
            <a:r>
              <a:rPr lang="en-US" b="1" dirty="0" err="1">
                <a:solidFill>
                  <a:srgbClr val="FF0000"/>
                </a:solidFill>
              </a:rPr>
              <a:t>pentru</a:t>
            </a:r>
            <a:r>
              <a:rPr lang="en-US" b="1" dirty="0">
                <a:solidFill>
                  <a:srgbClr val="FF0000"/>
                </a:solidFill>
              </a:rPr>
              <a:t> o u</a:t>
            </a:r>
            <a:r>
              <a:rPr lang="ro-RO" b="1" dirty="0">
                <a:solidFill>
                  <a:srgbClr val="FF0000"/>
                </a:solidFill>
              </a:rPr>
              <a:t>să de garaj</a:t>
            </a:r>
            <a:endParaRPr lang="ro-RO" i="1" dirty="0">
              <a:solidFill>
                <a:srgbClr val="FF0000"/>
              </a:solidFill>
            </a:endParaRPr>
          </a:p>
        </p:txBody>
      </p:sp>
      <p:pic>
        <p:nvPicPr>
          <p:cNvPr id="7" name="Imagine 6">
            <a:extLst>
              <a:ext uri="{FF2B5EF4-FFF2-40B4-BE49-F238E27FC236}">
                <a16:creationId xmlns:a16="http://schemas.microsoft.com/office/drawing/2014/main" id="{4044EB1B-3A4E-43F7-9DDC-2D81BEE19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234464"/>
            <a:ext cx="2790825" cy="4772025"/>
          </a:xfrm>
          <a:prstGeom prst="rect">
            <a:avLst/>
          </a:prstGeom>
        </p:spPr>
      </p:pic>
      <p:pic>
        <p:nvPicPr>
          <p:cNvPr id="2" name="Imagine 1">
            <a:extLst>
              <a:ext uri="{FF2B5EF4-FFF2-40B4-BE49-F238E27FC236}">
                <a16:creationId xmlns:a16="http://schemas.microsoft.com/office/drawing/2014/main" id="{D9CD9507-13E9-49AD-995D-6E0B0B32D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7147" y="960147"/>
            <a:ext cx="2333625" cy="17145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0E0956FF-D88C-44B2-86E3-7BAD80A8A9D9}"/>
                  </a:ext>
                </a:extLst>
              </p14:cNvPr>
              <p14:cNvContentPartPr/>
              <p14:nvPr/>
            </p14:nvContentPartPr>
            <p14:xfrm>
              <a:off x="6827512" y="2880366"/>
              <a:ext cx="4065847" cy="2560292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0E0956FF-D88C-44B2-86E3-7BAD80A8A9D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09510" y="2862366"/>
                <a:ext cx="4101490" cy="2595932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Imagine 10">
            <a:extLst>
              <a:ext uri="{FF2B5EF4-FFF2-40B4-BE49-F238E27FC236}">
                <a16:creationId xmlns:a16="http://schemas.microsoft.com/office/drawing/2014/main" id="{AE6A31CB-BDCC-4BA9-9224-3DCACA2DC8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8951" y="2423171"/>
            <a:ext cx="2000250" cy="352425"/>
          </a:xfrm>
          <a:prstGeom prst="rect">
            <a:avLst/>
          </a:prstGeom>
        </p:spPr>
      </p:pic>
      <p:pic>
        <p:nvPicPr>
          <p:cNvPr id="12" name="Imagine 11">
            <a:extLst>
              <a:ext uri="{FF2B5EF4-FFF2-40B4-BE49-F238E27FC236}">
                <a16:creationId xmlns:a16="http://schemas.microsoft.com/office/drawing/2014/main" id="{81B75D6A-737F-4D7A-B8A6-81CE17E413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7147" y="5074902"/>
            <a:ext cx="2266950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1527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Dreptunghi 40">
            <a:extLst>
              <a:ext uri="{FF2B5EF4-FFF2-40B4-BE49-F238E27FC236}">
                <a16:creationId xmlns:a16="http://schemas.microsoft.com/office/drawing/2014/main" id="{32B477EF-0714-4A8E-91A8-230675D1A349}"/>
              </a:ext>
            </a:extLst>
          </p:cNvPr>
          <p:cNvSpPr/>
          <p:nvPr/>
        </p:nvSpPr>
        <p:spPr>
          <a:xfrm>
            <a:off x="335342" y="594391"/>
            <a:ext cx="112469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 4: Trasarea programului </a:t>
            </a:r>
            <a:r>
              <a:rPr lang="ro-RO" b="1" dirty="0" err="1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Ladder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Alocarea biților de memorie pentru tranziții și pentru stări</a:t>
            </a:r>
            <a:endParaRPr lang="ro-RO" b="1" dirty="0"/>
          </a:p>
        </p:txBody>
      </p:sp>
      <p:sp>
        <p:nvSpPr>
          <p:cNvPr id="6" name="Dreptunghi 5">
            <a:extLst>
              <a:ext uri="{FF2B5EF4-FFF2-40B4-BE49-F238E27FC236}">
                <a16:creationId xmlns:a16="http://schemas.microsoft.com/office/drawing/2014/main" id="{9EB1048A-F6D9-46CA-9E86-B61295EFE418}"/>
              </a:ext>
            </a:extLst>
          </p:cNvPr>
          <p:cNvSpPr/>
          <p:nvPr/>
        </p:nvSpPr>
        <p:spPr>
          <a:xfrm>
            <a:off x="243904" y="137196"/>
            <a:ext cx="76808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Aplicație – </a:t>
            </a:r>
            <a:r>
              <a:rPr lang="en-US" b="1" dirty="0" err="1">
                <a:solidFill>
                  <a:srgbClr val="FF0000"/>
                </a:solidFill>
              </a:rPr>
              <a:t>Sistem</a:t>
            </a:r>
            <a:r>
              <a:rPr lang="en-US" b="1" dirty="0">
                <a:solidFill>
                  <a:srgbClr val="FF0000"/>
                </a:solidFill>
              </a:rPr>
              <a:t> de control </a:t>
            </a:r>
            <a:r>
              <a:rPr lang="en-US" b="1" dirty="0" err="1">
                <a:solidFill>
                  <a:srgbClr val="FF0000"/>
                </a:solidFill>
              </a:rPr>
              <a:t>pentru</a:t>
            </a:r>
            <a:r>
              <a:rPr lang="en-US" b="1" dirty="0">
                <a:solidFill>
                  <a:srgbClr val="FF0000"/>
                </a:solidFill>
              </a:rPr>
              <a:t> o u</a:t>
            </a:r>
            <a:r>
              <a:rPr lang="ro-RO" b="1" dirty="0">
                <a:solidFill>
                  <a:srgbClr val="FF0000"/>
                </a:solidFill>
              </a:rPr>
              <a:t>să de garaj</a:t>
            </a:r>
            <a:endParaRPr lang="ro-RO" i="1" dirty="0">
              <a:solidFill>
                <a:srgbClr val="FF0000"/>
              </a:solidFill>
            </a:endParaRPr>
          </a:p>
        </p:txBody>
      </p:sp>
      <p:sp>
        <p:nvSpPr>
          <p:cNvPr id="9" name="Dreptunghi 8">
            <a:extLst>
              <a:ext uri="{FF2B5EF4-FFF2-40B4-BE49-F238E27FC236}">
                <a16:creationId xmlns:a16="http://schemas.microsoft.com/office/drawing/2014/main" id="{ED9AA225-A888-443F-BD2F-17CA6A303D84}"/>
              </a:ext>
            </a:extLst>
          </p:cNvPr>
          <p:cNvSpPr/>
          <p:nvPr/>
        </p:nvSpPr>
        <p:spPr>
          <a:xfrm>
            <a:off x="792538" y="1325903"/>
            <a:ext cx="10881241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o-RO" sz="2400" b="1" i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 alege codificarea </a:t>
            </a:r>
            <a:r>
              <a:rPr lang="ro-RO" sz="2400" b="1" dirty="0" err="1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OneHot</a:t>
            </a:r>
            <a:r>
              <a:rPr lang="ro-RO" sz="2400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257300" lvl="2" indent="-342900">
              <a:buFontTx/>
              <a:buChar char="-"/>
            </a:pP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fiecare stare are un bit dedicat în registrul de memorie</a:t>
            </a:r>
          </a:p>
          <a:p>
            <a:pPr marL="1257300" lvl="2" indent="-342900">
              <a:buFontTx/>
              <a:buChar char="-"/>
            </a:pP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Este o codificare pozițională </a:t>
            </a:r>
          </a:p>
          <a:p>
            <a:pPr marL="1257300" lvl="2" indent="-342900">
              <a:buFontTx/>
              <a:buChar char="-"/>
            </a:pPr>
            <a:endParaRPr lang="ro-RO" sz="2400" b="1" i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Stările sunt memorate în registrul de memorie B3:0 </a:t>
            </a:r>
          </a:p>
          <a:p>
            <a:pPr marL="1257300" lvl="2" indent="-342900">
              <a:buFontTx/>
              <a:buChar char="-"/>
            </a:pP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Starea St</a:t>
            </a: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în B3:0/</a:t>
            </a: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Starea St</a:t>
            </a: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în B3:0/</a:t>
            </a: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marL="1257300" lvl="2" indent="-342900">
              <a:buFontTx/>
              <a:buChar char="-"/>
            </a:pP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Starea St</a:t>
            </a: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în B3:0/</a:t>
            </a: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Starea St</a:t>
            </a: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în B3:0/</a:t>
            </a: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lvl="2"/>
            <a:endParaRPr lang="ro-RO" sz="2000" b="1" dirty="0"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Tranzițiile sunt memorate în registrul de memorie B3:1 </a:t>
            </a:r>
          </a:p>
          <a:p>
            <a:pPr marL="1257300" lvl="2" indent="-342900">
              <a:buFontTx/>
              <a:buChar char="-"/>
            </a:pP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Tranziția T</a:t>
            </a: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în B3:1/</a:t>
            </a: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Tranziția T</a:t>
            </a: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în B3:1/</a:t>
            </a: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</a:p>
          <a:p>
            <a:pPr marL="1257300" lvl="2" indent="-342900">
              <a:buFontTx/>
              <a:buChar char="-"/>
            </a:pP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Tranziția T</a:t>
            </a: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în B3:1/</a:t>
            </a: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Tranziția T</a:t>
            </a: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în B3:1/</a:t>
            </a: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</a:p>
        </p:txBody>
      </p:sp>
    </p:spTree>
    <p:extLst>
      <p:ext uri="{BB962C8B-B14F-4D97-AF65-F5344CB8AC3E}">
        <p14:creationId xmlns:p14="http://schemas.microsoft.com/office/powerpoint/2010/main" val="7683076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Dreptunghi 40">
            <a:extLst>
              <a:ext uri="{FF2B5EF4-FFF2-40B4-BE49-F238E27FC236}">
                <a16:creationId xmlns:a16="http://schemas.microsoft.com/office/drawing/2014/main" id="{32B477EF-0714-4A8E-91A8-230675D1A349}"/>
              </a:ext>
            </a:extLst>
          </p:cNvPr>
          <p:cNvSpPr/>
          <p:nvPr/>
        </p:nvSpPr>
        <p:spPr>
          <a:xfrm>
            <a:off x="335343" y="594391"/>
            <a:ext cx="115213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 4: Trasarea programului </a:t>
            </a:r>
            <a:r>
              <a:rPr lang="ro-RO" b="1" dirty="0" err="1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Ladder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Alocarea biților de memorie pentru tranziții și pentru stări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ro-RO" dirty="0"/>
          </a:p>
        </p:txBody>
      </p:sp>
      <p:sp>
        <p:nvSpPr>
          <p:cNvPr id="6" name="Dreptunghi 5">
            <a:extLst>
              <a:ext uri="{FF2B5EF4-FFF2-40B4-BE49-F238E27FC236}">
                <a16:creationId xmlns:a16="http://schemas.microsoft.com/office/drawing/2014/main" id="{9EB1048A-F6D9-46CA-9E86-B61295EFE418}"/>
              </a:ext>
            </a:extLst>
          </p:cNvPr>
          <p:cNvSpPr/>
          <p:nvPr/>
        </p:nvSpPr>
        <p:spPr>
          <a:xfrm>
            <a:off x="243904" y="137196"/>
            <a:ext cx="76808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Aplicație – </a:t>
            </a:r>
            <a:r>
              <a:rPr lang="en-US" b="1" dirty="0" err="1">
                <a:solidFill>
                  <a:srgbClr val="FF0000"/>
                </a:solidFill>
              </a:rPr>
              <a:t>Sistem</a:t>
            </a:r>
            <a:r>
              <a:rPr lang="en-US" b="1" dirty="0">
                <a:solidFill>
                  <a:srgbClr val="FF0000"/>
                </a:solidFill>
              </a:rPr>
              <a:t> de control </a:t>
            </a:r>
            <a:r>
              <a:rPr lang="en-US" b="1" dirty="0" err="1">
                <a:solidFill>
                  <a:srgbClr val="FF0000"/>
                </a:solidFill>
              </a:rPr>
              <a:t>pentru</a:t>
            </a:r>
            <a:r>
              <a:rPr lang="en-US" b="1" dirty="0">
                <a:solidFill>
                  <a:srgbClr val="FF0000"/>
                </a:solidFill>
              </a:rPr>
              <a:t> o u</a:t>
            </a:r>
            <a:r>
              <a:rPr lang="ro-RO" b="1" dirty="0">
                <a:solidFill>
                  <a:srgbClr val="FF0000"/>
                </a:solidFill>
              </a:rPr>
              <a:t>să de garaj</a:t>
            </a:r>
            <a:endParaRPr lang="ro-RO" i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568D3EB2-26BC-42D2-9778-DEA332CFDF3C}"/>
                  </a:ext>
                </a:extLst>
              </p14:cNvPr>
              <p14:cNvContentPartPr/>
              <p14:nvPr/>
            </p14:nvContentPartPr>
            <p14:xfrm>
              <a:off x="792538" y="1600220"/>
              <a:ext cx="10251263" cy="5051486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568D3EB2-26BC-42D2-9778-DEA332CFDF3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4538" y="1582220"/>
                <a:ext cx="10286904" cy="508712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6674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Dreptunghi 40">
            <a:extLst>
              <a:ext uri="{FF2B5EF4-FFF2-40B4-BE49-F238E27FC236}">
                <a16:creationId xmlns:a16="http://schemas.microsoft.com/office/drawing/2014/main" id="{32B477EF-0714-4A8E-91A8-230675D1A349}"/>
              </a:ext>
            </a:extLst>
          </p:cNvPr>
          <p:cNvSpPr/>
          <p:nvPr/>
        </p:nvSpPr>
        <p:spPr>
          <a:xfrm>
            <a:off x="335343" y="594391"/>
            <a:ext cx="115213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 4: Trasarea programului </a:t>
            </a:r>
            <a:r>
              <a:rPr lang="ro-RO" b="1" dirty="0" err="1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Ladder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Alocarea biților de memorie pentru tranziții și pentru stări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ro-RO" dirty="0"/>
          </a:p>
        </p:txBody>
      </p:sp>
      <p:sp>
        <p:nvSpPr>
          <p:cNvPr id="6" name="Dreptunghi 5">
            <a:extLst>
              <a:ext uri="{FF2B5EF4-FFF2-40B4-BE49-F238E27FC236}">
                <a16:creationId xmlns:a16="http://schemas.microsoft.com/office/drawing/2014/main" id="{9EB1048A-F6D9-46CA-9E86-B61295EFE418}"/>
              </a:ext>
            </a:extLst>
          </p:cNvPr>
          <p:cNvSpPr/>
          <p:nvPr/>
        </p:nvSpPr>
        <p:spPr>
          <a:xfrm>
            <a:off x="243904" y="137196"/>
            <a:ext cx="76808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Aplicație – </a:t>
            </a:r>
            <a:r>
              <a:rPr lang="en-US" b="1" dirty="0" err="1">
                <a:solidFill>
                  <a:srgbClr val="FF0000"/>
                </a:solidFill>
              </a:rPr>
              <a:t>Sistem</a:t>
            </a:r>
            <a:r>
              <a:rPr lang="en-US" b="1" dirty="0">
                <a:solidFill>
                  <a:srgbClr val="FF0000"/>
                </a:solidFill>
              </a:rPr>
              <a:t> de control </a:t>
            </a:r>
            <a:r>
              <a:rPr lang="en-US" b="1" dirty="0" err="1">
                <a:solidFill>
                  <a:srgbClr val="FF0000"/>
                </a:solidFill>
              </a:rPr>
              <a:t>pentru</a:t>
            </a:r>
            <a:r>
              <a:rPr lang="en-US" b="1" dirty="0">
                <a:solidFill>
                  <a:srgbClr val="FF0000"/>
                </a:solidFill>
              </a:rPr>
              <a:t> o u</a:t>
            </a:r>
            <a:r>
              <a:rPr lang="ro-RO" b="1" dirty="0">
                <a:solidFill>
                  <a:srgbClr val="FF0000"/>
                </a:solidFill>
              </a:rPr>
              <a:t>să de garaj</a:t>
            </a:r>
            <a:endParaRPr lang="ro-RO" i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20759CBE-461E-4780-B0D7-17EF14B1F855}"/>
                  </a:ext>
                </a:extLst>
              </p14:cNvPr>
              <p14:cNvContentPartPr/>
              <p14:nvPr/>
            </p14:nvContentPartPr>
            <p14:xfrm>
              <a:off x="937606" y="2044463"/>
              <a:ext cx="38520" cy="5040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20759CBE-461E-4780-B0D7-17EF14B1F85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9436" y="2026334"/>
                <a:ext cx="74496" cy="862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685BCDDB-31DE-4044-9903-822B04DF367F}"/>
                  </a:ext>
                </a:extLst>
              </p14:cNvPr>
              <p14:cNvContentPartPr/>
              <p14:nvPr/>
            </p14:nvContentPartPr>
            <p14:xfrm>
              <a:off x="957046" y="2178023"/>
              <a:ext cx="47520" cy="9792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685BCDDB-31DE-4044-9903-822B04DF367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8909" y="2160023"/>
                <a:ext cx="83432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76E3E202-99D8-4133-B940-1E60B9085E5D}"/>
                  </a:ext>
                </a:extLst>
              </p14:cNvPr>
              <p14:cNvContentPartPr/>
              <p14:nvPr/>
            </p14:nvContentPartPr>
            <p14:xfrm>
              <a:off x="1109686" y="2037623"/>
              <a:ext cx="250560" cy="22140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76E3E202-99D8-4133-B940-1E60B9085E5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91686" y="2019623"/>
                <a:ext cx="28620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DBFFD949-4C1E-4066-A04E-7C86D9233A7A}"/>
                  </a:ext>
                </a:extLst>
              </p14:cNvPr>
              <p14:cNvContentPartPr/>
              <p14:nvPr/>
            </p14:nvContentPartPr>
            <p14:xfrm>
              <a:off x="517846" y="1983263"/>
              <a:ext cx="329400" cy="28152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DBFFD949-4C1E-4066-A04E-7C86D9233A7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99826" y="1965286"/>
                <a:ext cx="365079" cy="3171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EE914C4E-846D-44D2-ADCE-369736BA2D57}"/>
                  </a:ext>
                </a:extLst>
              </p14:cNvPr>
              <p14:cNvContentPartPr/>
              <p14:nvPr/>
            </p14:nvContentPartPr>
            <p14:xfrm>
              <a:off x="1334326" y="2676983"/>
              <a:ext cx="263520" cy="26460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EE914C4E-846D-44D2-ADCE-369736BA2D5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16326" y="2658983"/>
                <a:ext cx="29916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F26CD17B-933E-4AA2-BC71-0B797057DF44}"/>
                  </a:ext>
                </a:extLst>
              </p14:cNvPr>
              <p14:cNvContentPartPr/>
              <p14:nvPr/>
            </p14:nvContentPartPr>
            <p14:xfrm>
              <a:off x="1147486" y="2712263"/>
              <a:ext cx="74520" cy="18288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F26CD17B-933E-4AA2-BC71-0B797057DF4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29486" y="2694227"/>
                <a:ext cx="110160" cy="2185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4FD98829-DA1A-493C-A814-F912D736CA64}"/>
                  </a:ext>
                </a:extLst>
              </p14:cNvPr>
              <p14:cNvContentPartPr/>
              <p14:nvPr/>
            </p14:nvContentPartPr>
            <p14:xfrm>
              <a:off x="603886" y="2701463"/>
              <a:ext cx="453240" cy="33696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4FD98829-DA1A-493C-A814-F912D736CA6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85872" y="2683463"/>
                <a:ext cx="488908" cy="3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3AC0BE45-8BCD-48AD-B3C4-17A14ECA388D}"/>
                  </a:ext>
                </a:extLst>
              </p14:cNvPr>
              <p14:cNvContentPartPr/>
              <p14:nvPr/>
            </p14:nvContentPartPr>
            <p14:xfrm>
              <a:off x="1889806" y="1325903"/>
              <a:ext cx="6778440" cy="561060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3AC0BE45-8BCD-48AD-B3C4-17A14ECA388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871806" y="1307904"/>
                <a:ext cx="6814080" cy="56462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46646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3D6B9521-881E-4C7B-9F5A-41FE2F1F0516}"/>
                  </a:ext>
                </a:extLst>
              </p14:cNvPr>
              <p14:cNvContentPartPr/>
              <p14:nvPr/>
            </p14:nvContentPartPr>
            <p14:xfrm>
              <a:off x="750411" y="1380261"/>
              <a:ext cx="597240" cy="1008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3D6B9521-881E-4C7B-9F5A-41FE2F1F051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2411" y="1362882"/>
                <a:ext cx="632880" cy="444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0094E9C3-7F40-4AD0-A43E-000FEC843EF8}"/>
                  </a:ext>
                </a:extLst>
              </p14:cNvPr>
              <p14:cNvContentPartPr/>
              <p14:nvPr/>
            </p14:nvContentPartPr>
            <p14:xfrm>
              <a:off x="1430811" y="1051941"/>
              <a:ext cx="47520" cy="5328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0094E9C3-7F40-4AD0-A43E-000FEC843EF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12811" y="1033941"/>
                <a:ext cx="8316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CF08EEF2-DB61-4C6D-A4F4-A23F9AAA6645}"/>
                  </a:ext>
                </a:extLst>
              </p14:cNvPr>
              <p14:cNvContentPartPr/>
              <p14:nvPr/>
            </p14:nvContentPartPr>
            <p14:xfrm>
              <a:off x="1485171" y="1194861"/>
              <a:ext cx="36360" cy="4320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CF08EEF2-DB61-4C6D-A4F4-A23F9AAA664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67171" y="1177010"/>
                <a:ext cx="72000" cy="785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ED171AFD-335E-4E2B-8AAA-B54BB3781156}"/>
                  </a:ext>
                </a:extLst>
              </p14:cNvPr>
              <p14:cNvContentPartPr/>
              <p14:nvPr/>
            </p14:nvContentPartPr>
            <p14:xfrm>
              <a:off x="760491" y="937821"/>
              <a:ext cx="530640" cy="29592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ED171AFD-335E-4E2B-8AAA-B54BB378115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42491" y="919821"/>
                <a:ext cx="56628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56146360-8C5D-48A5-B277-807F27352057}"/>
                  </a:ext>
                </a:extLst>
              </p14:cNvPr>
              <p14:cNvContentPartPr/>
              <p14:nvPr/>
            </p14:nvContentPartPr>
            <p14:xfrm>
              <a:off x="4742451" y="1471701"/>
              <a:ext cx="1427400" cy="33444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56146360-8C5D-48A5-B277-807F2735205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724451" y="1453720"/>
                <a:ext cx="1463040" cy="3700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034668D2-D777-4BCF-890C-823E0C20165F}"/>
                  </a:ext>
                </a:extLst>
              </p14:cNvPr>
              <p14:cNvContentPartPr/>
              <p14:nvPr/>
            </p14:nvContentPartPr>
            <p14:xfrm>
              <a:off x="1432611" y="1508781"/>
              <a:ext cx="2951280" cy="101088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034668D2-D777-4BCF-890C-823E0C20165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14609" y="1490775"/>
                <a:ext cx="2986924" cy="10465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CD75A3C5-99FF-40D2-A180-5B1260C373D5}"/>
                  </a:ext>
                </a:extLst>
              </p14:cNvPr>
              <p14:cNvContentPartPr/>
              <p14:nvPr/>
            </p14:nvContentPartPr>
            <p14:xfrm>
              <a:off x="4536171" y="2178381"/>
              <a:ext cx="312120" cy="23580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CD75A3C5-99FF-40D2-A180-5B1260C373D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518171" y="2160381"/>
                <a:ext cx="34776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263418BD-1D56-4046-B0FA-AA4EDDE45512}"/>
                  </a:ext>
                </a:extLst>
              </p14:cNvPr>
              <p14:cNvContentPartPr/>
              <p14:nvPr/>
            </p14:nvContentPartPr>
            <p14:xfrm>
              <a:off x="4581171" y="2737821"/>
              <a:ext cx="388800" cy="23220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263418BD-1D56-4046-B0FA-AA4EDDE4551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563171" y="2719821"/>
                <a:ext cx="42444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57ADD34B-2B19-476C-96C1-FA67D55A1EAA}"/>
                  </a:ext>
                </a:extLst>
              </p14:cNvPr>
              <p14:cNvContentPartPr/>
              <p14:nvPr/>
            </p14:nvContentPartPr>
            <p14:xfrm>
              <a:off x="2441331" y="2624781"/>
              <a:ext cx="1764360" cy="41760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57ADD34B-2B19-476C-96C1-FA67D55A1EA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423327" y="2606781"/>
                <a:ext cx="1800007" cy="45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16C10205-0A01-409B-8783-1F0093F78FAA}"/>
                  </a:ext>
                </a:extLst>
              </p14:cNvPr>
              <p14:cNvContentPartPr/>
              <p14:nvPr/>
            </p14:nvContentPartPr>
            <p14:xfrm>
              <a:off x="1846611" y="2814501"/>
              <a:ext cx="364320" cy="24084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16C10205-0A01-409B-8783-1F0093F78FA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828611" y="2796501"/>
                <a:ext cx="39996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6C207F59-CBA3-44B9-88F8-66E0AD4E923F}"/>
                  </a:ext>
                </a:extLst>
              </p14:cNvPr>
              <p14:cNvContentPartPr/>
              <p14:nvPr/>
            </p14:nvContentPartPr>
            <p14:xfrm>
              <a:off x="4595571" y="3273861"/>
              <a:ext cx="318960" cy="23292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6C207F59-CBA3-44B9-88F8-66E0AD4E923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577571" y="3255833"/>
                <a:ext cx="354600" cy="2686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FE6605A3-F929-4824-BA49-DF8C0A377519}"/>
                  </a:ext>
                </a:extLst>
              </p14:cNvPr>
              <p14:cNvContentPartPr/>
              <p14:nvPr/>
            </p14:nvContentPartPr>
            <p14:xfrm>
              <a:off x="5274531" y="3199341"/>
              <a:ext cx="840960" cy="30744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FE6605A3-F929-4824-BA49-DF8C0A37751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256539" y="3181362"/>
                <a:ext cx="876585" cy="3430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251D0D08-971A-4DAB-BA28-34AF04073025}"/>
                  </a:ext>
                </a:extLst>
              </p14:cNvPr>
              <p14:cNvContentPartPr/>
              <p14:nvPr/>
            </p14:nvContentPartPr>
            <p14:xfrm>
              <a:off x="2505411" y="3123741"/>
              <a:ext cx="1720800" cy="40032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251D0D08-971A-4DAB-BA28-34AF0407302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487415" y="3105741"/>
                <a:ext cx="1756433" cy="43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08AAD26D-D921-4B73-AAF6-DBCB1C44B2A5}"/>
                  </a:ext>
                </a:extLst>
              </p14:cNvPr>
              <p14:cNvContentPartPr/>
              <p14:nvPr/>
            </p14:nvContentPartPr>
            <p14:xfrm>
              <a:off x="1831851" y="3322101"/>
              <a:ext cx="411120" cy="25704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08AAD26D-D921-4B73-AAF6-DBCB1C44B2A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813835" y="3304101"/>
                <a:ext cx="446791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E3C2BAFA-6DEA-4868-A440-D722887D7295}"/>
                  </a:ext>
                </a:extLst>
              </p14:cNvPr>
              <p14:cNvContentPartPr/>
              <p14:nvPr/>
            </p14:nvContentPartPr>
            <p14:xfrm>
              <a:off x="5155371" y="2029341"/>
              <a:ext cx="1558800" cy="95904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E3C2BAFA-6DEA-4868-A440-D722887D729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137371" y="2011334"/>
                <a:ext cx="1594440" cy="9946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91030054-63DC-41A8-A350-BF8E8CBE6F18}"/>
                  </a:ext>
                </a:extLst>
              </p14:cNvPr>
              <p14:cNvContentPartPr/>
              <p14:nvPr/>
            </p14:nvContentPartPr>
            <p14:xfrm>
              <a:off x="804411" y="4118781"/>
              <a:ext cx="340200" cy="40608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91030054-63DC-41A8-A350-BF8E8CBE6F1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86411" y="4100781"/>
                <a:ext cx="375840" cy="44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1FF40952-5722-4CE9-8679-12DFFE04BFB0}"/>
                  </a:ext>
                </a:extLst>
              </p14:cNvPr>
              <p14:cNvContentPartPr/>
              <p14:nvPr/>
            </p14:nvContentPartPr>
            <p14:xfrm>
              <a:off x="789651" y="1678341"/>
              <a:ext cx="405000" cy="38304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1FF40952-5722-4CE9-8679-12DFFE04BFB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71667" y="1660341"/>
                <a:ext cx="440608" cy="41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DC4AA437-BDE2-470B-AA3E-1FD397DD28A5}"/>
                  </a:ext>
                </a:extLst>
              </p14:cNvPr>
              <p14:cNvContentPartPr/>
              <p14:nvPr/>
            </p14:nvContentPartPr>
            <p14:xfrm>
              <a:off x="4048011" y="3957141"/>
              <a:ext cx="307440" cy="28944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DC4AA437-BDE2-470B-AA3E-1FD397DD28A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030011" y="3939141"/>
                <a:ext cx="34308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45AA00E0-A696-4533-B9F8-EB250F04F5F5}"/>
                  </a:ext>
                </a:extLst>
              </p14:cNvPr>
              <p14:cNvContentPartPr/>
              <p14:nvPr/>
            </p14:nvContentPartPr>
            <p14:xfrm>
              <a:off x="1615491" y="3876141"/>
              <a:ext cx="1996200" cy="46800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45AA00E0-A696-4533-B9F8-EB250F04F5F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597488" y="3858141"/>
                <a:ext cx="2031846" cy="50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A25D30B5-1160-492F-B2F6-D2EBAB0D9FE5}"/>
                  </a:ext>
                </a:extLst>
              </p14:cNvPr>
              <p14:cNvContentPartPr/>
              <p14:nvPr/>
            </p14:nvContentPartPr>
            <p14:xfrm>
              <a:off x="7096851" y="3857421"/>
              <a:ext cx="1557000" cy="52776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A25D30B5-1160-492F-B2F6-D2EBAB0D9FE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078847" y="3839421"/>
                <a:ext cx="1592648" cy="56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3E256CBD-146D-45C8-8A4F-DA9144861DEE}"/>
                  </a:ext>
                </a:extLst>
              </p14:cNvPr>
              <p14:cNvContentPartPr/>
              <p14:nvPr/>
            </p14:nvContentPartPr>
            <p14:xfrm>
              <a:off x="6072291" y="3853101"/>
              <a:ext cx="658440" cy="25380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3E256CBD-146D-45C8-8A4F-DA9144861DE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054291" y="3835075"/>
                <a:ext cx="694080" cy="2894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A4342C79-A51B-4C71-A771-04E1E5AF0264}"/>
                  </a:ext>
                </a:extLst>
              </p14:cNvPr>
              <p14:cNvContentPartPr/>
              <p14:nvPr/>
            </p14:nvContentPartPr>
            <p14:xfrm>
              <a:off x="4811211" y="3862821"/>
              <a:ext cx="821880" cy="32184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A4342C79-A51B-4C71-A771-04E1E5AF026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793219" y="3844821"/>
                <a:ext cx="857504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0170DC69-CB33-4674-836D-12237DD1926B}"/>
                  </a:ext>
                </a:extLst>
              </p14:cNvPr>
              <p14:cNvContentPartPr/>
              <p14:nvPr/>
            </p14:nvContentPartPr>
            <p14:xfrm>
              <a:off x="2623131" y="4895301"/>
              <a:ext cx="525960" cy="26208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0170DC69-CB33-4674-836D-12237DD1926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605143" y="4877326"/>
                <a:ext cx="561576" cy="2976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51" name="Cerneală 150">
                <a:extLst>
                  <a:ext uri="{FF2B5EF4-FFF2-40B4-BE49-F238E27FC236}">
                    <a16:creationId xmlns:a16="http://schemas.microsoft.com/office/drawing/2014/main" id="{01898845-89E5-43C6-96B7-AB5540CDACAE}"/>
                  </a:ext>
                </a:extLst>
              </p14:cNvPr>
              <p14:cNvContentPartPr/>
              <p14:nvPr/>
            </p14:nvContentPartPr>
            <p14:xfrm>
              <a:off x="7006491" y="4752741"/>
              <a:ext cx="899640" cy="360000"/>
            </p14:xfrm>
          </p:contentPart>
        </mc:Choice>
        <mc:Fallback xmlns="">
          <p:pic>
            <p:nvPicPr>
              <p:cNvPr id="151" name="Cerneală 150">
                <a:extLst>
                  <a:ext uri="{FF2B5EF4-FFF2-40B4-BE49-F238E27FC236}">
                    <a16:creationId xmlns:a16="http://schemas.microsoft.com/office/drawing/2014/main" id="{01898845-89E5-43C6-96B7-AB5540CDACA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988484" y="4734723"/>
                <a:ext cx="935294" cy="3956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A1F8EDD4-3568-4C67-961B-62D22846429E}"/>
                  </a:ext>
                </a:extLst>
              </p14:cNvPr>
              <p14:cNvContentPartPr/>
              <p14:nvPr/>
            </p14:nvContentPartPr>
            <p14:xfrm>
              <a:off x="6162291" y="4784061"/>
              <a:ext cx="704160" cy="35172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A1F8EDD4-3568-4C67-961B-62D22846429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144291" y="4766061"/>
                <a:ext cx="739800" cy="38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53" name="Cerneală 152">
                <a:extLst>
                  <a:ext uri="{FF2B5EF4-FFF2-40B4-BE49-F238E27FC236}">
                    <a16:creationId xmlns:a16="http://schemas.microsoft.com/office/drawing/2014/main" id="{5502C9A2-E048-48C1-89D8-064B703093A7}"/>
                  </a:ext>
                </a:extLst>
              </p14:cNvPr>
              <p14:cNvContentPartPr/>
              <p14:nvPr/>
            </p14:nvContentPartPr>
            <p14:xfrm>
              <a:off x="5572971" y="4899981"/>
              <a:ext cx="270360" cy="213480"/>
            </p14:xfrm>
          </p:contentPart>
        </mc:Choice>
        <mc:Fallback xmlns="">
          <p:pic>
            <p:nvPicPr>
              <p:cNvPr id="153" name="Cerneală 152">
                <a:extLst>
                  <a:ext uri="{FF2B5EF4-FFF2-40B4-BE49-F238E27FC236}">
                    <a16:creationId xmlns:a16="http://schemas.microsoft.com/office/drawing/2014/main" id="{5502C9A2-E048-48C1-89D8-064B703093A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554995" y="4881981"/>
                <a:ext cx="305953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760400FA-1E64-4A45-8F8B-E5B748A97DB8}"/>
                  </a:ext>
                </a:extLst>
              </p14:cNvPr>
              <p14:cNvContentPartPr/>
              <p14:nvPr/>
            </p14:nvContentPartPr>
            <p14:xfrm>
              <a:off x="3282651" y="4841301"/>
              <a:ext cx="1469880" cy="556200"/>
            </p14:xfrm>
          </p:contentPart>
        </mc:Choice>
        <mc:Fallback xmlns=""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760400FA-1E64-4A45-8F8B-E5B748A97DB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264647" y="4823301"/>
                <a:ext cx="1505529" cy="59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E288AAF8-2570-4712-8612-830395D60019}"/>
                  </a:ext>
                </a:extLst>
              </p14:cNvPr>
              <p14:cNvContentPartPr/>
              <p14:nvPr/>
            </p14:nvContentPartPr>
            <p14:xfrm>
              <a:off x="4891851" y="4752741"/>
              <a:ext cx="327600" cy="38016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E288AAF8-2570-4712-8612-830395D6001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873851" y="4734741"/>
                <a:ext cx="363240" cy="41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58" name="Cerneală 157">
                <a:extLst>
                  <a:ext uri="{FF2B5EF4-FFF2-40B4-BE49-F238E27FC236}">
                    <a16:creationId xmlns:a16="http://schemas.microsoft.com/office/drawing/2014/main" id="{C7724509-6EC9-4440-9475-68B4EC556791}"/>
                  </a:ext>
                </a:extLst>
              </p14:cNvPr>
              <p14:cNvContentPartPr/>
              <p14:nvPr/>
            </p14:nvContentPartPr>
            <p14:xfrm>
              <a:off x="8212851" y="4885581"/>
              <a:ext cx="314280" cy="178920"/>
            </p14:xfrm>
          </p:contentPart>
        </mc:Choice>
        <mc:Fallback xmlns="">
          <p:pic>
            <p:nvPicPr>
              <p:cNvPr id="158" name="Cerneală 157">
                <a:extLst>
                  <a:ext uri="{FF2B5EF4-FFF2-40B4-BE49-F238E27FC236}">
                    <a16:creationId xmlns:a16="http://schemas.microsoft.com/office/drawing/2014/main" id="{C7724509-6EC9-4440-9475-68B4EC55679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194830" y="4867581"/>
                <a:ext cx="349961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63" name="Cerneală 162">
                <a:extLst>
                  <a:ext uri="{FF2B5EF4-FFF2-40B4-BE49-F238E27FC236}">
                    <a16:creationId xmlns:a16="http://schemas.microsoft.com/office/drawing/2014/main" id="{C5A0214A-37F2-4A78-9273-08261846C7BB}"/>
                  </a:ext>
                </a:extLst>
              </p14:cNvPr>
              <p14:cNvContentPartPr/>
              <p14:nvPr/>
            </p14:nvContentPartPr>
            <p14:xfrm>
              <a:off x="8846091" y="4737981"/>
              <a:ext cx="512280" cy="297360"/>
            </p14:xfrm>
          </p:contentPart>
        </mc:Choice>
        <mc:Fallback xmlns="">
          <p:pic>
            <p:nvPicPr>
              <p:cNvPr id="163" name="Cerneală 162">
                <a:extLst>
                  <a:ext uri="{FF2B5EF4-FFF2-40B4-BE49-F238E27FC236}">
                    <a16:creationId xmlns:a16="http://schemas.microsoft.com/office/drawing/2014/main" id="{C5A0214A-37F2-4A78-9273-08261846C7B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828078" y="4719959"/>
                <a:ext cx="547945" cy="3330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64" name="Cerneală 163">
                <a:extLst>
                  <a:ext uri="{FF2B5EF4-FFF2-40B4-BE49-F238E27FC236}">
                    <a16:creationId xmlns:a16="http://schemas.microsoft.com/office/drawing/2014/main" id="{369AF26A-5CFF-46ED-BA07-A47D7937AD5B}"/>
                  </a:ext>
                </a:extLst>
              </p14:cNvPr>
              <p14:cNvContentPartPr/>
              <p14:nvPr/>
            </p14:nvContentPartPr>
            <p14:xfrm>
              <a:off x="9466731" y="4993941"/>
              <a:ext cx="166680" cy="11880"/>
            </p14:xfrm>
          </p:contentPart>
        </mc:Choice>
        <mc:Fallback xmlns="">
          <p:pic>
            <p:nvPicPr>
              <p:cNvPr id="164" name="Cerneală 163">
                <a:extLst>
                  <a:ext uri="{FF2B5EF4-FFF2-40B4-BE49-F238E27FC236}">
                    <a16:creationId xmlns:a16="http://schemas.microsoft.com/office/drawing/2014/main" id="{369AF26A-5CFF-46ED-BA07-A47D7937AD5B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448731" y="4975941"/>
                <a:ext cx="20232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80" name="Cerneală 179">
                <a:extLst>
                  <a:ext uri="{FF2B5EF4-FFF2-40B4-BE49-F238E27FC236}">
                    <a16:creationId xmlns:a16="http://schemas.microsoft.com/office/drawing/2014/main" id="{8A7DE072-E451-42D2-9013-0ED379842035}"/>
                  </a:ext>
                </a:extLst>
              </p14:cNvPr>
              <p14:cNvContentPartPr/>
              <p14:nvPr/>
            </p14:nvContentPartPr>
            <p14:xfrm>
              <a:off x="10783971" y="4520541"/>
              <a:ext cx="1069920" cy="641520"/>
            </p14:xfrm>
          </p:contentPart>
        </mc:Choice>
        <mc:Fallback xmlns="">
          <p:pic>
            <p:nvPicPr>
              <p:cNvPr id="180" name="Cerneală 179">
                <a:extLst>
                  <a:ext uri="{FF2B5EF4-FFF2-40B4-BE49-F238E27FC236}">
                    <a16:creationId xmlns:a16="http://schemas.microsoft.com/office/drawing/2014/main" id="{8A7DE072-E451-42D2-9013-0ED37984203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0765971" y="4502531"/>
                <a:ext cx="1105560" cy="6771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C8034F84-E8E6-4F80-8A9A-44B61BEEDB24}"/>
                  </a:ext>
                </a:extLst>
              </p14:cNvPr>
              <p14:cNvContentPartPr/>
              <p14:nvPr/>
            </p14:nvContentPartPr>
            <p14:xfrm>
              <a:off x="9766611" y="4688661"/>
              <a:ext cx="904680" cy="313200"/>
            </p14:xfrm>
          </p:contentPart>
        </mc:Choice>
        <mc:Fallback xmlns=""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C8034F84-E8E6-4F80-8A9A-44B61BEEDB2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748611" y="4670661"/>
                <a:ext cx="940320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86" name="Cerneală 185">
                <a:extLst>
                  <a:ext uri="{FF2B5EF4-FFF2-40B4-BE49-F238E27FC236}">
                    <a16:creationId xmlns:a16="http://schemas.microsoft.com/office/drawing/2014/main" id="{D60AD001-3939-443F-9115-DBC8C7E48552}"/>
                  </a:ext>
                </a:extLst>
              </p14:cNvPr>
              <p14:cNvContentPartPr/>
              <p14:nvPr/>
            </p14:nvContentPartPr>
            <p14:xfrm>
              <a:off x="3488571" y="5706381"/>
              <a:ext cx="230400" cy="261000"/>
            </p14:xfrm>
          </p:contentPart>
        </mc:Choice>
        <mc:Fallback xmlns="">
          <p:pic>
            <p:nvPicPr>
              <p:cNvPr id="186" name="Cerneală 185">
                <a:extLst>
                  <a:ext uri="{FF2B5EF4-FFF2-40B4-BE49-F238E27FC236}">
                    <a16:creationId xmlns:a16="http://schemas.microsoft.com/office/drawing/2014/main" id="{D60AD001-3939-443F-9115-DBC8C7E4855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470571" y="5688356"/>
                <a:ext cx="266040" cy="2966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87" name="Cerneală 186">
                <a:extLst>
                  <a:ext uri="{FF2B5EF4-FFF2-40B4-BE49-F238E27FC236}">
                    <a16:creationId xmlns:a16="http://schemas.microsoft.com/office/drawing/2014/main" id="{1504936A-E5E2-452C-94B5-26013675B840}"/>
                  </a:ext>
                </a:extLst>
              </p14:cNvPr>
              <p14:cNvContentPartPr/>
              <p14:nvPr/>
            </p14:nvContentPartPr>
            <p14:xfrm>
              <a:off x="3110571" y="5621421"/>
              <a:ext cx="173160" cy="391680"/>
            </p14:xfrm>
          </p:contentPart>
        </mc:Choice>
        <mc:Fallback xmlns="">
          <p:pic>
            <p:nvPicPr>
              <p:cNvPr id="187" name="Cerneală 186">
                <a:extLst>
                  <a:ext uri="{FF2B5EF4-FFF2-40B4-BE49-F238E27FC236}">
                    <a16:creationId xmlns:a16="http://schemas.microsoft.com/office/drawing/2014/main" id="{1504936A-E5E2-452C-94B5-26013675B84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092608" y="5603438"/>
                <a:ext cx="208726" cy="4272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90" name="Cerneală 189">
                <a:extLst>
                  <a:ext uri="{FF2B5EF4-FFF2-40B4-BE49-F238E27FC236}">
                    <a16:creationId xmlns:a16="http://schemas.microsoft.com/office/drawing/2014/main" id="{24B22864-1617-486F-ADF8-18518BF6F8C7}"/>
                  </a:ext>
                </a:extLst>
              </p14:cNvPr>
              <p14:cNvContentPartPr/>
              <p14:nvPr/>
            </p14:nvContentPartPr>
            <p14:xfrm>
              <a:off x="3906531" y="5667141"/>
              <a:ext cx="194760" cy="381240"/>
            </p14:xfrm>
          </p:contentPart>
        </mc:Choice>
        <mc:Fallback xmlns="">
          <p:pic>
            <p:nvPicPr>
              <p:cNvPr id="190" name="Cerneală 189">
                <a:extLst>
                  <a:ext uri="{FF2B5EF4-FFF2-40B4-BE49-F238E27FC236}">
                    <a16:creationId xmlns:a16="http://schemas.microsoft.com/office/drawing/2014/main" id="{24B22864-1617-486F-ADF8-18518BF6F8C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888498" y="5649124"/>
                <a:ext cx="230466" cy="4169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95" name="Cerneală 194">
                <a:extLst>
                  <a:ext uri="{FF2B5EF4-FFF2-40B4-BE49-F238E27FC236}">
                    <a16:creationId xmlns:a16="http://schemas.microsoft.com/office/drawing/2014/main" id="{DE96722B-E881-48D6-A5CA-8B7DCB0617F6}"/>
                  </a:ext>
                </a:extLst>
              </p14:cNvPr>
              <p14:cNvContentPartPr/>
              <p14:nvPr/>
            </p14:nvContentPartPr>
            <p14:xfrm>
              <a:off x="5342211" y="5794941"/>
              <a:ext cx="172080" cy="3240"/>
            </p14:xfrm>
          </p:contentPart>
        </mc:Choice>
        <mc:Fallback xmlns="">
          <p:pic>
            <p:nvPicPr>
              <p:cNvPr id="195" name="Cerneală 194">
                <a:extLst>
                  <a:ext uri="{FF2B5EF4-FFF2-40B4-BE49-F238E27FC236}">
                    <a16:creationId xmlns:a16="http://schemas.microsoft.com/office/drawing/2014/main" id="{DE96722B-E881-48D6-A5CA-8B7DCB0617F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324211" y="5776941"/>
                <a:ext cx="20772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96" name="Cerneală 195">
                <a:extLst>
                  <a:ext uri="{FF2B5EF4-FFF2-40B4-BE49-F238E27FC236}">
                    <a16:creationId xmlns:a16="http://schemas.microsoft.com/office/drawing/2014/main" id="{61F3AE94-1B63-4B76-9ADE-651D5428CD6C}"/>
                  </a:ext>
                </a:extLst>
              </p14:cNvPr>
              <p14:cNvContentPartPr/>
              <p14:nvPr/>
            </p14:nvContentPartPr>
            <p14:xfrm>
              <a:off x="5366691" y="5888181"/>
              <a:ext cx="189720" cy="10080"/>
            </p14:xfrm>
          </p:contentPart>
        </mc:Choice>
        <mc:Fallback xmlns="">
          <p:pic>
            <p:nvPicPr>
              <p:cNvPr id="196" name="Cerneală 195">
                <a:extLst>
                  <a:ext uri="{FF2B5EF4-FFF2-40B4-BE49-F238E27FC236}">
                    <a16:creationId xmlns:a16="http://schemas.microsoft.com/office/drawing/2014/main" id="{61F3AE94-1B63-4B76-9ADE-651D5428CD6C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348657" y="5870181"/>
                <a:ext cx="225428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97" name="Cerneală 196">
                <a:extLst>
                  <a:ext uri="{FF2B5EF4-FFF2-40B4-BE49-F238E27FC236}">
                    <a16:creationId xmlns:a16="http://schemas.microsoft.com/office/drawing/2014/main" id="{2EE81B7E-E0C1-4B8B-8FED-7DF2CA36395F}"/>
                  </a:ext>
                </a:extLst>
              </p14:cNvPr>
              <p14:cNvContentPartPr/>
              <p14:nvPr/>
            </p14:nvContentPartPr>
            <p14:xfrm>
              <a:off x="4685571" y="5662821"/>
              <a:ext cx="191160" cy="276480"/>
            </p14:xfrm>
          </p:contentPart>
        </mc:Choice>
        <mc:Fallback xmlns="">
          <p:pic>
            <p:nvPicPr>
              <p:cNvPr id="197" name="Cerneală 196">
                <a:extLst>
                  <a:ext uri="{FF2B5EF4-FFF2-40B4-BE49-F238E27FC236}">
                    <a16:creationId xmlns:a16="http://schemas.microsoft.com/office/drawing/2014/main" id="{2EE81B7E-E0C1-4B8B-8FED-7DF2CA36395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667571" y="5644844"/>
                <a:ext cx="226800" cy="3120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98" name="Cerneală 197">
                <a:extLst>
                  <a:ext uri="{FF2B5EF4-FFF2-40B4-BE49-F238E27FC236}">
                    <a16:creationId xmlns:a16="http://schemas.microsoft.com/office/drawing/2014/main" id="{927B2BB4-6E31-49B2-AFE7-1AB5B7DCF8AC}"/>
                  </a:ext>
                </a:extLst>
              </p14:cNvPr>
              <p14:cNvContentPartPr/>
              <p14:nvPr/>
            </p14:nvContentPartPr>
            <p14:xfrm>
              <a:off x="4334211" y="5681901"/>
              <a:ext cx="232920" cy="270000"/>
            </p14:xfrm>
          </p:contentPart>
        </mc:Choice>
        <mc:Fallback xmlns="">
          <p:pic>
            <p:nvPicPr>
              <p:cNvPr id="198" name="Cerneală 197">
                <a:extLst>
                  <a:ext uri="{FF2B5EF4-FFF2-40B4-BE49-F238E27FC236}">
                    <a16:creationId xmlns:a16="http://schemas.microsoft.com/office/drawing/2014/main" id="{927B2BB4-6E31-49B2-AFE7-1AB5B7DCF8AC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316211" y="5663877"/>
                <a:ext cx="268560" cy="3056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07" name="Cerneală 206">
                <a:extLst>
                  <a:ext uri="{FF2B5EF4-FFF2-40B4-BE49-F238E27FC236}">
                    <a16:creationId xmlns:a16="http://schemas.microsoft.com/office/drawing/2014/main" id="{B61513C5-D11B-49C4-8F11-CE509FDE5147}"/>
                  </a:ext>
                </a:extLst>
              </p14:cNvPr>
              <p14:cNvContentPartPr/>
              <p14:nvPr/>
            </p14:nvContentPartPr>
            <p14:xfrm>
              <a:off x="6988851" y="5562021"/>
              <a:ext cx="836280" cy="357840"/>
            </p14:xfrm>
          </p:contentPart>
        </mc:Choice>
        <mc:Fallback xmlns="">
          <p:pic>
            <p:nvPicPr>
              <p:cNvPr id="207" name="Cerneală 206">
                <a:extLst>
                  <a:ext uri="{FF2B5EF4-FFF2-40B4-BE49-F238E27FC236}">
                    <a16:creationId xmlns:a16="http://schemas.microsoft.com/office/drawing/2014/main" id="{B61513C5-D11B-49C4-8F11-CE509FDE514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970851" y="5544021"/>
                <a:ext cx="871920" cy="39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08" name="Cerneală 207">
                <a:extLst>
                  <a:ext uri="{FF2B5EF4-FFF2-40B4-BE49-F238E27FC236}">
                    <a16:creationId xmlns:a16="http://schemas.microsoft.com/office/drawing/2014/main" id="{BC66BBB9-BBEB-46A4-848D-63FEE44B093A}"/>
                  </a:ext>
                </a:extLst>
              </p14:cNvPr>
              <p14:cNvContentPartPr/>
              <p14:nvPr/>
            </p14:nvContentPartPr>
            <p14:xfrm>
              <a:off x="5906331" y="5716101"/>
              <a:ext cx="399960" cy="262440"/>
            </p14:xfrm>
          </p:contentPart>
        </mc:Choice>
        <mc:Fallback xmlns="">
          <p:pic>
            <p:nvPicPr>
              <p:cNvPr id="208" name="Cerneală 207">
                <a:extLst>
                  <a:ext uri="{FF2B5EF4-FFF2-40B4-BE49-F238E27FC236}">
                    <a16:creationId xmlns:a16="http://schemas.microsoft.com/office/drawing/2014/main" id="{BC66BBB9-BBEB-46A4-848D-63FEE44B093A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888315" y="5698101"/>
                <a:ext cx="435632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11" name="Cerneală 210">
                <a:extLst>
                  <a:ext uri="{FF2B5EF4-FFF2-40B4-BE49-F238E27FC236}">
                    <a16:creationId xmlns:a16="http://schemas.microsoft.com/office/drawing/2014/main" id="{454322A9-85E8-4E09-AF89-EC3EFBC27010}"/>
                  </a:ext>
                </a:extLst>
              </p14:cNvPr>
              <p14:cNvContentPartPr/>
              <p14:nvPr/>
            </p14:nvContentPartPr>
            <p14:xfrm>
              <a:off x="5650371" y="6163581"/>
              <a:ext cx="1372680" cy="123480"/>
            </p14:xfrm>
          </p:contentPart>
        </mc:Choice>
        <mc:Fallback xmlns="">
          <p:pic>
            <p:nvPicPr>
              <p:cNvPr id="211" name="Cerneală 210">
                <a:extLst>
                  <a:ext uri="{FF2B5EF4-FFF2-40B4-BE49-F238E27FC236}">
                    <a16:creationId xmlns:a16="http://schemas.microsoft.com/office/drawing/2014/main" id="{454322A9-85E8-4E09-AF89-EC3EFBC27010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632366" y="6145581"/>
                <a:ext cx="1408329" cy="159120"/>
              </a:xfrm>
              <a:prstGeom prst="rect">
                <a:avLst/>
              </a:prstGeom>
            </p:spPr>
          </p:pic>
        </mc:Fallback>
      </mc:AlternateContent>
      <p:sp>
        <p:nvSpPr>
          <p:cNvPr id="45" name="Dreptunghi 44">
            <a:extLst>
              <a:ext uri="{FF2B5EF4-FFF2-40B4-BE49-F238E27FC236}">
                <a16:creationId xmlns:a16="http://schemas.microsoft.com/office/drawing/2014/main" id="{7E9E5703-3C10-466D-BD2A-E845B64E97D2}"/>
              </a:ext>
            </a:extLst>
          </p:cNvPr>
          <p:cNvSpPr/>
          <p:nvPr/>
        </p:nvSpPr>
        <p:spPr>
          <a:xfrm>
            <a:off x="426782" y="137196"/>
            <a:ext cx="83209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 4: Trasarea diagramei </a:t>
            </a:r>
            <a:r>
              <a:rPr lang="ro-RO" b="1" dirty="0" err="1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Ladder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Organizarea programului </a:t>
            </a:r>
            <a:r>
              <a:rPr lang="ro-RO" b="1" dirty="0" err="1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Ladder</a:t>
            </a:r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5746413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Dreptunghi 40">
            <a:extLst>
              <a:ext uri="{FF2B5EF4-FFF2-40B4-BE49-F238E27FC236}">
                <a16:creationId xmlns:a16="http://schemas.microsoft.com/office/drawing/2014/main" id="{32B477EF-0714-4A8E-91A8-230675D1A349}"/>
              </a:ext>
            </a:extLst>
          </p:cNvPr>
          <p:cNvSpPr/>
          <p:nvPr/>
        </p:nvSpPr>
        <p:spPr>
          <a:xfrm>
            <a:off x="335343" y="594391"/>
            <a:ext cx="84123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 4: Trasarea programului </a:t>
            </a:r>
            <a:r>
              <a:rPr lang="ro-RO" b="1" dirty="0" err="1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Ladder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- </a:t>
            </a:r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Secțiunea pentru tranziții   </a:t>
            </a:r>
            <a:endParaRPr lang="ro-RO" dirty="0"/>
          </a:p>
        </p:txBody>
      </p:sp>
      <p:sp>
        <p:nvSpPr>
          <p:cNvPr id="6" name="Dreptunghi 5">
            <a:extLst>
              <a:ext uri="{FF2B5EF4-FFF2-40B4-BE49-F238E27FC236}">
                <a16:creationId xmlns:a16="http://schemas.microsoft.com/office/drawing/2014/main" id="{9EB1048A-F6D9-46CA-9E86-B61295EFE418}"/>
              </a:ext>
            </a:extLst>
          </p:cNvPr>
          <p:cNvSpPr/>
          <p:nvPr/>
        </p:nvSpPr>
        <p:spPr>
          <a:xfrm>
            <a:off x="243904" y="137196"/>
            <a:ext cx="76808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Aplicație – </a:t>
            </a:r>
            <a:r>
              <a:rPr lang="en-US" b="1" dirty="0" err="1">
                <a:solidFill>
                  <a:srgbClr val="FF0000"/>
                </a:solidFill>
              </a:rPr>
              <a:t>Sistem</a:t>
            </a:r>
            <a:r>
              <a:rPr lang="en-US" b="1" dirty="0">
                <a:solidFill>
                  <a:srgbClr val="FF0000"/>
                </a:solidFill>
              </a:rPr>
              <a:t> de control </a:t>
            </a:r>
            <a:r>
              <a:rPr lang="en-US" b="1" dirty="0" err="1">
                <a:solidFill>
                  <a:srgbClr val="FF0000"/>
                </a:solidFill>
              </a:rPr>
              <a:t>pentru</a:t>
            </a:r>
            <a:r>
              <a:rPr lang="en-US" b="1" dirty="0">
                <a:solidFill>
                  <a:srgbClr val="FF0000"/>
                </a:solidFill>
              </a:rPr>
              <a:t> o u</a:t>
            </a:r>
            <a:r>
              <a:rPr lang="ro-RO" b="1" dirty="0">
                <a:solidFill>
                  <a:srgbClr val="FF0000"/>
                </a:solidFill>
              </a:rPr>
              <a:t>să de garaj</a:t>
            </a:r>
            <a:endParaRPr lang="ro-RO" i="1" dirty="0">
              <a:solidFill>
                <a:srgbClr val="FF0000"/>
              </a:solidFill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52591046-3440-4CE9-964F-7D7CB3096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43025"/>
            <a:ext cx="5852096" cy="4668815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32258882-ED84-40B7-901D-B79B93DA6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3" y="1234464"/>
            <a:ext cx="2790825" cy="4772025"/>
          </a:xfrm>
          <a:prstGeom prst="rect">
            <a:avLst/>
          </a:prstGeom>
        </p:spPr>
      </p:pic>
      <p:pic>
        <p:nvPicPr>
          <p:cNvPr id="8" name="Imagine 7">
            <a:extLst>
              <a:ext uri="{FF2B5EF4-FFF2-40B4-BE49-F238E27FC236}">
                <a16:creationId xmlns:a16="http://schemas.microsoft.com/office/drawing/2014/main" id="{05C65604-5BCC-46DE-B0C1-0B14CB1D14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30" y="1234464"/>
            <a:ext cx="2333625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028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Dreptunghi 40">
            <a:extLst>
              <a:ext uri="{FF2B5EF4-FFF2-40B4-BE49-F238E27FC236}">
                <a16:creationId xmlns:a16="http://schemas.microsoft.com/office/drawing/2014/main" id="{32B477EF-0714-4A8E-91A8-230675D1A349}"/>
              </a:ext>
            </a:extLst>
          </p:cNvPr>
          <p:cNvSpPr/>
          <p:nvPr/>
        </p:nvSpPr>
        <p:spPr>
          <a:xfrm>
            <a:off x="335343" y="594391"/>
            <a:ext cx="84123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 4: Trasarea programului </a:t>
            </a:r>
            <a:r>
              <a:rPr lang="ro-RO" b="1" dirty="0" err="1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Ladder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- </a:t>
            </a:r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Secțiunea pentru stări    </a:t>
            </a:r>
            <a:endParaRPr lang="ro-RO" dirty="0"/>
          </a:p>
        </p:txBody>
      </p:sp>
      <p:sp>
        <p:nvSpPr>
          <p:cNvPr id="6" name="Dreptunghi 5">
            <a:extLst>
              <a:ext uri="{FF2B5EF4-FFF2-40B4-BE49-F238E27FC236}">
                <a16:creationId xmlns:a16="http://schemas.microsoft.com/office/drawing/2014/main" id="{9EB1048A-F6D9-46CA-9E86-B61295EFE418}"/>
              </a:ext>
            </a:extLst>
          </p:cNvPr>
          <p:cNvSpPr/>
          <p:nvPr/>
        </p:nvSpPr>
        <p:spPr>
          <a:xfrm>
            <a:off x="243904" y="137196"/>
            <a:ext cx="76808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Aplicație – </a:t>
            </a:r>
            <a:r>
              <a:rPr lang="en-US" b="1" dirty="0" err="1">
                <a:solidFill>
                  <a:srgbClr val="FF0000"/>
                </a:solidFill>
              </a:rPr>
              <a:t>Sistem</a:t>
            </a:r>
            <a:r>
              <a:rPr lang="en-US" b="1" dirty="0">
                <a:solidFill>
                  <a:srgbClr val="FF0000"/>
                </a:solidFill>
              </a:rPr>
              <a:t> de control </a:t>
            </a:r>
            <a:r>
              <a:rPr lang="en-US" b="1" dirty="0" err="1">
                <a:solidFill>
                  <a:srgbClr val="FF0000"/>
                </a:solidFill>
              </a:rPr>
              <a:t>pentru</a:t>
            </a:r>
            <a:r>
              <a:rPr lang="en-US" b="1" dirty="0">
                <a:solidFill>
                  <a:srgbClr val="FF0000"/>
                </a:solidFill>
              </a:rPr>
              <a:t> o u</a:t>
            </a:r>
            <a:r>
              <a:rPr lang="ro-RO" b="1" dirty="0">
                <a:solidFill>
                  <a:srgbClr val="FF0000"/>
                </a:solidFill>
              </a:rPr>
              <a:t>să de garaj</a:t>
            </a:r>
            <a:endParaRPr lang="ro-RO" i="1" dirty="0">
              <a:solidFill>
                <a:srgbClr val="FF0000"/>
              </a:solidFill>
            </a:endParaRP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234248D3-1DFD-42BE-9566-61CD0ACD0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66" y="1325903"/>
            <a:ext cx="5205506" cy="431100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4D087140-4CBF-4B75-A62D-D297F9CBD43B}"/>
                  </a:ext>
                </a:extLst>
              </p14:cNvPr>
              <p14:cNvContentPartPr/>
              <p14:nvPr/>
            </p14:nvContentPartPr>
            <p14:xfrm>
              <a:off x="518221" y="1417342"/>
              <a:ext cx="4065847" cy="2560292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4D087140-4CBF-4B75-A62D-D297F9CBD43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0219" y="1399342"/>
                <a:ext cx="4101490" cy="259593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768870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Dreptunghi 40">
            <a:extLst>
              <a:ext uri="{FF2B5EF4-FFF2-40B4-BE49-F238E27FC236}">
                <a16:creationId xmlns:a16="http://schemas.microsoft.com/office/drawing/2014/main" id="{32B477EF-0714-4A8E-91A8-230675D1A349}"/>
              </a:ext>
            </a:extLst>
          </p:cNvPr>
          <p:cNvSpPr/>
          <p:nvPr/>
        </p:nvSpPr>
        <p:spPr>
          <a:xfrm>
            <a:off x="335343" y="594391"/>
            <a:ext cx="84123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 4: Trasarea programului </a:t>
            </a:r>
            <a:r>
              <a:rPr lang="ro-RO" b="1" dirty="0" err="1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Ladder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- </a:t>
            </a:r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Secțiunea pentru ieșiri    </a:t>
            </a:r>
            <a:endParaRPr lang="ro-RO" dirty="0"/>
          </a:p>
        </p:txBody>
      </p:sp>
      <p:sp>
        <p:nvSpPr>
          <p:cNvPr id="6" name="Dreptunghi 5">
            <a:extLst>
              <a:ext uri="{FF2B5EF4-FFF2-40B4-BE49-F238E27FC236}">
                <a16:creationId xmlns:a16="http://schemas.microsoft.com/office/drawing/2014/main" id="{9EB1048A-F6D9-46CA-9E86-B61295EFE418}"/>
              </a:ext>
            </a:extLst>
          </p:cNvPr>
          <p:cNvSpPr/>
          <p:nvPr/>
        </p:nvSpPr>
        <p:spPr>
          <a:xfrm>
            <a:off x="243904" y="137196"/>
            <a:ext cx="76808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Aplicație – </a:t>
            </a:r>
            <a:r>
              <a:rPr lang="en-US" b="1" dirty="0" err="1">
                <a:solidFill>
                  <a:srgbClr val="FF0000"/>
                </a:solidFill>
              </a:rPr>
              <a:t>Sistem</a:t>
            </a:r>
            <a:r>
              <a:rPr lang="en-US" b="1" dirty="0">
                <a:solidFill>
                  <a:srgbClr val="FF0000"/>
                </a:solidFill>
              </a:rPr>
              <a:t> de control </a:t>
            </a:r>
            <a:r>
              <a:rPr lang="en-US" b="1" dirty="0" err="1">
                <a:solidFill>
                  <a:srgbClr val="FF0000"/>
                </a:solidFill>
              </a:rPr>
              <a:t>pentru</a:t>
            </a:r>
            <a:r>
              <a:rPr lang="en-US" b="1" dirty="0">
                <a:solidFill>
                  <a:srgbClr val="FF0000"/>
                </a:solidFill>
              </a:rPr>
              <a:t> o u</a:t>
            </a:r>
            <a:r>
              <a:rPr lang="ro-RO" b="1" dirty="0">
                <a:solidFill>
                  <a:srgbClr val="FF0000"/>
                </a:solidFill>
              </a:rPr>
              <a:t>să de garaj</a:t>
            </a:r>
            <a:endParaRPr lang="ro-RO" i="1" dirty="0">
              <a:solidFill>
                <a:srgbClr val="FF0000"/>
              </a:solidFill>
            </a:endParaRPr>
          </a:p>
        </p:txBody>
      </p:sp>
      <p:pic>
        <p:nvPicPr>
          <p:cNvPr id="7" name="Imagine 6">
            <a:extLst>
              <a:ext uri="{FF2B5EF4-FFF2-40B4-BE49-F238E27FC236}">
                <a16:creationId xmlns:a16="http://schemas.microsoft.com/office/drawing/2014/main" id="{3E996E0A-5CB3-49EA-9FC8-9A5947238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234464"/>
            <a:ext cx="2790825" cy="4772025"/>
          </a:xfrm>
          <a:prstGeom prst="rect">
            <a:avLst/>
          </a:prstGeom>
        </p:spPr>
      </p:pic>
      <p:pic>
        <p:nvPicPr>
          <p:cNvPr id="8" name="Imagine 7">
            <a:extLst>
              <a:ext uri="{FF2B5EF4-FFF2-40B4-BE49-F238E27FC236}">
                <a16:creationId xmlns:a16="http://schemas.microsoft.com/office/drawing/2014/main" id="{09122802-8747-4174-BDFA-0894A2E94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30" y="1234464"/>
            <a:ext cx="2266950" cy="1704975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173A987D-A7EE-46A4-BFB7-88E1C2E05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234464"/>
            <a:ext cx="4943475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7705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ED91FF69-F886-4627-9FD4-93B867704A70}"/>
              </a:ext>
            </a:extLst>
          </p:cNvPr>
          <p:cNvSpPr/>
          <p:nvPr/>
        </p:nvSpPr>
        <p:spPr>
          <a:xfrm>
            <a:off x="883977" y="320074"/>
            <a:ext cx="10606924" cy="615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Agend</a:t>
            </a:r>
            <a:r>
              <a:rPr kumimoji="0" lang="ro-RO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ă: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ro-RO" sz="2400" b="1" dirty="0">
                <a:solidFill>
                  <a:schemeClr val="bg2">
                    <a:lumMod val="75000"/>
                  </a:schemeClr>
                </a:solidFill>
              </a:rPr>
              <a:t>Modul de execuție al unui program </a:t>
            </a:r>
            <a:r>
              <a:rPr lang="ro-RO" sz="2400" b="1" dirty="0" err="1">
                <a:solidFill>
                  <a:schemeClr val="bg2">
                    <a:lumMod val="75000"/>
                  </a:schemeClr>
                </a:solidFill>
              </a:rPr>
              <a:t>Ladder</a:t>
            </a:r>
            <a:r>
              <a:rPr lang="ro-RO" sz="2400" b="1" dirty="0">
                <a:solidFill>
                  <a:schemeClr val="bg2">
                    <a:lumMod val="75000"/>
                  </a:schemeClr>
                </a:solidFill>
              </a:rPr>
              <a:t>;</a:t>
            </a:r>
          </a:p>
          <a:p>
            <a:pPr marL="1943100" lvl="3" indent="-571500">
              <a:buFontTx/>
              <a:buChar char="-"/>
            </a:pPr>
            <a:r>
              <a:rPr lang="ro-RO" b="1" dirty="0">
                <a:solidFill>
                  <a:schemeClr val="bg2">
                    <a:lumMod val="75000"/>
                  </a:schemeClr>
                </a:solidFill>
              </a:rPr>
              <a:t>Input </a:t>
            </a:r>
            <a:r>
              <a:rPr lang="ro-RO" b="1" dirty="0" err="1">
                <a:solidFill>
                  <a:schemeClr val="bg2">
                    <a:lumMod val="75000"/>
                  </a:schemeClr>
                </a:solidFill>
              </a:rPr>
              <a:t>Scan</a:t>
            </a:r>
            <a:endParaRPr lang="ro-RO" b="1" dirty="0">
              <a:solidFill>
                <a:schemeClr val="bg2">
                  <a:lumMod val="75000"/>
                </a:schemeClr>
              </a:solidFill>
            </a:endParaRPr>
          </a:p>
          <a:p>
            <a:pPr marL="1943100" lvl="3" indent="-571500">
              <a:buFontTx/>
              <a:buChar char="-"/>
            </a:pPr>
            <a:r>
              <a:rPr lang="ro-RO" b="1" dirty="0">
                <a:solidFill>
                  <a:schemeClr val="bg2">
                    <a:lumMod val="75000"/>
                  </a:schemeClr>
                </a:solidFill>
              </a:rPr>
              <a:t>Program </a:t>
            </a:r>
            <a:r>
              <a:rPr lang="ro-RO" b="1" dirty="0" err="1">
                <a:solidFill>
                  <a:schemeClr val="bg2">
                    <a:lumMod val="75000"/>
                  </a:schemeClr>
                </a:solidFill>
              </a:rPr>
              <a:t>Scan</a:t>
            </a:r>
            <a:endParaRPr lang="ro-RO" b="1" dirty="0">
              <a:solidFill>
                <a:schemeClr val="bg2">
                  <a:lumMod val="75000"/>
                </a:schemeClr>
              </a:solidFill>
            </a:endParaRPr>
          </a:p>
          <a:p>
            <a:pPr marL="1943100" lvl="3" indent="-571500">
              <a:buFontTx/>
              <a:buChar char="-"/>
            </a:pPr>
            <a:r>
              <a:rPr lang="ro-RO" b="1" dirty="0">
                <a:solidFill>
                  <a:schemeClr val="bg2">
                    <a:lumMod val="75000"/>
                  </a:schemeClr>
                </a:solidFill>
              </a:rPr>
              <a:t>Output </a:t>
            </a:r>
            <a:r>
              <a:rPr lang="ro-RO" b="1" dirty="0" err="1">
                <a:solidFill>
                  <a:schemeClr val="bg2">
                    <a:lumMod val="75000"/>
                  </a:schemeClr>
                </a:solidFill>
              </a:rPr>
              <a:t>Scan</a:t>
            </a:r>
            <a:r>
              <a:rPr lang="ro-RO" b="1" dirty="0">
                <a:solidFill>
                  <a:schemeClr val="bg2">
                    <a:lumMod val="75000"/>
                  </a:schemeClr>
                </a:solidFill>
              </a:rPr>
              <a:t> </a:t>
            </a:r>
          </a:p>
          <a:p>
            <a:pPr marL="1943100" lvl="3" indent="-571500">
              <a:buFontTx/>
              <a:buChar char="-"/>
            </a:pPr>
            <a:r>
              <a:rPr lang="ro-RO" b="1" dirty="0">
                <a:solidFill>
                  <a:schemeClr val="bg2">
                    <a:lumMod val="75000"/>
                  </a:schemeClr>
                </a:solidFill>
              </a:rPr>
              <a:t>Consecințe</a:t>
            </a:r>
            <a:endParaRPr kumimoji="0" lang="ro-RO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Calibri" panose="020F0502020204030204"/>
            </a:endParaRPr>
          </a:p>
          <a:p>
            <a:r>
              <a:rPr lang="ro-RO" sz="2400" b="1" dirty="0">
                <a:solidFill>
                  <a:schemeClr val="bg2">
                    <a:lumMod val="75000"/>
                  </a:schemeClr>
                </a:solidFill>
              </a:rPr>
              <a:t>2) Elementele de baza ale limbajului </a:t>
            </a:r>
            <a:r>
              <a:rPr lang="ro-RO" sz="2400" b="1" dirty="0" err="1">
                <a:solidFill>
                  <a:schemeClr val="bg2">
                    <a:lumMod val="75000"/>
                  </a:schemeClr>
                </a:solidFill>
              </a:rPr>
              <a:t>Ladder</a:t>
            </a:r>
            <a:r>
              <a:rPr lang="ro-RO" sz="2400" b="1" dirty="0">
                <a:solidFill>
                  <a:schemeClr val="bg2">
                    <a:lumMod val="75000"/>
                  </a:schemeClr>
                </a:solidFill>
              </a:rPr>
              <a:t>;</a:t>
            </a:r>
          </a:p>
          <a:p>
            <a:pPr lvl="2"/>
            <a:r>
              <a:rPr lang="ro-RO" sz="2400" b="1" dirty="0">
                <a:solidFill>
                  <a:schemeClr val="bg2">
                    <a:lumMod val="75000"/>
                  </a:schemeClr>
                </a:solidFill>
              </a:rPr>
              <a:t>	- contacte; bobine; </a:t>
            </a:r>
          </a:p>
          <a:p>
            <a:r>
              <a:rPr lang="ro-RO" sz="2400" b="1" dirty="0">
                <a:solidFill>
                  <a:schemeClr val="bg2">
                    <a:lumMod val="75000"/>
                  </a:schemeClr>
                </a:solidFill>
              </a:rPr>
              <a:t>3) Cum aflăm valoarea de adevăr a unui simbol ? </a:t>
            </a:r>
          </a:p>
          <a:p>
            <a:endParaRPr lang="ro-RO" sz="20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ro-RO" sz="2400" b="1" dirty="0">
                <a:solidFill>
                  <a:schemeClr val="bg2">
                    <a:lumMod val="75000"/>
                  </a:schemeClr>
                </a:solidFill>
              </a:rPr>
              <a:t>4) Diagrama de tranziție a stărilor – aspecte generale</a:t>
            </a:r>
          </a:p>
          <a:p>
            <a:endParaRPr lang="ro-RO" b="1" dirty="0">
              <a:solidFill>
                <a:srgbClr val="0000FF"/>
              </a:solidFill>
            </a:endParaRPr>
          </a:p>
          <a:p>
            <a:r>
              <a:rPr lang="ro-RO" sz="2400" b="1" dirty="0">
                <a:solidFill>
                  <a:schemeClr val="bg2">
                    <a:lumMod val="75000"/>
                  </a:schemeClr>
                </a:solidFill>
              </a:rPr>
              <a:t>5) Transpunerea diagramelor de tranziție in program </a:t>
            </a:r>
            <a:r>
              <a:rPr lang="ro-RO" sz="2400" b="1" dirty="0" err="1">
                <a:solidFill>
                  <a:schemeClr val="bg2">
                    <a:lumMod val="75000"/>
                  </a:schemeClr>
                </a:solidFill>
              </a:rPr>
              <a:t>Ladder</a:t>
            </a:r>
            <a:r>
              <a:rPr lang="ro-RO" sz="2400" b="1" dirty="0">
                <a:solidFill>
                  <a:schemeClr val="bg2">
                    <a:lumMod val="75000"/>
                  </a:schemeClr>
                </a:solidFill>
              </a:rPr>
              <a:t> folosind bobine fără memorie  - Aplicație</a:t>
            </a:r>
          </a:p>
          <a:p>
            <a:endParaRPr kumimoji="0" lang="ro-RO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r>
              <a:rPr lang="ro-RO" sz="2400" b="1" dirty="0">
                <a:solidFill>
                  <a:srgbClr val="290DB3"/>
                </a:solidFill>
                <a:latin typeface="Calibri" panose="020F0502020204030204"/>
              </a:rPr>
              <a:t>6) Modificarea unei diagrame de tranziție deja existente (</a:t>
            </a:r>
            <a:r>
              <a:rPr lang="ro-RO" sz="2400" b="1" dirty="0">
                <a:solidFill>
                  <a:srgbClr val="FF0000"/>
                </a:solidFill>
                <a:latin typeface="Calibri" panose="020F0502020204030204"/>
              </a:rPr>
              <a:t>vezi Seminar </a:t>
            </a:r>
            <a:r>
              <a:rPr lang="ro-RO" sz="2400" b="1" dirty="0">
                <a:solidFill>
                  <a:srgbClr val="290DB3"/>
                </a:solidFill>
                <a:latin typeface="Calibri" panose="020F0502020204030204"/>
              </a:rPr>
              <a:t>)  </a:t>
            </a:r>
            <a:endParaRPr kumimoji="0" lang="ro-RO" sz="1800" b="1" i="0" u="none" strike="noStrike" kern="1200" cap="none" spc="0" normalizeH="0" baseline="0" noProof="0" dirty="0">
              <a:ln>
                <a:noFill/>
              </a:ln>
              <a:solidFill>
                <a:srgbClr val="290DB3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endParaRPr kumimoji="0" lang="ro-RO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263996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2037</TotalTime>
  <Words>1961</Words>
  <Application>Microsoft Office PowerPoint</Application>
  <PresentationFormat>Ecran lat</PresentationFormat>
  <Paragraphs>256</Paragraphs>
  <Slides>34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5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34</vt:i4>
      </vt:variant>
    </vt:vector>
  </HeadingPairs>
  <TitlesOfParts>
    <vt:vector size="40" baseType="lpstr">
      <vt:lpstr>Arial</vt:lpstr>
      <vt:lpstr>Calibri</vt:lpstr>
      <vt:lpstr>Calibri Light</vt:lpstr>
      <vt:lpstr>Tahoma</vt:lpstr>
      <vt:lpstr>Times New Roman</vt:lpstr>
      <vt:lpstr>Temă Office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Ionel Bostan</dc:creator>
  <cp:lastModifiedBy>Ionel Bostan</cp:lastModifiedBy>
  <cp:revision>155</cp:revision>
  <dcterms:created xsi:type="dcterms:W3CDTF">2020-09-24T15:20:51Z</dcterms:created>
  <dcterms:modified xsi:type="dcterms:W3CDTF">2025-10-26T14:57:04Z</dcterms:modified>
</cp:coreProperties>
</file>