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80" r:id="rId2"/>
    <p:sldId id="288" r:id="rId3"/>
    <p:sldId id="469" r:id="rId4"/>
    <p:sldId id="303" r:id="rId5"/>
    <p:sldId id="444" r:id="rId6"/>
    <p:sldId id="504" r:id="rId7"/>
    <p:sldId id="459" r:id="rId8"/>
    <p:sldId id="505" r:id="rId9"/>
    <p:sldId id="458" r:id="rId10"/>
    <p:sldId id="503" r:id="rId11"/>
    <p:sldId id="506" r:id="rId12"/>
    <p:sldId id="509" r:id="rId13"/>
    <p:sldId id="507" r:id="rId14"/>
    <p:sldId id="399" r:id="rId15"/>
    <p:sldId id="515" r:id="rId16"/>
    <p:sldId id="514" r:id="rId17"/>
    <p:sldId id="322" r:id="rId18"/>
    <p:sldId id="360" r:id="rId19"/>
    <p:sldId id="329" r:id="rId20"/>
    <p:sldId id="325" r:id="rId21"/>
    <p:sldId id="362" r:id="rId22"/>
    <p:sldId id="363" r:id="rId23"/>
    <p:sldId id="330" r:id="rId24"/>
    <p:sldId id="364" r:id="rId25"/>
    <p:sldId id="365" r:id="rId26"/>
    <p:sldId id="367" r:id="rId27"/>
    <p:sldId id="369" r:id="rId28"/>
    <p:sldId id="368" r:id="rId29"/>
    <p:sldId id="378" r:id="rId30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9" autoAdjust="0"/>
    <p:restoredTop sz="94665" autoAdjust="0"/>
  </p:normalViewPr>
  <p:slideViewPr>
    <p:cSldViewPr>
      <p:cViewPr varScale="1">
        <p:scale>
          <a:sx n="99" d="100"/>
          <a:sy n="99" d="100"/>
        </p:scale>
        <p:origin x="174" y="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4T15:09:35.03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 0,'-3'14,"0"9,0 7,1 6,1 5,0 5,0 6,1 6,0 4,0 3,0 2,0-2,0-2,0-5,0-9,0-11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4T15:09:35.84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0 764,'2'-2,"1"0,-1-1,0 1,1 0,0 0,-1 1,1-1,0 1,0-1,0 1,0 0,0 0,0 0,0 0,0 1,1-1,-1 1,0 0,0 0,1 0,-1 0,0 1,0-1,0 1,0 0,1 0,-1 0,0 0,0 1,-1-1,1 1,0-1,0 1,-1 0,1 0,-1 1,2 0,2 9,0-1,-1 1,0 0,0 1,-1-1,-1 1,0 0,-1 0,-1 0,0 0,0 0,-2 6,3 13,-1-14,13 47,-14-64,1-1,0 1,-1 0,1-1,0 1,0 0,0-1,0 1,-1-1,1 0,0 1,0-1,0 0,0 1,0-1,0 0,0 0,0 0,0 0,0 0,0 0,0 0,0 0,0 0,0 0,0-1,0 1,0 0,0-1,-1 1,1-1,0 1,0-1,0 1,0-1,-1 0,1 1,0-1,-1 0,1 1,0-1,0-1,32-34,-33 35,77-141,-33 52,-40 87,-3 15,-5 25,2-27,1 3,0 1,0-1,1 0,1 1,0-1,1 0,0 0,2 3,-3-11,1-1,-1 1,1-1,0 0,0 0,1 0,-1 0,1 0,0 0,0-1,0 1,0-1,1 0,-1 0,1 0,0 0,0-1,0 1,0-1,0 0,0-1,1 1,-1-1,1 1,1-1,0 0,0-1,0 1,1-1,-1 0,0-1,0 0,0 0,0 0,0 0,0-1,0 0,0 0,-1-1,1 0,-1 0,1 0,-1-1,0 1,0-1,-1 0,1-1,1-1,4-6,0-1,0 1,-1-1,-1-1,0 0,-1 0,0-1,0-4,9-36,-4 0,-1-1,-3-1,-3 1,-2-1,-4-52,1 89,-3-324,-3 293,-6 66,4 21,1 0,2 1,2 0,2 5,-2-3,-4 82,4-1,11 83,-5-174,1 0,2 0,1-1,1 0,3 5,-7-23,0 0,0 0,1 0,1-1,-1 0,1 0,1 0,0-1,0 0,1 0,0-1,0 0,1-1,-1 1,6 1,28 6,-27-13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4T15:09:36.10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157 36,'-22'-5,"-15"-1,-6-2,8 0,15 2,26 4,29 2,30 2,28-1,24 1,14-1,6-2,-5-2,-24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4T15:09:37.06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1 447,'11'-22,"-1"-1,-1 0,0-1,-2 0,-1 0,-1-1,1-21,-5 38,3-19,-2 0,-1-1,-1 1,-1 0,-1 0,-5-20,0 30,9 17,9 6,7 1,1 0,0-2,0 0,1-1,-1-1,1-1,12 0,73 12,-100-14,-1 1,0 0,0 1,-1-1,1 1,0-1,0 1,-1 1,1-1,-1 0,0 1,0-1,0 1,0 0,0 0,0 1,-1-1,1 0,-1 1,0-1,0 1,-1 0,1 0,-1 0,1 0,-1 0,-1 0,1 0,0 1,-9 108,-2-45,10-65,0-1,-1 1,1-1,0 1,0-1,0 1,1-1,-1 1,1-1,-1 1,1-1,0 1,0-1,0 0,0 0,0 1,0-1,1 0,-1 0,1 0,0 0,-1 0,1-1,0 1,0 0,0-1,0 1,0-1,1 0,-1 0,0 0,1 0,-1 0,0 0,1-1,-1 1,3-1,16 1,-1-1,1-2,-1 0,1-1,-1 0,0-2,0-1,0 0,-1-2,0 0,0-1,10-7,38-19,-66 64,-2-27,0 1,-1-1,2 1,-1 0,0-1,1 1,-1 0,1 0,0 0,-1-1,2 1,-1 0,0 0,0 0,1-1,0 1,-1 0,1 0,0-1,0 1,1-1,-1 1,0-1,1 1,0-1,-1 0,1 0,0 0,0 0,0 0,1 1,3 0,0 0,-1 0,1-1,0 0,0 0,0 0,1 0,-1-1,0 0,1-1,-1 1,0-1,1 0,-1-1,1 1,-1-1,0-1,0 1,0-1,0 0,0-1,0 1,0-1,0 0,-1-1,0 1,0-1,0 0,0 0,0-1,-1 1,0-1,0 0,0-1,0 1,-1 0,0-1,0 0,-1 0,0 0,2-4,-3 4,0 0,-1 0,1 0,-1 0,0 0,-1 0,0 0,0 0,0 0,0 0,-1 0,0 0,0 0,-1 1,0-1,0 1,0 0,0-1,-1 2,0-1,0 0,0 1,-1 0,1 0,-1 0,0 0,0 1,0 0,-1 0,1 0,-1 1,0-1,1 1,-5 0,0 0,0 0,0 1,0 0,0 1,0 0,0 1,0 0,0 0,0 1,0 0,0 1,1 0,-7 3,11-4,-1 1,1-1,-1 1,1 0,0 1,0-1,1 1,-1 0,1 0,0 0,0 0,0 1,0 0,1 0,0 0,0 0,0 0,1 1,-1-1,1 1,1 0,-1 0,1 3,0-6,1 0,0 0,0 0,0 0,1 0,-1 0,1 0,0 0,0 0,0 0,0 0,0 0,1-1,-1 1,1 0,0-1,-1 1,1-1,1 0,-1 1,0-1,0 0,1 0,-1-1,1 1,0 0,-1-1,3 1,83 22,-47-19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4T15:09:37.31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239 9,'-16'-3,"-12"0,-8 1,-5 1,3 10,5 9,8 8,9 7,11 7,13 3,15 4,10 0,0-8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4T15:09:37.87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0 387,'4'4,"-1"-1,0 0,1 0,0 0,-1 0,1 0,0-1,0 0,1 0,-1 0,0 0,1-1,-1 0,1 0,-1 0,1 0,0-1,-1 1,1-1,0-1,-1 1,1-1,0 1,-1-1,1 0,-1-1,1 1,-1-1,0 0,0 0,0 0,0-1,0 0,0 1,0-1,-1 0,1-1,4-10,0 0,-1 0,0-1,-1 0,-1-1,0 1,-2-1,1 0,-2 0,0 0,-1 0,0 0,-2-8,2 11,-1 1,0 0,-1-1,0 1,-1 0,0 0,-1 0,0 0,-1 0,0 1,-3-5,7 15,-1 0,1 0,0 0,0 0,-1 0,1 1,-1-1,1 0,-1 0,1 0,-1 0,1 1,-1-1,0 0,1 0,-1 1,0-1,0 1,1-1,-1 0,0 1,0 0,0-1,0 1,0-1,0 1,0 0,0 0,0 0,0-1,0 1,0 0,0 0,1 0,-1 1,0-1,0 0,0 0,0 0,0 1,0-1,0 0,0 1,0-1,0 1,0-1,1 1,-1 0,0 0,1 0,0 1,0-1,1 1,-1-1,1 0,-1 1,1-1,0 0,-1 1,1-1,0 0,0 0,0 0,0 0,0 0,0 0,0 0,0 0,0 0,1 0,-1 0,0-1,1 1,-1 0,0-1,1 0,-1 1,1-1,-1 0,1 1,19 4,-1-1,1 0,-1-2,1 0,0-2,3 0,-3 0,1 0,-1 2,0 0,0 2,20 5,-38-8,1 0,0 1,-1 0,0-1,1 1,-1 1,0-1,0 0,0 1,-1-1,1 1,0 0,-1 0,0 0,0 0,0 0,0 1,0-1,0 0,-1 1,0 0,0-1,1 3,3 93,-5-45,0-51,0 1,0-1,0 1,1-1,0 1,-1-1,1 1,0-1,1 1,-1-1,1 0,-1 0,1 1,0-1,0 0,1-1,-1 1,0 0,1-1,0 1,-1-1,1 0,0 0,0 0,1 0,-1-1,0 1,0-1,1 0,-1 0,1 0,-1 0,1 0,-1-1,1 0,0 0,-1 0,1 0,-1 0,2-1,9-1,0-1,-1 0,1-1,-1-1,1 0,-2 0,1-2,0 1,-1-2,-1 0,1 0,-1-1,0 0,-1-1,0 0,-1-1,0 0,-1 0,0-1,-1 0,0-1,-1 1,0-1,-1 0,3-13,-6 14,-7 24,1 0,0 1,1-1,0 1,1-1,1 1,0 0,0 0,2 0,-1 1,1-9,0 1,0-1,0 0,0 1,1-1,0 0,0 0,0 0,1 0,-1 0,1-1,0 1,1-1,-1 0,1 0,0 0,0 0,0-1,0 0,0 1,1-2,4 3,57 9,-35-16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4T15:09:38.13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122 29,'-16'-6,"-7"-4,-2 2,2 3,7 8,4 7,6 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4T15:09:43.27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148 341,'0'5,"3"8,0 6,-1 7,1 6,-2 2,0-1,0 0,-1-5,0-6</inkml:trace>
  <inkml:trace contextRef="#ctx0" brushRef="#br0" timeOffset="526.227">1 33,'8'-5,"1"1,0 0,0 1,0 0,1 0,-1 1,1 0,-1 0,1 1,0 1,1 0,-2-1,13-1,1 1,-1 1,1 1,-1 1,0 2,11 2,-25-4,1 0,-1 1,0-1,0 2,0-1,0 1,-1 1,1-1,-1 1,0 1,-1-1,1 1,-1 0,0 1,0-1,-1 1,0 0,0 2,2 7,-1 0,-1 1,-1 0,0 0,-1 0,-1 0,-1 0,0 1,-1-1,-1 1,0-1,-3 6,0 71,4-92,0 1,0 0,0-1,1 1,-1 0,1-1,-1 1,1-1,0 1,0-1,0 1,0-1,0 1,0-1,1 0,-1 0,1 0,0 0,0 0,-1 0,1 0,1 0,-1-1,0 1,0-1,0 0,1 1,-1-1,1 0,-1 0,1-1,-1 1,1-1,-1 1,1-1,0 0,-1 0,1 0,0 0,-1 0,1 0,0-1,-1 1,2-2,7-2,0-1,0-1,-1 0,1 0,-1-1,-1 0,1-1,-1 0,-1 0,1-1,-2 0,1-1,-1 0,0 0,-1 0,-1-1,1 0,-2 0,1-1,-1-3,14-41,-18 129,0-67,0 1,0-1,1 1,0-1,0 0,1 0,0 1,0-1,0 0,1 0,0-1,0 1,0-1,1 1,0-1,0 0,0 0,0-1,1 1,0-1,0 0,0 0,0-1,1 1,0-1,-1-1,1 1,0-1,3 1,43 10,-2-5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4T15:09:44.04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78 180,'0'23,"2"19,6 11,3 8,2 3,-1-1,-2-3,-4-6,-2-8,-2-6,-3-11,-3-9</inkml:trace>
  <inkml:trace contextRef="#ctx0" brushRef="#br0" timeOffset="310.204">10 127,'-9'-88,"9"85,1 1,0 0,0 0,-1 0,1 0,1 0,-1 1,0-1,0 0,1 0,-1 1,1-1,-1 1,1-1,0 1,-1 0,1 0,0-1,0 1,0 0,0 1,0-1,0 0,0 1,1-1,-1 1,0-1,0 1,0 0,0 0,1 0,-1 0,0 1,0-1,0 1,0-1,0 1,0 0,0-1,0 1,0 0,0 0,0 1,0-1,28 8,0 1,-1 1,-1 1,0 2,-1 1,0 1,-2 1,23 20,-39-30,-1 1,0 0,0 0,-1 1,0 0,0 1,-1 0,3 6,-8-13,1 1,-1-1,1 1,-1 0,0-1,-1 1,1 0,-1 0,0 0,1-1,-2 1,1 0,0 0,-1 0,0-1,0 1,0 0,0-1,0 1,-1-1,1 1,-1-1,0 0,0 1,-1-1,1 0,-2 0,-9 8,0 0,-1-1,-1-1,0-1,0 0,0-1,-1 0,0-2,-1 0,1 0,-1-2,0 0,-8 0,-33 2,47-7</inkml:trace>
  <inkml:trace contextRef="#ctx0" brushRef="#br0" timeOffset="652.289">559 114,'1'0,"0"1,0-1,-1 1,1 0,0-1,0 1,-1 0,1-1,0 1,-1 0,1 0,-1 0,1 0,-1 0,1 0,-1 0,0 0,1 0,-1-1,0 2,0-1,0 0,0 0,0 0,0 0,0 0,0 0,0 0,0 0,0 0,-1 0,1 0,0 0,-1 0,-9 248,1-132,7-84,0-16,1 0,0 1,2-1,0 0,0 1,2-1,2 9,-4-23,0 0,1 0,-1 0,0 0,1 0,0 0,0 0,0 0,0-1,0 1,1-1,-1 0,1 1,0-1,-1 0,1-1,0 1,0 0,0-1,0 0,1 1,-1-1,0 0,0-1,1 1,-1-1,3 1,95-12,-88 9,167-35,-139 32</inkml:trace>
  <inkml:trace contextRef="#ctx0" brushRef="#br0" timeOffset="1070.168">1641 274,'1'-6,"0"-1,0 0,-1 0,0 0,0 0,0 0,-1 0,0 0,-1 0,0 1,0-1,0 1,-1-1,0 1,0 0,0 0,-1 0,0 0,0 0,0 1,-1 0,0 0,0 0,0 1,-1-1,0 1,-5-2,0 4,0 1,-1 0,1 1,0 1,-1 0,1 0,0 1,-1 0,1 1,0 0,1 1,-1 0,1 1,0 0,0 1,0 0,1 0,-1 1,2 1,-1-1,1 1,0 1,-4 3,1 1,1 0,0 1,1 0,1 0,0 1,1 0,0 1,1-1,1 1,-2 9,5-15,0 0,1 0,0 0,0 0,1 0,0 1,1-1,0 0,1 0,0-1,1 1,0 0,0-1,1 1,0-1,1 0,0 0,0-1,4 6,3-1,0 0,1-1,0-1,1 0,0-1,0 0,1-1,1-1,-1-1,1 0,1 0,5 0,17 4,1-2,0-1,0-2,31 0,-30-4,1-1,-1-3,0-2,15-3,-2-4</inkml:trace>
  <inkml:trace contextRef="#ctx0" brushRef="#br0" timeOffset="3653.961">2457 395,'0'2,"0"0,0-1,0 1,0 0,0 0,1 0,-1 0,1 0,-1 0,1 0,0-1,0 1,0 0,0-1,0 1,0 0,0-1,0 0,1 1,-1-1,1 1,-1-1,1 0,-1 0,1 0,0 0,-1 0,1-1,0 1,0 0,0-1,-1 1,1-1,0 0,0 1,0-1,0 0,1-1,1 0,-1 0,0 0,1 0,-1-1,0 1,0-1,0 0,-1 0,1 0,0 0,-1-1,1 1,-1-1,0 1,0-1,0 0,0 0,0 0,0 0,-1 0,0 0,1 0,-1 0,0-1,-1 1,1-1,-1 1,1 0,-1-1,0 1,0-1,-1 1,1-1,-1 1,1 0,-1-1,0 1,0 0,-1 0,1-1,-1 1,0 0,1 0,-3-1,0-4,-1 0,0 0,0 1,0 0,-1 0,0 0,-1 1,1 0,-1 0,-1 1,1-1,-1 2,-1-1,9 4,0 1,-1-1,1 1,0-1,-1 1,1 0,-1-1,1 1,-1 0,1-1,-1 1,1 0,-1-1,1 1,-1 0,1 0,-1 0,1 0,-1 0,0 0,1-1,-1 1,1 0,-1 1,1-1,-1 0,0 0,1 0,-1 0,1 0,-1 1,1-1,-1 0,1 0,-1 1,1-1,-1 0,1 1,-1-1,1 0,0 1,-1-1,1 1,0-1,-1 1,1-1,0 1,-1-1,1 1,0-1,0 1,0-1,-1 1,1-1,0 1,0 0,0-1,0 1,0-1,0 1,0-1,0 1,1 0,13 34,-1-15</inkml:trace>
  <inkml:trace contextRef="#ctx0" brushRef="#br0" timeOffset="3983.593">2484 769,'3'1,"3"2,0-1,0 1,1-1,-1 0,1-1,-1 0,1 0,-1 0,1-1,0 1,-1-2,1 1,0-1,-1 0,1 0,-1-1,2 0,-7 1,0 1,0-1,0 0,0 1,-1-1,1 0,0 0,0 1,-1-1,1 0,0 0,-1 0,1 0,-1 0,0 0,1 0,-1 0,0 0,1 0,-1 0,0-1,0 1,0 0,0 0,0 0,0 0,0 0,0 0,0 0,-1 0,1-1,0 1,-1 0,1 0,-1 0,1 0,-1 1,0-1,1 0,-1 0,0 0,1 0,-1 1,0-1,-1 0,-42-28,40 29,1 0,0 0,0 0,-1 0,1 0,0 0,0 1,0 0,-1 0,1 0,0 0,0 0,0 0,0 1,1-1,-1 1,0 0,1 0,0-1,1 0,0-1,0 1,0 0,0 0,0 0,0 0,1 0,-1 1,0-1,0 0,1 0,-1 0,1 1,-1-1,1 0,-1 1,1-1,0 0,0 1,0-1,0 0,0 1,0-1,0 1,0-1,0 0,1 1,-1-1,0 0,1 0,-1 1,1-1,0 0,-1 0,1 1,0-1,0 0,0 0,-1 0,1 0,1 0,17 13,3-2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4T15:09:39.46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0 319,'83'10,"90"-12,0-7,127-25,-143 15,2193-182,-1720 172,-629 29,0 0,0 1,-1-1,1 0,0 0,0 0,0 0,0 0,0 0,0 0,0 0,0 0,0 0,0 0,0-1,0 1,0 0,0-1,0 1,-1-1,1 1,0-1,0 1,0-1,-1 1,1-1,0 0,-1 0,1 1,0-1,-1 0,1 0,-1 0,1 1,-1-1,0 0,1 0,-1 0,0 0,0 0,1 0,-1 0,0 0,0-1,-3-11</inkml:trace>
  <inkml:trace contextRef="#ctx0" brushRef="#br0" timeOffset="7772.91">3864 78,'68'-8,"2"3,-1 2,16 4,-21 0,1284-27,422 26,-1648 12,195-11,-299-3,-6-1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4T15:10:00.07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0,'13'5,"15"0,12 1,12-1,11-2,7-1,4-1,1-1,-4 0,-6 0,-11 0,-11 0,-12 0,-12-1,-11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4T15:10:04.44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316 280,'-12'-4,"-1"2,1-1,-1 2,0-1,0 2,0 0,0 0,0 1,0 1,1 0,-1 1,1 0,-1 1,1 0,0 1,0 1,1 0,0 0,0 1,0 0,1 1,-1 1,8-6,0 0,0 0,0 0,0 1,0-1,1 1,0 0,-1 0,1 0,1 0,-1 0,1 0,-1 1,1-1,0 0,1 1,-1-1,1 1,0-1,0 1,0-1,1 1,-1-1,1 0,0 1,1-1,-1 0,1 0,-1 1,1-1,1 0,-1-1,0 1,1 0,2 1,9 10,1-1,0-1,1-1,1 0,0-1,0 0,1-2,16 7,56 33,-78-42,-1 1,0 1,0 0,-1 0,0 1,0 0,-1 1,3 6,-9-13,0 1,0 0,-1 0,0 0,0 0,0 0,0 1,-1-1,0 1,0-1,0 1,-1-1,0 1,0-1,0 1,-1-1,0 1,0-1,0 1,-1-1,0 0,-1 3,1-2,-1 0,-1 0,1 0,-1 0,0 0,0-1,0 0,-1 0,0 0,0 0,0-1,-1 0,0 0,1 0,-1-1,-1 0,1 0,0-1,-1 1,1-1,-1-1,0 1,-4 0,9-2,1 0,-1-1,1 1,-1 0,1 0,0 0,-1-1,1 1,0-1,-1 1,1-1,0 0,-1 1,1-1,0 0,0 0,0 0,0 0,0 0,0 0,0 0,0 0,0 0,1-1,-1 1,0 0,1-1,-1 1,1 0,-1-1,1 1,0 0,-1-1,1 1,0-1,0 1,0-1,0 1,0 0,1-1,-1-1,17-60,76-104,-33 67,-43 73,-2-2,-1 0,-1 0,-1-1,-2 0,-1-1,-2 0,-1-1,-1 0,-1-13,-8 163,4-80,-2 28,3 1,3 0,2-1,5 5,-9-58,1 0,0 0,1 0,0 0,1-1,1 0,0 0,1 0,0-1,0 0,1 0,1-1,0 0,0-1,1 1,8 5,17-2,-21-14</inkml:trace>
  <inkml:trace contextRef="#ctx0" brushRef="#br0" timeOffset="250.344">383 441,'-14'-5,"-8"-3,-4-1,10 1,14 2,22 3,25 1,23 1,21-2,13 0,3 1,-3 0,-18 1</inkml:trace>
  <inkml:trace contextRef="#ctx0" brushRef="#br0" timeOffset="1225.731">1158 668,'-28'-7,"19"4,0 0,0 0,-1 1,1 0,-1 0,1 1,-1 0,1 1,-1 0,1 1,-1 0,1 0,-1 1,1 0,0 0,0 1,0 1,0 0,0 0,-4 3,6 0,0 1,1-1,0 1,1 0,-1 1,2-1,-1 1,1 0,1 0,-1 0,1 1,1-1,0 1,1 0,-1-1,2 1,-1 0,1 0,1 0,0-1,0 1,1 0,1-1,-1 1,1-1,4 9,-5-15,0 0,0 0,0 0,0 0,1-1,-1 1,1 0,-1-1,1 0,0 1,0-1,0-1,0 1,0 0,1-1,-1 1,0-1,1 0,-1 0,1 0,-1-1,1 1,0-1,-1 0,1 0,-1 0,1 0,0-1,-1 0,1 1,-1-1,1-1,-1 1,3-2,3-1,0 0,0-2,-1 1,0-1,0 0,0 0,-1-1,0 0,0-1,-1 1,0-1,1-2,2-6,-1 1,0-1,-1-1,-1 1,-1-1,0 0,1-16,-7 44,0 0,1-1,0 1,1 0,0-1,1 1,0-1,0 1,1-1,1 0,0 0,0 0,1 0,0-1,0 0,1 0,1 0,-1-1,1 0,1 0,-1 0,2-1,4 3,-8-7,1 1,0-1,0-1,0 1,1-1,-1 0,1 0,-1-1,1 0,-1 0,1-1,0 1,-1-1,1-1,0 0,-1 1,1-2,-1 1,1-1,-1 0,0-1,1 1,-1-1,0 0,-1-1,1 1,-1-1,1 0,-1-1,-1 1,1-1,0 0,-1 0,0-1,2-3,4-11,-2-1,0 0,-1 0,-1 0,-1-1,-1 0,-1 0,-1 0,-1 0,0 0,-2-1,-1 1,-3-15,4 36,1 0,-1 0,1 0,0 0,-1 0,1 0,0 0,-1 0,1-1,0 1,0 0,0 0,0 0,0 0,0 0,1 0,-1 0,0 0,0 0,1-1,-1 1,1 0,-1 0,1 0,-1 1,1-1,0 0,-1 0,1 0,0 0,0 1,-1-1,1 0,0 0,0 1,0-1,0 1,0-1,0 1,0 0,0-1,0 1,0 0,0-1,1 1,-1 0,0 0,0 0,0 0,0 0,0 0,0 1,0-1,0 0,0 0,1 1,-1-1,0 1,26 7,0 0,-1 3,0 0,0 1,-1 2,17 12,-37-23,0 0,-1 0,1 1,-1 0,0 0,1 0,-2 0,1 1,-1-1,1 1,-1 0,0 0,-1 0,1 0,-1 1,0-1,-1 1,1-1,-1 1,0 5,0-4,-2-3,1 0,-1 1,1-1,0 1,0-1,1 0,-1 1,1-1,0 0,0 1,1-1,-1 0,1 0,0 0,0 0,0 0,0-1,1 1,0 0,-1-1,1 0,1 0,-1 0,0 0,1 0,-1-1,1 1,0-1,0 0,0 0,2 0,4-1,0 0,0-1,0 0,0-1,0 0,0-1,0 0,-1 0,1-1,-1 0,1-1,-1 0,0 0,0-1,-1 0,1-1,-1 0,0 0,-1 0,0-1,0-1,0 1,-1-1,0 0,0 0,3-9,4-14,-2 0,-2-1,-1 1,-1-2,-2 1,-1-1,-1 0,-2 0,-2-14,1 42,3-80,-4-1,-4 1,-4-8,-10 34,19 59,-1-1,1 1,-1-1,1 1,-1 0,1-1,-1 1,1 0,-1 0,0-1,1 1,-1 0,1 0,-1 0,0 0,1 0,-1 0,1 0,-1 0,0 0,1 0,-1 0,1 0,-1 0,0 0,1 0,-1 1,1-1,-1 0,1 0,-1 1,1-1,-1 1,1-1,-1 0,1 1,-1-1,1 1,-1-1,1 1,0-1,-1 1,1-1,0 1,0-1,-1 1,1 0,0-1,0 1,0-1,0 1,0 0,-7 13,2 0,0 1,0-1,2 1,0 0,0 0,1 10,0-11,-8 58,4 0,2 1,4-1,3 1,3-1,7 23,-9-72,1 0,1 0,1-1,1 1,1-2,0 1,2-1,0-1,2 0,7 8,-17-24,0 0,0 0,0 0,1-1,-1 0,1 0,0 0,0 0,0 0,0-1,1 0,-1 0,1 0,-1 0,1-1,0 1,-1-1,1-1,0 1,0-1,0 1,0-1,0-1,-1 1,1-1,1 0,15-8</inkml:trace>
  <inkml:trace contextRef="#ctx0" brushRef="#br0" timeOffset="1503.028">1894 306,'20'-4,"23"-4,23-1,22-1,16 2,10 1,-2 3,-19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4T15:10:06.51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0 472,'12'0,"16"0,21 0,21-2,18-1,16-2,9 0,5 0,0 2,-22 1</inkml:trace>
  <inkml:trace contextRef="#ctx0" brushRef="#br0" timeOffset="20303.364">201 1823,'-9'5,"4"1,14 2,21-1,22-1,19-1,17-5,12-1,6-2,1 1,-3 0,-7 1,-19 0</inkml:trace>
  <inkml:trace contextRef="#ctx0" brushRef="#br0" timeOffset="654.876">2099 178,'-28'-6,"0"1,-1 1,1 2,-1 0,0 2,0 2,1 0,-1 2,1 1,0 1,0 2,1 0,-10 6,32-13,1 0,-1 1,1 0,-1 0,1 0,0 0,0 1,0-1,0 1,0 0,1 0,0 0,-1 1,1-1,0 1,0 0,1 0,-1 0,1 0,0 0,0 1,0-1,1 1,0-1,0 1,0 0,0-1,0 1,1 0,0-1,0 1,1 0,-1 0,1-1,0 1,0-1,0 1,2 2,7 5,2-1,0 0,0 0,1-2,0 1,0-1,1-1,0-1,1 0,0-1,0 0,5 0,-2 2,40 14,128 63,-182-83,0-1,0 1,-1 0,1 0,0 0,-1 1,1-1,-1 1,0 0,0 0,0 0,0 0,-1 1,1-1,-1 1,0-1,0 1,0 0,0 0,-1 0,0 0,0 0,0 0,0 1,0-1,-1 0,0 0,0 0,0 1,0 0,-6 2,1 0,-1-1,-1 0,1 0,-1-1,0 0,0 0,0 0,-1-1,0 0,1 0,-1-1,-1 0,1-1,0 0,-1 0,1 0,-1-1,-5-1,12 1,0 0,0 0,0-1,0 0,0 1,0-1,0 0,-1 0,1 0,0 0,0 0,0-1,0 1,0 0,0-1,0 0,0 0,0 1,0-1,0 0,0-1,0 1,0 0,1 0,-1-1,1 1,-1-1,1 1,-1-1,1 0,0 0,-1-1,2-2,0-1,0 1,1-1,0 1,0 0,0-1,0 1,1 0,0 0,0 0,1 0,1-3,31-55,3 2,2 1,38-41,-29 38,-23 29,125-185,-124 156,-27 63,-1 0,1 0,0 0,0 0,-1 0,1 0,0 0,0 0,0 0,-1 0,1 0,0 0,0 0,-1 0,1 0,0 0,0 0,-1 0,1 0,0 0,0-1,0 1,0 0,-1 0,1 0,0 0,0 0,0-1,0 1,-1 0,1 0,0 0,0-1,0 1,0 0,0 0,0 0,0-1,0 1,0 0,0 0,0-1,0 1,0 0,0 0,0-1,0 1,0 0,0 0,0 0,0-1,0 1,0 0,-13 18,1 9,2 1,1 0,1 1,2-1,1 2,1-1,1 0,2 1,0-1,3 1,0-1,7 29,-2-21,2-1,1 0,2-1,2 0,1-1,1-1,2 0,2-1,6-1,-18-30</inkml:trace>
  <inkml:trace contextRef="#ctx0" brushRef="#br0" timeOffset="899.224">2166 326,'20'0,"21"0,19 0,13 0,8 2,-1 3,-5 6,-15 0</inkml:trace>
  <inkml:trace contextRef="#ctx0" brushRef="#br0" timeOffset="1120.462">2754 540,'-6'19,"1"1,1 0,1 0,0 0,1 16,2-32,0 0,0 0,0 0,1 0,-1 0,1 0,0-1,0 1,1 0,-1-1,1 1,0-1,-1 1,2-1,-1 0,0 1,1-1,-1 0,1-1,0 1,0 0,0-1,0 0,1 0,-1 0,0 0,1 0,0-1,-1 1,1-1,0 0,2 0,2 1,1-1,-1 0,1 0,-1-1,1-1,-1 1,1-1,-1-1,0 1,0-1,1-1,-1 0,-1 0,7-3,-8 3,0-1,0 1,0-1,0 0,-1 0,0-1,0 1,0-1,0 0,-1 0,0-1,0 0,-1 1,1-1,-1 0,0-1,-1 1,0 0,0-1,0 0,0 1,-1-1,-1 0,1 0,-1 0,0 1,0-1,-1 0,0 0,0 1,-1-1,0 0,0 1,0-1,-1 1,-1-2,-1 1,0 0,-1 0,0 1,0 0,0 0,-1 0,0 1,0 0,-1 0,0 1,1 0,-1 0,-1 1,1 0,0 0,-1 1,1 0,-1 0,0 1,0 0,1 1,-1 0,0 0,0 1,0 0,1 1,-1 0,1 0,-1 1,1 0,0 0,0 1,0 0,0 0,1 1,0 0,0 1,0-1,1 1,-1 1,1-1,1 1,-1 0,1 0,1 1,-4 4,7-8,0 0,0-1,0 1,1 0,-1 0,1 0,0-1,0 1,0 0,0 0,1 0,-1 0,1-1,0 1,1 0,-1-1,0 1,1-1,0 1,0-1,0 0,0 0,0 0,1 0,0 0,-1 0,1-1,0 1,1 0,6 4,0 0,1 0,0-1,0-1,1 1,-1-2,1 0,4 1,38 8</inkml:trace>
  <inkml:trace contextRef="#ctx0" brushRef="#br0" timeOffset="1622.678">3289 339,'-3'2,"1"1,0-1,0 0,0 1,0 0,1-1,-1 1,1 0,0 0,-1 0,1 0,1 0,-1 0,0 0,1 0,-1 1,1-1,-7 50,2-1,3 1,2 0,2 0,7 32,-8-67,32 264,-29-264,-2-25,-2-33,-17-146,5 76,5 0,5-40,17 52,-14 95,-1 0,2 0,-1 1,0-1,0 1,1-1,-1 1,1-1,0 1,0 0,0 0,0 0,0 0,0 0,1 0,-1 1,0-1,1 1,0 0,-1 0,1-1,0 2,-1-1,1 0,0 0,0 1,0 0,0-1,-1 1,1 0,0 1,1-1,13 4,-1 0,1 1,-1 1,0 0,0 1,-1 1,0 1,0 0,-1 1,0 0,-1 1,9 10,-11-11,0 1,-1 0,0 1,-1 0,0 0,-1 1,1 3,-7-13,0 1,0 0,-1 0,1-1,-1 1,0 0,0 0,0 0,0 0,-1 0,0 0,0 1,0-1,0 0,0 0,-1 0,0 0,0 0,0 0,0 0,-1 0,0-1,1 1,-1 0,0-1,-1 1,1-1,-3 2,-7 4,0-2,0 1,-1-2,0 1,-1-2,1 0,-1 0,0-2,0 0,-1 0,1-1,0-1,-10 0,14 0,-58 6</inkml:trace>
  <inkml:trace contextRef="#ctx0" brushRef="#br0" timeOffset="20582.168">1792 1422,'-14'5,"-4"8,0 13,4 13,4 15,4 11,3 8,2 5,1 2,3-5,3-10,3-14,2-16,-1-14</inkml:trace>
  <inkml:trace contextRef="#ctx0" brushRef="#br0" timeOffset="20881.369">1537 1168,'-49'-56,"48"55,0 0,1 0,-1 0,0 1,1-1,-1 0,1 0,0 0,-1 0,1 0,0 0,-1 0,1 0,0 0,0-1,0 1,0 0,0 0,0 0,0 0,0 0,1 0,-1 0,0 0,1 0,-1 0,0 0,1 0,-1 0,1 0,0 0,-1 1,1-1,0 0,-1 0,1 1,0-1,0 0,0 1,0-1,0 0,0 1,0 0,0-1,0 1,0-1,0 1,0 0,0 0,0 0,0 0,0-1,0 1,0 1,0-1,0 0,0 0,0 0,0 0,0 1,0-1,1 1,45-2,0 2,0 3,0 1,0 3,0 1,-30-6,-4 0,14 0,-1 1,-1 2,1 0,-1 2,0 0,-1 2,0 1,0 1,15 10,-37-20,1-1,-1 1,0 0,0 0,0 0,0 0,0 0,0 0,0 0,-1 1,1-1,-1 1,1-1,-1 1,0 0,0-1,0 1,-1 0,1 0,-1 0,1-1,-1 1,0 0,0 0,0 0,0 0,-1 0,1-1,-1 1,0 0,0 0,0-1,0 1,0 0,-1-1,1 1,-1-1,0 1,-13 14,-1-1,0-1,-1-1,-1 0,0-1,-1-1,-1 0,1-2,-8 2,4 1,-7 3,2-2,1 1,0 1,1 1,-12 13,24-16</inkml:trace>
  <inkml:trace contextRef="#ctx0" brushRef="#br0" timeOffset="21836.664">2019 2037,'14'-66,"-4"0,-2 0,-4-1,-2-42,-2 103,0-1,0 1,-1-1,0 1,0-1,0 1,-1 0,1 0,-2-1,1 1,-1 0,0 1,0-1,0 0,-1 1,-1-1,6 6,-1 0,0 1,0-1,0 0,0 0,0 0,0 0,0 0,0 1,0-1,0 0,0 0,0 0,0 0,0 0,0 1,0-1,-1 0,1 0,0 0,0 0,0 0,0 0,0 1,0-1,0 0,0 0,6 3,0 1,0-2,1 1,-1-1,1 0,0 0,-1 0,1-1,0 0,6-1,-4 2,255 17,-260-19,-1 1,0-1,0 1,-1 0,1 0,0 0,0 0,0 0,0 1,-1-1,1 1,-1 0,1 0,-1 0,0 0,0 0,0 0,0 0,0 1,0-1,0 1,-1 0,1-1,-1 1,0 0,0 0,0 0,0 0,-1 0,1 0,-1 0,1 0,-1 0,0 0,-1 1,-19 85,-1 15,21-102,0 0,0 0,1-1,-1 1,1 0,-1 0,1 0,0 0,-1-1,1 1,0 0,0-1,0 1,1-1,-1 1,0-1,1 1,-1-1,0 0,1 0,0 0,-1 0,1 0,0 0,-1 0,1 0,0 0,0-1,0 1,0-1,-1 0,1 1,0-1,2 0,66-6,116-48,-184 53,0-1,1 1,-1 0,0 0,1 0,-1 0,1 1,-1-1,1 1,0-1,-1 1,1 0,-1 0,1 0,0 0,-1 1,1-1,-1 1,1-1,-1 1,1 0,-1 0,1 0,-1 0,0 1,1-1,-1 0,0 1,0 0,0-1,0 1,-1 0,1 0,0 0,-1 1,1-1,3 35,-6-34,0 0,1-1,0 1,-1 0,1 0,0-1,0 1,1 0,-1-1,0 1,1 0,0-1,0 1,-1-1,2 1,-1-1,0 1,0-1,1 1,-1-1,1 0,0 0,0 0,0 0,0 0,0-1,0 1,0 0,0-1,1 0,-1 1,1-1,-1 0,1 0,-1 0,1-1,1 1,5-3,0 0,-1-1,1 0,-1-1,0 0,0 0,0 0,0-1,-1-1,0 1,0-1,0 0,-1-1,0 1,0-1,-1-1,0 1,3-7,-1 4,0-1,-1-1,-1 1,0-1,0 0,-2 0,1 0,-1 0,-1-1,0 0,-1-1,0 8,-1 1,0 0,0 0,-1 0,1 0,-1 0,0 0,0 0,-1 0,0 0,0 1,0-1,0 0,-1 1,1 0,-1-1,0 1,0 0,-1 1,1-1,-1 0,0 1,0 0,0 0,-1 0,1 1,0-1,-5-1,0 2,0 0,0 0,0 1,-1 0,1 0,0 1,-1 0,1 1,0 0,0 1,0 0,0 0,0 1,0 0,0 0,1 1,0 0,0 1,0 0,0 0,1 1,-1-1,2 2,-1-1,1 1,-1 0,2 0,-1 1,1 0,1 0,-1 0,1 0,0 1,1-1,0 1,1 1,1-5,1 0,-1-1,1 1,0 0,1 0,-1 0,1-1,0 1,0 0,1-1,0 1,-1-1,1 1,1-1,-1 0,1 0,-1 0,1 0,0 0,1 0,-1-1,0 0,1 0,0 0,0 0,0 0,0-1,37 22</inkml:trace>
  <inkml:trace contextRef="#ctx0" brushRef="#br0" timeOffset="22113.696">3182 1502,'3'-2,"6"3,12 9,11 10,10 10,5 9,6 5,-1 4,-4 2,-6 1,-5-5,-7-5,-6-7,-5-13,-6-8</inkml:trace>
  <inkml:trace contextRef="#ctx0" brushRef="#br0" timeOffset="22366.049">3623 1422,'-18'9,"-13"13,-8 15,-6 15,-8 15,0 13,-2 5,5 2,9-4,11-13,10-17</inkml:trace>
  <inkml:trace contextRef="#ctx0" brushRef="#br0" timeOffset="22962.461">3864 1502,'-5'3,"1"1,0 0,1-1,-1 1,1 1,-1-1,1 0,0 1,1 0,-1-1,1 1,0 0,0 0,1 1,0-1,-1 0,2 0,-1 1,1-1,-1 0,1 1,1-1,-1 0,1 1,0-1,0 0,1 0,-1 1,1-1,0 0,1 1,2 0,0 0,0 0,0 0,0 0,1-1,0 0,0 0,1 0,0-1,-1 0,1 0,0-1,1 0,-1 0,1 0,-1-1,1-1,0 1,0-1,-1 0,1-1,0 0,0 0,0-1,0 0,0 0,-1-1,1 0,0 0,-1-1,0 1,1-2,-1 1,0-1,-1 0,4-3,1-5,0 1,-1-2,0 1,-1-1,-1-1,0 1,0-1,-2-1,0 1,0-1,-2 0,0-1,0 1,-1-1,-1 0,-1-2,0 0,-18 47,5 21,3 1,1 0,3 0,2 1,2 0,3-1,1 1,3-1,4 6,92 391,-98-431,-1 1,-1 0,-1 0,0 0,-2 0,0 3,0-16,1 0,-1 0,0 0,0 0,-1 0,0-1,0 1,0 0,0-1,-1 0,1 1,-1-1,0 0,0 0,-1 0,1-1,-1 1,0-1,0 0,0 0,0 0,-1-1,1 0,-1 1,-1-1,0 0,-1-1,1 0,-1 0,1 0,-1 0,1-1,-1 0,1-1,-1 0,1 0,0 0,-1 0,1-1,0 0,0-1,0 1,0-1,0 0,-2-2,-6-4,0-1,0 0,1-1,0-1,1 0,1 0,-4-5,2 0,1 0,1-1,0 0,1-1,1 0,1 0,1-1,0 0,2 0,0-3,3 13,0-1,1 0,0 0,1 1,0-1,0 0,2 0,-1 1,1-1,1 0,0 1,0 0,1 0,0 0,1 0,0 0,1 1,0 0,0 0,4-3,18-12,1 0,2 2,0 1,1 2,1 1,1 1,0 2,1 2,25-7,-42 14,239-81,-198 69</inkml:trace>
  <inkml:trace contextRef="#ctx0" brushRef="#br0" timeOffset="40525.636">268 3066,'4'0,"7"3,10 0,15-1,15 1,17-2,16-2,8-3,8-5,0-1,-3 0,-10 0,-11 1,-16 3,-17 1</inkml:trace>
  <inkml:trace contextRef="#ctx0" brushRef="#br0" timeOffset="41082.147">1672 2545,'-8'27,"20"163,-3-105,11 247,-1-240,-18-88,0-1,1 0,0 0,-1 0,1 0,0-1,1 1,-1 0,0-1,1 1,-1-1,1 0,0 0,0 0,0 0,0 0,0-1,0 0,0 1,0-1,1 0,-1 0,1-1,-1 1,4-1,9-1,1 0,-1-2,0 0,1-1,-1 0,-1-2,1 0,-1 0,1-2,17-6,12-1,1 1,0 2,1 3,2 1,-29 4</inkml:trace>
  <inkml:trace contextRef="#ctx0" brushRef="#br0" timeOffset="41473.196">2300 3053,'35'-17,"-15"9,-2-1,1 0,-1-1,0-1,-1-1,0-1,-1 0,-1-1,0-1,11-13,-24 25,0 0,-1 0,1 0,-1 0,1 0,-1 0,0 0,0 0,0 0,-1-1,1 1,-1 0,0 0,1-1,-2 1,1 0,0-1,-1 1,1 0,-1 0,0 0,0-1,0 1,-1 0,1 0,-1 0,1 1,-1-1,0 0,0 1,0-1,-1 1,1-1,-1 1,1 0,-1 0,0 0,1 1,-1-1,0 1,-2-1,-1-1,-1 2,1-1,-1 1,0 0,1 0,-1 1,0 0,0 0,1 0,-1 1,0 0,1 1,-1-1,1 1,-1 0,1 1,0 0,0 0,0 0,0 1,1-1,-1 1,1 1,0-1,0 1,1 0,-1 0,1 0,0 1,1-1,-1 1,1 0,0 0,0 0,1 0,0 1,0-1,1 1,-2 5,0-1,0 0,1 1,0-1,1 0,0 1,1-1,0 1,1-1,0 0,1 1,0-1,1 0,0 0,1 0,0-1,0 1,1-1,1 0,0 0,0-1,1 1,0-1,0-1,1 0,0 0,1 0,0-1,0 0,1-1,-1 0,1 0,1-1,-1-1,5 2,28 3,-4-6</inkml:trace>
  <inkml:trace contextRef="#ctx0" brushRef="#br0" timeOffset="41829.515">2728 2933,'0'0,"0"0,0 1,0-1,0 0,0 0,0 0,0 1,0-1,0 0,0 0,0 0,0 1,0-1,0 0,0 0,0 0,0 0,-1 1,1-1,0 0,0 0,0 0,0 0,0 1,0-1,0 0,-1 0,1 0,0 0,0 0,0 0,0 0,-1 1,1-1,0 0,0 0,0 0,0 0,-1 0,1 0,0 0,0 0,0 0,-1 0,1 0,0 0,20 21,-13-15,136 172,-86-101,2-14,-57-62,0-1,0 0,0 0,0 0,0 0,0 0,0 0,0 0,0-1,0 1,0-1,0 1,-1-1,1 0,0 0,0 1,-1-1,1-1,0 1,-1 0,1 0,-1-1,1 1,-1-1,0 1,0-1,0 1,0-1,0 0,0 1,0-1,0 0,-1 0,1 0,-1 0,1 0,-1 0,0 0,1 0,-1 0,-1-1,42-168,5-16,-45 184,0-1,0 0,1 0,-1 0,1 0,0 0,0 0,1 1,-1-1,1 1,-1-1,1 1,0 0,0 0,1 0,-1 0,2 0,7 3,-3 6</inkml:trace>
  <inkml:trace contextRef="#ctx0" brushRef="#br0" timeOffset="42512.24">3410 3227,'36'-49,"-23"35,0-2,-2 1,0-2,-1 1,0-1,-2-1,0 0,-1 0,0-1,-2 1,0-2,-4 17,-1 0,0 0,0 0,0 0,0 0,0 0,-1 0,1 0,-1 0,0 0,0 0,0 0,0 0,-1 0,1 1,-1-1,1 0,-1 1,0-1,0 1,0 0,0 0,-1 0,1 0,-1 0,1 0,-1 0,0 1,1 0,-1-1,0 1,0 0,0 0,0 0,0 1,0-1,0 1,0 0,-3 0,1-1,-1 1,0 1,1-1,-1 1,1 0,0 0,-1 1,1-1,0 1,0 0,-1 1,2-1,-1 1,0 0,0 0,1 1,0-1,0 1,0 0,0 0,0 0,1 1,0-1,0 1,0 0,1 0,-1 0,1 0,0 0,1 0,-1 1,1-1,0 1,0-1,1 1,-1-1,1 1,1-1,-1 3,1 2,1-1,0 1,0-1,1 1,0-1,0 0,1 0,0 0,1-1,0 1,0-1,1-1,0 1,0-1,1 0,0 0,0 0,1-1,0 0,0-1,0 0,0 0,1-1,6 3,2 0,0-1,1-1,-1 0,1-1,0-1,0 0,0-2,0 0,0-1,0-1,0 0,17-5,4-7,0-1,-1-2,-1-2,-1-1,-1-2,0-2,-2-1,0-1,-2-2,7-9,-9 12,0-1,-2-1,-1-1,-1-2,-1 0,-2-2,2-5,-20 30,0 0,-1 0,0 0,0-1,-1 0,1 1,-1-1,-1 0,1 0,-1 0,-1 0,1 0,-1 0,0 0,-1 0,0 0,0 0,0 0,-1 0,0 1,0-1,-1 0,1 1,-2 0,1-1,-1 1,0 1,0-1,-4-4,2 5,-1 0,1 0,-1 0,0 1,0 0,-1 1,1 0,-1 0,0 0,1 1,-1 0,0 0,0 1,-1 0,1 1,0 0,0 0,0 1,0 0,0 0,0 1,0 0,0 0,0 1,1 0,-1 0,1 1,0 0,0 0,0 0,1 1,-1 0,1 1,0-1,1 1,-1 1,-5 10,0 0,1 1,1 0,1 0,0 1,1 0,1 0,1 1,1 0,1 0,1 0,0 0,1 0,2 0,0 1,1-1,1 0,0 0,5 10,-4-11,1-1,1 0,0 0,1 0,1-1,1 0,1-1,0 0,1 0,0-1,1-1,1 0,0 0,1-2,1 1,0-2,0 0,1-1,1 0,0-2,8 4,-5-5,0-1,0-1,1 0,0-2,0 0,0-1,0-2,0 0,1-1,-1-1,0-1,-1-1,1 0,0-2,-1-1,0 0,-1-1,0-1,0-1,11-8,6-9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4T15:11:04.25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80 255,'-2'-14,"-1"-6,0 4,1 12,2 18,4 20,4 23,0 19,-1 18,-2 11,-1 6,-5-1,-1-2,-3-9,-1-12,1-13,2-16,0-17</inkml:trace>
  <inkml:trace contextRef="#ctx0" brushRef="#br0" timeOffset="384.969">281 830,'44'-3,"1"-1,-1-2,-1-2,33-10,-66 16,-1 0,0 0,0-1,0 0,0-1,0 0,-1 0,0-1,1 0,-2 0,1-1,-1 0,0 0,6-7,-12 12,-1 0,1 0,0 0,-1 0,1 0,-1 0,1 0,-1 0,0-1,0 1,1 0,-1 0,0 0,0 0,0-1,0 1,0 0,0 0,-1 0,1-1,0 1,0 0,-1 0,1 0,-1 0,1 0,-1 0,0 0,1 0,-1 0,0 0,0 0,1 0,-1 1,0-1,0 0,0 0,0 1,0-1,0 1,0-1,0 1,-1-1,1 1,0 0,0-1,0 1,0 0,-1 0,-62-6,52 8,1 1,-1 1,1 0,-1 0,1 1,0 1,1 0,0 0,0 1,0 1,1-1,0 1,0 1,1 0,0 0,0 1,1 0,1 0,-1 0,2 1,0 0,0 0,1 0,0 1,1 0,0 0,1-1,0 2,1-1,0 0,1 0,1 0,0 0,1 6,2-8,0 0,0 1,1-2,1 1,-1 0,2-1,-1 0,1-1,1 1,0-1,0-1,0 0,1 0,0 0,0-1,1 0,-1-1,1 0,1-1,-1 0,1 0,-1-1,1-1,0 0,0 0,0-1,0 0,0-1,0-1,3 0,42-1</inkml:trace>
  <inkml:trace contextRef="#ctx0" brushRef="#br0" timeOffset="882.664">1056 669,'-3'0,"-11"-2,0 2,-1-1,1 2,-1 0,1 0,0 2,0-1,0 2,0 0,1 1,-1 0,1 1,0 0,1 1,-5 4,15-10,0 1,0 0,0 1,0-1,0 0,0 0,1 1,-1-1,1 1,0-1,0 1,0 0,0-1,0 1,1 0,-1 0,1 0,-1 0,1-1,0 1,0 0,1 0,-1 0,0 0,1 0,0-1,0 1,0 0,0-1,0 1,0 0,1-1,-1 1,1-1,69 73,1-22,-51-39,0 0,-1 2,-1 0,-1 1,0 1,-1 1,5 7,-20-24,-1 0,1-1,-1 1,1 0,-1 0,1 0,-1 0,0 0,0 0,0 0,0 0,-1 1,1-1,0 0,-1 0,0 1,1-1,-1 0,0 1,0-1,0 1,-1-1,1 0,0 1,-1-1,0 0,1 0,-1 0,0 1,0-1,0 0,-1 0,1 0,0 0,-1 0,1-1,-1 1,0 0,-1 0,0 0,0 0,0 0,0 0,0-1,0 1,-1-1,1 0,-1 0,1 0,-1 0,1-1,-1 0,0 1,1-1,-1-1,1 1,-1 0,0-1,1 0,-1 1,1-1,0-1,-1 1,1-1,0 1,0-1,-1 0,1 0,1 0,-1 0,0-1,1 1,-1-1,1 0,-1 0,1 1,0-1,1-1,-1 1,0 0,1 0,-1-2,2-5,0-1,1 1,0-1,1 1,0 0,1 0,0 0,0 0,1 0,1 1,-1 0,2 0,-1 0,1 0,0 1,1 0,0 0,1 0,10-15,2 2,0 0,1 1,1 2,1 0,1 1,0 1,1 2,1 0,21-8,-46 21,1 0,-1 0,0 0,1 0,-1 0,1 1,0-1,-1 0,1 1,-1-1,1 1,0-1,0 1,-1 0,1 0,0 0,0 0,-1 0,1 0,0 0,-1 0,1 1,0-1,-1 1,1-1,0 1,-1 0,1 0,-1 0,1 0,-1 0,1 0,-1 0,0 0,0 0,1 1,-1-1,0 0,0 1,0-1,-1 1,1-1,0 1,0-1,-1 1,1 0,-1 0,3 117,-5-106,1 1,0-1,1 1,1 0,0-1,1 1,0-1,1 1,0-1,1 0,1 0,0-1,1 1,4 6,-7-14,1 0,0 0,0 0,0 0,1-1,-1 0,1 0,0 0,0 0,1-1,-1 0,1 0,0 0,0-1,0 0,0 0,0 0,4 0,9-2</inkml:trace>
  <inkml:trace contextRef="#ctx0" brushRef="#br0" timeOffset="1128.992">1404 362,'-3'16,"7"14,11 14,11 10,0-4</inkml:trace>
  <inkml:trace contextRef="#ctx0" brushRef="#br0" timeOffset="1658.091">1738 1164,'8'-64,"-4"0,-2-51,-2 65,-11-118,3 149,16 28,3-2,-1-1,1-1,0 0,0-1,0 0,1 0,0-1,-1-1,1 0,0-1,0 0,0 0,8-2,4 2,-15 0,-3-2,0 1,0-1,1 2,-1-1,0 1,0-1,0 2,0-1,0 1,0 0,0 0,0 0,-1 1,1 0,-1 0,0 1,0-1,0 1,0 0,-1 1,1-1,-1 1,2 2,-2 5,0 1,-1 0,0-1,-1 1,-1 0,0 0,0 1,-2 12,13 86,-10-104,1-1,1 1,-1-1,1 0,0 0,1-1,0 1,0-1,0 0,1 0,0-1,0 1,0-1,1-1,0 1,0-1,0 0,0-1,0 0,1 0,0 0,-1-1,1 0,0-1,0 0,0 0,0 0,0-1,0-1,0 1,0-1,0 0,0-1,0 0,0 0,0-1,-1 0,5-3,2-3,0-1,-1-1,0 0,-1-1,-1 0,0 0,0-2,-1 1,-1-1,0 0,-1-1,-1 0,0-1,-1 1,-1-1,0 0,-1-1,-1 1,-1-1,0 1,0-16,-2 30,1-1,0 0,-1 1,0-1,0 0,0 0,0 0,0 1,0-1,0 0,-1 0,0 1,1-1,-1 0,0 1,0-1,-1 1,1-1,0 1,-1 0,0-1,1 1,-1 0,0 0,0 0,0 0,0 1,-1-1,1 0,0 1,-1 0,1-1,-1 1,1 0,-1 0,0 1,1-1,-1 0,0 1,0 0,0-1,-2 1,-3 4,-1 0,1 0,0 1,0 0,0 0,1 1,0 0,0 0,0 1,1 0,0 0,1 0,-1 1,1 0,1 0,-1 0,1 1,1-1,0 1,0 0,0 0,1 0,1 0,0 0,0 1,0-1,1 0,1 1,0 4,1-6,0 1,0 0,1-1,0 1,0-1,1 0,0 0,0 0,1 0,0-1,0 0,1 0,0 0,1-1,-1 0,1 0,0 0,0-1,1 0,0-1,0 1,0-1,0-1,6 2,20 7,2-1,-1-2,1-1,0-2,11 0,59 4</inkml:trace>
  <inkml:trace contextRef="#ctx0" brushRef="#br0" timeOffset="2478.413">4344 737,'-7'-2,"-1"0,0 1,1 0,-1 1,0 0,0 0,1 0,-1 1,0 0,1 1,-1 0,1 0,-1 1,1-1,0 2,0-1,0 1,0 0,1 0,0 1,0 0,0 0,0 0,1 1,0 0,0 0,0 0,1 1,0-1,0 1,-2 7,4-9,1 0,0 0,1 1,-1-1,1 0,0 0,0 0,1 0,-1 0,1 1,0-1,1 0,-1 0,1-1,0 1,0 0,1-1,-1 1,1-1,0 0,0 1,1-2,-1 1,1 0,0-1,0 1,0-1,0 0,0 0,1-1,-1 1,1-1,0 0,0-1,0 1,0-1,0 0,0 0,0 0,0-1,0 1,0-1,2-1,2 1,1-1,-1-1,0 0,-1 0,1 0,0-1,-1 0,1-1,-1 0,0-1,0 1,-1-1,1-1,-1 1,0-1,-1-1,1 1,1-4,4-4,-1-1,0 0,-2-1,0 0,0 0,-2-1,0 0,4-15,-5 3,0 0,-2-1,-2 0,0 0,-2 0,-1 1,-2-1,-1 0,-1 1,-1-1,-2 1,-1 1,-11-25,-27-36,47 88,-1 0,1-1,-1 1,0 0,1 0,-1 0,0 0,0 0,0 0,0 1,0-1,0 0,0 0,0 1,0-1,0 0,0 1,-1-1,1 1,0 0,0-1,-1 1,1 0,0 0,0 0,-1 0,1 0,0 0,-1 0,1 0,0 0,0 0,-1 1,1-1,0 1,0-1,0 1,0-1,-1 1,1 0,0-1,0 1,0 0,0 0,1 0,-1 0,0 0,0 0,0 0,1 0,-1 0,1 0,-1 0,1 1,-1-1,1 0,-1 0,1 1,0-1,0 0,-8 24,1 0,1 0,1 0,1 1,2-1,0 1,2 0,1 0,1 0,1-1,1 1,2 1,-1 8,1-1,2 0,1-1,2 0,1 0,2-1,1-1,1 0,2-1,1-1,16 18,-31-42,-1 0,1-1,1 0,-1 0,1 0,-1-1,1 1,0-1,0 0,1-1,-1 1,1-1,-1 0,1 0,-1-1,1 0,0 0,0 0,0-1,0 1,0-1,0-1,-1 1,1-1,0 0,0-1,5-1,4-6,0-1,0 0,-1-1,-1 0,0-1,0-1,-2 0,1-1,-2 0,0-1,0 0,-1 0,-1-1,5-14,35-110,-45 117,-16 36,8-2,0 0,0 0,1 1,1 0,0 0,1 0,0 0,0 0,2 1,-1-1,2 0,-1 1,2-1,-1 0,2 0,0 0,0 0,1 0,1-1,3 8,-4-14,0 0,0 0,0-1,0 1,1-1,0 0,0 0,0-1,0 1,1-1,-1 0,1-1,0 1,0-1,0 0,0-1,6 2,20-1</inkml:trace>
  <inkml:trace contextRef="#ctx0" brushRef="#br0" timeOffset="2919.783">4880 228,'4'8,"1"0,-1-1,2 0,-1 0,1 0,0-1,0 0,1 0,0-1,0 1,0-1,0-1,1 1,3 0,-6-2,81 43,-70-40,0 0,0 2,-1-1,0 2,0 0,-1 1,0 0,-1 1,0 1,-1 0,0 1,-1 0,-1 1,0 0,0 0,-2 1,6 12,-8-3,-2 0,0 0,-2 1,-1-1,-1 1,-2 16,1 12,0-49,1-1,-1 0,1 0,0 0,0 0,0 0,1 1,-1-1,1 0,0 0,0 0,0 0,0 0,0 0,0-1,1 1,-1 0,1 0,0-1,0 1,0-1,0 0,1 0,-1 0,0 0,1 0,0 0,-1 0,1-1,0 1,0-1,0 0,0 0,2 0,5-2,0 0,0-1,0 0,0-1,0 0,0-1,-1 0,0 0,0-1,0 0,0-1,-1 0,1 0,-2-1,1 0,-1 0,0-1,0 0,-1 0,1-3,6-7,-2 1,0-2,-1 1,-1-1,0-1,-2 0,0 0,0-6,-4-17,-26 62,19-13,-1 1,1 0,1 0,-1 1,1-1,0 1,1-1,0 1,0 0,1 0,0 0,0 0,0 0,1 0,1 0,-1 0,2 0,-1 0,1 0,0 0,0 0,1-1,0 1,0-1,1 0,3 5,2-3,1 1,0-1,0-1,1 0,0 0,1-1,-1-1,1 0,6 2,51 20</inkml:trace>
  <inkml:trace contextRef="#ctx0" brushRef="#br0" timeOffset="5461.646">0 1739,'118'15,"-82"-13,577 9,-447-12,1491-70,-1650 70,2171-157,-1470 128,931-58,64-58,-1263 128,-407 12,-28 1</inkml:trace>
  <inkml:trace contextRef="#ctx0" brushRef="#br0" timeOffset="3168.202">7059 295,'-9'16,"-4"14,0 16,0 12,4 6,3 5,2-1,2-3,1-8,1-11,1-13</inkml:trace>
  <inkml:trace contextRef="#ctx0" brushRef="#br0" timeOffset="3445.461">6911 81,'21'-5,"17"6,15 12,9 10,1 10,-8 9,-11 6,-14 2,-17 0,-21-5,-21-6,-14-4,-9-8,0-7,7-6,13-11,19-10,11-4</inkml:trace>
  <inkml:trace contextRef="#ctx0" brushRef="#br0" timeOffset="3727.705">7486 1,'4'190,"-1"-54,-12 120,7-232,0 67,3-88,0 0,0 1,0-1,0 0,0 1,1-1,-1 0,1 0,0 0,0 0,0-1,1 1,-1 0,1-1,-1 0,1 1,0-1,0 0,0 0,0-1,0 1,0-1,0 1,2-1,22 5,0-1,0-2,0 0,0-2,0-1,0-2,0 0,0-2,20-5,18-3</inkml:trace>
  <inkml:trace contextRef="#ctx0" brushRef="#br0" timeOffset="4057.332">8529 134,'-10'-6,"1"-1,-2 2,1-1,-1 1,1 1,-1 0,-1 0,1 1,0 1,-1 0,1 0,-1 1,0 1,1 0,-1 0,0 2,1-1,-1 1,1 1,0 0,-1 0,2 1,-1 1,0 0,1 0,0 1,0 0,0 1,1 0,-7 7,6-1,0 0,1 1,1 0,0 1,1-1,0 2,1-1,1 1,1-1,0 2,1-1,0 0,2 0,0 1,0-1,2 1,0-1,1 1,0-1,2 0,0 0,1 0,0-1,1 1,1-1,0-1,1 1,1-1,0 0,1-1,0 0,1-1,5 4,4 2,1-1,1 0,0-2,1 0,1-2,0-1,1 0,0-2,1-1,0-1,0-1,11 0,16 2,0-3,1-1,0-4,0-1,39-6,-9-5</inkml:trace>
  <inkml:trace contextRef="#ctx0" brushRef="#br0" timeOffset="5869.557">9358 295,'-1'0,"0"0,1 0,-1 1,1-1,-1 0,0 1,1-1,-1 0,1 1,-1-1,1 0,-1 1,1-1,-1 1,1-1,0 1,-1-1,1 1,0-1,-1 1,1 0,0-1,0 1,-1-1,1 1,0 0,0-1,0 1,0 0,0-1,0 1,0 0,0-1,0 1,0 0,0-1,0 1,1-1,-1 1,0 0,0-1,1 1,-1 0,0 0,0 1,0 0,0-1,0 1,1 0,-1-1,1 1,-1 0,1-1,-1 1,1-1,0 1,0-1,-1 1,1-1,0 1,1-1,-1 0,0 1,0-1,0 0,1 0,-1 0,1 0,-1 0,1-1,-1 1,1 0,-1-1,1 1,0-1,-1 1,1-1,0 0,-1 0,1 1,0-1,0 0,-1-1,1 1,0 0,-1 0,1-1,0 1,-1-1,1 0,-1 1,1-1,-1 0,1 0,-1 0,1 0,2-4,-1 0,0 0,0 0,-1 0,1 0,-1 0,0-1,0 1,-1-1,0 0,0 1,0-1,-1 0,0 0,0 1,0-1,-1 0,1 1,-1-1,-1 0,1 1,-1-1,0 1,0 0,-3-4,5 7,-1 1,0-1,0 0,0 1,0-1,0 1,0 0,0-1,0 1,0 0,-1-1,1 1,-1 0,1 0,-1 0,1 0,-1 1,1-1,-1 0,0 1,0-1,1 1,-1-1,0 1,0 0,1 0,-1 0,0 0,0 0,0 0,1 0,-1 1,0-1,1 1,-1-1,0 1,1 0,-1-1,0 1,1 0,-1 0,1 0,-1 0,1 0,0 1,0-1,-1 0,1 1,-1 0,-1 6,-1 0,1 0,1 0,0 0,0 1,0-1,1 1,0-1,1 1,0 0,-1-2,-1 32</inkml:trace>
  <inkml:trace contextRef="#ctx0" brushRef="#br0" timeOffset="6133.875">9545 883,'4'-13,"2"-10,0-5,-1 0,-2 2,-3 6,-4 6,-6 11,-6 11,-2 10,1 11,5 4,3 2,4-5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4T15:11:14.94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0 560,'20'4,"19"2,13 0,12-1,11-2,9-1,5 1,2 1,-1 1,-5 1,-16-2</inkml:trace>
  <inkml:trace contextRef="#ctx0" brushRef="#br0" timeOffset="951.929">1269 292,'-11'35,"1"0,1 1,2 0,2 0,1 0,2 1,1 0,2-1,2 1,6 28,19 67,-15-120,-6-35,-3-54,-3 0,-3-1,-10-53,10 115,0-3,-4-59,-5 1,-9-34,15 95,7 24,8 28,-3-14,1-1,0 0,2-1,1 0,0-1,1 0,2-1,-1 0,2-1,0 0,2-2,-1 0,2 0,5 2,-21-15,1 0,0-1,0 1,0 0,0-1,0 0,1 0,-1 0,0 0,1 0,-1 0,0-1,1 0,-1 0,1 0,-1 0,0 0,1-1,-1 1,0-1,1 0,-1 0,0 0,0-1,0 1,0-1,0 1,0-1,0 0,0 0,-1-1,1 1,-1 0,1-1,-1 0,0 1,0-1,-1 0,2-1,6-14,-1-1,0 0,-2 0,0-1,-1 0,-1 0,-1 0,-1 0,0-1,-2 1,0-2,-13 205,12-157,2 0,0 1,2-1,1 0,6 22,-8-40,0 0,1 0,0 0,1 0,0-1,0 0,0 1,1-2,0 1,1 0,-1-1,1 0,0 0,1-1,-1 0,1 0,0 0,1-1,-1 0,3 0,0 0,1-1,0 0,-1-1,1 0,0-1,0 0,0-1,1 0,-1-1,0 0,0 0,-1-1,1-1,0 0,-1-1,8-2,-17 5,0 0,0 0,1 0,-1 0,0 1,1-1,-1 1,1-1,-1 1,0-1,1 1,-1 0,1 0,0-1,-1 1,1 0,-1 1,1-1,-1 0,1 0,-1 1,0-1,1 1,-1-1,1 1,-1-1,0 1,1 0,-1 0,0 0,0 0,0 0,1 0,-1 0,0 0,0 0,-1 0,2 1,1 3,0-1,0 1,0-1,1 0,-1-1,1 1,0-1,0 1,0-1,1 0,-1-1,1 1,0-1,-1 0,1 0,0 0,0-1,1 1,-1-1,4 0,0 0,1-1,0 0,0 0,-1-1,1 0,0-1,-1 0,1 0,-1-1,0-1,0 1,7-5,-11 6,-1 0,0-1,0 0,0 1,0-1,0-1,-1 1,1 0,-1-1,0 0,0 1,0-1,-1-1,1 1,-1 0,0-1,0 1,-1-1,1 1,-1-1,0 0,0 0,0 1,-1-1,0 0,0-2,-1 1,0 1,-1-1,0 0,0 1,0 0,-1-1,1 1,-1 0,-1 0,1 1,-1-1,1 1,-1-1,-1 1,1 0,0 1,-1-1,0 1,0 0,0 0,0 0,0 1,-1 0,1 0,-1 0,0 1,1-1,-1 1,0 1,0-1,0 1,1 0,-1 0,0 1,0 0,0 0,1 0,-1 1,1 0,-1 0,1 0,-1 0,1 1,0 0,0 0,-2 3,-1 0,1 1,1 0,-1 0,1 1,0 0,1 0,0 0,0 1,1-1,0 1,0 0,1 0,0 1,1-1,0 1,1-1,-1 1,2 0,-1-1,2 1,-1 1,1-7,0-1,0 0,1 1,-1-1,0 0,1 1,0-1,0 0,0 0,0 0,1-1,-1 1,1 0,-1-1,1 0,2 2,20 10</inkml:trace>
  <inkml:trace contextRef="#ctx0" brushRef="#br0" timeOffset="1243.149">2419 52,'-9'-14,"-5"-6,-1 4,3 14,5 17,9 17,11 17,7 13,8 8,3 5,-2 2,-2-3,-7-6,-7-5,-5-8,-4-9,-3-11,-1-11</inkml:trace>
  <inkml:trace contextRef="#ctx0" brushRef="#br0" timeOffset="1447.601">2245 253,'16'4,"19"4,20 3,17 2,12 1,4 0,-1 1,-4 1,-10 1,-16-3</inkml:trace>
  <inkml:trace contextRef="#ctx0" brushRef="#br0" timeOffset="1724.901">2941 627,'-8'13,"1"1,1 1,0-1,1 1,1 0,0 0,1 0,0 1,2-1,-1 3,3-15,-1 0,0 0,1-1,0 1,0 0,0 0,0-1,0 1,0-1,1 1,-1-1,1 1,-1-1,1 0,0 0,0 0,0 0,0 0,1 0,-1-1,0 1,1-1,-1 1,1-1,0 0,-1 0,1 0,0 0,0-1,1 1,88 0,-86-1,0-1,0 0,0 0,0-1,0 0,0 0,0 0,-1-1,1 0,-1 0,0 0,0 0,0-1,0 0,-1 0,1 0,-1-1,0 0,-1 0,1 0,-1 0,0 0,0 0,0-1,-1 0,0 1,0-1,0 0,-1 0,0 0,0 0,-1 0,1 0,-1-4,-3 3,1-1,-1 1,0 0,-1 0,1 0,-1 1,-1-1,1 1,-1 0,0 0,-1 0,1 1,-1 0,0 0,-1 1,1-1,-1 1,0 1,1-1,-2 1,1 0,0 1,-1 0,1 0,-1 0,0 1,1 0,-1 1,0 0,3 0,1 1,-1 0,1 0,-1 1,1-1,0 1,-1 0,1 0,0 1,0-1,0 1,1 0,-1 0,1 0,-1 0,1 1,0-1,0 1,1 0,-1 0,1 0,0 0,0 0,0 0,0 1,1-1,0 1,0-1,0 1,0-1,1 1,0 0,0-1,0 1,0 0,1-1,0 1,0 0,0-1,0 0,1 1,17 27,3-5</inkml:trace>
  <inkml:trace contextRef="#ctx0" brushRef="#br0" timeOffset="2259.984">3342 814,'9'-33,"0"0,-3 0,0 0,-3 0,0-1,-2 0,-2 0,-4-29,3 55,2 8,-1-1,0 0,1 0,-1 0,0 0,1-1,-1 1,1 0,0 0,-1 0,1 0,0 0,0-1,0 1,-1 0,1 0,0 0,1-1,-1 1,0 0,0 0,0 0,1 0,-1-1,1 1,-1 0,1 0,-1 0,1 0,0 0,-1 0,1 0,0 0,0 1,0-1,-1 0,1 0,0 1,0-1,0 0,0 1,1-1,-1 1,0-1,0 1,0 0,0-1,0 1,1 0,-1 0,1 0,135 38,-110-31,-7-2,0 0,-1 1,1 1,-1 1,-1 1,0 0,1 2,-15-8,-1 0,-1 0,1 0,0 1,-1-1,0 1,0-1,0 1,0 0,0 0,-1 0,0 0,0 0,0 0,0 0,0 1,-1-1,0 0,0 0,0 1,-1-1,1 0,-1 0,0 0,0 0,0 0,-1 0,1 0,-1 0,0 0,0 0,-1-1,1 1,-1-1,-1 2,-6 12,-21 54,30-69,1 1,0-1,-1 0,1 1,0-1,0 1,0-1,1 1,-1-1,0 1,1-1,0 1,0-1,-1 0,1 1,1-1,-1 0,0 0,0 0,1 0,0 0,-1 0,1 0,0 0,0-1,0 1,0-1,1 2,12 4,0-1,1 0,0-1,0 0,0-1,0-1,1-1,0 0,-1-1,13-2,19 2,0-2,-1-2,1-3,-1-1,24-8,-64 9,-31 7,-15 5,22-4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4T15:11:19.88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12 708,'-7'0,"3"0,8 0,15 0,21-2,21-3,18-3,17-2,7 0,3 2,-6 4,-10 9,-21 4,-22 1</inkml:trace>
  <inkml:trace contextRef="#ctx0" brushRef="#br0" timeOffset="4797.286">1430 321,'3'-1,"0"-1,0 1,0 0,0 0,0 0,1 0,-1 1,0-1,1 1,-1 0,0 0,1 0,-1 0,0 1,1-1,-1 1,0 0,0 0,1 0,-1 0,0 1,0-1,0 1,-1 0,3 1,3 6,1 1,-1 0,-1 0,1 1,-2 0,0 0,0 1,-1-1,0 1,0 6,-1-8,37 106,-30-78,1-2,2 1,1-2,2 0,1-1,2 0,19 23,-32-50,-1 0,1 0,0-1,1 0,0 0,0-1,0 0,1 0,-1-1,1 0,2 1,-7-4,-1 0,0 0,0-1,1 1,-1-1,1 1,-1-1,1 0,-1 0,0-1,1 1,-1-1,0 0,1 0,-1 0,0 0,0 0,1-1,-1 1,-1-1,1 0,0 0,0 0,-1 0,1-1,-1 1,1-1,-1 1,0-1,0 0,0 0,0-1,7-15,-2 0,0-1,-1 1,-1-1,-1 0,-1-1,0 1,-2-14,1 14,5-57,-6 40,2 0,1 0,2 0,2 1,1 0,2 0,1 1,6-8,-16 38,0 1,1-1,-1 0,1 1,1 0,-1 0,0 0,1 0,0 0,0 1,0 0,0 0,1 0,-1 0,1 0,-1 1,1 0,0 0,2 0,17-1</inkml:trace>
  <inkml:trace contextRef="#ctx0" brushRef="#br0" timeOffset="5506.902">2552 775,'2'-8,"-1"-1,0 1,0-1,-1 0,0 1,-1-1,0 1,0-1,-1 1,0-1,0 1,-1 0,0 0,-1 0,0 0,0 1,0 0,-1-1,0 2,-1-1,1 0,-1 1,-1 0,1 1,-4-3,7 6,0 1,0 0,0 0,0 0,-1 0,1 1,0-1,0 1,0 0,-1 0,1 0,0 0,0 1,-1-1,1 1,0 0,0 0,0 0,0 0,0 1,0-1,0 1,1-1,-1 1,0 0,1 0,-1 0,1 1,-1 0,-4 4,1 0,1 1,-1-1,1 1,1 0,-1 0,1 1,1-1,-3 9,4-10,0 1,0 0,1 0,0 0,0 0,1 0,0 0,1 0,0 6,0-11,-1-1,1 1,-1-1,1 0,0 1,0-1,0 0,0 0,0 1,1-1,-1 0,1 0,-1 0,1-1,0 1,0 0,0-1,0 1,0-1,0 1,0-1,0 0,0 0,1 0,-1 0,0-1,1 1,-1 0,1-1,-1 0,1 0,-1 1,1-1,5-2,0 0,0-1,0 0,0 0,-1 0,0-1,1 0,-1-1,-1 1,1-1,-1-1,0 1,0-1,0 0,-1-1,0 1,0-1,-1 0,1 0,-2 0,1-1,-1 0,0 1,1-8,14-37,-17 55,1 62,-3-55,0 1,1-1,1 1,-1-1,2 1,-1-1,2 0,-1 1,1-1,4 7,-5-14,0 0,0 0,0 0,1 0,-1 0,1-1,0 1,0-1,0 0,0 0,0 0,0 0,1 0,-1-1,0 1,1-1,-1 0,1 0,0 0,-1-1,1 1,0-1,-1 0,1 0,3 0,90-25,-75 14,-1-1,-1-1,0-1,-1-1,0-1,-1 0,-1-1,0-1,-2-1,0 0,-1-1,-1-1,-1 0,-1 0,0-1,-2-1,-1 0,0 0,-2 0,-1-1,-1 0,0 0,-2 0,-1-1,-1 1,-1 0,-2 0,0-1,-1 2,-1-1,-2 0,0 1,-6-11,11 27,0 0,-1 1,0-1,0 1,-1-1,0 1,0 0,0 1,-1-1,1 1,-1 0,-1 0,1 0,-1 0,0 1,0 0,0 1,-1-1,1 1,-1 0,1 1,-1 0,-6-2,9 5,1-1,0 1,0 0,-1 0,1 0,0 1,0-1,0 1,1 0,-1-1,0 1,1 0,-1 1,1-1,-1 0,1 1,0-1,0 1,0 0,1 0,-1 0,1 0,-1 0,1 0,0 0,-1 3,-15 89,17-55,2 0,2-1,1 1,2-1,2-1,1 1,2-1,2-1,1-1,2 0,2-1,21 32,-35-58,0 0,0 0,1 0,0 0,0-1,1 0,0-1,0 1,1-1,0-1,0 1,1-1,0-1,0 0,0 0,1 0,-1-2,6 2,37-19,-29-2</inkml:trace>
  <inkml:trace contextRef="#ctx0" brushRef="#br0" timeOffset="5821.061">3355 522,'0'20,"2"-1,0 1,1 0,1 0,1-1,0 0,2 0,0 0,1-1,1 0,1 0,0-1,1-1,1 0,1 0,-12-13,1 0,0-1,0 1,0-1,0 0,0 1,1-1,-1 0,1 0,-1 0,1-1,0 1,0-1,0 1,0-1,0 0,0 0,0 0,0 0,0-1,0 1,0-1,1 0,-1 0,0 0,0-1,0 1,1-1,-1 1,0-1,0 0,0 0,0 0,1-2,3-5,0 0,-1 0,0-1,-1 0,0-1,-1 1,1-1,-2 0,1 0,-1 0,-1 0,1-7,40-197,-21 170,-11 31</inkml:trace>
  <inkml:trace contextRef="#ctx0" brushRef="#br0" timeOffset="6224.498">3916 629,'1'11,"1"0,1 1,0-1,1 0,0 0,0-1,1 1,6 8,-9-16,0 0,0 0,0 0,1 0,-1-1,1 1,-1-1,1 0,0 1,0-1,0-1,0 1,0 0,1-1,-1 1,0-1,1 0,-1 0,1 0,-1-1,1 1,-1-1,1 0,0 0,-1 0,1-1,-1 1,1-1,-1 0,1 0,4-2,0 0,0-1,-1 0,0 0,1 0,-2-1,1 0,-1-1,1 0,-1 0,-1 0,1 0,-1-1,-1 0,1 0,-1 0,0-1,-1 0,1 1,-2-1,1 0,-1-3,0 5,0 0,-1 0,0-1,0 1,0 0,-1-1,0 1,-1 0,1-1,-1 1,0 0,-1-1,1 1,-1 0,-1 0,1 0,-1 0,0 1,0-1,-1 1,1 0,-1 0,-1 0,1 0,0 1,-1-1,0 1,0 1,-2-2,1 2,0 0,1 1,-1 0,0 0,0 0,0 1,-1 0,1 0,0 0,0 1,-1 0,1 0,0 1,-1-1,1 1,0 1,0-1,0 1,0 0,0 1,1-1,-1 1,0 0,1 1,0-1,-1 2,-4 2,0 1,0 1,1-1,0 2,1-1,0 1,0 0,1 1,0 0,1 0,0 1,-2 7,7-17,-1 1,1 0,0 0,0-1,0 1,0 0,1 0,-1 0,1 0,0 0,0 1,0-1,0 0,0 0,1 0,-1 0,1 0,0 0,0-1,0 1,0 0,1 0,-1 0,1-1,-1 1,1-1,0 1,0-1,0 0,0 0,1 0,-1 0,0 0,1 0,0-1,-1 1,1-1,1 1,77 6,-38-12</inkml:trace>
  <inkml:trace contextRef="#ctx0" brushRef="#br0" timeOffset="6472.99">4291 161,'-12'-16,"-10"-10,-8-2,-4 0,-1 6,4 6,2 11,7 12,6 13,9 11,7 13,9 9,7 5,0-7</inkml:trace>
  <inkml:trace contextRef="#ctx0" brushRef="#br0" timeOffset="6643.308">4197 508,'4'14,"5"11,2 8,1 3,5 3,0-2,2-4,3-3,2-7,3-8,7-5,6-6,6-7,4-8,-2-6,-4-6,-11 2</inkml:trace>
  <inkml:trace contextRef="#ctx0" brushRef="#br0" timeOffset="19810.767">159 2166,'-6'0,"-1"0,10 2,16 1,23 0,25-3,24-6,19-4,13-3,3-1,-6 1,-13 4,-16 2,-19 4,-19 3,-16 2,-16 4,-10 0</inkml:trace>
  <inkml:trace contextRef="#ctx0" brushRef="#br0" timeOffset="20533.356">1750 1805,'36'-5,"0"1,1 2,-1 1,1 2,33 5,-60-6,0 1,0 0,0 0,0 1,0 0,0 1,0 0,0 0,-1 1,0 0,0 1,0 0,0 1,-1 0,0 0,6 6,-13-10,1 1,-1 0,0 0,0 1,0-1,0 0,-1 0,1 0,-1 0,0 1,0-1,0 0,0 0,-1 1,1-1,-1 0,0 0,0 0,0 0,0 0,0 0,-1 0,0 0,1 0,-1-1,0 1,0 0,-63 63,-63 7,127-73,1 0,0 0,-1 0,1 0,-1 0,1 0,0 0,-1 0,1 0,-1 1,1-1,0 0,-1 0,1 0,0 0,-1 1,1-1,0 0,-1 0,1 1,0-1,0 0,-1 0,1 1,0-1,0 0,-1 1,1-1,0 0,0 1,0-1,0 1,0-1,0 0,-1 1,1-1,0 1,0-1,0 0,0 1,0-1,0 0,1 1,-1-1,0 1,0-1,0 0,0 1,0-1,0 0,1 1,-1-1,0 0,0 1,1-1,-1 0,0 1,0-1,1 0,-1 0,0 1,1-1,-1 0,0 0,1 0,-1 1,0-1,1 0,-1 0,1 0,33 11,-28-10,19 6,14 2,0 2,-1 2,0 1,-1 2,17 11,-51-26,-1 0,1 0,-1 0,1 0,-1 1,1-1,-1 1,0-1,0 1,1 0,-1 0,0 0,-1 0,1 0,0 1,-1-1,1 0,-1 1,0-1,0 1,0 0,0-1,0 1,0 0,-1 0,1-1,-1 1,0 0,0 0,0 0,0-1,-1 1,1 0,-1 0,1-1,-1 1,0 0,0 0,-9 7,0-1,-1 1,0-1,0-1,-1 0,1-1,-2 0,1-1,-1 0,0-1,-13 3,-3 2,0-2,-1 0,0-2,0-2,-28 2,70-12,11-1</inkml:trace>
  <inkml:trace contextRef="#ctx0" brushRef="#br0" timeOffset="21450.538">2926 2032,'46'-45,"11"-10,-2-3,45-63,-86 101,-1 0,0-1,-1-1,-2 0,0 0,-1-1,-2 0,0-1,-1 1,-2-1,2-19,-5 27,-1 1,-1 0,0-1,-1 1,-1 0,0 0,-1 0,0 0,-5-9,6 18,0 0,1 0,-2 0,1 0,-1 0,0 1,0 0,0 0,-1 0,0 0,0 1,0 0,0 0,-1 0,1 0,-1 1,0 0,0 1,0-1,-1 1,1 0,-1 0,-1 1,5 0,-1 1,0 0,0 0,0 1,0-1,0 1,0 0,1 0,-1 0,0 0,1 1,-1-1,1 1,-1 0,1 0,0 0,0 1,0-1,0 1,0-1,0 1,1 0,-1 0,1 1,0-1,0 0,0 1,0-1,0 2,-4 9,1 1,0 0,0 0,2 0,0 0,-1 13,0 16,3-1,1 1,2 0,2-1,2 0,2 0,1 0,3-1,1 0,2-1,2-1,2 0,14 22,-27-50,1-1,0 1,1-1,0 0,1-1,0 0,0-1,1 1,0-2,1 0,0 0,11 6,-20-14,1 1,0 0,0-1,1 0,-1 1,0-1,0 0,0-1,0 1,0-1,0 1,0-1,0 0,0 0,-1 0,1 0,0-1,0 1,-1-1,1 0,-1 1,1-1,-1 0,1-2,52-59,-50 55,-4 7,-1 0,0 1,0-1,0 0,0 1,0-1,1 0,-1 1,0-1,0 0,0 1,1-1,-1 0,0 1,1-1,-1 1,0-1,1 0,-1 1,1-1,-1 1,1 0,-1-1,1 1,0-1,-1 1,1 0,-1-1,1 1,0 0,-1 0,1-1,0 1,-1 0,1 0,0 0,-1 0,1 0,0 0,-1 0,1 0,0 0,-1 0,1 0,0 1,-1-1,1 0,0 0,-1 1,1-1,0 0,-1 1,1-1,-1 1,1-1,-1 0,1 1,-1 0,1-1,-1 1,0-1,1 1,-1 0,5 16,-4-11,0 0,0 0,1 0,0 0,0 0,0-1,1 1,-1-1,1 0,1 0,-1 0,1 0,0 0,0-1,0 1,0-1,1 0,0-1,0 1,0-1,2 1,1-1,0-1,0 0,1 0,-1-1,1 0,-1 0,1-1,-1 0,1-1,-1 0,1 0,-1-1,0 0,0 0,0-1,0 0,0-1,0 1,-1-1,1-1,-1 0,0 0,3-3,-4 3,-1 1,0-1,0 1,-1-1,0-1,0 1,0-1,0 1,-1-1,0 0,0 0,0-1,-1 1,0 0,0-1,-1 1,0-1,0 0,0 0,-1 1,0-1,-1 0,1 0,-1 1,0-1,-1 1,0-1,0 1,-2-6,1 7,0-1,0 1,0 0,-1 0,1 0,-1 0,-1 1,1-1,0 1,-1 0,0 1,0-1,0 1,0 0,-1 0,1 1,-1-1,0 1,0 0,0 1,0 0,0 0,0 0,0 0,0 1,0 0,0 0,0 1,0 0,0 0,0 0,0 1,0 0,0 0,1 0,-1 1,1 0,0 0,0 0,0 1,-2 1,-2 3,1 1,1 0,0 1,0-1,1 1,0 1,1-1,0 1,0 0,1 0,1 0,0 1,0-1,1 1,1-1,0 1,0 0,2 0,0 10,0-19,-1 0,1-1,0 0,0 1,0-1,0 1,0-1,0 0,1 0,-1 0,1 0,-1 0,1 0,0 0,0 0,0-1,0 1,0-1,0 1,1-1,-1 0,0 0,1 0,-1 0,1 0,-1 0,1-1,-1 1,1-1,-1 0,1 0,-1 0,1 0,0 0,-1-1,1 1,-1-1,1 1,2-2,25-5</inkml:trace>
  <inkml:trace contextRef="#ctx0" brushRef="#br0" timeOffset="23089.586">3809 1363,'-14'-3,"1"0,-1 1,1 1,-1 0,1 1,-1 0,1 1,-1 0,1 1,-1 1,1 0,0 1,0 0,0 1,1 1,0 0,0 0,-3 3,13-7,0 0,0-1,1 1,-1 0,1 0,-1 1,1-1,0 0,-1 0,1 1,0-1,1 0,-1 1,0-1,1 1,-1-1,1 1,0-1,0 1,0-1,0 1,0 0,1-1,-1 1,1-1,0 1,-1-1,1 0,0 1,0-1,1 0,-1 0,0 0,1 1,0-1,66 65,4-13,-46-37,0 1,-1 1,-1 2,-1 0,-1 2,-1 0,-1 1,-2 2,13 19,47 159,-76-198,1-1,-1-1,1 1,0 0,0-1,1 1,-1-1,1 0,0 0,0-1,0 1,1-1,-1 0,1 0,0 0,0-1,0 1,0-1,0 0,0-1,0 1,1-1,-1 0,1-1,-1 1,1-1,-1 0,1 0,-1-1,1 0,-1 0,3 0,-1-2,0-1,0 1,0-1,0 0,-1-1,1 1,-1-1,0-1,-1 1,1-1,-1 0,0 0,0 0,-1-1,0 0,0 0,-1 0,0 0,0-1,1-5,3-8,-1-1,-1 1,-1-1,-1 0,0-13,-4 56,5 115,-3-130,1 0,-1 0,1 0,0 0,0 0,1 0,0 0,0-1,0 0,1 1,0-1,0 0,0-1,0 1,1-1,0 0,0 0,0 0,0-1,2 1,1-1,0 0,1-1,-1 0,1 0,-1-1,1 0,-1-1,1 0,0 0,-1-1,1 0,-1 0,1-1,-1 0,0-1,0 1,0-2,0 1,0-1,-1 0,1-1,-1 0,0 0,-1 0,1-1,-1 0,0-1,-1 1,1-1,-1 0,0 0,-1-1,0 1,0-1,-1 0,0 0,2-7,2-7,-1-1,-1 1,0-1,-2 0,0-9,-4 17,-3 19,-5 24,6-14,1 1,0-1,1 1,0 0,2 0,0-1,0 1,3 7,-4-18,2 1,-1-1,0 1,1-1,0 0,0 0,0 0,0 0,1 0,0 0,0-1,0 1,0-1,0 0,1 1,-1-2,1 1,0 0,0-1,0 0,0 0,0 0,1 0,-1-1,1 1,-1-1,1 0,3 0,0 0,0-1,0 0,0-1,0 0,0 0,0 0,0-1,-1 0,1-1,0 1,-1-2,0 1,0-1,0 0,0 0,-1-1,1 0,-1 0,-1-1,1 1,-1-1,5-7,-2 3,0-1,-1 0,-1 0,0-1,0 0,-1 0,0 0,-2-1,1 0,-1 1,-1-1,0 0,-1-8,-1 21,0 0,-1 0,1 0,0 0,-1 0,1 0,-1 0,1 0,0 0,-1 0,1 0,-1 0,1 0,0 0,-1 0,1 0,0 0,-1 0,1 0,-1 0,1-1,0 1,-1 0,1 0,0 0,0-1,-1 1,1 0,0-1,0 1,-1 0,1 0,0-1,0 1,-1 0,1-1,0 1,0 0,0-1,0 1,0-1,0 1,0 0,0-1,0 1,0-1,0 1,0 0,0-1,0 1,0 0,0-1,0 1,0-1,0 1,0 0,1-1,-1 1,0 0,0-1,0 1,1 0,-16 29,11-20,1 0,1-1,-1 1,1 0,1 0,0 0,0 1,1-1,0 0,0 0,1 0,1 0,-1 0,1 0,1 0,0 0,0 0,1-1,0 0,0 1,1-2,0 1,0 0,1-1,0 0,3 3,0-4,1 0,0-1,-1 0,2-1,-1 0,0 0,1-1,0-1,0 0,-1 0,1-1,0 0,1-1,-1 0,0-1,0 0,-1-1,1 0,4-2,0 0,0-1,0 0,-1-1,0 0,0-1,-1-1,0 0,0-1,-1-1,0 1,-1-2,0 0,6-8,-7 6,-1-1,-1 0,-1 0,0-1,0 0,-2 0,0-1,0 1,-2-1,0 0,-1 0,0 0,-1-1,-1-2,-10-30,10 49,0 0,-1-1,1 1,0 0,0-1,-1 1,1 0,0-1,-1 1,1 0,0 0,-1-1,1 1,-1 0,1 0,0 0,-1-1,1 1,-1 0,1 0,-1 0,1 0,0 0,-1 0,1 0,-1 0,1 0,-1 0,1 0,0 0,-1 1,1-1,-1 0,1 0,-1 0,1 0,0 1,-1-1,1 0,0 0,-1 1,1-1,0 0,-1 1,1-1,0 0,0 1,-1-1,1 1,0-1,0 0,0 1,0-1,-1 1,1-1,0 0,0 1,0 0,-11 27,4 15,1 0,3 1,1-1,2 1,2-1,2 1,2-1,10 38,33 146,-20-100,-5 1,-4 14,-18-128,-1 0,0 0,0 0,-1 0,-1 0,0 0,-1-1,-1 1,0 0,-1-1,-3 9,6-20,0 0,0 0,0-1,0 1,0 0,-1 0,1 0,0-1,-1 1,1-1,-1 1,0-1,1 0,-1 0,0 1,0-1,0 0,0-1,0 1,0 0,0 0,0-1,0 1,0-1,0 0,-1 0,1 0,0 0,0 0,0 0,0 0,0-1,-1 1,1-1,0 0,0 1,0-1,0 0,0 0,1 0,-1-1,0 1,0 0,0-1,-10-12,1 1,1-1,0-1,1 0,1 0,0-1,1 0,1 0,0-1,1 0,1 0,1 0,0 0,0-11,-12-111,6 0,5-1,8-17,-2 57,-2 49,-1 11,1 0,3 0,1 1,2-1,7-24,-13 61,0 1,0-1,1 0,-1 0,1 1,0-1,0 0,0 1,0-1,0 1,0-1,1 1,-1 0,1-1,0 1,0 0,0 0,0 0,0 0,0 1,0-1,0 1,1-1,-1 1,1 0,-1-1,1 1,0 1,-1-1,1 0,0 1,-1-1,1 1,0 0,0 0,-1 0,1 0,0 0,0 1,-1-1,1 1,0 0,-1 0,2 0,12 11,0 0,-2 1,1 0,-2 2,0-1,0 2,-2-1,0 2,1 2,-2-6,-1 0,-1 0,0 1,0-1,-2 2,0-1,0 1,-2 0,1 0,-2 0,0 1,-1 3,-2-17,0 0,-1 0,1 0,-1 0,0-1,1 1,-1 0,0 0,0 0,0-1,0 1,0-1,-1 1,1-1,0 1,-1-1,1 0,-1 1,1-1,-1 0,0 0,0 0,1 0,-1-1,0 1,0 0,0-1,0 1,0-1,0 0,0 1,0-1,0 0,0 0,-1-1,-70-11,72 12,-1 0,1 0,0 0,-1-1,1 1,0-1,-1 1,1-1,0 1,0-1,0 0,-1 0,1 0,0 1,0-1,0 0,0 0,1 0,-1-1,0 1,0 0,1 0,-1 0,0-1,1 1,-1 0,1-1,0 1,-1 0,1-1,0 1,0 0,0-1,0 1,0 0,0-1,0 1,0-1,1 1,-1 0,0-1,1 1,-1 0,1 0,0-2,8-5,0 0,0 1,1 0,0 0,0 1,0 0,1 1,10-3,2-3,223-109,-239 116,40-14,-46 18,0-1,0 1,0 0,1-1,-1 1,0 0,0 0,0 0,0 0,0 0,0 0,0 0,0 0,0 1,0-1,0 0,0 1,0-1,0 1,0-1,0 1,0-1,0 1,0 0,-1-1,1 1,0 0,0 0,-1-1,1 1,0 0,-1 0,1 0,-1 0,1 0,-1 0,0 0,1 0,-1 1,-5 123,5-117,0 1,1-1,0 1,0-1,0 0,1 1,1-1,0 0,0 0,0-1,1 1,0-1,0 1,1-1,0 0,0-1,1 1,0-1,0-1,0 1,1-1,0 0,0 0,0-1,0 1,1-2,0 1,0-1,0-1,8 3,13-6,-4-4</inkml:trace>
  <inkml:trace contextRef="#ctx0" brushRef="#br0" timeOffset="23337.978">5988 1391,'-14'2,"-6"5,0 9,5 8,15 7,16 5,6-4</inkml:trace>
  <inkml:trace contextRef="#ctx0" brushRef="#br0" timeOffset="23936.378">7311 1792,'-9'-9,"-1"1,0 1,0 0,0 0,-1 1,0 0,-1 1,1 0,-1 1,0 0,0 1,0 0,-1 1,1 0,0 1,-1 0,1 1,-1 1,1 0,-1 1,1 0,0 1,0 0,0 1,0 0,1 1,-1 0,1 1,0 0,1 1,0 0,-6 5,13-9,0 0,0 0,0 0,0 0,1 0,0 1,0-1,0 1,0-1,0 1,0 0,1 0,0 0,0 0,0 0,0 0,1 0,0 0,-1 0,1 0,1 0,-1 0,1 0,-1 0,1 0,0 0,1 0,-1 0,1 0,-1-1,1 1,0-1,1 1,-1-1,1 0,0 1,6 2,1 0,-1-1,1-1,0 0,0 0,1-1,-1 0,1-1,-1 0,1-1,0 0,0 0,0-1,-1-1,1 0,0 0,0-1,-1 0,1-1,1-1,12-3,0 0,0-1,-1-2,0 0,0-2,-2 0,1-1,-2-2,0 0,0-1,-2-1,0 0,-1-2,0 0,-2-1,0 0,-2-1,0-1,-1 0,-1-1,-2 0,4-12,-1-4,-2-1,-2 0,-1 0,-2-1,-2 0,-2 0,-2-19,1 46,-1 0,-1 1,0-1,-1 1,0 0,-1 0,-2-3,6 14,0 1,-1-1,1 1,-1 0,0-1,1 1,-1 0,0-1,0 1,1 0,-1 0,0 0,0 0,-1-1,1 2,0-1,0 0,0 0,-1 0,1 0,0 1,-1-1,1 1,0-1,-1 1,1 0,-1-1,1 1,-1 0,1 0,-1 0,1 0,-1 0,1 0,-1 0,1 1,-1-1,1 0,0 1,-1 0,1-1,-1 1,1 0,0-1,0 1,-1 0,1 0,-50 57,32-25,2 0,1 1,2 0,1 1,2 1,2 0,1 0,1 1,2 0,2 0,1 0,4 35,-2-55,1 0,1-1,1 1,0-1,1 1,1-1,0 0,1-1,1 1,0-1,2-1,-1 1,2-1,-1-1,2 0,0 0,1-1,0-1,0 0,1 0,1-1,0-1,0 0,1-1,5 2,-5-5,1-1,-1 0,1-1,-1-1,1 0,0-1,0-1,0 0,0-1,0-1,-1 0,1-1,0-1,-1-1,0 0,0-1,-1 0,1-1,4-4,-8 5,-1-1,1 0,-1 0,-1-1,0 0,0-1,0 0,-1-1,-1 1,1-2,-2 1,1-1,-2 0,1 0,-1 0,-1-1,0 0,-1 0,0 0,-1 0,0 0,-1-1,0 1,-2-12,2 20,-1 1,0 0,0 0,0-1,0 1,-1 0,0-1,1 1,-1 0,0 0,-1 0,1 0,0 0,-1 0,0 0,0 0,0 0,0 1,0-1,0 1,-1 0,1-1,-1 1,1 0,-1 0,0 1,0-1,0 1,0-1,0 1,0 0,0 0,-1 0,1 1,0-1,0 1,-1 0,1-1,0 2,-2-1,0 2,1 0,-1 0,1 1,-1-1,1 1,0 0,0 0,0 1,1-1,-1 1,1 0,0 0,0 0,0 0,0 1,1-1,0 1,0-1,0 1,0 0,1 0,-1 4,0 1,0 1,0 0,1-1,1 1,0 0,0 0,1-1,0 1,1 0,1 4,3 0,-1-1,2 0,0 0,0-1,1 0,1 0,0-1,1 0,0-1,1 0,0 0,1-1,4 3,12 7,1-1,1-1,1-1,0-2,14 4,50 15,-9-9</inkml:trace>
  <inkml:trace contextRef="#ctx0" brushRef="#br0" timeOffset="25703.177">1951 3516,'21'-28,"-5"-8,-2 0,-1-1,-2 0,-2-1,4-33,27-98,-40 166,0 0,1-1,-1 1,1 0,0 1,0-1,0 0,1 0,-1 0,0 0,1 1,0-1,0 1,0-1,0 1,0 0,0 0,1 0,-1 0,0 0,1 0,0 1,-1-1,1 1,0 0,0 0,0 0,0 0,0 0,0 1,0-1,0 1,0 0,0 0,3 0,5 6,0 0,0 1,-1 0,0 1,0 0,-1 0,0 1,-1 0,1 1,-2 0,4 6,0-2,-1 1,-1 0,0 0,-2 1,1 0,0 5,-6-15,0 1,0-1,0 1,-1-1,0 1,0 0,-1-1,1 1,-2 0,1 0,-1-1,0 1,0 0,-1-1,0 1,0-1,-3 5,4-9,0 0,0 0,0 0,0 0,-1 0,1 0,-1 0,1-1,-1 1,0 0,1-1,-1 0,0 1,0-1,0 0,0 0,0 0,-1 0,1 0,0-1,0 1,-1-1,1 1,0-1,0 0,-1 0,1 0,0 0,-1 0,1-1,0 1,-1-1,1 1,0-1,0 0,0 0,0 0,0 0,0 0,0-1,0 1,0 0,0-1,1 0,-1 1,1-1,-1 0,1 0,-1 0,1 0,0 0,-1-2,2 4,-1-1,1 0,-1 1,1-1,0 0,-1 1,1-1,0 0,0 0,-1 1,1-1,0 0,0 0,0 0,0 1,0-1,0 0,0 0,0 0,0 1,1-1,-1 0,0 0,0 1,1-1,-1 0,0 0,1 1,-1-1,1 1,-1-1,1 0,-1 1,1-1,-1 1,1-1,0 1,-1-1,1 1,0-1,0 1,-1 0,1-1,0 1,39-6,-31 5,27-3,0-2,-1-1,0-2,-1-1,0-2,0-1,9-7,-31 16,-1-2,-1 1,1-1,-1-1,0 0,0 0,-1-1,0 0,0-1,-1 0,0 0,0-1,-1 0,-1 0,1-1,-2 0,-4 10,0-1,-1 0,1 1,-1-1,1 0,-1 1,0-1,0 0,0 1,0-1,0 0,0 0,0 1,-1-1,1 0,0 1,-1-1,0 1,1-1,-1 0,0 1,0-1,0 1,0 0,0-1,0 1,0 0,0 0,0-1,-1 1,1 0,0 0,-1 0,1 1,-1-1,1 0,-1 0,0 1,0-1,-2 0,-1 0,1 1,0-1,-1 1,1 0,-1 0,1 0,0 1,-1-1,1 1,0 0,-1 0,1 1,0-1,0 1,-3 2,0 0,0 1,0 0,0 0,1 0,0 1,0 0,1 0,-1 0,1 1,1 0,-1 0,1 0,-1 3,3-6,0 0,1 1,-1-1,1 0,0 1,0 0,0-1,0 1,1-1,0 1,0 0,0-1,1 1,-1 0,1-1,0 1,1-1,-1 1,1-1,0 0,0 0,0 1,0-2,1 1,0 0,0 0,9 6,1-1,0-1,0 0,0-1,1 0,0-2,1 1,-1-1,1-1,0-1,0 0,0-1,1-1,-1 0,0-1,1 0,7-3,-9 3,0 0,0-2,1 1,-1-2,-1 0,1-1,0 0,-1-1,0-1,0 0,0 0,-1-1,0-1,-1 0,1-1,-1 0,-1-1,0 0,0 0,-1-1,-1-1,0 1,0-1,-1-1,0 1,-2-1,1 0,-1-1,-1 1,0-2,-1-38,-8 95,4-35,1-1,0 1,1 0,0 0,0-1,0 1,1 0,0-1,0 1,1-1,-1 0,1 0,1 0,-1 0,1 0,0-1,0 0,1 0,0 0,0 0,0-1,0 1,1-1,-1-1,1 1,0-1,0 0,1 0,0-1,0 1,1-2,-1 1,0-1,1 0,0-1,-1 0,1 0,-1 0,1-1,-1 0,1-1,-1 0,0 0,0 0,0-1,0 0,0 0,0-1,-1 0,0 0,0-1,0 1,5-6,-2 1,-1 1,-1-1,1 0,-1-1,-1 0,0 0,0 0,-1-1,-1 0,1 0,-2 0,1 0,-2-1,0 0,0 1,-4 19,1 0,0 0,0 0,1 0,0 0,0 0,1 0,0 0,1 0,0 0,0 0,0 0,1 0,0-1,1 0,-1 1,1-1,1 0,0-1,0 1,0-1,0 0,1 0,3 2,-1-5,0-1,0 1,0-1,0-1,0 0,1 0,-1 0,0-1,0 0,1-1,-1 0,0 0,0-1,0 0,0 0,0-1,0 0,-1 0,1-1,-1 0,0-1,0 1,-1-1,1 0,-1-1,0 0,0 0,-1 0,0 0,0-1,0 0,-1 0,0 0,-1-1,1 1,-1-1,0-1,15-71,-17 105,0 0,2 0,1 0,1-1,1 1,1-1,-4-16,0 1,1 0,-1-1,2 0,-1 0,1 0,0-1,1 1,0-1,0-1,0 1,1-1,0 0,0 0,1-1,-1 0,1 0,0-1,19 6</inkml:trace>
  <inkml:trace contextRef="#ctx0" brushRef="#br0" timeOffset="26922.188">4156 2994,'1'18,"0"-1,2 0,0 0,0 0,2 0,0-1,1 0,1 0,0 0,1-1,1 0,0 0,1-1,0 0,1-1,8 7,-16-18,1 0,-1 0,1 0,-1 0,1-1,0 1,-1-1,1 0,0 0,0-1,0 1,0-1,0 0,0 0,0 0,0 0,0-1,0 1,0-1,-1 0,1-1,0 1,0 0,-1-1,1 0,-1 0,1 0,-1 0,0-1,0 1,0-1,0 0,-1 0,1 0,-1 0,1 0,-1-1,0 0,14-19,-1 0,0-2,-2 0,-2 0,10-27,-24 59,1 1,0 0,0-1,0 1,1 0,0 0,1 0,0 0,0 0,1 0,0 0,0 0,1 0,0-1,0 1,1 0,0-1,0 0,1 0,0 0,0 0,2 1,6 0,0-1,1-1,0 1,0-2,0 0,1-1,0 0,0-1,0-1,0 0,1-1,-1 0,0-1,3-1,-14 1,67 1,1-2,0-4,-1-3,43-12,-99 17,-8 2,0 0,1 0,-1 0,0-1,0 0,0-1,0 1,0-1,-1 0,5-4,-9 6,-1 1,0-1,0 0,1 0,-1 0,0 0,0 1,0-1,0 0,0 0,0 0,0 0,0 1,0-1,-1 0,1 0,0 0,0 1,-1-1,1 0,-1 0,1 1,-1-1,1 0,-1 0,1 1,-1-1,1 1,-1-1,0 1,1-1,-1 1,0-1,1 1,-1-1,0 1,0 0,0 0,1-1,-1 1,0 0,0 0,0 0,0 0,0 0,0-1,-10-5,-1 1,0 1,0 0,0 0,-1 1,1 0,-1 1,1 1,-1 0,0 1,1 0,-1 1,0 0,1 1,-1 1,1 0,-1 0,1 1,-4 2,14-5,0 1,0-1,0 0,0 0,0 1,0-1,1 1,-1-1,0 1,1 0,-1 0,1-1,0 1,0 0,-1 0,1 1,0-1,1 0,-1 0,0 0,1 1,-1-1,1 0,0 1,0-1,-1 0,2 1,-1-1,0 0,0 1,1-1,-1 0,1 1,0-1,0 0,0 0,0 0,0 0,0 0,0 0,1 0,-1 0,1 0,-1-1,1 1,0-1,0 1,0-1,0 1,0-1,0 0,2 1,3 0,0 1,1-2,-1 1,1-1,0 0,-1 0,1-1,0 0,-1-1,1 1,0-1,-1-1,1 0,-1 0,1 0,-1-1,0 0,0 0,0-1,-1 0,1 0,-1 0,0-1,0 0,-1-1,1 1,-1-1,0 0,-1 0,1 0,0-3,4-2,-9 26,0-11,-1 6,0-7,1 0,-1 1,1-1,-1 1,1-1,0 1,1-1,-1 1,0-1,1 1,0-1,0 1,0-1,0 0,1 1,-1-1,1 0,0 0,0 0,0 0,0-1,0 1,0 0,1-1,0 0,0 1,8 0,1 0,-1-1,1 0,0-1,-1-1,1 0,0 0,0-1,-1-1,1 0,-1 0,1-1,-1-1,0 0,0 0,3-3,22-5,-1-2,-1-1,-1-1,0-2,-1-2,-1-1,-1-1,-1-1,-1-2,-1-1,-1-1,-2-1,0-1,-2-1,-2-1,0-1,5-16,-14 26,-1-1,-2 0,0-1,-1 1,-2-1,0-1,-2 1,0-1,-2 1,-1-1,0 0,-2 1,-3-13,4 33,0-1,0 0,0 0,-1 1,0-1,0 1,0-1,0 1,-1 0,1 0,-1 0,0 0,-1 1,1-1,0 1,-1-1,0 1,0 1,0-1,0 0,0 1,-1 0,1 0,-1 0,1 1,-1-1,0 1,0 0,1 0,-1 1,0 0,-3 0,0 1,1 1,-1 0,1 0,-1 1,1 0,0 0,0 1,0 0,0 0,1 0,-1 1,1 0,1 1,-1-1,1 1,0 0,0 0,0 1,-8 11,1 1,1 0,1 1,1 0,-6 18,5-9,1 0,1 1,2 0,1 0,2 0,1 1,1 0,1-1,4 23,-2-39,-1-1,2 0,0 1,1-1,0-1,1 1,0 0,1-1,1 0,0-1,0 1,1-1,0-1,1 0,1 0,-1 0,1-1,1-1,0 0,0 0,1-1,-1 0,2-1,-1-1,0 0,1 0,-1-1,1-1,0 0,0-1,1-1,-1 1,0-2,0 0,1-1,-1 0,0-1,0 0,0-1,0-1,0 0,-1-1,0 0,0-1,0 0,0-1,-1 0,7-7,-1 0,-1-1,-1-1,-1 0,0-1,-2 0,1-1,8-20,-21 38,0 1,0-1,0 0,0 0,0 1,0-1,0 0,0 0,0 0,0 1,0-1,0 0,0 0,0 1,0-1,1 0,-1 0,0 0,0 1,0-1,0 0,0 0,0 0,1 1,-1-1,0 0,0 0,0 0,0 0,1 1,-1-1,0 0,0 0,1 0,-1 0,0 0,0 0,0 0,1 0,-1 0,0 0,0 0,1 0,-1 0,-4 32,4-29,-3 12,1-5,0 0,1 0,-1 0,2 0,0 0,0 0,0 0,1 0,1 0,0 0,0-1,1 1,2 4,-3-12,-1 1,1-1,-1-1,1 1,0 0,0 0,0-1,0 1,0-1,0 1,0-1,0 0,1 0,-1 0,0 0,1 0,-1-1,1 1,-1-1,1 0,-1 1,1-1,-1 0,1 0,1-1,18-3</inkml:trace>
  <inkml:trace contextRef="#ctx0" brushRef="#br0" timeOffset="27168.53">6216 2607,'-3'19,"9"9,3 1</inkml:trace>
  <inkml:trace contextRef="#ctx0" brushRef="#br0" timeOffset="28415.793">6643 2861,'6'-3,"-1"0,1 1,0 0,0 0,0 0,0 1,1 0,-1 0,0 0,0 1,1 0,-1 0,0 1,1 0,-1 0,0 0,0 1,0 0,0 0,0 0,-1 1,1 0,0 0,-1 0,0 1,0 0,0 0,0 0,-1 0,0 1,0 0,0 0,0 0,-1 0,0 1,0-1,0 1,-1 0,0 0,0 0,0 0,8 31,-1 0,-3 0,0 1,-3 0,-1 0,-2 0,-3 25,3-41,-5 107,3 160,2-269,1 0,1 0,1 0,1 0,0-1,2 1,0-1,1 0,1-1,0 0,2 0,0-1,1 0,0 0,2-1,0-1,1 0,8 6,-20-19,0 0,0 1,0-2,1 1,-1 0,0 0,1-1,-1 1,1-1,0 0,0 0,-1 0,1 0,0-1,0 1,0-1,0 1,0-1,-1 0,1 0,0 0,0-1,0 1,0-1,0 1,0-1,-1 0,1 0,0 0,-1-1,1 1,-1-1,1 1,-1-1,1 0,-1 0,0 0,0 0,0 0,0 0,3-13,0 1,-1-1,-1 0,0 0,-1 0,-1 0,0-1,-1 1,0 0,-2 0,0 0,0-1,-1 2,-2-4,-6-32,-2 0,-3 1,-1 1,-3 0,-1 2,-3 0,-2 1,-1 2,-3 1,-12-13,-93-71,116 108,21 8,70 3,-8 5,1-2,-1-4,-1-2,0-3,0-3,-1-2,27-15,-81 31,-1-1,1 0,-1-1,0 0,-1 0,1 0,-1-1,1 0,-1 0,-1-1,1 0,-1 0,0 0,1-2,-5 6,-1 1,1-1,-1 1,0-1,1 1,-1-1,0 1,0-1,0 1,0-1,0 1,0-1,0 1,-1-1,1 1,0-1,-1 1,0-1,1 1,-1-1,0 1,1 0,-1-1,0 1,0 0,0 0,0 0,0 0,-1 0,1 0,0 0,0 0,-1 0,1 0,0 1,-1-1,1 1,-1-1,1 1,-1-1,1 1,-65-13,57 15,0 0,0 1,0 0,0 0,1 1,-1 0,1 1,0 0,0 0,1 0,-1 1,1 0,1 1,-1-1,1 1,0 1,1-1,-1 1,1 0,1 0,0 0,0 1,1 0,0-1,0 1,1 0,0 1,0-1,1 0,1 0,0 1,0-1,0 0,1 1,1-1,0 0,0 0,-1-5,0-1,0 1,1-1,-1 0,1 1,0-1,0 0,0 0,0 0,1 0,-1 0,1-1,0 1,-1-1,1 0,0 0,1 0,-1 0,0 0,0-1,1 1,-1-1,1 0,-1 0,1 0,0-1,-1 1,1-1,3 0,1 0,0-1,0 0,0 0,0-1,0 0,0 0,0-1,-1 0,1 0,-1-1,0 0,0 0,0-1,4-5,0 1,-1-2,-1 1,1-1,-2-1,0 1,0-2,-1 1,2-6,9-14,-8 27,-10 24,-2 1,0-12,0 1,1-1,0 1,0-1,1 1,0 0,0-1,1 1,0-1,1 1,-1-1,2 1,-1-1,1 0,1 0,-1 0,1-1,1 1,-1-1,1 0,0 0,6 5,-9-11,1 1,0 0,0-1,0 0,0 0,0 0,0 0,0 0,0 0,0-1,0 0,0 1,0-1,1-1,-1 1,0 0,0-1,0 1,0-1,0 0,0 0,0 0,0 0,0-1,0 1,-1-1,1 0,-1 0,1 0,-1 0,1 0,0-2,4-3,0-1,0 0,-1-1,0 1,-1-1,0 0,0-1,-1 1,2-6,2-16,-1 0,-1 0,-2-1,0-15,6-38,-10 83,0 1,0-1,0 1,0-1,0 1,0-1,1 1,-1-1,0 1,1-1,-1 1,1-1,0 1,0 0,-1-1,1 1,0 0,0 0,0-1,0 1,0 0,1 0,-1 0,0 0,0 1,1-1,-1 0,0 0,1 1,-1-1,1 1,-1-1,1 1,-1 0,1-1,-1 1,1 0,-1 0,1 0,-1 0,1 1,0-1,-1 0,1 1,-1-1,1 1,125 42,-118-42,0 1,0 1,-1 0,1 0,-1 0,0 1,0 0,0 1,0 0,-1 0,0 1,0-1,0 2,-1-1,0 1,0 0,0 0,-1 0,0 1,-1 0,0 0,0 0,-1 1,2 5,1 44,17 73,-21-125,0-1,0 0,1 0,-1 0,1-1,0 1,1-1,-1 1,1-1,-1 0,1 0,1-1,-1 1,0-1,1 0,0 0,0-1,-1 1,2-1,-1 0,0 0,2 0,4-1,1-1,0 0,0 0,0-2,-1 1,1-1,-1-1,1 0,-1-1,0 0,0 0,0-1,-1-1,0 0,0 0,0-1,-1 0,0-1,4-4,1 0,-1 0,0-1,-1-1,-1 0,0-1,9-15,-16 24,-1 0,0-1,0 0,0 1,-1-1,0 0,0 0,-1 0,0 0,0 0,-1 0,1-1,-2 1,1 0,-1 0,0 0,0 0,-3-6,2 8,0 0,-1 0,0 0,0 1,0-1,-1 1,0 0,1 0,-2 0,1 0,0 1,-1 0,1 0,-1 0,0 0,0 1,0 0,0 0,0 0,-1 0,1 1,0 0,-1 0,1 1,-1-1,0 1,1 0,-1 1,1 0,-1-1,1 2,0-1,-1 0,1 1,0 0,0 1,0-1,0 1,0 0,1 0,-1 0,1 1,0-1,-2 3,2-1,-1 0,1 0,1 0,-1 1,1 0,0-1,0 1,0 0,1 0,0 1,1-1,-1 0,1 1,0-1,1 1,-1-1,1 1,0-1,1 1,0-1,0 1,0-1,1 1,0-1,0 0,1 0,-1 0,2 2,4 6,1 0,0-1,0 0,1 0,1-1,0 0,1-1,0 0,1-1,0 0,1 0,17 7,1-1,1-1,0-2,1-1,0-2,0-1,1-2,0-1,36 1,12-2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4T15:12:08.38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209 402,'16'0,"14"0,13 0,14 0,10-3,8-2,2-1,-5-1,-9 0,-13 1</inkml:trace>
  <inkml:trace contextRef="#ctx0" brushRef="#br0" timeOffset="484.707">35 429,'-7'19,"0"1,2 0,0 0,1 1,1-1,1 1,1 0,0-1,2 1,1 0,0 0,1-1,4 9,-7-26,0 0,0 0,0 0,1 0,0-1,-1 1,1 0,0 0,0 0,1-1,-1 1,1-1,-1 1,1-1,0 0,0 1,0-1,0 0,0 0,0 0,0-1,1 1,-1 0,1-1,-1 0,1 1,0-1,-1 0,2 0,82-36,-69 28,0 0,0 2,0 0,0 1,1 0,0 2,0 0,0 1,7 1,-16 0,0 1,-1 0,1 1,0 0,-1 0,1 1,-1 0,0 0,0 1,0 0,0 0,-1 1,0 0,0 0,0 1,0 0,-1 0,0 1,0-1,-1 2,0-1,-1 0,0 0,0 0,-1 1,0-1,0 1,-1 0,0 0,0 0,-1 0,0 0,0 0,-1 0,0 1,-1-1,1 0,-2 0,1 0,-1 0,0 0,-1 0,0-1,0 1,-1-1,0 1,0-1,0-1,-1 1,0 0,-1-1,1 0,-1-1,0 1,-1-1,-5 4,-5 0,0-1,-1-1,1 0,-1-1,-1-1,1-1,-1 0,0-2,0 0,0-1,0-1,0 0,0-2,-13-2,-8-4,53-2,53-6,-27 7</inkml:trace>
  <inkml:trace contextRef="#ctx0" brushRef="#br0" timeOffset="765.954">1145 603,'0'22,"0"18,0 10,0 3,0 0,2-4,1-7,2-8,3-9,-1-10</inkml:trace>
  <inkml:trace contextRef="#ctx0" brushRef="#br0" timeOffset="1029.329">1024 268,'-15'-11,"-7"0,7 10,11 11,16 13,16 14,2 1</inkml:trace>
  <inkml:trace contextRef="#ctx0" brushRef="#br0" timeOffset="1244.753">1439 923,'16'-16,"-1"0,-1-2,0 0,-1 0,-1-1,-1-1,0 0,-2 0,0-1,-1 0,-2-1,0 0,-1 0,0-7,-10-34,5 61,0 1,-1-1,1 1,-1-1,0 1,1-1,-1 1,0 0,0 0,0-1,0 1,0 0,0 0,0 0,0 0,-1 0,1 0,0 0,-1 1,1-1,0 0,-1 1,1-1,-1 1,1-1,-1 1,1 0,-1 0,1 0,-1 0,1 0,-1 0,0 0,1 0,-1 0,1 1,-1-1,0 1,-6 3,-1 0,1 1,0 0,0 0,0 1,0 0,1 0,0 1,1 0,0 0,0 1,0 0,1 0,-2 3,-3 2,1 1,0 0,1 0,1 1,0 0,1 0,1 1,0 0,1 0,0 0,2 1,0-1,0 15,3-24,1-1,0 0,0 0,0 0,1-1,0 1,0 0,0-1,1 0,0 0,0 0,0 0,0 0,1-1,0 0,0 0,0 0,0-1,1 0,-1 0,1 0,0 0,0-1,0 0,0-1,0 1,0-1,1 0,-1 0,0-1,6 0,47 5</inkml:trace>
  <inkml:trace contextRef="#ctx0" brushRef="#br0" timeOffset="1768.385">2014 535,'-7'-1,"0"0,0 0,0 0,0 1,1 0,-1 1,0-1,0 1,0 1,0-1,1 1,-1 0,1 1,-1 0,1 0,0 0,0 1,0-1,1 2,-1-1,1 0,0 1,0 0,1 0,-1 1,1-1,0 1,-2 5,2-3,1-1,-1 1,2 0,-1 1,1-1,0 0,1 1,0-1,0 1,1-1,0 1,1-1,0 1,0-1,1 1,0-1,0 0,1 0,0 0,0 0,1 0,0-1,4 7,7 8,2 0,0 0,1-2,1 0,1-1,18 13,-14-13,58 59,-82-77,1-1,-1 1,1 0,-1-1,1 1,-1 0,0-1,1 1,-1 0,0-1,0 1,0 0,1 0,-1-1,0 1,0 0,0 0,0-1,0 1,0 0,0-1,-1 1,1 0,0 0,0-1,-1 1,1 0,0-1,-1 1,1 0,0-1,-1 1,1-1,-1 1,1 0,-1-1,1 1,-1-1,0 0,1 1,-1-1,0 1,1-1,-1 0,0 1,1-1,-1 0,0 0,1 0,-1 0,0 0,0 1,1-1,-1-1,0 1,0 0,1 0,-1 0,0 0,-48-2,44 3,1-2,-1 1,1 0,-1-1,1 0,0 0,-1 0,1-1,0 1,0-1,0 0,0 0,0-1,0 1,1-1,-1 0,1 0,0 0,0 0,0-1,0 1,0-1,1 1,0-1,-1 0,1 0,1 0,-1-1,1 1,-1 0,1 0,1-1,-1 0,4-7,0 1,2 0,-1 0,1 0,1 0,0 1,0-1,1 2,0-1,1 1,0 0,1 0,-1 1,2 1,4-5,-8 8,34-34,2 2,1 2,2 1,33-16,-71 45,-2 1,0 0,0 0,1 1,-1-1,1 1,-1 0,1 1,0-1,0 1,-1 0,1 1,4-1,-8 2,0 0,0 0,0 1,0-1,0 0,-1 1,1-1,-1 1,1-1,-1 1,1 0,-1-1,0 1,0 0,0 0,0 0,0 0,0 0,-1 0,1 0,-1 1,1-1,-1 0,0 0,0 0,0 1,2 4,16 113,-14-84,1-1,1 0,3 0,1 1,16 8,-25-43,0-1,0 1,0 0,0-1,0 1,0-1,0 1,0-1,0 0,1 1,-1-1,0 0,0 0,0 0,0 0,0 0,1 0,-1 0,0 0,0 0,0-1,0 1,0 0,0-1,0 1,0-1,1 1,-1-1,-1 1,1-1,0 0,0 0,0 1,0-1,0 0,-1 0,1 0,0 0,-1 0,1 0,-1 0,1-1,13-23,-3-3</inkml:trace>
  <inkml:trace contextRef="#ctx0" brushRef="#br0" timeOffset="2017.572">2508 322,'-11'-18,"-9"-9,-5-1,-1 3,0 6,2 12,2 13,6 14,5 14,9 9,9 12,9 8,0-8</inkml:trace>
  <inkml:trace contextRef="#ctx0" brushRef="#br0" timeOffset="2505.297">2642 923,'3'0,"-1"0,0-1,0 1,0-1,0 0,0 0,1 1,-1-1,-1-1,1 1,0 0,0 0,0-1,-1 1,1-1,0 1,-1-1,0 0,1 1,-1-1,0 0,0 0,0 0,0 0,0 0,0 0,0-2,13-62,-14 65,4-36,-3 0,-1 0,-1 0,-2 1,-2-1,-6-20,4 0,7 56,1 0,0 0,0-1,0 1,0 0,0 1,0-1,0 0,0 0,0 0,0 1,0-1,0 0,0 1,1-1,-1 1,0-1,0 1,1 0,-1 0,0-1,1 1,-1 0,0 0,1 0,-1 0,0 1,1-1,-1 0,0 1,1-1,-1 0,0 1,0-1,0 1,2 0,2 1,31 5,-6-2,0 1,-1 2,0 1,0 1,0 1,8 7,-31-14,0 0,-1 1,0 0,0 0,0 1,0-1,-1 1,0 0,0 0,0 0,-1 1,0-1,0 1,-1 0,0 0,0 0,0 0,-1 0,0 0,-1 1,1-1,-1 0,-1 0,1 0,-1 1,-1-1,1 0,-2 3,-7 34,6-30,1 0,1-1,0 1,0 0,2 0,-1 0,2 2,-1-14,1 0,0 0,-1 0,1 1,0-1,0 0,0 0,1 0,-1-1,0 1,1 0,-1 0,1-1,-1 1,1-1,0 1,0-1,0 0,0 1,0-1,0 0,0 0,0-1,0 1,0 0,1-1,-1 1,1-1,66 1,-58-2,1 0,-1-1,1-1,-1 0,0 0,0-1,0 0,0-1,-1-1,1 0,-2 0,1 0,-1-2,0 1,0-1,-1 0,0-1,0 0,-1 0,0 0,-1-1,0 0,3-9,10-46,-20 87,-2 8,2 1,0 1,3-1,0 0,2-1,1 1,1-1,3 5,-8-32,0 0,0 0,1 0,-1 0,1 0,-1 0,1 0,0-1,0 1,0 0,0-1,0 0,1 1,-1-1,1 0,0 0,-1-1,1 1,0 0,1 0,11 0</inkml:trace>
  <inkml:trace contextRef="#ctx0" brushRef="#br0" timeOffset="2750.635">3564 0,'-18'0,"-13"5,-8 8,-2 6,2 1,5-13,8-8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4T15:12:07.49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598 1,'-12'29,"-7"31,-4 30,-2 24,1 21,0 16,-3 15,-5 8,-10 7,-8 0,-7-4,-3-12,1-15,7-22,10-26,12-28,11-27</inkml:trace>
  <inkml:trace contextRef="#ctx0" brushRef="#br0" timeOffset="279.253">852 175,'-11'18,"-9"29,-9 33,-12 36,-8 33,-7 31,-7 23,-5 16,-4 2,-3-6,1-16,9-22,14-31,15-33,13-36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4T15:12:04.48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189 655,'4'20,"4"16,1 14,-2 7,-1 3,-3 0,0-3,-3-7,1-9,-1-12</inkml:trace>
  <inkml:trace contextRef="#ctx0" brushRef="#br0" timeOffset="735.482">1 428,'14'-10,"1"1,0 0,1 2,-1-1,2 2,-1 0,1 1,0 0,0 2,0 0,0 1,7 0,-15 2,0 0,0 1,0 0,0 0,0 1,0 0,-1 0,1 1,-1 0,0 1,0 0,0 0,0 1,0 0,-1 0,0 0,0 1,-1 0,0 1,0 0,0 0,-1 0,0 0,0 1,2 6,5 16,-2 0,-1 1,-2 0,-1 0,-1 1,-2 0,-1-1,-1 1,-2 0,-2 10,3 78,7-62,-6-56,-1-1,0 1,1-1,-1 0,1 1,0-1,-1 1,1-1,0 0,0 1,0-1,0 0,0 0,0 0,0 0,0 0,0 0,0 0,1 0,-1 0,0-1,1 1,-1 0,1-1,-1 1,0-1,1 1,-1-1,1 0,-1 0,1 0,0 0,-1 0,1 0,5-2,-1-1,0 0,0 0,0-1,0 1,0-1,-1 0,0-1,0 1,0-1,0 0,-1-1,0 1,1-2,13-18,-2-1,0 0,-2-1,-1-1,7-20,-15 34,-4 11,-1 3,0-1,0 0,0 1,0-1,-1 1,1-1,0 1,0-1,0 0,0 1,0-1,0 1,1-1,-1 1,0-1,0 0,0 1,0-1,1 1,-1-1,0 1,1-1,-1 1,0-1,1 1,-1-1,0 1,1 0,-1-1,1 1,-1 0,1-1,-1 1,1 0,-1-1,1 1,-1 0,1 0,-1 0,1-1,0 1,-1 0,1 0,-1 0,1 0,0 0,-1 0,1 0,-1 0,1 1,-1-1,1 0,0 0,-1 0,1 1,-1-1,1 0,-1 0,1 1,-1-1,1 1,-1-1,0 0,1 1,22 52,-20-41,1-1,1 0,0 0,0 0,1-1,0 0,1 0,0-1,1 0,0 0,0 0,6 3,-8-8,0 0,0-1,0 1,1-2,-1 1,1-1,-1 0,1 0,0 0,0-1,0 0,0-1,0 0,0 0,0 0,0-1,-1 0,1 0,0-1,0 0,-1 0,1 0,-1-1,1 0,-1 0,0-1,0 0,-1 0,1 0,-1 0,0-1,0 0,0 0,-1-1,0 1,0-1,0 0,-1 0,3-6,4-16,-2-2,-1 1,-1-1,-2 0,0 0,-2 0,-2 0,-1 0,-4-30,5 58,-42-493,33 441,6 62,-1 232,3-109,8 255,-7-368,1 1,0 0,2 0,0-1,1 0,1 1,0-1,2-1,0 1,1-1,0-1,2 1,5 6,-11-19,-1 0,1-1,0 0,0 0,1 0,-1 0,1-1,-1 1,1-1,0 0,0-1,-1 1,1-1,1 0,-1 0,0-1,0 1,0-1,0 0,0-1,3 0,22-6</inkml:trace>
  <inkml:trace contextRef="#ctx0" brushRef="#br0" timeOffset="985.848">843 375,'10'4,"17"2,24 0,21-4,16-2,7 2,2 6,-17 3</inkml:trace>
  <inkml:trace contextRef="#ctx0" brushRef="#br0" timeOffset="1696.465">1498 1096,'5'-125,"-5"-80,-23 76,21 125,2 3,-1 1,1-1,-1 1,1-1,0 1,-1-1,1 1,-1-1,1 0,0 1,0-1,-1 1,1-1,0 0,0 1,0-1,0 0,0 1,0-1,0 0,0 1,0-1,0 0,0 1,0-1,0 0,0 1,1-1,-1 0,0 1,0-1,1 1,-1-1,0 1,1-1,-1 1,1-1,-1 1,1-1,-1 1,1-1,-1 1,1-1,-1 1,1 0,0 0,-1-1,1 1,-1 0,1 0,0 0,-1-1,123 29,-72-24,52 13,-99-14,1 0,-1 1,0 0,0 0,0 0,-1 0,0 1,0-1,0 1,0 0,-1 0,1 0,-1 0,0 0,-1 0,0 1,1-1,-2 1,1-1,0 1,-1-1,0 1,-1-1,1 1,-1-1,-1 4,2 2,0 157,1-164,0-1,0 0,0 1,0-1,1 0,-1 1,1-1,0 0,0 0,0 0,1-1,-1 1,1 0,-1-1,1 1,0-1,0 0,0 0,0 0,0-1,0 1,1-1,-1 0,0 1,1-1,-1-1,1 1,0-1,-1 1,1-1,0 0,10 0,-1 0,1-1,0-1,-1 0,1 0,-1-2,9-2,-9 2,-1-1,1 0,-1 0,0-1,0-1,0 0,-1 0,0-1,-1-1,1 0,4-6,-15 14,0 0,1 1,-1-1,0 0,0 1,1-1,-1 0,0 0,1 1,-1-1,1 1,-1-1,1 0,-1 1,1-1,-1 1,1-1,0 1,-1-1,1 1,0 0,-1-1,1 1,0 0,-1 0,1-1,0 1,0 0,0 0,-1 0,1 0,0 0,0 0,-1 0,1 0,0 0,0 0,-1 1,1-1,0 0,0 0,-1 1,1-1,0 0,-1 1,1-1,0 1,-1-1,1 1,-1-1,1 1,-1-1,1 1,-1 0,1-1,-1 1,0 0,1-1,-1 1,3 6,1 0,0 0,0 0,0-1,1 0,0 0,0 0,1 0,0-1,0 0,0 0,0 0,1-1,0 0,-1-1,2 1,-1-1,0 0,3 0,-6-2,0-1,1 1,-1-1,1 1,-1-1,0-1,1 1,-1 0,0-1,1 0,-1 0,0-1,0 1,0-1,0 1,0-1,0-1,0 1,0-1,-1 1,0-1,1 0,-1 0,0 0,0-1,-1 1,1-1,-1 1,1-1,-1-1,1-1,0-1,0 0,-1 0,1 0,-2 0,1 0,-1 0,0 0,-1-1,1 1,-1 0,-1-1,0 1,0 0,0 0,-1-1,0 1,0 0,-3-4,0 0,-1 0,0 0,-1 1,0 0,-1 0,0 0,0 1,-1 1,0 0,0 0,-6-3,9 6,0 2,0-1,0 1,0-1,0 2,-1-1,0 1,1 0,-1 0,0 1,0 0,0 0,0 1,0-1,0 2,1-1,-1 1,0 0,0 0,0 1,0 0,-4 2,4 0,1 0,0 1,0-1,0 1,0 1,1-1,0 1,0 0,0 0,1 0,0 1,0-1,1 1,0 0,0 0,0 1,1-1,0 0,1 1,0-1,0 1,0 0,1-1,0 1,0 0,1-1,0 1,1-1,-1 1,2-1,-1 0,1 1,0-1,0-1,1 1,0 0,0-1,3 4,25 13,1-8</inkml:trace>
  <inkml:trace contextRef="#ctx0" brushRef="#br0" timeOffset="1964.264">2447 375,'-18'-10,"-11"-2,-7 1,1 6,1 9,6 10,9 10,7 8,8 7,9 4,3-5</inkml:trace>
  <inkml:trace contextRef="#ctx0" brushRef="#br0" timeOffset="2513.564">2634 1096,'5'0,"1"-1,-1 1,0-1,1 0,-1-1,0 1,0-1,0 0,0 0,0-1,-1 1,1-1,-1 0,0 0,1-1,-1 1,-1-1,1 0,-1 0,1 0,-1-1,0 1,-1-1,1 0,-1 1,0-1,1-2,4-14,0 1,-2-1,0 0,-2 0,0-1,-1-5,2-25,-2-1,-2 0,-8-50,4 83,3 51,3-26,0 0,1-1,-1 1,1-1,0 1,0-1,1 0,-1-1,1 1,0 0,0-1,0 0,0 0,0 0,1-1,0 1,-1-1,1 0,0 0,0-1,0 1,0-1,0 0,0-1,0 1,1-1,-1 0,0 0,0-1,2 0,72 17,-76-15,-1 1,1 0,0 0,0 0,-1 0,1 1,-1-1,0 1,0-1,0 1,0 0,0 0,0 0,-1 0,1 0,-1 0,0 1,0-1,0 0,-1 1,1-1,-1 0,0 1,0 0,-6 87,4-78,-2 14,1-20,1 0,0 0,1 0,0 1,0-1,0 1,1-1,0 1,0-1,1 1,0-1,1 1,-1-1,2 0,-1 0,1 0,0 0,0 0,0 0,1-1,0 1,4 3,2-4,0 0,1 0,-1-1,1 0,0-1,1-1,-1 1,0-2,1 0,0 0,-1-1,1 0,0-1,0 0,0-1,-1-1,1 0,0 0,4-3,-8 3,1 0,-1-1,0 0,-1 0,1-1,-1 0,1 0,-1-1,0 0,-1 0,1-1,-1 0,0 0,-1 0,0-1,0 0,0 0,0 0,-1-1,-1 1,1-1,-1 0,0 0,1-8,7-95,-14 94,-8 28,7 3,0 1,1-1,1 0,0 1,1-1,0 1,1-1,1 1,0 0,1-1,1 1,0-1,1 0,3 7,-4-15,0 0,1 0,0 0,0-1,0 1,1-1,0 0,0-1,0 1,1-1,-1 0,1 0,0-1,0 1,0-1,1-1,-1 1,7 0,16 4</inkml:trace>
  <inkml:trace contextRef="#ctx0" brushRef="#br0" timeOffset="2670.643">3450 495,'-18'-5,"-11"-1,-5 5,4 7,7 9,16 7,18 2,22-3,4-6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4T15:12:03.94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225 1,'-3'31,"-1"1,-2-1,-1 0,-2 0,0 0,-3-2,0 1,-2-1,5-8,-124 280,133-300,-1 0,0-1,1 1,-1 0,1 0,-1-1,1 1,-1 0,1 0,0 0,-1 0,1 0,0-1,0 1,-1 0,1 0,0 0,0 0,0 0,0 0,0 0,0 0,1 0,-1 0,0 0,0 0,1-1,-1 1,0 0,1 0,-1 0,1 0,-1-1,1 1,0 0,-1-1,1 1,0 0,-1-1,1 1,0-1,0 1,0-1,-1 1,1-1,0 1,0-1,0 0,0 0,0 1,0-1,0 0,0 0,-1 0,1 0,0 0,0 0,0 0,0 0,0-1,1 1,172-38,65 18,-234 19,1 0,-1 0,0-1,1 1,-1-1,0 0,0-1,0 1,-1-1,1 0,-1 0,1 0,-1-1,0 0,3-3,2-7</inkml:trace>
  <inkml:trace contextRef="#ctx0" brushRef="#br0" timeOffset="247.439">466 348,'-12'-11,"-3"-2,1 6,2 14,4 19,3 18,2 20,2 16,1 7,1 3,-1-3,1-16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5:29.26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52 86,'-2'-5,"16"1,-13 3,1 0,-1 1,1-1,-1 0,1 0,-1 0,0 0,1 0,-1 0,0-1,0 1,0 0,0 0,0-1,0 1,0-1,-1 1,1-1,0 1,-1-1,1 0,-1 1,0-1,1 0,-1 1,0-1,0 0,0 1,0-1,-1 0,1 1,0-1,-1 0,1 1,-1-1,1 1,-1-1,0 1,1-1,-1 1,0-1,0 1,0 0,0-1,-1 1,1 0,0 0,-2-1,1 1,1 0,-1 0,0 0,0 0,0 0,0 1,0-1,0 1,0-1,0 1,0 0,0 0,-1 0,1 0,0 0,0 0,0 0,0 1,0-1,0 1,0 0,0-1,0 1,0 0,0 0,1 0,-1 1,0-1,1 0,-1 1,0-1,1 1,0-1,-1 1,1 0,0-1,0 1,0 0,0 0,0 0,2 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5:29.64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 50,'4'2,"2"-1,0-3,-2-4,0-3,-2-2,-4 1,-2 2,-5 2,1 5,1 4,1 5,3 2,3 0,3-2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5:27.86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67 73,'0'10,"-2"8,-1 10,0 8,1 5,0 5,1 3,1 3,-1 1,1 1,1-2,1-5,1-6,0-6,-1-6,0-8</inkml:trace>
  <inkml:trace contextRef="#ctx0" brushRef="#br0" timeOffset="247.337">14 715,'-3'0,"3"0,4 0,7 0,9-2,4-1,4-1,1 2,0 0,0 1,-3 1,-5-3,-7 0</inkml:trace>
  <inkml:trace contextRef="#ctx0" brushRef="#br0" timeOffset="552.52">0 33,'12'0,"10"-2,8-1,8-2,5-1,-1 2,-3 1,-5-2,-9 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5:27.09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0 214,'21'-2,"15"1,14 2,6-1,6 1,1-1,-3 1,-5-1,-7 0,-12 1</inkml:trace>
  <inkml:trace contextRef="#ctx0" brushRef="#br0" timeOffset="328.765">308 0,'51'6,"25"3,0 3,51 15,-120-25,1 1,0-1,-1 2,0-1,1 1,-2 0,1 0,0 1,3 3,-8-6,0 0,0 0,0 0,-1 0,1 1,-1-1,1 0,-1 1,0-1,0 1,0-1,0 1,-1-1,1 1,-1-1,1 1,-1 0,0 0,0-1,0 1,0 0,-1-1,1 1,-1 0,1-1,-1 1,0-1,0 1,0-1,-1 1,-8 13,-1-1,0 0,-1 0,-1-1,0-1,-1 0,0-1,-1-1,-12 8,-35 30,17-2,33-29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5:38.25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0 737,'21'-43,"96"-187,-102 198,-6 55,-9 120,-12 84,11-204,-14 69,13-90,-1 0,0 0,1 0,-1-1,0 1,0-1,0 1,0-1,0 0,-1 0,1-1,0 1,0-1,-1 1,1-1,0 0,0 0,-1-1,1 1,0-1,0 1,-1-1,1 0,0-1,-8 1,155-6,113-2,-238 9</inkml:trace>
  <inkml:trace contextRef="#ctx0" brushRef="#br0" timeOffset="377.539">936 1,'-3'46,"-1"-1,-2 1,-7 20,5-26,-214 856,127-547,65-244,25-99,3-8</inkml:trace>
  <inkml:trace contextRef="#ctx0" brushRef="#br0" timeOffset="1676.067">1231 429,'-6'30,"-1"-1,-2 0,-1-1,-1 0,-1 0,-3 2,-53 96,68-126,-1 1,1 0,0 0,-1 0,1 0,-1 0,1-1,0 1,0 0,0 0,0 0,-1 0,1 0,0 0,1 0,-1 0,0 0,0 0,0 0,0 0,1 0,-1-1,0 1,1 0,-1 0,1 0,-1 0,1-1,-1 1,1 0,0-1,-1 1,1 0,0-1,0 1,-1-1,1 1,0-1,0 1,0-1,0 1,0-1,-1 0,1 0,0 1,0-1,0 0,0 0,0 0,0 0,0 0,1 0,52-5,-53 5,88-20,-53 11,-1 1,1 2,1 2,24 0,-23 5,-21-1</inkml:trace>
  <inkml:trace contextRef="#ctx0" brushRef="#br0" timeOffset="1975.214">1444 563,'-4'2,"-2"6,0 7,2 9,0 9,2 9,1 7,1 6,0 3,-2 3,-3-1,-3-4,-1-5,0-5,2-12</inkml:trace>
  <inkml:trace contextRef="#ctx0" brushRef="#br0" timeOffset="2677.328">1298 215,'-5'7,"-1"7,0 7,1 10,2 9,1 6,1-5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5:57.38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5 255,'-4'0,"5"0,11 0,14-3,15-2,14-3,14-5,11-2,6-1,-3 2,-6 4,-10 3,-13 4,-15 1,-10 1,-12 2</inkml:trace>
  <inkml:trace contextRef="#ctx0" brushRef="#br0" timeOffset="295.325">460 1,'61'8,"-23"-4,-20-4,1 2,-1 0,0 1,0 1,0 0,0 2,-1 0,0 1,6 3,-20-8,0 0,-1 0,1 0,0 0,-1 1,0-1,1 1,-1-1,0 1,0 0,0 0,-1 0,1 0,-1 0,0 0,1 0,-1 1,-1-1,1 0,0 1,-1-1,0 1,0-1,0 0,0 1,0-1,-1 1,1-1,-1 0,0 1,0-1,0 0,-1 0,1 0,-1 0,-1 3,-7 10,0-1,0 0,-2-1,0 0,0 0,-6 3,-103 86,57-54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5:58.78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1 201,'45'-3,"0"-3,-1-1,0-2,0-2,13-7,-39 13,121-36,2 6,2 6,119-8,-182 37,-80 0,1 0,-1 1,1-1,-1 0,0 0,1 0,-1 1,1-1,-1 0,0 0,1 1,-1-1,1 0,-1 1,0-1,1 1,-1-1,0 0,0 1,1-1,-1 1,0-1,0 1,0-1,0 1,0-1,1 1,-1-1,0 1,0-1,0 1,0-1,0 1,0-1,-1 1,1-1,0 1,0-1,0 0,0 1,0-1,-1 1,1-1,0 1,-1-1,1 0,0 1,0-1,-1 1,1-1,-1 0,1 0,0 1,-1-1,1 0,-1 0,1 1,-1-1,1 0,-1 0,1 0,0 0,-1 1,1-1,-1 0,1 0,-1 0,-29 20,-6 2</inkml:trace>
  <inkml:trace contextRef="#ctx0" brushRef="#br0" timeOffset="258.31">201 428,'22'-4,"20"-7,18-7,17-8,14-7,9-6,6-4,3 4,2 3,-3 9,-6 8,-8 7,-22 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6:01.53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56 51,'0'1,"-1"-1,1 0,-1 1,1-1,0 0,-1 1,1-1,0 1,-1-1,1 1,0-1,-1 1,1-1,0 1,0 0,0-1,0 1,-1-1,1 1,0-1,0 1,0 0,0-1,0 1,0-1,1 1,-1-1,0 1,0 0,0-1,0 1,1-1,-1 1,0-1,1 1,-1-1,0 1,1-1,-1 1,0-1,1 0,-1 1,1-1,-1 0,1 1,-1-1,1 0,-1 1,1-1,-1 0,1 0,-1 0,1 0,0 1,-1-1,1 0,-1 0,1 0,-1 0,1 0,0 0,37 1,-36-2,-1 0,0 0,1 0,-1 0,0 0,0-1,0 1,0 0,0-1,0 1,0 0,-1-1,1 1,-1-1,1 1,-1-1,1 0,-1 1,0-1,1 1,-1-1,0 0,0 1,0-1,-1 1,1-1,0 0,-1 1,1-1,-1 1,1-1,-1 1,1-1,-1 1,0-1,0 1,0 0,0-1,0 1,0 0,0 0,-1 0,1 0,0 0,-1 0,1 0,0 0,-1 1,1-1,-1 0,1 1,-1-1,-1-1,1 1,0 0,0 0,-1 0,1 1,0-1,-1 0,1 1,-1 0,1 0,-1-1,1 1,0 1,-1-1,1 0,-1 1,1-1,-1 1,1-1,0 1,-1 0,1 0,0 0,0 1,0-1,0 0,0 1,0 0,0-1,0 1,1 0,-1 0,1 0,-1 0,1 0,0 0,0 0,0 0,0 1,-1 1,-4 18,3-2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6:01.83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 59,'2'1,"-1"0,0 0,0 0,0-1,1 1,-1-1,0 1,1-1,-1 1,1-1,-1 0,0 1,1-1,-1 0,1 0,-1 0,1 0,-1 0,1-1,-1 1,0 0,1-1,-1 1,1-1,-1 1,0-1,0 0,1 1,-1-1,0 0,0 0,0 0,0 0,0 0,0 0,0 0,0 0,0-1,-1 1,1 0,0-1,-1 1,1 0,-1-1,1 1,-1 0,0-1,1 1,-1-1,0 1,0-1,0 1,0 0,-1-1,1 1,0-1,0 1,-1-1,1 1,-1 0,1-1,-1 1,0 0,0 0,0-2,-1 2,1 0,-1 0,1-1,-1 1,1 0,-1 0,0 1,0-1,1 0,-1 1,0-1,0 1,0-1,0 1,0 0,0 0,0 0,0 0,0 0,0 0,0 0,1 1,-1-1,0 1,0-1,0 1,0 0,1 0,-1 0,0 0,1 0,-1 0,1 0,-1 1,1-1,-1 0,1 1,0-1,0 1,0 0,0-1,0 1,0 0,0 0,1-1,-1 1,0 0,1 0,0 0,-1 0,1 0,0 0,0 0,0 0,0 0,0-1,1 1,-1 0,1 0,-1 0,1 0,0 0,-1-1,1 1,0 0,0 0,0-1,1 1,13 10,2-3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6:02.28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0 275,'12'-35,"2"1,1 1,1 0,2 2,1 0,15-18,-33 48,17-22,-18 23,0 0,0 0,1-1,-1 1,0 0,0-1,1 1,-1 0,0 0,0 0,1-1,-1 1,0 0,1 0,-1 0,0 0,1-1,-1 1,0 0,1 0,-1 0,0 0,1 0,-1 0,0 0,1 0,-1 0,0 0,1 0,-1 0,1 0,-1 0,0 1,1-1,-1 0,0 0,0 0,1 0,-1 1,0-1,1 0,-1 0,0 1,0-1,1 0,-1 0,0 1,0-1,0 0,1 1,-1-1,0 0,0 1,0-1,0 0,0 1,0-1,0 0,0 1,0-1,0 0,0 1,0-1,0 0,0 1,0-1,0 1,0-1,0 0,-15 103,6-63,1 13,3-1,2 1,3 34,-1 36,-1-106,-1-5</inkml:trace>
  <inkml:trace contextRef="#ctx0" brushRef="#br0" timeOffset="190.49">15 528,'6'0,"12"0,10 0,8 0,9 0,4 0,1 0,0 0,-8 0,-8 0,-12 0,-10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6:00.2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95 67,'0'18,"0"16,0 10,0 10,0 4,-3 4,0 0,-2-3,0-5,0-5,1-10</inkml:trace>
  <inkml:trace contextRef="#ctx0" brushRef="#br0" timeOffset="250.332">1 696,'11'0,"11"0,6 0,5 0,4 0,0 0,-4 0,-3 0,-6-3,-8 0</inkml:trace>
  <inkml:trace contextRef="#ctx0" brushRef="#br0" timeOffset="626.59">28 0,'-3'0,"3"0,4 0,7 0,9 0,7 0,3 0,4 0,1 0,-1 0,-7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6:03.60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213 6,'3'-4,"0"2,-3 10,-3 11,-4 17,-2 18,-3 20,-3 18,-4 16,-3 13,-3 5,-1 3,1-5,3-13,3-18,4-24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6:04.37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64 25,'34'-8,"-1"2,1 1,0 2,1 1,32 3,-64-2,-1 1,1-1,-1 1,1 0,-1 0,1 0,-1 1,1-1,-1 1,1-1,-1 1,1 0,-1 0,0 0,1 0,-1 0,0 0,0 1,0-1,0 1,0-1,0 1,0 0,-1 0,1 0,-1 0,1 0,-1 0,0 0,1 1,-1-1,0 0,-1 1,1-1,0 1,-1-1,1 3,-5 3,1 0,-1-1,-1 1,0-1,0 0,0 0,-1 0,1-1,-2 0,1 0,-1 0,0-1,0 0,-3 1,6-3,-86 58,90-61,-1 0,1 0,-1 0,1 0,-1 0,1 0,-1 1,1-1,-1 0,1 0,-1 0,1 1,0-1,-1 0,1 0,-1 1,1-1,0 0,-1 1,1-1,0 0,-1 1,1-1,0 1,-1-1,1 1,0-1,0 0,0 1,-1-1,1 1,0-1,0 1,0-1,0 1,0-1,0 1,0-1,0 1,0-1,0 1,0-1,0 1,1-1,-1 1,0-1,0 1,0-1,1 1,-1-1,0 0,0 1,1-1,-1 1,0-1,1 0,-1 1,1-1,-1 0,0 1,1-1,35 5,-15-4,95 10,-110-10,-1 1,1-1,-1 1,1 1,-1-1,0 1,0 0,0 0,0 0,-1 0,1 1,-1 0,0 0,0 0,0 1,-1-1,1 1,1 4,-3-6,-1 1,0-1,1 1,-1 0,-1-1,1 1,0 0,-1-1,0 1,0 0,0 0,0-1,-1 1,1 0,-1-1,0 1,0 0,0-1,-1 1,1-1,-1 0,0 1,0-1,0 0,0 0,-1 0,1-1,-2 2,-4 5,-1-1,-1 1,0-2,0 1,0-2,-1 1,0-1,-1-1,-14 7,-1-1,-1-2,0-1,0-1,-1-1,1-1,-1-2,-19-1,-2-6,32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6:31.6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26,'0'2,"0"0,1 0,0-1,-1 1,1 0,0 0,0 0,0-1,0 1,0 0,0-1,1 1,-1-1,0 0,1 1,-1-1,1 0,0 0,-1 0,1 0,0 0,0 0,-1 0,1-1,0 1,0-1,0 1,0-1,0 0,0 0,0 0,0 0,0 0,0 0,0 0,0-1,0 1,-1-1,1 1,0-1,0 0,0 0,-1 0,1 0,0 0,-1 0,1 0,-1 0,1-1,-1 1,1-1,-1 1,0-1,0 1,0-1,0 0,0 0,0 1,-1-1,1 0,0-2,-2 3,1-1,-1 0,0 1,0-1,0 1,0-1,0 1,-1-1,1 1,0 0,-1 0,1-1,-1 1,1 0,-1 0,1 1,-1-1,0 0,1 0,-1 1,0-1,0 1,0 0,1-1,-1 1,0 0,0 0,0 0,0 0,1 0,-1 1,0-1,0 0,0 1,1 0,-1-1,0 1,1 0,-1 0,0 0,1 0,-1 0,1 0,0 0,-2 2,-10 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6:31.90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 51,'0'-1,"0"1,0-1,0 1,1-1,-1 1,0-1,0 1,1-1,-1 1,0-1,1 1,-1 0,0-1,1 1,-1-1,1 1,-1 0,0 0,1-1,-1 1,1 0,-1-1,1 1,-1 0,1 0,-1 0,1 0,0 0,-1 0,1 0,-1-1,1 1,-1 1,1-1,-1 0,1 0,-1 0,1 0,-1 0,1 0,-1 1,1-1,-1 0,1 0,-1 1,1-1,-1 0,1 1,-1-1,0 0,1 1,-1-1,0 1,1-1,-1 1,0-1,1 1,-1-1,0 1,0-1,0 1,0-1,1 1,-1-1,-7-37,7 36,0 1,0-1,0 0,-1 1,1-1,0 0,-1 1,1-1,0 1,-1-1,1 0,-1 1,1-1,-1 1,1 0,-1-1,0 1,1-1,-1 1,1 0,-1-1,0 1,1 0,-1 0,0-1,1 1,-1 0,0 0,0 0,1 0,-1 0,0 0,1 0,-1 0,0 0,1 0,-1 1,0-1,0 0,1 0,-1 1,1-1,-1 0,0 1,1-1,-1 1,1-1,-1 1,1-1,-1 1,0 0,-1 1,1-1,0 1,0 0,0 0,0-1,0 1,0 0,0 0,0 0,1 0,-1 0,1 0,0 0,0 0,-1 0,1 0,0 0,1 0,-1 0,0 0,0 0,1 0,-1 0,1 0,0 0,0-1,0 1,0 0,0 0,0-1,0 1,0 0,1-1,-1 1,0-1,1 0,0 1,12 7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6:32.45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14 248,'132'-248,"-130"280,-30 249,26-188,-1-71</inkml:trace>
  <inkml:trace contextRef="#ctx0" brushRef="#br0" timeOffset="269.794">1 502,'14'0,"13"0,13 0,10-2,7-3,1-1,-3-2,-8-1,-12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6:30.48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161 60,'0'2,"-2"6,-1 8,0 8,1 7,0 7,1 4,0 4,1 3,0 3,0-2,-2-3,-3-7,-5-4,-4-7,1-8</inkml:trace>
  <inkml:trace contextRef="#ctx0" brushRef="#br0" timeOffset="251.837">0 581,'5'-2,"8"-1,8 0,11 1,6 1,6 0,2 0,-2 1,-7-2,-9-4,-9 0</inkml:trace>
  <inkml:trace contextRef="#ctx0" brushRef="#br0" timeOffset="514.659">121 21,'-5'-3,"1"0,6 0,7 0,11 2,11 0,12 0,8 1,4 0,-1-2,-9-1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6:29.70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25 190,'-24'0,"48"4,1-1,0 0,-1-2,1-1,3-2,0 2,627-38,-618 36,-28-1</inkml:trace>
  <inkml:trace contextRef="#ctx0" brushRef="#br0" timeOffset="338.097">613 16,'0'-1,"0"1,0 0,-1-1,1 1,0-1,0 1,0 0,0-1,0 1,0-1,0 1,0 0,0-1,0 1,0-1,0 1,0-1,0 1,0 0,0-1,0 1,0-1,1 1,-1 0,0-1,0 1,1-1,-1 1,0 0,0-1,1 1,-1 0,0 0,1-1,-1 1,0 0,1 0,-1-1,1 1,-1 0,0 0,1 0,-1 0,1 0,-1 0,0-1,1 1,-1 0,1 0,-1 0,1 0,-1 1,0-1,1 0,-1 0,1 0,-1 0,1 0,-1 0,0 1,1-1,-1 0,33 8,-33-8,28 8,-1 1,-1 1,0 2,0 0,-1 2,-1 1,0 0,-1 2,14 14,-35-30,0 1,0-1,0 1,0 0,0 0,0 0,-1 0,1 0,-1 0,0 0,1 0,-1 1,0-1,0 0,-1 1,1-1,0 1,-1-1,0 1,1-1,-1 1,0 0,0-1,0 1,-1-1,1 1,-1-1,1 1,-1-1,0 1,0-1,0 0,0 1,0-1,-1 0,1 0,-1 0,1 0,-1 0,0 0,-1 1,-14 10,0-1,-1 0,0-2,-1 0,0-1,-14 5,-9 4,-4 3,9-3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6:34.38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1 295,'16'0,"16"-3,15 0,13-2,9 0,5-2,1 0,-1 0,-4-2,-9 1,-15 2</inkml:trace>
  <inkml:trace contextRef="#ctx0" brushRef="#br0" timeOffset="289.222">509 1,'250'111,"-247"-109,6 0,0 1,-1 1,1-1,-1 2,0-1,0 1,0 0,-1 1,0-1,0 2,0-1,-1 1,0 0,0 0,0 1,-1-1,0 1,1 5,-7-5,0 0,-1 0,0 0,0-1,-1 1,0 0,0-1,0 0,-1 0,-1 0,1 0,-1-1,0 0,-1 0,1 0,-1 0,0-1,0 0,-1 0,0-1,-5 3,5-1,-120 91,99-74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6:37.55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44 1,'0'11,"-2"11,-1 9,0 5,1 4,-2 1,0 1,0-2,0-1,-1-2,-2-4,2-7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6:37.80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0,'7'0,"7"0,7 0,5 0,3 0,1 0,-3 0,-3 0,-4 0,-2 0,-5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6:38.00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80,'9'-11,"8"-4,7 0,7 1,5 3,3 3,0 3,-1 4,-4 3,-7 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6:39.06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43 68,'-26'20,"26"-20,0 1,0 0,0-1,0 1,-1-1,1 1,0 0,0-1,0 1,0 0,1-1,-1 1,0-1,0 1,0 0,0-1,1 1,-1-1,0 1,0-1,1 1,-1-1,0 1,1-1,-1 1,1-1,-1 1,1-1,-1 0,1 1,-1-1,1 0,-1 1,1-1,-1 0,1 0,0 1,-1-1,1 0,-1 0,1 0,0 0,-1 0,1 0,-1 0,1 0,0 0,0 0,1 0,0 1,0-1,0 0,0 0,1 0,-1-1,0 1,0 0,0-1,0 1,0-1,0 0,0 0,0 0,0 0,0 0,0 0,0 0,-1-1,1 1,0 0,-1-1,1 0,-1 1,0-1,0 0,1 0,-1 0,0 1,0-1,-1 0,1-1,0 1,-1 0,1 0,-1 0,0 0,0 0,1 0,-1-1,-1 1,1 0,0 0,-1 0,1 0,-1 0,1-1,-1 1,0 0,0 1,0-1,0 0,0 0,0 0,-1 0,1 1,-1-1,1 1,-1-1,-1 0,2 1,0-1,0 1,0 0,-1-1,1 1,0 0,-1 0,1 0,-1 0,0 0,1 0,-1 1,1-1,-1 0,0 1,0 0,1-1,-1 1,0 0,0 0,0 0,1 0,-1 0,0 0,0 0,1 1,-1-1,0 1,0-1,1 1,-1 0,0-1,1 1,-1 0,1 0,-1 0,1 1,0-1,-1 0,1 0,0 1,0-1,-3 13,3-1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6:39.34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 41,'-1'1,"1"1,0-1,0 0,0 0,0 0,0 0,0 1,0-1,0 0,0 0,0 0,0 0,1 0,-1 1,1-1,-1 0,1 0,-1 0,1 0,-1 0,1 0,0 0,0 0,-1-1,1 1,0 0,0 0,0-1,0 1,0 0,0-1,0 1,0-1,0 1,0-1,1 0,-1 1,0-1,0 0,0 0,0 0,1 0,-1 0,0 0,0 0,0 0,0 0,0-1,1 1,-1 0,0-1,0 1,0-1,0 1,0-1,0 0,0 1,0-1,0-1,0 0,0 0,0 0,-1 0,1 0,-1 0,1 0,-1 0,0 0,0 0,0 0,0 0,0 0,0 0,0 0,-1 0,1 0,-1 1,1-1,-1 0,0 0,0 0,0 0,0 1,0-1,0 0,0 1,-1-1,1 1,-1-1,1 1,-1 0,1 0,-1 0,0-1,0 2,1-1,-1 0,0 0,0 0,0 1,0-1,0 1,0 0,0 0,0-1,0 1,0 0,0 1,0-1,0 0,0 0,0 1,1 0,0-1,0 1,0 0,0 0,0 0,0 0,0 0,0 0,1 0,-1 0,0 0,1 0,-1 0,1 0,-1 0,1 1,-1-1,1 0,0 0,0 1,-1-1,1 0,0 1,0-1,0 0,1 0,-1 1,0-1,0 0,1 0,-1 1,1-1,-1 0,1 0,-1 0,1 0,0 0,-1 0,1 0,0 0,0 0,0 0,0 0,0 0,0 0,0-1,0 1,0 0,0-1,1 1,-1-1,0 1,0-1,0 0,1 1,18 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6:39.74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1 273,'13'-42,"1"0,2 2,2 0,14-22,6 15,-37 47,0 1,0-1,0 0,0 1,-1-1,1 1,0-1,0 1,-1-1,1 1,0 0,-1-1,1 1,0 0,-1-1,1 1,-1 0,1 0,-1-1,0 1,1 0,-1 0,0 0,1 0,-1 0,0 0,0-1,0 1,0 0,0 0,0 0,0 0,0 0,0 0,0 0,-1 0,1 0,0-1,-1 1,1 0,-63 364,49-239,9-107</inkml:trace>
  <inkml:trace contextRef="#ctx0" brushRef="#br0" timeOffset="267.914">1 580,'2'0,"6"0,10-2,8-3,10-1,10-2,4-1,2-2,0-1,-10 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6:33.02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208 1,'0'20,"-2"19,-1 16,-2 12,-3 13,-2 13,-4 12,-4 8,-5 3,-5-3,2-6,2-10,3-15,5-15,8-16,7-16,8-16,4-9</inkml:trace>
  <inkml:trace contextRef="#ctx0" brushRef="#br0" timeOffset="465.572">488 536,'-7'11,"1"0,0 1,0 0,1 0,0 1,1-1,1 1,0 0,0 2,3-10,-1 0,1 0,0 0,1 1,-1-1,1 0,0 0,0 0,0-1,1 1,0 0,0 0,0-1,0 1,1-1,0 0,0 1,0-1,0-1,1 1,-1 0,1-1,0 0,4 3,-2-2,1 0,-1-1,1 0,0 0,0 0,0-1,0 0,0-1,0 1,1-1,-1-1,0 1,1-1,-1-1,1 1,-1-1,0-1,0 1,1-1,-1 0,0-1,-1 0,1 0,0 0,-1-1,0 0,0 0,0-1,0 1,-1-1,1-1,-1 1,-1-1,1 0,2-4,0 0,-1 0,0 0,-1 0,0 0,-1-1,0 0,-1 0,0 0,0 0,-1-1,-1 1,0 0,-1-1,0 1,0-1,-1 1,-1-1,0 1,0 0,-1 0,-1 0,0 0,0 0,-1 1,-1 0,0 0,-4-6,6 12,0 0,0 0,0 1,0 0,-1-1,1 1,-1 1,0-1,0 1,0 0,0 0,-1 0,1 1,0 0,-1 0,1 0,-1 1,1 0,-1 0,1 0,-1 0,1 1,-1 0,1 0,0 1,0-1,-1 1,1 0,0 1,0-1,-2 3,-10 6,1 1,1 0,0 1,0 1,2 1,0 0,0 0,1 1,-6 12,-20 34</inkml:trace>
  <inkml:trace contextRef="#ctx0" brushRef="#br0" timeOffset="7245.184">301 1324,'3'-9,"0"1,-3 10,-5 15,-7 20,-10 21,-8 16,-9 11,-6 9,0 3,3-4,6-9,10-19</inkml:trace>
  <inkml:trace contextRef="#ctx0" brushRef="#br0" timeOffset="18113.382">542 1658,'15'-25,"0"0,-2-2,-1 1,-1-2,-1 1,-2-1,0-1,-1-5,15-51,-11 48,-7 70,2 296,-5-319,0 0,0 0,-1-1,-1 1,0 0,0 0,-1-1,0 1,0 0,-1-1,-1 0,0 0,0 0,0 0,-1-1,-1 1,1-1,-6 5,11-13,0 0,-1 1,1-1,0 0,-1 1,1-1,0 0,0 1,0-1,-1 0,1 1,0-1,0 0,0 1,0-1,0 1,0-1,0 1,-1-1,1 0,0 1,1-1,-1 1,0-1,0 0,0 1,0-1,0 1,0-1,0 0,1 1,-1-1,0 1,0-1,0 0,1 1,-1-1,0 0,1 0,-1 1,0-1,1 0,-1 0,0 1,1-1,-1 0,0 0,1 0,-1 1,1-1,-1 0,0 0,1 0,-1 0,1 0,-1 0,1 0,-1 0,0 0,1 0,-1 0,1 0,-1 0,0-1,1 1,39 2,-33-3,251 0,-245 10,-10-7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7:41.72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130 52,'-8'4,"1"-1,-1 2,1-1,0 1,0 0,0 0,1 1,0 0,0 0,0 1,1-1,0 1,0 1,1-1,-1 0,2 1,-1 0,1 0,1 0,-1 0,1 3,-3 8,2-1,1 1,0 0,1 1,1-1,1 0,0 0,2 0,0 1,2 2,0-1,2 0,0 0,1 0,1-1,1-1,1 0,0 0,2-1,0 0,1-1,0-1,2 0,0-1,0-1,2 0,0-1,0-1,1-1,0 0,1-2,0 0,9 2,-24-10,0 1,0-1,0 0,0 0,1-1,-1 1,0-1,0 0,0-1,0 1,1-1,-1 0,0 0,0-1,0 1,0-1,-1 0,1-1,0 1,-1-1,0 0,1 0,-1 0,0 0,-1-1,1 0,-1 0,2-1,2-12,0 0,-1 0,-1 0,0-1,-1 0,-2 0,1 0,-2 0,0 0,-2-1,0 1,0 0,-2 0,-1-5,-1-10,0-1,-3 1,0 0,-2 1,-2 0,-1 1,-1 0,-1 1,-2 0,-1 2,-17-21,31 44,0 0,0 0,0 1,0-1,-1 1,1 0,-1 0,0 1,-1 0,1-1,0 2,-1-1,0 1,0 0,1 0,-1 0,0 1,0 0,-1 0,1 0,0 1,0 0,0 0,0 1,-1 0,1 0,0 0,0 1,1 0,-1 0,0 0,0 1,1 0,-3 1,-2 5,0 1,1-1,0 1,0 1,1 0,1 0,0 0,0 1,1 0,-4 13,-9 24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7:42.85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3 129,'-2'0,"3"0,9 0,12 0,15-2,16-6,14-5,9-4,6-3,2 0,-3 3,-10 2,-14 4,-16 6,-16 6,-19 7,-10 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7:43.02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58,'25'3,"20"-5,18-3,11-4,6-2,-1-2,-3 2,-16 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7:40.70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1 254,'2'0,"6"0,10 0,11 0,12-2,11-3,7-3,4 0,-1 1,-4 2,-4 2,-8 1,-6 1,-9-1,-6-1,-11 3,-9 1,-6 1</inkml:trace>
  <inkml:trace contextRef="#ctx0" brushRef="#br0" timeOffset="383.294">402 1,'-9'5,"22"3,203 47,-204-51,108 39,-114-40,-1 0,0 0,1 0,-1 1,0 0,-1 0,1 0,-1 0,0 1,0 0,0 0,0 0,-1 0,0 1,0-1,-1 1,1 0,0 4,-2-5,0 0,-1 0,0-1,0 1,0 0,0 0,-1 0,0 0,0-1,0 1,-1 0,1-1,-1 1,0-1,-1 1,1-1,-1 0,1 0,-1 0,-1 0,1-1,-2 2,-90 70,74-61,-3 3,6-3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7:44.39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 41,'0'5,"2"1,1-2,0-5,0-4,-2-3,0-3,-3-2,-3 2,-1 4,1 9,1 5,1 7,6 3,4 1,2-3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7:44.69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30,'11'6,"6"3,3 0,0-2,-1-5,-4-4,-5-4,-5-4,-5-2,-4-2,-3 2,-1 6,1 7,2 7,3 4,3-1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8:09.58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6 138,'-6'-6,"11"4,1 3,62 1,0-3,0-2,50-11,-84 10,478-56,-409 38,-104 22,0 0,1 0,-1 0,1 0,-1-1,0 1,1 0,-1 0,1-1,-1 1,1-1,-1 1,1 0,-1-1,1 1,-1-1,1 1,0-1,-1 1,1-1,0 1,-1-1,1 1,0-1,-1 0,1 1,0-1,0 1,0-1,0 0,0 1,0-1,0 0,0 1,0-1,0 0,0 1,0-1,0 1,0-1,1 0,-1 1,0-1,1 1,-1-1,0 1,1-1,-1 1,0-1,1 1,-1-1,1 1,-1-1,1 1,-1 0,1-1,-1 1,1 0,-1-1,1 1,0 0,-11 1,0 0,1 1,-1 0,0 0,1 1,-1 1,1 0,-6 3,1-1,-33 15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8:09.90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49 1,'-48'24,"48"-23,0 0,1 0,-1 0,0 0,1 0,-1 0,0-1,1 1,-1 0,1 0,0-1,-1 1,1 0,-1-1,1 1,0 0,0-1,-1 1,1-1,0 1,0-1,0 0,0 1,-1-1,1 0,0 1,0-1,0 0,0 0,0 0,0 0,0 0,0 0,0 0,0 0,-1 0,1-1,0 1,0 0,0-1,0 1,0 0,-1 0,132 3,1-6,62-11,-60 4,39-6,-188 23,-2-1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8:12.08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0 241,'3'-2,"4"-1,9 0,10 0,11 2,6 0,9 0,7 1,4 0,0 0,-5 0,-6 0,-10 1,-9-4,-11-2,-9-1</inkml:trace>
  <inkml:trace contextRef="#ctx0" brushRef="#br0" timeOffset="325.132">388 0,'-45'2,"44"-2,1 0,-1 0,0 0,1 1,-1-1,1 0,-1 1,0-1,1 0,-1 1,1-1,-1 0,1 1,-1-1,1 1,0-1,-1 1,1-1,0 1,-1 0,1-1,0 1,-1-1,1 1,0 0,0-1,0 1,0 0,0-1,0 1,0 0,0-1,0 1,0 0,0-1,0 1,0-1,0 1,0 0,1-1,-1 1,0-1,1 1,-1 0,0-1,1 1,-1-1,1 1,-1-1,0 1,1-1,-1 0,1 1,0-1,-1 1,1-1,-1 0,1 0,-1 1,1-1,0 0,-1 0,1 0,0 0,0 0,13 10,2-1,-1-1,1 0,0-1,1-1,-1 0,1-1,0-1,1-1,4 2,2 1,-13-4,0 0,-1 1,1 0,-1 1,1 0,-1 0,0 1,-1 1,9 5,-17-9,1 1,0-1,-1 1,0 0,0 0,0-1,0 1,0 0,0 0,-1 0,1 0,-1 0,0 0,0 0,0-1,0 1,-1 0,1 0,-1 0,0 0,1 0,-1 0,-1-1,1 1,0 0,-1-1,1 1,-1-1,0 0,0 1,0-1,0 0,0 0,0 0,0 0,-1-1,1 1,-1 0,-1-1,-32 29,-3-1,0-3,-1-1,-25 10,54-29,-45 24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8:20.99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3 295,'-2'38,"10"19,2-1,3-1,3 0,2-1,2 0,19 32,-35-76,1-1,0-1,1 1,0-1,0 0,1 0,0 0,0-1,1 0,-1-1,2 0,-1 0,1-1,0 0,0 0,0-1,1 0,-1 0,1-1,0-1,5 1,-11-3,0 0,-1-1,1 1,-1-1,1 0,-1 0,1-1,-1 1,0-1,0 1,1-1,-1 0,0 0,-1 0,1-1,0 1,-1-1,1 0,-1 1,0-1,0 0,0 0,0 0,0-1,-1 1,1-1,23-93,-21 55,-2-1,-2 1,-1-1,-3 1,-1 0,-2 0,-2 0,-2 1,-2 0,-1 1,-18-35,24 58,0 1,0 0,-2 0,0 1,0 0,-2 1,0 0,0 0,-1 2,-1 0,0 0,-6-3,17 14,1-1,-1 1,1 0,-1 0,0 0,1 0,-1 0,0 0,0 1,1 0,-1-1,0 1,0 0,0 0,0 1,0-1,1 0,-1 1,0 0,0 0,1 0,-1 0,0 0,1 0,-1 1,1-1,0 1,-1-1,1 1,0 0,0 0,0 0,0 0,-1 3,-5 9,1 0,0 1,1 0,1 0,0 0,1 1,1-1,0 1,1 0,1 0,0 0,1 0,2 7,0 38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8:25.78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0 245,'21'-31,"10"-15,-1-1,-3-2,-2-2,-13 30,-7 37,-6 110,-6-1,-19 106,8-145,16-84,-1 0,1-1,0 0,-1 1,1-1,-1 0,0 0,1 0,-1 0,0-1,0 1,1-1,-1 0,0 1,0-1,0 0,1-1,-1 1,0 0,0-1,1 0,-1 0,0 0,1 0,-1 0,1 0,-1 0,1-1,-1 0,28-7,46-2,1 3,0 3,33 4,-105 1,2 0,-1 0,1-1,-1 1,1 0,-1 0,1 1,-1-1,1 0,-1 0,1 1,-1-1,1 1,-1-1,1 1,-1 0,0-1,0 1,1 0,-1 0,0 0,0 0,0 0,0 0,1 1,-4 4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06:17:46.46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71 415,'-46'17,"45"-17,0 0,0 0,0 0,0 0,1 0,-1 0,0 0,0 0,0 0,0-1,0 1,0 0,1-1,-1 1,0 0,0-1,0 1,1-1,-1 1,0-1,1 1,-1-1,0 0,1 1,-1-1,1 0,-1 0,1 1,-1-1,1 0,0 0,-1 0,1 0,0 1,0-1,0 0,-1 0,1 0,0 0,0 0,0 0,0 0,1 1,-1-1,0 0,0 0,0 0,1 0,-1 0,0 1,1-1,-1 0,3-8,1 0,0 1,0-1,0 1,1 0,0 0,1 1,0 0,0-1,1 2,-1-1,2 1,-1 0,0 1,1 0,0 0,1 0,-1 1,1 0,-1 1,1 0,0 0,0 1,3 0,-10 2,1-1,0 1,0 0,0 0,0 1,-1-1,1 0,0 1,0 0,-1-1,1 1,0 0,-1 1,1-1,-1 0,1 1,-1-1,0 1,1 0,-1 0,0 0,0 0,0 0,-1 0,1 0,0 1,-1-1,0 1,1-1,-1 1,0 0,0-1,-1 1,1 0,9 100,-14-81,0 1,-2-1,0 0,-1-1,-2 1,0-1,-1-1,-1 0,-1 0,0-1,-2-1,0 0,-1-1,-1 0,0-1,-13 8,11-15,20-22,0 10,-1 1,1-1,0 1,0 0,1 0,-1-1,0 2,1-1,-1 0,1 0,0 1,0-1,-1 1,1 0,0 0,0 0,0 0,0 1,0-1,0 1,0 0,0 0,1 0,-1 0,0 0,2 1,80 29,-59-18,-7-4,-1 0,1-1,1-1,-1-1,1-1,0 0,0-2,0 0,1-1,-1-2,0 0,17-3,5-21,-41 24,-1 0,1 0,-1 0,1 0,-1 0,0 0,1 0,-1 0,0 0,0 0,0 0,0 0,0 0,0 0,0-1,0 1,0 0,0 0,0 0,-1 0,1 0,0 0,-1 0,1 0,-1 0,1 0,-1 0,0 1,1-1,-1 0,0 0,0 0,1 1,-1-1,0 0,0 1,0-1,0 1,0-1,0 1,0-1,-1 1,-25-9,17 10</inkml:trace>
  <inkml:trace contextRef="#ctx0" brushRef="#br0" timeOffset="14640.442">953 0,'-3'38,"-1"0,-2 0,-2-1,-2 0,-13 33,15-44,-69 194,-24 28,-12 31,100-245,1 0,2 1,1 0,-2 29,13-50,3-21</inkml:trace>
  <inkml:trace contextRef="#ctx0" brushRef="#br0" timeOffset="17376.998">1153 441,'-1'0,"1"-1,-1 1,0 0,0 0,1-1,-1 1,0 0,0 0,1 0,-1 0,0 0,0 0,0 0,1 0,-1 0,0 1,0-1,1 0,-1 0,0 1,0-1,1 0,-1 1,0-1,1 1,-1-1,1 1,-1-1,0 1,1-1,-1 1,1 0,0-1,-1 1,1 0,-1-1,1 1,0 0,0 0,-1-1,1 1,-4 5,1 1,-1-1,1 1,1 0,-1 0,1 0,0 0,1 0,-1 0,2 1,-1-1,1 0,0 1,0-1,1 0,0 1,0-1,1 0,0 0,0 0,1 0,0 0,0-1,0 1,1-1,0 0,0 0,1 0,4 4,-1-3,1 0,0-1,0 0,1 0,0-1,0 0,0-1,0 0,1 0,0-1,0-1,-1 0,2 0,-1-1,0 0,8-2,-15 1,0 0,0-1,-1 0,1 0,0 0,-1 0,1-1,-1 1,1-1,-1 0,0 0,0 0,0 0,0-1,0 1,0-1,-1 0,1 0,-1 0,0 0,0 0,0 0,0-1,0 1,-1 0,0-1,1 0,-1 1,0-2,13-111,-14 102,-1-1,-1 0,0 1,0-1,-1 1,-1 0,-1 0,0 0,-1 1,-5-11,7 17,0 0,0 1,-1 0,0 0,0 0,-1 0,1 1,-1 0,0 0,-1 0,1 1,-1 0,0 0,0 1,0-1,0 2,-1-1,1 1,-1 0,-7 0,10 1,0 1,1 0,-1 0,0 0,0 1,0 0,0 0,1 0,-1 0,1 1,-1 0,1 0,-1 0,1 0,0 1,0 0,0-1,0 2,1-1,-1 0,1 1,0-1,0 1,0 0,0 0,-1 3,-3 7,0 0,1 0,0 0,1 1,1 0,1 0,-2 11,-2 27</inkml:trace>
  <inkml:trace contextRef="#ctx0" brushRef="#br0" timeOffset="35184.689">58 1604,'8'26,"-7"-26,-1 1,1-1,-1 0,1 0,-1 0,1 0,-1 1,1-1,0 0,-1 0,1 0,-1 0,1 0,-1-1,1 1,-1 0,1 0,-1 0,1 0,0-1,-1 1,1 0,-1 0,0-1,1 1,-1 0,1-1,-1 1,1-1,-1 1,0 0,1-1,-1 1,0-1,0 1,1-1,-1 1,0-1,0 1,0-1,1 1,-1-1,0 0,0 1,0-1,0 0,2-2,0-1,-1 0,1 0,-1 0,0 1,0-1,0-1,-1 1,1 0,-1 0,0 0,0 0,-1 0,1 0,-1 0,0 0,0 0,0 0,0 0,-1 0,0 1,1-1,-2 0,2 3,1 1,-1-1,1 1,-1-1,1 1,-1 0,1-1,-1 1,0 0,1 0,-1-1,0 1,1 0,-1 0,1 0,-1 0,0 0,1 0,-1 0,0 0,0 0,1 0,-1 0,1 0,-1 1,0-1,1 0,-1 0,0 1,1-1,-1 0,1 1,-1-1,1 1,-1-1,1 1,-1-1,1 1,-1-1,1 1,0-1,-1 1,1-1,0 1,0 0,-1-1,1 1,0 0,0-1,0 1,0 0,0-1,0 1,-11 37,8-16</inkml:trace>
  <inkml:trace contextRef="#ctx0" brushRef="#br0" timeOffset="35472.924">97 1965,'1'1,"1"1,-1-1,1 1,-1-1,1 0,-1 1,1-1,0 0,0 0,-1 0,1-1,0 1,0 0,0-1,0 1,0-1,0 1,0-1,0 0,0 0,0 0,0 0,0 0,0-1,0 1,0-1,0 1,0-1,0 0,0 0,0 1,0-1,-1-1,1 1,0 0,-1 0,1-1,-1 1,1 0,-1-1,0 0,1 1,-1-1,0 0,0 1,0-1,-1 0,1 0,0 0,-1 0,1 0,-1 0,1 0,-1 0,0 0,-1 0,1 1,0-1,0 0,-1 0,1 1,-1-1,0 0,1 1,-1-1,0 1,0-1,0 1,0-1,0 1,0-1,-1 1,1 0,0 0,-1 0,1 0,-1 0,1 0,-1 0,1 0,-1 0,0 1,1-1,-1 1,0-1,1 1,-1 0,0 0,0-1,0 1,1 1,-1-1,0 0,0 0,1 1,-1-1,0 0,1 1,-1 0,0-1,1 1,-1 0,1 0,-1 0,1 0,-1 0,1 0,0 1,-1-1,1 0,0 1,0-1,-8 41,12-32</inkml:trace>
  <inkml:trace contextRef="#ctx0" brushRef="#br0" timeOffset="38234.719">685 1550,'0'2,"-1"-1,1 1,0-1,-1 0,0 1,1-1,-1 0,0 1,0-1,0 0,0 0,0 0,0 0,0 0,0 0,0 0,0 0,0-1,-1 1,1 0,0-1,-1 1,1 0,0-1,-1 0,1 1,-1-1,1 0,-1 0,1 0,0 0,-1 0,1 0,-1 0,1 0,-1-1,1 1,0-1,-1 1,1-1,-1 1,1-1,0 0,0 1,0-1,-1 0,1 0,0 0,0 0,0 0,0 0,0-1,0-3,-1 1,2 0,-1 0,0-1,1 1,0 0,0-1,0 1,1 0,0-1,-1 1,1 0,1 0,-1 0,1 0,-1 0,1 0,0 0,0 0,1 1,-1-1,3-2,72-64,-5 37,-69 32,-1 1,1-1,-1 1,1 0,0-1,-1 1,1 0,-1 1,1-1,0 0,-1 1,1 0,-1-1,1 1,-1 0,1 0,-1 0,0 1,1-1,-1 1,0-1,0 1,0 0,0-1,0 1,-1 0,1 0,0 1,2 3,-1 1,0-1,0 1,0 0,-1 0,0 0,0 0,-1 0,0 0,0 1,-1-1,0 0,0 0,-1 1,0-1,0 0,0 0,-1 0,0 0,-2 3,-3 7,0 0,-1-1,-1 0,-1 0,0-1,-2 0,-6 7,-15 17,-2-2,-1-2,-26 19,42-44,25-22,-2 9,0 1,1-1,-1 1,0 0,1 0,0 0,0 0,-1 0,1 1,0 0,0 0,0 0,0 0,1 1,-1 0,0-1,0 2,0-1,0 0,0 1,0 0,0 0,0 0,0 0,0 0,0 1,0 0,19 7,0-2,1 0,0-2,1 0,-1-2,1 0,0-2,-1-1,1-1,0-1,-1-1,2-1,-23 4,1 0,-1 0,1-1,-1 0,0 1,0-1,1 0,-1-1,0 1,0 0,0-1,0 0,0 0,0 0,-1 0,1 0,-1 0,1-1,-1 1,0-1,0 0,0 0,0 0,0 0,-1 0,0 0,1 0,-1 0,0 0,0-1,-1 1,1 0,-1-1,1 1,-1-1,-1-2,0-29,7 26</inkml:trace>
  <inkml:trace contextRef="#ctx0" brushRef="#br0" timeOffset="38527.938">1474 1217,'3'7,"-5"11,-3 11,-4 11,-5 11,-1 12,-4 8,-1 7,-1 6,1 0,1-1,2-4,3-9,5-9,4-10,2-15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0:50.527"/>
    </inkml:context>
    <inkml:brush xml:id="br0">
      <inkml:brushProperty name="width" value="0.2" units="cm"/>
      <inkml:brushProperty name="height" value="0.2" units="cm"/>
      <inkml:brushProperty name="color" value="#F6630D"/>
    </inkml:brush>
    <inkml:brush xml:id="br1">
      <inkml:brushProperty name="width" value="0.1" units="cm"/>
      <inkml:brushProperty name="height" value="0.1" units="cm"/>
      <inkml:brushProperty name="color" value="#FFC114"/>
    </inkml:brush>
    <inkml:brush xml:id="br2">
      <inkml:brushProperty name="width" value="0.2" units="cm"/>
      <inkml:brushProperty name="height" value="0.2" units="cm"/>
    </inkml:brush>
  </inkml:definitions>
  <inkml:trace contextRef="#ctx0" brushRef="#br0">2427 230 3164 0 0,'4'0'969'0'0,"-1"0"-866"0"0,0 1-1 0 0,0 0 1 0 0,0 0-1 0 0,0 0 1 0 0,-1 0 0 0 0,1 1-1 0 0,0-1 1 0 0,0 1-1 0 0,-1 0 1 0 0,1-1-1 0 0,-1 1 1 0 0,1 0 0 0 0,-1 1-1 0 0,0-1 1 0 0,0 0-1 0 0,0 1 1 0 0,0-1 0 0 0,0 1-1 0 0,-1-1 1 0 0,1 1-1 0 0,-1 0 1 0 0,0 0 0 0 0,0 0-1 0 0,0 0 1 0 0,0 0-1 0 0,0 0 1 0 0,0 0-1 0 0,-1 0 1 0 0,0 0 0 0 0,1 0-1 0 0,-1 0 1 0 0,0 0-1 0 0,-1 1 1 0 0,1 0-103 0 0,5 26 513 0 0,22 91 789 0 0,3 103 15 0 0,-16 50-3396 0 0,-14-272 1148 0 0,-2 0-267 0 0,-12 5-2313 0 0,10-10 2437 0 0</inkml:trace>
  <inkml:trace contextRef="#ctx0" brushRef="#br0" timeOffset="533.078">2304 414 1008 0 0,'7'-63'1822'0'0,"-5"53"-1598"0"0,1-1 0 0 0,1 1 0 0 0,0-1 0 0 0,0 1 0 0 0,1 0 0 0 0,0 1 0 0 0,1-1 0 0 0,0 1 0 0 0,1 0-224 0 0,5-4 229 0 0,1 1 1 0 0,0 1 0 0 0,1 0 0 0 0,0 0-1 0 0,1 2 1 0 0,0 0 0 0 0,1 0-1 0 0,0 2 1 0 0,0 0 0 0 0,0 0-1 0 0,1 2 1 0 0,0 0 0 0 0,0 1-1 0 0,0 0 1 0 0,1 2 0 0 0,-1 0-1 0 0,1 1 1 0 0,7 1-230 0 0,46 19 448 0 0,-65-18-399 0 0,0 1-1 0 0,1 1 0 0 0,-1-1 1 0 0,-1 1-1 0 0,1 0 1 0 0,0 0-1 0 0,-1 1 0 0 0,1 0 1 0 0,-1 0-1 0 0,0 0 1 0 0,-1 0-1 0 0,1 1 0 0 0,-1 0 1 0 0,0 0-1 0 0,0 0 1 0 0,0 0-1 0 0,0 1 0 0 0,-1 0 1 0 0,0-1-1 0 0,-1 1 1 0 0,1 0-1 0 0,-1 1 1 0 0,0-1-1 0 0,0 0 0 0 0,0 6-48 0 0,-4 57 439 0 0,-8-46-378 0 0,-1 0 1 0 0,-1 0-1 0 0,-1-2 0 0 0,-1 1 1 0 0,-1-2-1 0 0,-10 11-61 0 0,3-8 58 0 0,-1-1 0 0 0,0-1 0 0 0,-2-1 0 0 0,-1-1 0 0 0,0-1-1 0 0,-1-1-57 0 0,17-11-9 0 0,9-6-121 0 0,34-15-107 0 0,-11 10 213 0 0,0 1-1 0 0,1 1 1 0 0,-1 1 0 0 0,1 1 0 0 0,12 1 24 0 0,30 18-21 0 0,-53-13 12 0 0,-1 0 18 0 0,-2 0-1 0 0,1 0 1 0 0,0 1-1 0 0,-1 0 0 0 0,0 1 1 0 0,-1 0-1 0 0,1 0 1 0 0,-1 1-1 0 0,-1 0 1 0 0,0 1-1 0 0,0-1 1 0 0,0 1-1 0 0,-1 1 1 0 0,0-1-1 0 0,-1 1-8 0 0,0 1 29 0 0,0-1-1 0 0,-1 1 0 0 0,-1 0 1 0 0,0 1-1 0 0,0-1 0 0 0,-1 0 1 0 0,0 1-1 0 0,-1-1 0 0 0,0 1 0 0 0,-1 0 1 0 0,-1 5-29 0 0,-13 50 178 0 0,10-58-152 0 0,0 0 0 0 0,-1 0 0 0 0,1-1-1 0 0,-2 1 1 0 0,1-1 0 0 0,-1 0 0 0 0,-1-1 0 0 0,1 1 0 0 0,-1-1 0 0 0,0-1 0 0 0,-1 1 0 0 0,0-1 0 0 0,0 0 0 0 0,0-1 0 0 0,-1 0 0 0 0,1 0-1 0 0,-1-1 1 0 0,0 0 0 0 0,-1-1 0 0 0,1 0 0 0 0,-1 0 0 0 0,1-1 0 0 0,-1 0 0 0 0,0-1 0 0 0,0 0 0 0 0,-7 0-26 0 0,10 0-62 0 0,0-1 0 0 0,1 0 1 0 0,-1 0-1 0 0,0 0 0 0 0,0 0 1 0 0,0-1-1 0 0,1-1 0 0 0,-1 1 1 0 0,0-1-1 0 0,1 0 0 0 0,-1 0 1 0 0,-2-2 61 0 0,1 0-269 0 0,6 4 116 0 0,1 0 0 0 0,0-1 0 0 0,-1 1 0 0 0,1-1 0 0 0,-1 1 0 0 0,1-1 0 0 0,0 1 0 0 0,0-1 0 0 0,-1 0 0 0 0,1 1 0 0 0,0-1 0 0 0,0 0 0 0 0,0 0 0 0 0,0 0 0 0 0,0 0 0 0 0,0 0 0 0 0,0 0 0 0 0,0 0 0 0 0,0 0 0 0 0,0-1 0 0 0,1 1 0 0 0,-1 0 0 0 0,0 0 0 0 0,1-1 0 0 0,-1 1 0 0 0,1 0 0 0 0,-1-1 0 0 0,1 1 0 0 0,0-1 0 0 0,0 1 0 0 0,-1 0 0 0 0,1-1 153 0 0,24-44-3611 0 0,-7 21 2415 0 0</inkml:trace>
  <inkml:trace contextRef="#ctx0" brushRef="#br0" timeOffset="1144.86">3087 296 1528 0 0,'2'-6'423'0'0,"0"0"-1"0"0,0 0 1 0 0,1 0 0 0 0,0 1-1 0 0,0-1 1 0 0,1 1-1 0 0,-1-1 1 0 0,1 1 0 0 0,0 1-1 0 0,0-1 1 0 0,1 0 0 0 0,-1 1-1 0 0,1 0 1 0 0,0 0-1 0 0,0 0 1 0 0,5-1-423 0 0,8-4 332 0 0,1 2 0 0 0,1 0 0 0 0,-1 1 0 0 0,1 2 0 0 0,0-1 0 0 0,0 2 0 0 0,0 1 0 0 0,1 0 0 0 0,16 2-332 0 0,26 17 336 0 0,-53-14-268 0 0,-1 1 0 0 0,1 0 0 0 0,-1 0 0 0 0,0 1-1 0 0,-1 1 1 0 0,1-1 0 0 0,-1 1 0 0 0,0 1-1 0 0,0-1 1 0 0,-1 1 0 0 0,0 1 0 0 0,1 1-68 0 0,-6-5 26 0 0,0 0 1 0 0,0 0-1 0 0,0 0 1 0 0,-1 0-1 0 0,1 1 1 0 0,-1-1-1 0 0,0 0 1 0 0,0 1-1 0 0,-1-1 1 0 0,1 1-1 0 0,-1-1 1 0 0,0 1-1 0 0,0-1 1 0 0,-1 1 0 0 0,1-1-1 0 0,-1 1 1 0 0,0-1-1 0 0,0 1 1 0 0,-1-1-1 0 0,1 0 1 0 0,-1 0-1 0 0,0 1 1 0 0,0-1-1 0 0,0-1 1 0 0,-1 1-1 0 0,0 0-26 0 0,-9 16 47 0 0,-1-1 0 0 0,-1-1-1 0 0,0-1 1 0 0,-1 0 0 0 0,-1 0 0 0 0,-1-2 0 0 0,-17 13-47 0 0,-26 7-127 0 0,53-31-374 0 0,20-6 289 0 0,95 16-135 0 0,-92-9 338 0 0,0 0 0 0 0,-1 2 0 0 0,0 0 0 0 0,-1 0-1 0 0,0 1 1 0 0,0 1 0 0 0,0 0 0 0 0,-1 1 0 0 0,-1 1-1 0 0,0 0 1 0 0,10 12 9 0 0,-13-13 3 0 0,-2 0 1 0 0,0 1-1 0 0,0-1 0 0 0,-1 2 1 0 0,0-1-1 0 0,-1 1 0 0 0,0-1 1 0 0,-1 1-1 0 0,-1 1 0 0 0,0-1 1 0 0,0 1-1 0 0,-1-1 0 0 0,-1 1 1 0 0,0-1-1 0 0,0 8-3 0 0,-4 48 67 0 0,-39 28 195 0 0,37-90-146 0 0,0 0-1 0 0,-1 0 0 0 0,0-1 0 0 0,0 0 0 0 0,-1 0 0 0 0,1-1 0 0 0,-1 1 0 0 0,0-2 0 0 0,0 1 0 0 0,-1-1 0 0 0,1 0 0 0 0,0 0 0 0 0,-1-1 0 0 0,0 0 0 0 0,0 0 0 0 0,0-1 0 0 0,0 0 0 0 0,0 0 0 0 0,0-1 0 0 0,0 0 0 0 0,0-1-115 0 0,-33 3 707 0 0,39-2-563 0 0,-1 0-18 0 0,-41 0-334 0 0,42 0-172 0 0,-11 2-1825 0 0,11 5-2274 0 0,14-18-570 0 0,-7 6 4073 0 0</inkml:trace>
  <inkml:trace contextRef="#ctx0" brushRef="#br0" timeOffset="-11854.433">1198 2492 2752 0 0,'-23'0'964'0'0,"23"0"-128"0"0,0 0-56 0 0,0 0-39 0 0,0 0-129 0 0,-20 0-92 0 0,-3 9-56 0 0,21-5-104 0 0,0-1-32 0 0,2 3-200 0 0,2-6-188 0 0,0 4 8 0 0,-1-4-996 0 0,3-2-160 0 0,2-2-13 0 0,-2-1 101 0 0,-2-3 20 0 0</inkml:trace>
  <inkml:trace contextRef="#ctx0" brushRef="#br0" timeOffset="-5803.398">1155 1910 1792 0 0,'0'0'632'0'0,"0"0"-26"0"0,0 0-104 0 0,0 0-76 0 0,0 0 37 0 0,0 0 2 0 0,0 0-9 0 0,0 0-48 0 0,0 0-26 0 0,0 0 19 0 0,0 0-63 0 0,0 0-20 0 0,0 0-34 0 0,-6 1-43 0 0,-17 3-30 0 0,16 20 697 0 0,6 179 622 0 0,21-98-1272 0 0,3 5 98 0 0,-1 75 135 0 0,-20-95-295 0 0,25 99-6 0 0,-11-8-30 0 0,8 5 17 0 0,-3-37-41 0 0,-9-16-126 0 0,3 39-63 0 0,-5 4 93 0 0,-8-75 30 0 0,12-8-104 0 0,10 165 45 0 0,-15-22 42 0 0,-9 242 305 0 0,9-349-339 0 0,-6 17 248 0 0,17-38-250 0 0,19 231 286 0 0,-21-212-43 0 0,1 102-260 0 0,-7-60 213 0 0,7 171 162 0 0,-18-106 24 0 0,17-47-242 0 0,54 546 388 0 0,-55-407-674 0 0,-10 465 444 0 0,-25-576-144 0 0,-39 607-180 0 0,39-476-61 0 0,14 157 62 0 0,7-321 0 0 0,12-24-39 0 0,-15 192 27 0 0,-18-105 47 0 0,-13 455 93 0 0,34-439 16 0 0,16-72-26 0 0,22 354-1466 0 0,-33-311-1761 0 0,-23-101 89 0 0,12-116 2661 0 0,3-5-35 0 0,-2 0 0 0 0,1 1-1 0 0,-2-1 1 0 0,1 0 0 0 0,-1 0 0 0 0,-1 0 0 0 0,0 0 0 0 0,0-1 0 0 0,-1 0 0 0 0,0 0 0 0 0,0 0 0 0 0,-2 1 402 0 0,-5 0-1060 0 0</inkml:trace>
  <inkml:trace contextRef="#ctx0" brushRef="#br0" timeOffset="-2704.356">1116 2026 2028 0 0,'0'0'504'0'0,"0"-3"82"0"0,0 0-517 0 0,1 0 0 0 0,0 0 0 0 0,0 0 0 0 0,0 0 0 0 0,0 0-1 0 0,0 1 1 0 0,0-1 0 0 0,1 0 0 0 0,-1 1 0 0 0,1-1 0 0 0,0 1 0 0 0,0-1 0 0 0,0 1 0 0 0,0 0 0 0 0,0 0 0 0 0,0 0 0 0 0,1 0 0 0 0,-1 0 0 0 0,1 1 0 0 0,-1-1 0 0 0,1 1 0 0 0,0-1 0 0 0,0 1 0 0 0,-1 0 0 0 0,1 0 0 0 0,0 0-69 0 0,87-19 1384 0 0,297 16 328 0 0,540 4-206 0 0,-760 16-1491 0 0,-78-13-47 0 0,209-5 377 0 0,-110-13-231 0 0,324-38 312 0 0,-90 29-226 0 0,123 20-200 0 0,-349 4 33 0 0,137-10 9 0 0,204-29 16 0 0,-69 26-72 0 0,47-7 58 0 0,908 14 76 0 0,-1352-3-102 0 0,190 9 266 0 0,-169-20-288 0 0,73 8 5 0 0,-69 1-118 0 0,42-1 99 0 0,208-7 11 0 0,-318 17 11 0 0,-27 2-15 0 0,32 0 211 0 0,1 17 294 0 0,-30 22-201 0 0,-8 19-53 0 0,-27 51-81 0 0,24-66-101 0 0,-12 151 127 0 0,-2-35-101 0 0,9 80 143 0 0,11 102-120 0 0,2 460 629 0 0,10-413-430 0 0,-11 83 34 0 0,-14-256-314 0 0,-3 139 142 0 0,-21 56 176 0 0,26-278-332 0 0,-11 210 174 0 0,23-96-32 0 0,16-84 77 0 0,20 168 6 0 0,-9-68-304 0 0,13 132 355 0 0,-19-173-349 0 0,20 133 355 0 0,-12 30-254 0 0,-15-41 30 0 0,-12-196-183 0 0,13-12 122 0 0,4 199 222 0 0,-18-78-205 0 0,-1 39-27 0 0,26-107-19 0 0,1 83 75 0 0,-16 15-53 0 0,-10 51-9 0 0,-1 29-93 0 0,10-269 187 0 0,4 35-111 0 0,3 100-73 0 0,3 37 44 0 0,0-97-6 0 0,7 0 0 0 0,8-2 0 0 0,9 4 59 0 0,46 209 139 0 0,-34-81-257 0 0,5 181 118 0 0,-39-90-171 0 0,-22 183 133 0 0,14-525 18 0 0,-14-49 18 0 0,0 1-5 0 0,-1-1 0 0 0,1 1 0 0 0,0 0 1 0 0,0 0-1 0 0,0 0 0 0 0,0 0 0 0 0,0-1 0 0 0,1 1 0 0 0,-1 0 1 0 0,1 0-1 0 0,0 0 0 0 0,0-1 0 0 0,0 1 0 0 0,0-1 0 0 0,0 1 1 0 0,1 0-1 0 0,-1-1 0 0 0,1 0 0 0 0,0 1 0 0 0,-1-1 0 0 0,2 1 7 0 0,6 7-221 0 0,-9-11 125 0 0,0 1 0 0 0,0 0 0 0 0,0 0 0 0 0,0 0-1 0 0,0-1 1 0 0,0 1 0 0 0,0 0 0 0 0,1 0 0 0 0,-1-1 0 0 0,0 1 0 0 0,0 0 0 0 0,0 0 0 0 0,0 0 0 0 0,0-1 0 0 0,0 1 0 0 0,0 0-1 0 0,1 0 1 0 0,-1 0 0 0 0,0-1 0 0 0,0 1 0 0 0,0 0 0 0 0,1 0 0 0 0,-1 0 0 0 0,0 0 0 0 0,0 0 0 0 0,0-1 0 0 0,1 1 0 0 0,-1 0-1 0 0,0 0 1 0 0,0 0 0 0 0,1 0 0 0 0,-1 0 0 0 0,0 0 0 0 0,0 0 0 0 0,0 0 0 0 0,1 0 0 0 0,-1 0 0 0 0,0 0 0 0 0,0 0-1 0 0,1 0 1 0 0,-1 0 0 0 0,0 0 0 0 0,0 0 0 0 0,1 0 0 0 0,-1 0 0 0 0,0 0 0 0 0,0 1 0 0 0,0-1 0 0 0,1 0 0 0 0,-1 0 96 0 0,-1-9-430 0 0,0 1 1 0 0,0-1 0 0 0,-1 1 0 0 0,0-1-1 0 0,0 1 1 0 0,-1 0 0 0 0,0 0 0 0 0,-1 0-1 0 0,1 0 1 0 0,-2 0 0 0 0,1 1 0 0 0,-1 0-1 0 0,0 0 1 0 0,-1 0 0 0 0,1 1 0 0 0,-4-3 429 0 0,-21-21-1061 0 0,-6-6-34 0 0</inkml:trace>
  <inkml:trace contextRef="#ctx0" brushRef="#br0" timeOffset="-995.618">1512 13628 1504 0 0,'0'0'920'0'0,"0"0"-45"0"0,0-3-130 0 0,0-11-59 0 0,0 11-16 0 0,0 3-45 0 0,0 0-13 0 0,0 0-74 0 0,0 0-21 0 0,-3 6-42 0 0,0-2-365 0 0,1-2-71 0 0,1 0 1 0 0,0 0-1 0 0,0 0 0 0 0,-1 1 1 0 0,1-1-1 0 0,0 0 0 0 0,1 0 1 0 0,-1 1-1 0 0,0-1 0 0 0,1 0 1 0 0,-1 1-1 0 0,1-1 0 0 0,0 1 1 0 0,-1-1-1 0 0,1 1 0 0 0,1-1 0 0 0,-1 1 1 0 0,0 1-40 0 0,52 327 2051 0 0,31 413-963 0 0,-59-537-1002 0 0,-8-77 34 0 0,-2 38-143 0 0,6-102 35 0 0,-17-61-15 0 0,1 0 1 0 0,-1-1-1 0 0,1 1 0 0 0,0-1 0 0 0,1 0 0 0 0,-1 0 0 0 0,1-1 1 0 0,0 1-1 0 0,0-1 0 0 0,0 0 0 0 0,0-1 0 0 0,1 1 1 0 0,-1-1-1 0 0,1 0 0 0 0,-1 0 0 0 0,1 0 0 0 0,0-1 1 0 0,0 0-1 0 0,-1 0 0 0 0,1-1 0 0 0,0 0 0 0 0,0 0 1 0 0,3 0 2 0 0,-1 1 7 0 0,343 16 30 0 0,-310-17-26 0 0,560 2 27 0 0,-285-22-84 0 0,722-28-50 0 0,-328 4 213 0 0,491-32-105 0 0,-469 28-59 0 0,-127 3 37 0 0,-84 7 2 0 0,-162 15 22 0 0,30-3-20 0 0,-102-14 28 0 0,-208 36-8 0 0,15 6 105 0 0,-57 9-130 0 0,37-8 62 0 0,180-3 35 0 0,-204 14-45 0 0,74 8 235 0 0,-32-1-68 0 0,-33-7 80 0 0,-10-13 2 0 0,0 1 253 0 0,22 20 57 0 0,-66-20-595 0 0,5 0-1551 0 0,-3-5-2721 0 0,-5 2 3993 0 0,-1 1 206 0 0,-1 0 1 0 0,1 0-1 0 0,-1 0 0 0 0,0 0 0 0 0,1-1 0 0 0,-1 1 1 0 0,1 0-1 0 0,-1 0 0 0 0,1-1 0 0 0,-1 1 0 0 0,1 0 0 0 0,-1-1 1 0 0,0 1-1 0 0,1 0 0 0 0,-1-1 0 0 0,0 1 0 0 0,1 0 0 0 0,-1-1 1 0 0,0 1-1 0 0,0-1 0 0 0,1 1 0 0 0,-1-1 0 0 0,0 1 0 0 0,0-1 1 0 0,0 1-1 0 0,1 0 0 0 0,-1-1 0 0 0,0 1 0 0 0,0-1 0 0 0,0 1 1 0 0,0-1-1 0 0,0 1 0 0 0,0-1 0 0 0,0 0 0 0 0,0 1 0 0 0,0 0 1 0 0,0-1-1 0 0,-1 1 0 0 0,1-1 0 0 0,0 1 0 0 0,0-1 1 0 0,0 1-1 0 0,-1-1 0 0 0,1 1 0 0 0,0-1 0 0 0,0 1 0 0 0,-1 0 1 0 0,1-1-1 0 0,0 1 0 0 0,-1-1 0 0 0,1 1 0 0 0,0 0 0 0 0,-1-1 1 0 0,1 1-1 0 0,-1 0 0 0 0,1 0 0 0 0,-1-1 68 0 0,-14-8-1228 0 0,-7-3 203 0 0</inkml:trace>
  <inkml:trace contextRef="#ctx0" brushRef="#br0" timeOffset="3099.157">1353 2978 1896 0 0,'0'0'611'0'0,"0"0"-22"0"0,0 0 37 0 0,0 0-42 0 0,0 0-30 0 0,2 2-43 0 0,-2-1-474 0 0,1 0-1 0 0,-1-1 1 0 0,1 1-1 0 0,-1 0 1 0 0,1-1-1 0 0,-1 1 1 0 0,1-1-1 0 0,-1 1 1 0 0,1-1-1 0 0,0 1 1 0 0,-1-1-1 0 0,1 1 1 0 0,0-1-1 0 0,0 0 1 0 0,-1 1-1 0 0,1-1 1 0 0,0 0-1 0 0,0 1 1 0 0,0-1 0 0 0,-1 0-1 0 0,1 0 1 0 0,0 0-1 0 0,0 0 1 0 0,0 0-1 0 0,0 0 1 0 0,-1 0-1 0 0,1 0 1 0 0,0 0-1 0 0,0 0 1 0 0,0-1-1 0 0,-1 1 1 0 0,1 0-1 0 0,0-1-36 0 0,16 0 435 0 0,73-7 449 0 0,62 7 3 0 0,124 1-148 0 0,-37-24-441 0 0,428-9 259 0 0,432-38-274 0 0,-322 44-58 0 0,7 27-273 0 0,-494-12 44 0 0,523-46 153 0 0,-568 28-89 0 0,-26-2-63 0 0,-167 25 29 0 0,65-10-19 0 0,1 6 0 0 0,18 5-7 0 0,12-9 10 0 0,271-7 21 0 0,-310 22 33 0 0,-11-20 30 0 0,265 15 633 0 0,-267-14-654 0 0,26 15 181 0 0,-121 4-255 0 0,11 0 163 0 0,42 3-164 0 0,-1 17-439 0 0,-52-20 228 0 0,-1 0-95 0 0,0 0-78 0 0,2-1-352 0 0,10-1-2234 0 0,-11 0 2789 0 0,0 1 105 0 0,-1 1-1 0 0,1 0 1 0 0,-1-1 0 0 0,1 1 0 0 0,-1-1 0 0 0,1 1 0 0 0,-1-1 0 0 0,0 1 0 0 0,1-1-1 0 0,-1 1 1 0 0,1-1 0 0 0,-1 1 0 0 0,0-1 0 0 0,0 1 0 0 0,1-1 0 0 0,-1 0-1 0 0,0 1 1 0 0,0-1 0 0 0,0 0 0 0 0,0 1 0 0 0,0-1 0 0 0,0 1 0 0 0,0-1-1 0 0,0 0 1 0 0,0 1 0 0 0,0-1 0 0 0,0 0 0 0 0,0 1 0 0 0,0-1 0 0 0,0 0-1 0 0,-1 1 1 0 0,1-1 0 0 0,0 1 0 0 0,0-1 0 0 0,-1 1 0 0 0,1-1 0 0 0,0 0-1 0 0,-1 1 1 0 0,1-1 0 0 0,-1 1 0 0 0,1 0 0 0 0,-1-1 0 0 0,1 1 0 0 0,0-1-1 0 0,-1 1 1 0 0,0 0 78 0 0,-15-9-1222 0 0,-5-2 162 0 0</inkml:trace>
  <inkml:trace contextRef="#ctx0" brushRef="#br0" timeOffset="4361.772">1477 4125 1256 0 0,'0'0'740'0'0,"0"0"2"0"0,0 0-26 0 0,0 0-103 0 0,0 0 15 0 0,0 0-42 0 0,0 0-36 0 0,0 0-36 0 0,0 0-12 0 0,0 0-70 0 0,0 3-40 0 0,0 9-4 0 0,0-9-40 0 0,2 2-49 0 0,-1-3-269 0 0,1 0 0 0 0,0 1 0 0 0,-1-1 0 0 0,1 0 0 0 0,0 0-1 0 0,0 0 1 0 0,0 0 0 0 0,0 0 0 0 0,0-1 0 0 0,1 1 0 0 0,-1-1 0 0 0,0 1-1 0 0,1-1 1 0 0,-1 0 0 0 0,1 0 0 0 0,0 0 0 0 0,-1 0 0 0 0,1 0 0 0 0,0-1 0 0 0,-1 1-1 0 0,1-1 1 0 0,0 0 0 0 0,0 1 0 0 0,0-1 0 0 0,-1-1 0 0 0,3 1-30 0 0,553 3 1673 0 0,865-3-1210 0 0,-999-14-370 0 0,370 1 201 0 0,-283 13 6 0 0,-88 18-221 0 0,312-16 283 0 0,-43-2-244 0 0,-369-15-68 0 0,363 14 189 0 0,-490-12-63 0 0,35 11-27 0 0,-77-15-166 0 0,-8 14 6 0 0,-1 3 32 0 0,-28-15-38 0 0,-20 11 156 0 0,-53-3 109 0 0,-43 7-66 0 0,-1 0 75 0 0,13 0 462 0 0,0 0-1594 0 0,-23 0-1762 0 0,-51 1-3848 0 0,8 2 4358 0 0,-12 6 1023 0 0</inkml:trace>
  <inkml:trace contextRef="#ctx0" brushRef="#br0" timeOffset="4714.823">5054 5238 1336 0 0,'-4'4'1852'0'0,"2"-2"-384"0"0,-3-2-127 0 0,3 2-249 0 0,-2-1-380 0 0,2 5-220 0 0,2-2-176 0 0,0-3-256 0 0,0 5-304 0 0,2 0 24 0 0,0-3-804 0 0,0 5-252 0 0,1-5-37 0 0,-1 3 249 0 0,0-1 48 0 0</inkml:trace>
  <inkml:trace contextRef="#ctx0" brushRef="#br0" timeOffset="5047.416">4960 5980 2136 0 0,'-6'26'960'0'0,"-2"-2"-240"0"0,4-6-100 0 0,4-3-164 0 0,-2-4-172 0 0,2-11-40 0 0,0 11-500 0 0,0-2 72 0 0,0-9-352 0 0,0 11-296 0 0,20 6-340 0 0,-16-14-108 0 0</inkml:trace>
  <inkml:trace contextRef="#ctx0" brushRef="#br0" timeOffset="5048.416">4966 6547 928 0 0,'4'22'372'0'0,"0"-4"-60"0"0,2 5-168 0 0,-6-23-696 0 0</inkml:trace>
  <inkml:trace contextRef="#ctx0" brushRef="#br0" timeOffset="5431.662">4929 7567 1860 0 0,'-4'26'848'0'0,"4"1"-352"0"0,0-16 40 0 0,0 6-204 0 0,0 1 100 0 0,0 4-124 0 0,17 21-164 0 0,-13-21 64 0 0,6-2-16 0 0,4-4-384 0 0,-8-3-88 0 0,-4 0-124 0 0,2-4-300 0 0,2-1-324 0 0,-5 1 4 0 0</inkml:trace>
  <inkml:trace contextRef="#ctx0" brushRef="#br0" timeOffset="5432.662">4980 8587 1228 0 0,'-2'25'1636'0'0,"-2"-4"-436"0"0,4-7-296 0 0,0-14-299 0 0,0 13-261 0 0,0-2-300 0 0,0-2 8 0 0,0 1-909 0 0,0-1-311 0 0,15 20-120 0 0,-11-18 264 0 0</inkml:trace>
  <inkml:trace contextRef="#ctx0" brushRef="#br0" timeOffset="5716.674">5123 9420 1448 0 0,'-4'30'1424'0'0,"4"-3"-412"0"0,0-17-296 0 0,0 4-456 0 0,0 3-24 0 0,0 5-532 0 0,20 13-484 0 0,-12-15-288 0 0,-3-5-160 0 0</inkml:trace>
  <inkml:trace contextRef="#ctx0" brushRef="#br0" timeOffset="5717.674">5280 10171 1416 0 0,'-2'19'1380'0'0,"-2"8"-360"0"0,8-6-156 0 0,-4-21-272 0 0,0 18-223 0 0,0 0-353 0 0,0-1 0 0 0,14 14-701 0 0,-14-18-543 0 0,6-4 264 0 0,0-1-28 0 0</inkml:trace>
  <inkml:trace contextRef="#ctx0" brushRef="#br0" timeOffset="6066.553">5203 11140 2552 0 0,'-13'22'1520'0'0,"3"3"-532"0"0,2-2-507 0 0,6-9-317 0 0,2-14-12 0 0,0 11-1265 0 0,0 0 5 0 0,0-1 76 0 0,0-10-132 0 0</inkml:trace>
  <inkml:trace contextRef="#ctx0" brushRef="#br0" timeOffset="6067.553">5315 11900 2392 0 0,'-5'22'1412'0'0,"5"-5"-536"0"0,-4-5-436 0 0,4 1-51 0 0,0-13-1186 0 0,0 0-303 0 0,0 11 40 0 0,0-11-24 0 0</inkml:trace>
  <inkml:trace contextRef="#ctx0" brushRef="#br0" timeOffset="6386.432">5416 12634 2244 0 0,'-16'28'2164'0'0,"8"0"-387"0"0,6-12-933 0 0,-2-1-472 0 0,4-15-40 0 0,0 0-1616 0 0,0 11-37 0 0,0-11 201 0 0,0 11-168 0 0,18 4 232 0 0</inkml:trace>
  <inkml:trace contextRef="#ctx0" brushRef="#br0" timeOffset="7860.449">1650 14324 1652 0 0,'-18'0'838'0'0,"14"0"-94"0"0,4 0-64 0 0,-3 0-87 0 0,-6 0-288 0 0,2 0 2658 0 0,10-4-2694 0 0,5-1-184 0 0,0 0 0 0 0,0 1-1 0 0,1 0 1 0 0,0 0 0 0 0,-1 1 0 0 0,1 0-1 0 0,0 0 1 0 0,1 1 0 0 0,-1 1 0 0 0,0-1-1 0 0,1 1 1 0 0,-1 1 0 0 0,9 0-85 0 0,-4-1 60 0 0,732-39 1354 0 0,-13-30-403 0 0,-208 16-772 0 0,-94 12-71 0 0,195-13 21 0 0,126-15-60 0 0,59 6 126 0 0,-803 63-255 0 0,204-11 26 0 0,-13-5-44 0 0,164-9 129 0 0,-85 7-185 0 0,212-26-37 0 0,-348 31 160 0 0,86 7-75 0 0,379 7 63 0 0,-537 22-72 0 0,68-17 69 0 0,-76 9-40 0 0,21-14 155 0 0,-41 11-55 0 0,337-11 2276 0 0,-377 0-2328 0 0,21 1 215 0 0,5 7-1912 0 0,-18 1-2158 0 0,-34-23-163 0 0,-35-12 1088 0 0,28 16 1806 0 0</inkml:trace>
  <inkml:trace contextRef="#ctx0" brushRef="#br0" timeOffset="9816.658">22 2396 1784 0 0,'0'0'540'0'0,"0"0"52"0"0,0 0-106 0 0,0 0 56 0 0,0 0-52 0 0,0 0-47 0 0,0 0-66 0 0,0 0 45 0 0,0 0 29 0 0,0 0-49 0 0,-2 1-22 0 0,0 2-266 0 0,1-1 0 0 0,-1 0 0 0 0,1 0-1 0 0,-1 1 1 0 0,1-1 0 0 0,0 1 0 0 0,0-1 0 0 0,0 1 0 0 0,0 0 0 0 0,0-1 0 0 0,1 1 0 0 0,-1 0 0 0 0,1 0 0 0 0,-1-1 0 0 0,1 1 0 0 0,0 0 0 0 0,0 0 0 0 0,1 0 0 0 0,-1-1 0 0 0,1 1 0 0 0,-1 0-114 0 0,1 11 180 0 0,0 0-86 0 0,1 0 1 0 0,1 0 0 0 0,0 0-1 0 0,1 0 1 0 0,1-1 0 0 0,0 0 0 0 0,1 1-1 0 0,0-2 1 0 0,1 1 0 0 0,0-1 0 0 0,1 0-1 0 0,4 3-94 0 0,-5-4 48 0 0,1-1 0 0 0,0 0 0 0 0,1 0-1 0 0,1-1 1 0 0,-1 0 0 0 0,1-1 0 0 0,1 0-1 0 0,-1-1 1 0 0,1 0 0 0 0,1 0 0 0 0,-1-1 0 0 0,1-1-1 0 0,0 0 1 0 0,0 0 0 0 0,1-1 0 0 0,-1-1-1 0 0,1 0 1 0 0,0-1 0 0 0,0 0 0 0 0,11-1-48 0 0,74-15 109 0 0,-92 12-88 0 0,0 0 1 0 0,0-1-1 0 0,-1 0 1 0 0,1 0-1 0 0,0 0 0 0 0,-1-1 1 0 0,0 0-1 0 0,0 0 1 0 0,0 0-1 0 0,0-1 0 0 0,-1 0 1 0 0,0 1-1 0 0,0-1 1 0 0,0-1-1 0 0,0 1 0 0 0,-1-1 1 0 0,0 1-1 0 0,0-1 0 0 0,-1 0 1 0 0,1 0-1 0 0,-1 0 1 0 0,-1-1-1 0 0,1 1 0 0 0,0-3-21 0 0,0-62 414 0 0,-21 4-247 0 0,12 48-80 0 0,-1-1 1 0 0,-1 1 0 0 0,0 0 0 0 0,-2 1 0 0 0,0 0 0 0 0,0 1 0 0 0,-14-15-88 0 0,20 26 38 0 0,0 0 1 0 0,0 1-1 0 0,0-1 0 0 0,-1 1 1 0 0,0 0-1 0 0,0 0 0 0 0,0 1 1 0 0,-1 0-1 0 0,1 0 0 0 0,-1 0 1 0 0,0 1-1 0 0,0 0 0 0 0,0 1 1 0 0,-1-1-1 0 0,1 1 0 0 0,-1 1 1 0 0,1-1-1 0 0,-3 1-38 0 0,5 1 3 0 0,0 0 1 0 0,0 1-1 0 0,0-1 1 0 0,0 1-1 0 0,0 0 1 0 0,0 1-1 0 0,0-1 0 0 0,1 1 1 0 0,-1 0-1 0 0,0 0 1 0 0,1 0-1 0 0,0 1 1 0 0,-1 0-1 0 0,1 0 1 0 0,0 0-1 0 0,0 0 0 0 0,1 0 1 0 0,-1 1-1 0 0,-1 2-3 0 0,-7 8-208 0 0,0 1-1 0 0,1 0 1 0 0,1 1-1 0 0,1 0 1 0 0,0 1-1 0 0,1 0 0 0 0,-3 9 209 0 0,7-18-125 0 0,-73 207-7832 0 0,63-182 6858 0 0,1 1 73 0 0</inkml:trace>
  <inkml:trace contextRef="#ctx0" brushRef="#br0" timeOffset="11261.29">277 3495 2816 0 0,'0'14'813'0'0,"0"-11"12"0"0,0-3-38 0 0,0 0-66 0 0,0 0-24 0 0,0 0-56 0 0,0 0-24 0 0,0 3-40 0 0,0 11-33 0 0,0-11-4 0 0,0-3-28 0 0,0 0-89 0 0,0 0-94 0 0,0 0 23 0 0,4-4-80 0 0,123-144 1190 0 0,-82 95-1219 0 0,-25 37-238 0 0,-19 16 32 0 0,-1 0-41 0 0,1 3-9 0 0,14 67 53 0 0,-14 56 202 0 0,2 267-2785 0 0,12-251-4183 0 0,-15-119 5651 0 0,0 0 145 0 0</inkml:trace>
  <inkml:trace contextRef="#ctx0" brushRef="#br0" timeOffset="12599.505">615 14873 1964 0 0,'0'-5'895'0'0,"0"2"-830"0"0,0 0 0 0 0,0 1 1 0 0,-1-1-1 0 0,1 0 0 0 0,-1 0 0 0 0,0 1 1 0 0,0-1-1 0 0,0 0 0 0 0,0 1 0 0 0,0-1 1 0 0,-1 1-1 0 0,1 0 0 0 0,-1-1 0 0 0,1 1 1 0 0,-1 0-1 0 0,0 0 0 0 0,0 0 0 0 0,0 0 1 0 0,0 0-66 0 0,-25-33 903 0 0,21 24-617 0 0,-1 1 1 0 0,-1 0 0 0 0,0 0-1 0 0,0 1 1 0 0,-1 0 0 0 0,0 1-1 0 0,0 0 1 0 0,-1 0 0 0 0,0 1-1 0 0,-1 0 1 0 0,1 0-1 0 0,-5 0-286 0 0,11 5 58 0 0,1 1-1 0 0,-1 0 0 0 0,1 0 0 0 0,-1 1 0 0 0,1-1 0 0 0,-1 1 1 0 0,0 0-1 0 0,1 0 0 0 0,-1 0 0 0 0,0 0 0 0 0,1 1 0 0 0,-1-1 1 0 0,1 1-1 0 0,-1 0 0 0 0,0 0 0 0 0,1 0 0 0 0,0 1 0 0 0,-1-1 1 0 0,1 1-1 0 0,0 0 0 0 0,0-1 0 0 0,0 2 0 0 0,0-1 0 0 0,-3 2-57 0 0,-56 67 343 0 0,58-64-312 0 0,0 1 0 0 0,0 1 0 0 0,0-1 0 0 0,1 0 0 0 0,0 1 0 0 0,1-1 0 0 0,0 1 0 0 0,0 0 1 0 0,1 0-1 0 0,0 0 0 0 0,0 0 0 0 0,1 0 0 0 0,1 6-31 0 0,1-10 10 0 0,1-1-14 0 0,31 25 74 0 0,-27-27-64 0 0,66 5 2 0 0,-54-14-21 0 0,0 0 0 0 0,0-2 0 0 0,0 0 0 0 0,-1-1 1 0 0,0-1-1 0 0,-1 0 0 0 0,0-1 0 0 0,-1-1 0 0 0,15-15 13 0 0,-10 11 180 0 0,-21 17-132 0 0,0 0-22 0 0,0 0 27 0 0,1 3 5 0 0,-3 91 48 0 0,2-25-28 0 0,-7 139-44 0 0,4-187-70 0 0,-2-1 0 0 0,0 0-1 0 0,-2-1 1 0 0,0 1 0 0 0,-1-1 0 0 0,-5 9 36 0 0,11-24-83 0 0,1-1 1 0 0,-1 0 0 0 0,0 1 0 0 0,0-1-1 0 0,0 0 1 0 0,0 0 0 0 0,0 0 0 0 0,-1-1-1 0 0,1 1 1 0 0,-1-1 0 0 0,0 1 0 0 0,1-1-1 0 0,-1 0 1 0 0,0 0 0 0 0,-1 0-1 0 0,1 0 1 0 0,0 0 0 0 0,-1-1 0 0 0,1 0-1 0 0,0 1 1 0 0,-4-1 82 0 0,7-1-291 0 0,0 0-34 0 0,0 0-198 0 0,-2 0-183 0 0,0 0 544 0 0,1 0 0 0 0,0-1 0 0 0,0 1 0 0 0,-1-1-1 0 0,1 0 1 0 0,0 1 0 0 0,0-1 0 0 0,0 0 0 0 0,-1 0 0 0 0,1 0-1 0 0,0 0 1 0 0,0 0 0 0 0,1 0 0 0 0,-1 0 0 0 0,0 0-1 0 0,0 0 1 0 0,0 0 0 0 0,1 0 0 0 0,-1-1 0 0 0,0 1 0 0 0,1 0-1 0 0,-1 0 1 0 0,1-1 0 0 0,0 1 0 0 0,-1 0 0 0 0,1-1-1 0 0,0 1 1 0 0,0-1 162 0 0,-2-6-1170 0 0</inkml:trace>
  <inkml:trace contextRef="#ctx0" brushRef="#br0" timeOffset="13124.988">1098 14687 1160 0 0,'1'-1'122'0'0,"0"-1"-1"0"0,0 1 1 0 0,-1 0 0 0 0,1-1-1 0 0,-1 1 1 0 0,1 0 0 0 0,-1-1-1 0 0,1 1 1 0 0,-1-1 0 0 0,0 1-1 0 0,1 0 1 0 0,-1-1-1 0 0,0 1 1 0 0,0-1 0 0 0,0 1-1 0 0,0-1 1 0 0,0 1 0 0 0,-1-1-1 0 0,1 1 1 0 0,0-1 0 0 0,-1 1-1 0 0,1 0 1 0 0,-1-1-1 0 0,1 1 1 0 0,-1 0 0 0 0,0-1-1 0 0,1 1 1 0 0,-1 0 0 0 0,0 0-1 0 0,0 0 1 0 0,0 0 0 0 0,0-1-1 0 0,0 1 1 0 0,0 0 0 0 0,0 1-1 0 0,-1-1 1 0 0,1 0-1 0 0,0 0 1 0 0,0 0 0 0 0,-1 1-1 0 0,1-1 1 0 0,0 1 0 0 0,-1-1-1 0 0,1 1 1 0 0,-1 0 0 0 0,1-1-1 0 0,-1 1 1 0 0,1 0 0 0 0,0 0-1 0 0,-1 0 1 0 0,1 0-1 0 0,-1 0 1 0 0,1 0 0 0 0,-1 0-122 0 0,-14 5 282 0 0,0-1 0 0 0,1 2-1 0 0,-1 0 1 0 0,1 1 0 0 0,0 1 0 0 0,-13 8-282 0 0,16-7 155 0 0,0 0-1 0 0,0 0 0 0 0,1 1 1 0 0,0 1-1 0 0,1 0 1 0 0,1 0-1 0 0,-7 9-154 0 0,10 10 275 0 0,6-29-246 0 0,3 4 44 0 0,36 36 75 0 0,73 11 51 0 0,-4 1-111 0 0,-68-18-40 0 0,-32-28-38 0 0,1 1 0 0 0,-1 0 0 0 0,0 0 0 0 0,-1 1 0 0 0,0 0 0 0 0,0 0 0 0 0,-1 1 0 0 0,0 0 0 0 0,-1 0-1 0 0,0 0 1 0 0,0 1-10 0 0,-1 28 370 0 0,-8-31-278 0 0,-54 65 380 0 0,53-68-464 0 0,-6 5 42 0 0,0-1 0 0 0,-1 0 0 0 0,1-1 0 0 0,-2 0 0 0 0,1 0 0 0 0,-1-2 0 0 0,0 0 0 0 0,-1 0 0 0 0,-12 3-50 0 0,23-16-3443 0 0,6-5 175 0 0,0 4 875 0 0,-6 4 1279 0 0</inkml:trace>
  <inkml:trace contextRef="#ctx0" brushRef="#br0" timeOffset="15785.095">1112 14722 1664 0 0,'0'0'294'0'0,"0"0"-28"0"0,0 0 7 0 0,0 0 130 0 0,0 0 18 0 0,0 0-95 0 0,0 0 64 0 0,0 0-22 0 0,0 0-17 0 0,0 0 4 0 0,0 0-76 0 0,0 0-8 0 0,0-3-6 0 0,0-30 1915 0 0,0 30-2001 0 0,0 3-7 0 0,0 0-49 0 0,0 0-19 0 0,0 0-6 0 0,0 0 46 0 0,0 0 5 0 0,0 0 28 0 0,0 4 82 0 0,30 77 399 0 0,-17-55-542 0 0,40 132-233 0 0,-37-96-1699 0 0,-2 0 0 0 0,-3 1 0 0 0,-2 0 0 0 0,-2 19 1816 0 0,-3-17-1160 0 0</inkml:trace>
  <inkml:trace contextRef="#ctx0" brushRef="#br0" timeOffset="19570.101">8647 2615 1008 0 0,'0'0'443'0'0,"0"0"-12"0"0,0 0-53 0 0,0 0-49 0 0,0 0-24 0 0,0 0 41 0 0,0 0-11 0 0,0 0 8 0 0,0 0-38 0 0,0 0-59 0 0,-3 0-115 0 0,-13 0 249 0 0,16 0-131 0 0,0 0-32 0 0,0 0-77 0 0,0 0 70 0 0,0 0-23 0 0,0 0-119 0 0,0 0 21 0 0,1 1 144 0 0,74 16 379 0 0,15-8-65 0 0,0-4 0 0 0,61-6-547 0 0,-49 0 296 0 0,43 1 1683 0 0,-144 0-1918 0 0,-1 0-100 0 0,0 0-111 0 0,0 0-208 0 0,3 0-96 0 0,5 1-695 0 0,-16-2-3578 0 0,1 1 3525 0 0</inkml:trace>
  <inkml:trace contextRef="#ctx0" brushRef="#br1" timeOffset="26313.887">8474 1829 2272 0 0,'0'0'704'0'0,"0"-3"-55"0"0,-15-33 230 0 0,-5 7 367 0 0,5-7 1674 0 0,16 59-1743 0 0,7 56-367 0 0,40 412-60 0 0,-33-269-7780 0 0,-15-198 5905 0 0,0 0-47 0 0</inkml:trace>
  <inkml:trace contextRef="#ctx0" brushRef="#br2" timeOffset="33143.348">8535 1774 2292 0 0,'0'0'822'0'0,"0"0"-42"0"0,0 0-106 0 0,0 0-125 0 0,0-3-1 0 0,0-8-37 0 0,0 8-69 0 0,0 3-1 0 0,0 0-31 0 0,0 0-42 0 0,0 0 12 0 0,0 0-23 0 0,0 0-12 0 0,-5 1 10 0 0,4-1-340 0 0,0 0 1 0 0,0 0 0 0 0,0 1 0 0 0,0-1 0 0 0,0 0 0 0 0,0 0-1 0 0,0 0 1 0 0,0 1 0 0 0,0-1 0 0 0,0 1 0 0 0,0-1 0 0 0,0 1-1 0 0,0-1 1 0 0,0 1 0 0 0,0-1 0 0 0,0 1 0 0 0,1 0 0 0 0,-1-1-1 0 0,0 1 1 0 0,1 0 0 0 0,-1 0 0 0 0,0 0 0 0 0,1-1 0 0 0,-1 1-1 0 0,1 0 1 0 0,-1 0 0 0 0,1 0 0 0 0,-1 0 0 0 0,1 0 0 0 0,0 0-1 0 0,0 0 1 0 0,-1 0 0 0 0,1 0 0 0 0,0 0 0 0 0,0 0 0 0 0,0 0-1 0 0,0 0 1 0 0,0 0 0 0 0,0 0 0 0 0,0 0 0 0 0,1 0 0 0 0,-1 0-1 0 0,0 0 1 0 0,0 0 0 0 0,1 0 0 0 0,0 1-16 0 0,-1 13 201 0 0,0 511-214 0 0,21-354-4032 0 0,-13-85 488 0 0,-6-63 2513 0 0</inkml:trace>
  <inkml:trace contextRef="#ctx0" brushRef="#br2" timeOffset="33833.159">8820 2120 1280 0 0,'-1'0'128'0'0,"1"0"1"0"0,-1 0-1 0 0,1 0 0 0 0,-1 0 0 0 0,0 0 0 0 0,1 0 1 0 0,-1 0-1 0 0,1 0 0 0 0,-1 1 0 0 0,0-1 1 0 0,1 0-1 0 0,-1 0 0 0 0,1 1 0 0 0,-1-1 0 0 0,1 0 1 0 0,-1 1-1 0 0,1-1 0 0 0,-1 0 0 0 0,1 1 1 0 0,-1-1-1 0 0,1 1 0 0 0,0-1 0 0 0,-1 1 0 0 0,1-1 1 0 0,-1 1-1 0 0,1-1 0 0 0,0 1 0 0 0,0-1 1 0 0,-1 1-1 0 0,1-1 0 0 0,0 1 0 0 0,0 0 0 0 0,0-1 1 0 0,0 1-1 0 0,-1-1 0 0 0,1 1 0 0 0,0 0 1 0 0,0-1-1 0 0,0 1 0 0 0,0-1 0 0 0,1 1-128 0 0,-8 66 2823 0 0,25-24-2412 0 0,-13-36-351 0 0,41 41 495 0 0,26-7 9 0 0,-60-38-522 0 0,-6-1-10 0 0,0 0 0 0 0,0-1-1 0 0,1 0 1 0 0,-1 0 0 0 0,0-1 0 0 0,1 1-1 0 0,-1-1 1 0 0,1-1 0 0 0,-1 1-1 0 0,0-1 1 0 0,4-1-32 0 0,2-2 16 0 0,0 0 0 0 0,0-1 0 0 0,-1 0 0 0 0,0-1 1 0 0,0 0-1 0 0,0-1 0 0 0,-1 0 0 0 0,0-1 0 0 0,0 0 0 0 0,-1-1 0 0 0,0 0 0 0 0,2-4-16 0 0,-8 10 13 0 0,0 0-1 0 0,-1 0 1 0 0,0-1-1 0 0,0 1 1 0 0,0-1-1 0 0,0 1 1 0 0,0-1-1 0 0,-1 0 0 0 0,0 0 1 0 0,0 0-1 0 0,0 0 1 0 0,0 0-1 0 0,0 0 1 0 0,-1 0-1 0 0,0 0 1 0 0,0 0-1 0 0,0 0 0 0 0,0 0 1 0 0,-1 0-1 0 0,1 0 1 0 0,-2-3-13 0 0,0 2 36 0 0,-1-1 1 0 0,0 1 0 0 0,0-1-1 0 0,-1 1 1 0 0,1 0 0 0 0,-1 0-1 0 0,0 1 1 0 0,0-1 0 0 0,-1 1-1 0 0,1 0 1 0 0,-1 0 0 0 0,0 0-1 0 0,0 1 1 0 0,-1 0 0 0 0,1 0-1 0 0,-1 0 1 0 0,1 1 0 0 0,-1-1-1 0 0,-1 1-36 0 0,2 1 6 0 0,1 1 0 0 0,0 0 0 0 0,0 0 0 0 0,-1 0-1 0 0,1 1 1 0 0,0-1 0 0 0,0 1 0 0 0,-1 0-1 0 0,1 0 1 0 0,0 0 0 0 0,0 1 0 0 0,0 0-1 0 0,0-1 1 0 0,0 1 0 0 0,1 1 0 0 0,-1-1 0 0 0,1 0-1 0 0,-1 1 1 0 0,0 1-6 0 0,-8 4-88 0 0,2 1-434 0 0,1 0-1 0 0,0 1 1 0 0,1 0-1 0 0,0 1 1 0 0,0 0-1 0 0,1 0 1 0 0,1 1-1 0 0,0 0 0 0 0,0 0 1 0 0,1 0-1 0 0,1 1 1 0 0,0 0-1 0 0,1-1 1 0 0,0 1-1 0 0,0 4 523 0 0,-12 37-1584 0 0,2-15 492 0 0</inkml:trace>
  <inkml:trace contextRef="#ctx0" brushRef="#br2" timeOffset="34682.776">7169 1932 1892 0 0,'0'0'877'0'0,"0"0"-54"0"0,0 0-53 0 0,0 0-54 0 0,0 0-27 0 0,0 0-28 0 0,-3 3-39 0 0,2 1-535 0 0,0 0 1 0 0,0 0-1 0 0,0 0 1 0 0,0 0-1 0 0,1 1 1 0 0,0-1-1 0 0,0 0 1 0 0,0 0-1 0 0,0 0 1 0 0,0 1-1 0 0,1-1 1 0 0,0 0-1 0 0,0 0 1 0 0,0 0-1 0 0,0 0 1 0 0,1 0-1 0 0,0 0 1 0 0,0-1-1 0 0,0 2-87 0 0,5 17 320 0 0,12 57 460 0 0,-4 2 0 0 0,-4 0-1 0 0,-1 20-779 0 0,6 45-187 0 0,-1-64-1581 0 0,18-5-3925 0 0,-27-70 4634 0 0</inkml:trace>
  <inkml:trace contextRef="#ctx0" brushRef="#br2" timeOffset="35080.219">7630 2354 2656 0 0,'2'-17'4208'0'0,"16"-10"-2596"0"0,-13 20-1351 0 0,73-104 1444 0 0,-45 44-1089 0 0,-16 33 86 0 0,-9 45 460 0 0,-3 28-937 0 0,-4-27-87 0 0,48 203-441 0 0,-33-156-1725 0 0,5 65-4638 0 0,-24-101 5507 0 0,-15 22-14 0 0</inkml:trace>
  <inkml:trace contextRef="#ctx0" brushRef="#br2" timeOffset="35725.955">5522 2267 2832 0 0,'0'0'1296'0'0,"0"0"-264"0"0,0 0-55 0 0,0 0-89 0 0,0 0-196 0 0,0 0-180 0 0,0 0-260 0 0,0 0-288 0 0,0 0 0 0 0,0 0-1004 0 0,0 0-236 0 0,0 0 171 0 0,-28 21-95 0 0,18-21 148 0 0,-17-4-48 0 0</inkml:trace>
  <inkml:trace contextRef="#ctx0" brushRef="#br2" timeOffset="36000.759">4518 2492 1760 0 0,'-8'2'1208'0'0,"1"0"-224"0"0,3-1-224 0 0,-2 1-120 0 0,2 0-147 0 0,4 0-113 0 0,-2-2-76 0 0,-2 2-196 0 0,-2-2-128 0 0,2 2 4 0 0,0-1-248 0 0,0-1-184 0 0,0 2-285 0 0,-2-2-359 0 0,3 0-60 0 0,-1 4 100 0 0</inkml:trace>
  <inkml:trace contextRef="#ctx0" brushRef="#br2" timeOffset="36278.082">4053 2615 1676 0 0,'-6'2'968'0'0,"0"-2"16"0"0,0 2-136 0 0,4-2-60 0 0,-6 0-99 0 0,5 2-85 0 0,1-2-16 0 0,-2-2-128 0 0,0 2-100 0 0,-2 0-132 0 0,4-2-104 0 0,2 2-12 0 0,-4-2-872 0 0,2-1-560 0 0,-4-1 71 0 0,2-2 133 0 0,-2 4 12 0 0,0-5 104 0 0</inkml:trace>
  <inkml:trace contextRef="#ctx0" brushRef="#br2" timeOffset="36279.082">3083 2599 2828 0 0,'-12'1'512'0'0,"2"-1"0"0"0,3 0-108 0 0,1 0-96 0 0,-2 0-100 0 0,2 0 4 0 0,2 2-20 0 0,-2-2-380 0 0,0 0-224 0 0,2 0-668 0 0,0 0 64 0 0,2 0-152 0 0</inkml:trace>
  <inkml:trace contextRef="#ctx0" brushRef="#br2" timeOffset="37045.486">2378 1927 848 0 0,'0'-4'1016'0'0,"0"-9"-81"0"0,4 10-100 0 0,12 3 633 0 0,-16 0-786 0 0,0 0 40 0 0,6-4-37 0 0,-2 2-570 0 0,-3 2-86 0 0,0-1-1 0 0,0 0 0 0 0,0 1 1 0 0,0-1-1 0 0,0 0 0 0 0,0 1 1 0 0,0-1-1 0 0,0 1 0 0 0,1 0 1 0 0,-1-1-1 0 0,0 1 0 0 0,0 0 0 0 0,0 0 1 0 0,0 0-1 0 0,0 0 0 0 0,1-1 1 0 0,-1 2-1 0 0,0-1 0 0 0,0 0 1 0 0,0 0-1 0 0,0 0 0 0 0,1 0 1 0 0,-1 1-1 0 0,0-1 0 0 0,0 1 1 0 0,0-1-1 0 0,0 1 0 0 0,0-1 1 0 0,0 1-1 0 0,0-1 0 0 0,0 1 1 0 0,0 0-1 0 0,0 0 0 0 0,0-1 0 0 0,-1 1 1 0 0,1 0-1 0 0,0 0 0 0 0,0 0 1 0 0,-1 0-29 0 0,11 21 349 0 0,-1 0 1 0 0,-1 1-1 0 0,-1 0 1 0 0,0 0 0 0 0,-2 1-1 0 0,-1 0 1 0 0,0 11-350 0 0,3 8 337 0 0,26 134 498 0 0,13 65-4103 0 0,-26-89-1706 0 0,-20-136 3694 0 0</inkml:trace>
  <inkml:trace contextRef="#ctx0" brushRef="#br2" timeOffset="37709.232">1660 2516 2784 0 0,'2'4'4677'0'0,"-8"-24"-2778"0"0,2-121 61 0 0,4 139-1927 0 0,3-1 15 0 0,0 6 67 0 0,3 46-5 0 0,7 123-622 0 0,-7-107-889 0 0,2-24-3123 0 0,-4-36 2268 0 0,-2-5 1287 0 0</inkml:trace>
  <inkml:trace contextRef="#ctx0" brushRef="#br2" timeOffset="38077.864">1874 2404 2172 0 0,'8'26'5539'0'0,"23"8"-4343"0"0,-6-8-446 0 0,-12-13-537 0 0,0 0 1 0 0,1-1-1 0 0,0-1 1 0 0,1 0-1 0 0,0-1 1 0 0,14 6-214 0 0,3 4 245 0 0,51 56 630 0 0,-75-53-670 0 0,-8-22-209 0 0,-5 14-519 0 0,-49 25-633 0 0,50-37 859 0 0,-1-2 0 0 0,1 1 0 0 0,-1 0-1 0 0,0-1 1 0 0,1 0 0 0 0,-1 0-1 0 0,0 0 1 0 0,0-1 0 0 0,0 0 0 0 0,0 0-1 0 0,0 0 1 0 0,1 0 0 0 0,-4-1 297 0 0,-68-32-3411 0 0,58 20 2270 0 0</inkml:trace>
  <inkml:trace contextRef="#ctx0" brushRef="#br2" timeOffset="38445.276">1903 2398 2324 0 0,'15'-36'5671'0'0,"8"11"-5141"0"0,1 2 0 0 0,1 0 0 0 0,1 2 0 0 0,1 1 0 0 0,1 1 0 0 0,5-1-530 0 0,61-45-1007 0 0,-26 18-4213 0 0,-68 48 2932 0 0,-6 4 1232 0 0</inkml:trace>
  <inkml:trace contextRef="#ctx0" brushRef="#br2" timeOffset="47874.908">15018 416 1600 0 0,'0'-2'171'0'0,"-1"1"1"0"0,0 0-1 0 0,0 0 0 0 0,1 1 0 0 0,-1-1 0 0 0,0 0 1 0 0,0 0-1 0 0,0 0 0 0 0,0 0 0 0 0,0 1 0 0 0,0-1 1 0 0,0 1-1 0 0,0-1 0 0 0,0 0 0 0 0,0 1 0 0 0,0 0 1 0 0,-1-1-1 0 0,1 1 0 0 0,0 0 0 0 0,0-1 0 0 0,0 1 1 0 0,-1 0-1 0 0,1 0 0 0 0,0 0 0 0 0,0 0 0 0 0,-1 0 1 0 0,1 1-1 0 0,0-1 0 0 0,0 0 0 0 0,0 0 0 0 0,-1 1 1 0 0,1-1-1 0 0,0 1 0 0 0,0-1 0 0 0,0 1 0 0 0,0-1 1 0 0,0 1-1 0 0,0 0 0 0 0,0 0 0 0 0,0-1 0 0 0,0 1 1 0 0,0 0-1 0 0,0 1-171 0 0,0-1 61 0 0,-1-1 0 0 0,1 1 0 0 0,0 0-1 0 0,0 0 1 0 0,-1 0 0 0 0,1 0 0 0 0,0 1 0 0 0,0-1 0 0 0,0 0 0 0 0,0 0 0 0 0,1 1 0 0 0,-1-1 0 0 0,0 0 0 0 0,1 1 0 0 0,-1-1-1 0 0,0 1 1 0 0,1-1 0 0 0,0 1 0 0 0,-1-1 0 0 0,1 1 0 0 0,0-1 0 0 0,0 1 0 0 0,0-1 0 0 0,0 1 0 0 0,0-1 0 0 0,0 1 0 0 0,0-1-1 0 0,0 1 1 0 0,1-1 0 0 0,-1 1 0 0 0,1-1 0 0 0,-1 1 0 0 0,1-1 0 0 0,-1 1 0 0 0,1-1 0 0 0,0 0 0 0 0,0 1 0 0 0,0-1-1 0 0,0 0 1 0 0,0 0 0 0 0,0 0 0 0 0,0 1 0 0 0,0-1 0 0 0,0 0 0 0 0,0 0 0 0 0,1-1 0 0 0,-1 1 0 0 0,0 0 0 0 0,1 0 0 0 0,-1-1-1 0 0,1 1-60 0 0,-1-1 15 0 0,1 0 0 0 0,0 1-1 0 0,-1-1 1 0 0,1 0 0 0 0,-1 0 0 0 0,1-1-1 0 0,0 1 1 0 0,-1 0 0 0 0,1 0-1 0 0,0-1 1 0 0,-1 1 0 0 0,1-1-1 0 0,-1 0 1 0 0,1 1 0 0 0,-1-1-1 0 0,1 0 1 0 0,-1 0 0 0 0,0 0-1 0 0,1 0 1 0 0,-1 0 0 0 0,0 0-1 0 0,0 0 1 0 0,0 0 0 0 0,0 0-1 0 0,0-1 1 0 0,0 1 0 0 0,0 0-1 0 0,0-1 1 0 0,0 1 0 0 0,-1-1-1 0 0,1 1 1 0 0,0-1 0 0 0,-1 1-1 0 0,1-1 1 0 0,-1 0 0 0 0,0 1 0 0 0,0-1-1 0 0,1 1 1 0 0,-1-1 0 0 0,0 0-1 0 0,0 1 1 0 0,-1-1 0 0 0,1 0-1 0 0,0 1 1 0 0,0-1 0 0 0,-1 1-1 0 0,1-1 1 0 0,-1 0 0 0 0,0 1-1 0 0,1-1 1 0 0,-1 1 0 0 0,0 0-1 0 0,0-1 1 0 0,0 1 0 0 0,0 0-1 0 0,0-1 1 0 0,0 1 0 0 0,0 0-1 0 0,0 0 1 0 0,0 0 0 0 0,-1 0-1 0 0,1 0 1 0 0,-1 0 0 0 0,1 0-1 0 0,0 0 1 0 0,-1 1 0 0 0,1-1 0 0 0,-1 1-1 0 0,-1-1-14 0 0,-37-9-1075 0 0,39 10 646 0 0,-2 3-22 0 0,-20 33-3793 0 0,21-3 628 0 0,2-14 2550 0 0</inkml:trace>
  <inkml:trace contextRef="#ctx0" brushRef="#br2" timeOffset="48281.24">15038 890 2396 0 0,'0'124'6743'0'0,"0"-122"-6514"0"0,0-2-19 0 0,2 2-36 0 0,-1-2-153 0 0,-1 1 0 0 0,0-1-1 0 0,1 1 1 0 0,-1-1 0 0 0,1 1-1 0 0,-1-1 1 0 0,1 1 0 0 0,-1-1-1 0 0,1 1 1 0 0,-1-1 0 0 0,1 0-1 0 0,-1 1 1 0 0,1-1 0 0 0,-1 0 0 0 0,1 0-1 0 0,0 1 1 0 0,-1-1 0 0 0,1 0-1 0 0,0 0 1 0 0,-1 0 0 0 0,1 0-1 0 0,0 0 1 0 0,-1 0 0 0 0,1 0-1 0 0,-1 0 1 0 0,1 0 0 0 0,0 0-1 0 0,-1 0 1 0 0,1 0 0 0 0,0 0 0 0 0,-1-1-1 0 0,1 1 1 0 0,0 0 0 0 0,-1 0-1 0 0,1-1 1 0 0,-1 1 0 0 0,1 0-1 0 0,-1-1 1 0 0,1 1 0 0 0,-1-1-1 0 0,1 1 1 0 0,-1-1 0 0 0,1 1-1 0 0,-1-1 1 0 0,1 1 0 0 0,-1-1 0 0 0,0 1-1 0 0,1-1 1 0 0,-1 1 0 0 0,0-1-1 0 0,0 0 1 0 0,1 1 0 0 0,-1-1-1 0 0,0 1 1 0 0,0-1 0 0 0,0 0-1 0 0,0 1 1 0 0,0-1 0 0 0,0 0-1 0 0,0 1 1 0 0,0-1 0 0 0,0 0 0 0 0,0 1-1 0 0,0-1 1 0 0,0 0 0 0 0,0 1-1 0 0,-1-1 1 0 0,1 0-21 0 0,-5-38 1215 0 0,4 36-1149 0 0,-1 0-1 0 0,1 1 1 0 0,-1-1-1 0 0,0 1 1 0 0,0 0 0 0 0,0 0-1 0 0,0-1 1 0 0,0 1-1 0 0,0 0 1 0 0,-1 1-1 0 0,1-1 1 0 0,-1 0-1 0 0,1 1 1 0 0,-1-1-1 0 0,0 1 1 0 0,1 0-1 0 0,-1 0 1 0 0,0 0-1 0 0,0 0 1 0 0,0 1-66 0 0,1-1 2 0 0,0 0 0 0 0,0 1 0 0 0,0 0 1 0 0,0-1-1 0 0,0 1 0 0 0,-1 0 1 0 0,1 0-1 0 0,0 0 0 0 0,0 1 0 0 0,0-1 1 0 0,0 0-1 0 0,0 1 0 0 0,0-1 0 0 0,0 1 1 0 0,0 0-1 0 0,0 0 0 0 0,0 0 1 0 0,0 0-1 0 0,1 0 0 0 0,-1 0 0 0 0,0 0 1 0 0,0 1-1 0 0,1-1 0 0 0,-1 0 0 0 0,1 1 1 0 0,-1-1-1 0 0,1 1 0 0 0,0 0 1 0 0,0 0-1 0 0,0-1 0 0 0,0 1 0 0 0,0 0 1 0 0,0 0-1 0 0,0 0 0 0 0,0 0 0 0 0,1 0 1 0 0,-1 0-1 0 0,1 0 0 0 0,0 0 1 0 0,-1 0-1 0 0,1 0 0 0 0,0 0 0 0 0,0 1 1 0 0,1 0-3 0 0,0-1-358 0 0,0-1 1 0 0,0 1-1 0 0,1-1 1 0 0,-1 0-1 0 0,0 0 1 0 0,1 0 0 0 0,0 0-1 0 0,-1 0 1 0 0,1 0-1 0 0,0 0 1 0 0,-1 0-1 0 0,1-1 1 0 0,0 1 0 0 0,0 0-1 0 0,-1-1 1 0 0,1 0-1 0 0,0 1 1 0 0,0-1-1 0 0,0 0 1 0 0,0 0 0 0 0,0 0-1 0 0,-1 0 1 0 0,1-1-1 0 0,0 1 1 0 0,0 0-1 0 0,0-1 1 0 0,0 1 0 0 0,-1-1-1 0 0,1 0 1 0 0,0 1-1 0 0,1-2 358 0 0,4 0-984 0 0</inkml:trace>
  <inkml:trace contextRef="#ctx0" brushRef="#br2" timeOffset="56160.801">12580 2821 2324 0 0,'0'0'714'0'0,"6"1"-170"0"0,-5-1-524 0 0,0 0 15 0 0,1 0 0 0 0,-1 0 0 0 0,1 0 1 0 0,0 1-1 0 0,-1-1 0 0 0,1 0 0 0 0,-1 1 0 0 0,1-1 0 0 0,-1 1 0 0 0,1-1 0 0 0,-1 1 0 0 0,0 0 1 0 0,1 0-1 0 0,-1-1 0 0 0,0 1 0 0 0,1 0 0 0 0,-1 0 0 0 0,0 0 0 0 0,0 1 0 0 0,0-1 0 0 0,0 0 1 0 0,0 0-1 0 0,0 1 0 0 0,0-1 0 0 0,0 0 0 0 0,-1 1 0 0 0,1-1 0 0 0,0 1 0 0 0,-1 0-35 0 0,8 26 407 0 0,-1 0 0 0 0,-2 0 0 0 0,-1 1 0 0 0,-1 0 0 0 0,-2 0 0 0 0,0 0 0 0 0,-3 5-407 0 0,2-14 124 0 0,-21 156 108 0 0,-3 21-1733 0 0,7-129-1023 0 0,15-55 1492 0 0</inkml:trace>
  <inkml:trace contextRef="#ctx0" brushRef="#br2" timeOffset="56622.922">12517 2893 1936 0 0,'3'-8'276'0'0,"-2"-1"-25"0"0,1 0 0 0 0,1 0 0 0 0,0 1 0 0 0,0-1 0 0 0,1 1 0 0 0,0 0 0 0 0,0 0 0 0 0,1 0 0 0 0,0 0 0 0 0,0 1 0 0 0,1 0 0 0 0,0 0 0 0 0,0 0 0 0 0,6-4-251 0 0,2 4 207 0 0,-1 0 0 0 0,1 0 0 0 0,0 1 1 0 0,0 1-1 0 0,1 1 0 0 0,0 0 0 0 0,0 1 0 0 0,0 0 1 0 0,0 1-1 0 0,0 1 0 0 0,0 0 0 0 0,10 2-207 0 0,47 19 387 0 0,-68-19-352 0 0,0 0 1 0 0,0 0 0 0 0,0 0-1 0 0,-1 0 1 0 0,1 1 0 0 0,0 0-1 0 0,-1 0 1 0 0,1 0-1 0 0,-1 0 1 0 0,0 0 0 0 0,1 1-1 0 0,-1-1 1 0 0,0 1 0 0 0,-1 0-1 0 0,1 0 1 0 0,0 0-1 0 0,-1 1 1 0 0,0-1 0 0 0,0 0-1 0 0,0 1 1 0 0,0-1 0 0 0,0 1-1 0 0,-1 0 1 0 0,1 0-1 0 0,-1 0 1 0 0,0-1 0 0 0,0 1-1 0 0,-1 0 1 0 0,1 0 0 0 0,-1 0-1 0 0,0 0 1 0 0,0 1-1 0 0,0-1 1 0 0,0 0 0 0 0,-1 0-1 0 0,0 0 1 0 0,0 3-36 0 0,-4 3 50 0 0,1 1 0 0 0,-2-1 0 0 0,1 0 0 0 0,-1-1 0 0 0,-1 0 0 0 0,0 0 0 0 0,0 0 0 0 0,0 0 0 0 0,-7 4-50 0 0,0-2 39 0 0,-1 0 1 0 0,0-1-1 0 0,0-1 0 0 0,-1 0 1 0 0,0-1-1 0 0,-1-1 0 0 0,-9 3-39 0 0,-15-6-437 0 0,37-7 186 0 0,-8-11 21 0 0,12 13 206 0 0,0 0-1 0 0,-1 0 0 0 0,1 0 0 0 0,0 0 1 0 0,0 0-1 0 0,0 0 0 0 0,0-1 1 0 0,0 1-1 0 0,0 0 0 0 0,0 0 1 0 0,1 0-1 0 0,-1 0 0 0 0,0 0 1 0 0,1 1-1 0 0,-1-1 0 0 0,0 0 1 0 0,1 0-1 0 0,-1 0 0 0 0,1 0 0 0 0,0 0 1 0 0,-1 0-1 0 0,1 1 0 0 0,0-1 1 0 0,-1 0-1 0 0,1 0 0 0 0,0 1 1 0 0,0-1-1 0 0,-1 1 0 0 0,1-1 1 0 0,0 0-1 0 0,0 1 25 0 0,2-3-159 0 0,12-12-714 0 0,1 2 0 0 0,0 0 0 0 0,1 0 0 0 0,0 2 0 0 0,1 0 0 0 0,3-1 873 0 0,10-4-1154 0 0</inkml:trace>
  <inkml:trace contextRef="#ctx0" brushRef="#br2" timeOffset="56936.886">13261 2750 1664 0 0,'3'-1'149'0'0,"23"-12"2604"0"0,-26 13-2702 0 0,0-1 0 0 0,1 1 1 0 0,-1-1-1 0 0,0 1 0 0 0,1 0 1 0 0,-1-1-1 0 0,0 1 0 0 0,0-1 1 0 0,1 1-1 0 0,-1 0 0 0 0,0-1 1 0 0,0 1-1 0 0,0-1 0 0 0,0 1 1 0 0,0-1-1 0 0,1 1 0 0 0,-1-1 1 0 0,0 1-1 0 0,0-1 0 0 0,0 1 1 0 0,0-1-1 0 0,-1 1 1 0 0,1-1-1 0 0,0 1 0 0 0,0-1 1 0 0,0 1-1 0 0,0 0 0 0 0,0-1 1 0 0,-1 1-1 0 0,1-1 0 0 0,0 1 1 0 0,0-1-1 0 0,-1 1 0 0 0,1 0 1 0 0,0-1-1 0 0,0 1 0 0 0,-1 0 1 0 0,1-1-1 0 0,0 1 0 0 0,-1 0 1 0 0,1-1-1 0 0,-1 1 0 0 0,1 0 1 0 0,-1 0-1 0 0,1-1 0 0 0,0 1 1 0 0,-1 0-1 0 0,1 0 0 0 0,-1 0 1 0 0,1 0-1 0 0,-1 0 0 0 0,1 0 1 0 0,-1-1-1 0 0,1 1 0 0 0,-1 0-51 0 0,-4-1 109 0 0,0-1 0 0 0,0 1-1 0 0,0 0 1 0 0,0 1 0 0 0,0-1-1 0 0,-1 1 1 0 0,1 0 0 0 0,0 0-1 0 0,0 0 1 0 0,0 1 0 0 0,-1 0-1 0 0,1 0 1 0 0,0 0 0 0 0,0 1-1 0 0,0 0 1 0 0,1-1 0 0 0,-5 3-109 0 0,-2 1 78 0 0,1 1 0 0 0,0 0 1 0 0,0 0-1 0 0,0 1 0 0 0,1 0 1 0 0,0 0-1 0 0,0 1 0 0 0,1 0 1 0 0,0 1-1 0 0,0 0 0 0 0,1 0 1 0 0,0 1-1 0 0,-5 9-78 0 0,8 8 417 0 0,4-26-313 0 0,3 11 130 0 0,1-8-219 0 0,0-1 0 0 0,0 1 0 0 0,1-1 0 0 0,0 0 0 0 0,-1 0 0 0 0,1-1 0 0 0,0 0 0 0 0,0 1 0 0 0,1-2 0 0 0,-1 1 0 0 0,0 0 0 0 0,0-1 0 0 0,1 0 0 0 0,-1-1 0 0 0,1 1 0 0 0,-1-1 0 0 0,1 0 0 0 0,-1 0 0 0 0,1 0 0 0 0,-1-1 0 0 0,1 0-15 0 0,11 1-23 0 0,48-16-127 0 0,-38 5 54 0 0,-22 10 71 0 0,-1-1 1 0 0,1 1-1 0 0,-1-1 0 0 0,0 0 0 0 0,0 0 0 0 0,0 0 0 0 0,0 0 0 0 0,0-1 0 0 0,0 1 1 0 0,0-1-1 0 0,-1 0 0 0 0,0 0 0 0 0,1-1 0 0 0,-1 1 0 0 0,0-1 0 0 0,-1 1 0 0 0,1-1 1 0 0,-1 0-1 0 0,1 0 0 0 0,-1 0 0 0 0,0 0 0 0 0,-1 0 0 0 0,1-1 0 0 0,-1 1 0 0 0,0-1 1 0 0,0 1-1 0 0,0-1 0 0 0,0 1 0 0 0,-1-4 25 0 0,0 7 1 0 0,-2-24 175 0 0,1 23-155 0 0,0 0 0 0 0,-1 0 1 0 0,1 1-1 0 0,0-1 0 0 0,0 0 1 0 0,-1 0-1 0 0,1 1 1 0 0,-1-1-1 0 0,1 1 0 0 0,-1-1 1 0 0,0 1-1 0 0,0 0 0 0 0,1 0 1 0 0,-1 0-1 0 0,0 0 1 0 0,0 0-1 0 0,0 0 0 0 0,0 0 1 0 0,0 1-1 0 0,-1-1 0 0 0,0 0-21 0 0,1 3 20 0 0,1-1 0 0 0,0 1 0 0 0,0 0 0 0 0,0-1 0 0 0,0 1 0 0 0,0 0 0 0 0,0 0-1 0 0,1-1 1 0 0,-1 1 0 0 0,0 0 0 0 0,1 0 0 0 0,0 0 0 0 0,-1 0 0 0 0,1 0 0 0 0,0 0-1 0 0,0 0 1 0 0,0 0 0 0 0,0 0 0 0 0,0 0 0 0 0,1 0 0 0 0,-1-1 0 0 0,1 2-20 0 0,0 4 5 0 0,1 0 1 0 0,-1-1 0 0 0,2 1-1 0 0,-1 0 1 0 0,1-1-1 0 0,0 1 1 0 0,0-1 0 0 0,0 0-1 0 0,1 0 1 0 0,0 0-1 0 0,1-1 1 0 0,-1 1 0 0 0,1-1-1 0 0,0 0 1 0 0,0 0 0 0 0,1-1-1 0 0,-1 0 1 0 0,1 1-1 0 0,4 1-5 0 0,15 1-413 0 0,1 0 0 0 0,-1-1 0 0 0,1-2 0 0 0,0-1 0 0 0,1-1-1 0 0,24-1 414 0 0,-39 0-261 0 0,68-15-1506 0 0,43-20-1580 0 0,-83 21 2313 0 0</inkml:trace>
  <inkml:trace contextRef="#ctx0" brushRef="#br2" timeOffset="57438.846">14013 2779 1060 0 0,'5'-2'283'0'0,"-1"-1"-1"0"0,0 0 1 0 0,0 0 0 0 0,0 0-1 0 0,0 0 1 0 0,0-1 0 0 0,-1 1-1 0 0,1-1 1 0 0,-1 0 0 0 0,0 0-1 0 0,0 0 1 0 0,0 0 0 0 0,-1-1-1 0 0,0 1 1 0 0,1-1 0 0 0,-2 0-1 0 0,1 0 1 0 0,0 1 0 0 0,-1-1-1 0 0,0 0 1 0 0,0-1-283 0 0,-5-2 605 0 0,-54-43 1161 0 0,47 47-1492 0 0,-1 0 1 0 0,0 0-1 0 0,0 1 0 0 0,0 1 0 0 0,-1 0 1 0 0,1 1-1 0 0,-1 0 0 0 0,1 1 1 0 0,-3 1-275 0 0,8-1 70 0 0,1 0 0 0 0,0 1 0 0 0,0 0 0 0 0,0 0 0 0 0,0 1 0 0 0,0 0 0 0 0,0 0 0 0 0,0 0 0 0 0,0 1 0 0 0,1 0 0 0 0,-3 1-70 0 0,1-1 95 0 0,2 0-46 0 0,1 0 0 0 0,-1 0 0 0 0,1 0-1 0 0,0 0 1 0 0,0 1 0 0 0,0-1 0 0 0,0 1-1 0 0,0 0 1 0 0,1 0 0 0 0,0 1 0 0 0,0-1 0 0 0,0 1-1 0 0,0-1 1 0 0,1 1 0 0 0,0 0 0 0 0,0 0-1 0 0,0 0 1 0 0,0 0 0 0 0,1 1 0 0 0,0-1 0 0 0,0 0-1 0 0,1 0 1 0 0,-1 1 0 0 0,1 4-49 0 0,18 38 83 0 0,-13-40-117 0 0,1 0 1 0 0,0 0 0 0 0,0 0-1 0 0,1-1 1 0 0,0 0 0 0 0,0 0-1 0 0,1-1 1 0 0,0 0 0 0 0,0-1 0 0 0,0 1-1 0 0,1-1 1 0 0,-1-1 0 0 0,1 0-1 0 0,0 0 1 0 0,1-1 0 0 0,-1 0-1 0 0,1 0 1 0 0,-1-1 0 0 0,1-1 0 0 0,5 1 33 0 0,50 6-498 0 0,-45-7 283 0 0,-19-1 196 0 0,1 0 0 0 0,0 0 0 0 0,0 0 0 0 0,0 0 0 0 0,-1 0 0 0 0,1 0 0 0 0,0 0 0 0 0,0 1 0 0 0,0-1 0 0 0,-1 1 0 0 0,1-1-1 0 0,0 1 1 0 0,-1 0 0 0 0,1 0 0 0 0,0 0 0 0 0,-1 0 0 0 0,1 0 0 0 0,-1 0 0 0 0,1 0 0 0 0,-1 0 0 0 0,0 0 0 0 0,0 1 0 0 0,1-1-1 0 0,-1 1 1 0 0,0-1 0 0 0,0 1 0 0 0,0-1 0 0 0,0 1 0 0 0,0 0 19 0 0,4 12-14 0 0,0 0 1 0 0,-1 1-1 0 0,-1-1 0 0 0,0 0 0 0 0,-1 1 1 0 0,0 0-1 0 0,-1 8 14 0 0,4 33-11 0 0,3 25-61 0 0,-3 1 0 0 0,-5 29 72 0 0,0-91 5 0 0,-15 114-21 0 0,6-97 17 0 0,6-16 13 0 0,-1-1 0 0 0,-1-1-1 0 0,-1 1 1 0 0,-1-1-1 0 0,-1 0 1 0 0,0 0-1 0 0,-2-1 1 0 0,0 0-1 0 0,-8 10-13 0 0,15-25 11 0 0,-1-1-1 0 0,1 1 0 0 0,-1-1 0 0 0,1 0 1 0 0,-1 0-1 0 0,0 0 0 0 0,0-1 1 0 0,0 1-1 0 0,0-1 0 0 0,0 0 0 0 0,-1 0 1 0 0,1-1-1 0 0,0 1 0 0 0,0-1 0 0 0,-1 0 1 0 0,1 0-1 0 0,0 0 0 0 0,0 0 0 0 0,-1-1 1 0 0,1 0-1 0 0,0 0 0 0 0,0 0 0 0 0,0 0 1 0 0,0-1-1 0 0,0 0 0 0 0,0 1 1 0 0,0-1-1 0 0,1-1 0 0 0,-1 1 0 0 0,1 0 1 0 0,-1-1-1 0 0,1 0 0 0 0,-2-2-10 0 0,-7-5 29 0 0,0 0 1 0 0,1-1-1 0 0,0-1 0 0 0,1 1 0 0 0,0-2 0 0 0,1 0 1 0 0,0 0-1 0 0,1 0 0 0 0,0-1 0 0 0,-2-7-29 0 0,4 7 38 0 0,1 0-1 0 0,0 0 1 0 0,1 0 0 0 0,0-1-1 0 0,2 1 1 0 0,-1-1 0 0 0,2 0-1 0 0,0 0 1 0 0,0-5-38 0 0,2 14 1 0 0,0-1 0 0 0,0 1 0 0 0,0 0 0 0 0,1 0 0 0 0,0 0 0 0 0,0 0 0 0 0,1 0 1 0 0,-1 1-1 0 0,1-1 0 0 0,1 1 0 0 0,-1 0 0 0 0,1-1 0 0 0,-1 1 0 0 0,2 1 0 0 0,-1-1 0 0 0,0 1 0 0 0,1 0 0 0 0,0 0 0 0 0,3-2-1 0 0,106-60-2547 0 0,26 11-2815 0 0,-77 21 3193 0 0,-30 14 1241 0 0</inkml:trace>
  <inkml:trace contextRef="#ctx0" brushRef="#br2" timeOffset="47513.964">14182 373 2748 0 0,'0'-3'210'0'0,"1"-1"-1"0"0,-1 1 0 0 0,1-1 0 0 0,0 1 1 0 0,0-1-1 0 0,1 1 0 0 0,-1-1 1 0 0,1 1-1 0 0,-1 0 0 0 0,1 0 0 0 0,0 0 1 0 0,0 0-1 0 0,0 0 0 0 0,1 1 1 0 0,-1-1-1 0 0,1 0 0 0 0,0 1 0 0 0,-1 0 1 0 0,1 0-1 0 0,0 0 0 0 0,0 0 0 0 0,0 0 1 0 0,2 0-210 0 0,4-3 172 0 0,0 1 0 0 0,0 0 0 0 0,0 1 0 0 0,0 0 0 0 0,0 0 0 0 0,1 1 0 0 0,-1 0-1 0 0,8 0-171 0 0,73 1 1041 0 0,-86 1-1007 0 0,1 0 0 0 0,-1 1-1 0 0,1-1 1 0 0,-1 1 0 0 0,1 0-1 0 0,-1 1 1 0 0,1-1 0 0 0,-1 1 0 0 0,0 0-1 0 0,0 0 1 0 0,0 0 0 0 0,0 0-1 0 0,0 1 1 0 0,0-1 0 0 0,-1 1-1 0 0,1 0 1 0 0,-1 1 0 0 0,0-1 0 0 0,0 0-1 0 0,1 2-33 0 0,-3-2 31 0 0,0 1-1 0 0,0 0 0 0 0,0 0 1 0 0,0 0-1 0 0,-1-1 1 0 0,1 1-1 0 0,-1 0 0 0 0,0 0 1 0 0,-1 0-1 0 0,1 0 0 0 0,0 0 1 0 0,-1 0-1 0 0,0 0 1 0 0,0-1-1 0 0,0 1 0 0 0,-1 0 1 0 0,1-1-1 0 0,-1 1 1 0 0,0 0-1 0 0,0-1 0 0 0,0 0 1 0 0,0 0-1 0 0,-2 3-30 0 0,-9 13 54 0 0,0-1 0 0 0,-1 0-1 0 0,-1-1 1 0 0,-1 0 0 0 0,0-2 0 0 0,-4 3-54 0 0,-24 14 157 0 0,44-31-172 0 0,0 0-12 0 0,0-1-17 0 0,43 18-183 0 0,30 21 92 0 0,-64-31 122 0 0,0 0 1 0 0,0 0-1 0 0,-1 1 0 0 0,-1 1 0 0 0,1-1 1 0 0,-1 1-1 0 0,-1 0 0 0 0,0 1 1 0 0,-1 0-1 0 0,0-1 0 0 0,0 2 0 0 0,-1-1 1 0 0,-1 1-1 0 0,0-1 0 0 0,1 6 13 0 0,-4-10 17 0 0,0-1-1 0 0,0 1 1 0 0,-1 0-1 0 0,0 0 1 0 0,0-1-1 0 0,-1 1 1 0 0,0 0-1 0 0,0-1 0 0 0,0 0 1 0 0,-1 1-1 0 0,0-1 1 0 0,0 0-1 0 0,-1 0 1 0 0,1-1-1 0 0,-1 1 1 0 0,-1-1-1 0 0,1 0 1 0 0,-1 0-1 0 0,0 0 0 0 0,0 0 1 0 0,0-1-1 0 0,-5 3-16 0 0,0 0 88 0 0,1 0 0 0 0,-1 0 0 0 0,-1-1-1 0 0,1-1 1 0 0,-1 0 0 0 0,0 0 0 0 0,0-1-1 0 0,-1-1 1 0 0,1 0 0 0 0,-1 0-1 0 0,1-1 1 0 0,-7 0-88 0 0,-24-2-495 0 0,40 0 29 0 0,1-2-48 0 0,0 1 424 0 0,1 0-1 0 0,-1 0 0 0 0,1 0 0 0 0,0 0 0 0 0,0 0 0 0 0,-1 0 0 0 0,1 0 1 0 0,0 0-1 0 0,0 0 0 0 0,0 0 0 0 0,0 0 0 0 0,0 0 0 0 0,0-1 1 0 0,0 1-1 0 0,1 0 0 0 0,-1 0 0 0 0,0 0 0 0 0,1 0 0 0 0,-1 0 1 0 0,0 0-1 0 0,1 1 0 0 0,-1-1 0 0 0,1 0 0 0 0,-1 0 0 0 0,1 0 0 0 0,0 0 1 0 0,-1 0-1 0 0,1 1 0 0 0,0-1 0 0 0,0 0 0 0 0,0 1 0 0 0,-1-1 1 0 0,1 0-1 0 0,0 1 0 0 0,0-1 0 0 0,1 1 91 0 0,97-68-4837 0 0,-70 50 3744 0 0</inkml:trace>
  <inkml:trace contextRef="#ctx0" brushRef="#br2" timeOffset="46442.619">13518 419 1312 0 0,'0'0'817'0'0,"0"0"-162"0"0,0 0-3 0 0,0 0-14 0 0,0 0-60 0 0,0 3-66 0 0,-5 111 1417 0 0,-13 47-901 0 0,9-34-573 0 0,7-41-1313 0 0,3-65-3841 0 0,-1-25 3652 0 0</inkml:trace>
  <inkml:trace contextRef="#ctx0" brushRef="#br2" timeOffset="46979.564">13444 515 2260 0 0,'-6'-18'741'0'0,"2"1"1"0"0,0-1-1 0 0,1 0 0 0 0,0 0 1 0 0,2 0-1 0 0,0-10-741 0 0,1 22 86 0 0,1 1 0 0 0,0-1 0 0 0,0 0 0 0 0,0 1 0 0 0,1-1 0 0 0,0 1 0 0 0,0 0-1 0 0,0 0 1 0 0,1 0 0 0 0,-1 0 0 0 0,1 0 0 0 0,0 0 0 0 0,1 0 0 0 0,-1 1 0 0 0,1 0 0 0 0,0 0 0 0 0,0 0 0 0 0,0 0 0 0 0,1 0 0 0 0,-1 1 0 0 0,2-1-86 0 0,4-3 117 0 0,1 1 1 0 0,-1 0 0 0 0,2 1-1 0 0,-1 0 1 0 0,1 0 0 0 0,-1 1-1 0 0,1 1 1 0 0,0 0 0 0 0,4 0-118 0 0,-10 2 22 0 0,4-1 67 0 0,0 0 0 0 0,0 1 0 0 0,1 0-1 0 0,-1 1 1 0 0,0 0 0 0 0,1 1 0 0 0,-1 0-1 0 0,8 2-88 0 0,-11-2 29 0 0,0 0-1 0 0,0 1 1 0 0,0 0 0 0 0,0 0-1 0 0,0 1 1 0 0,0 0-1 0 0,-1 0 1 0 0,1 0 0 0 0,-1 1-1 0 0,0 0 1 0 0,0 0-1 0 0,-1 1 1 0 0,1-1-1 0 0,-1 1 1 0 0,0 1 0 0 0,0-1-1 0 0,0 1 1 0 0,-1-1-1 0 0,0 1 1 0 0,0 1 0 0 0,-1-1-1 0 0,0 0 1 0 0,0 1-1 0 0,2 6-28 0 0,-8 44 293 0 0,-10-36-256 0 0,-1-1-1 0 0,-1 0 1 0 0,-1-1-1 0 0,0-1 1 0 0,-2-1-1 0 0,1 0 1 0 0,-2-1-1 0 0,-1-1 1 0 0,0-1 0 0 0,0-1-1 0 0,-12 6-36 0 0,-44 17 95 0 0,59-31-129 0 0,16-5-4 0 0,8-8-34 0 0,129-6-160 0 0,-78 27 225 0 0,-19 1-40 0 0,-32-12 45 0 0,1 0 1 0 0,-1 1 0 0 0,0-1 0 0 0,0 2 0 0 0,-1-1-1 0 0,1 1 1 0 0,-1 0 0 0 0,1 0 0 0 0,-1 0-1 0 0,-1 1 1 0 0,1 0 0 0 0,-1 0 0 0 0,1 1 1 0 0,-1-2-1 0 0,0 1 1 0 0,-1-1-1 0 0,0 1 1 0 0,0 0-1 0 0,0 0 0 0 0,0 0 1 0 0,-1 0-1 0 0,1 1 1 0 0,-2 0-1 0 0,1-1 1 0 0,0 1-1 0 0,-1 0 1 0 0,0 0-1 0 0,-1 0 0 0 0,1 1 1 0 0,-1-1-1 0 0,0 0 1 0 0,-1 1-1 0 0,0-1 1 0 0,0 0-1 0 0,0 1 1 0 0,0-1-1 0 0,-2 5 1 0 0,-2 1 0 0 0,0-1 0 0 0,-1 1-1 0 0,-1-1 1 0 0,1 0 0 0 0,-2 0 0 0 0,0-1 0 0 0,0 0 0 0 0,-1 0-1 0 0,0 0 1 0 0,0-1 0 0 0,-1-1 0 0 0,0 1 0 0 0,-1-1-1 0 0,-5 2 1 0 0,-2 1 15 0 0,-2-1 0 0 0,0-1 1 0 0,0-1-1 0 0,0-1 0 0 0,-1 0 0 0 0,0-1 0 0 0,-6-1-15 0 0,-55 10-954 0 0,93-28-3725 0 0,27-9 2324 0 0,-16 10 1191 0 0</inkml:trace>
  <inkml:trace contextRef="#ctx0" brushRef="#br2" timeOffset="55497.334">12707 1155 1332 0 0,'0'0'512'0'0,"0"0"-55"0"0,0 0-53 0 0,0 0-53 0 0,0 0-8 0 0,0 0 14 0 0,3 3-29 0 0,43 52 1436 0 0,-35-39-1518 0 0,1-1 0 0 0,1 0 0 0 0,0-1 0 0 0,1-1 0 0 0,1 0-1 0 0,9 6-245 0 0,99 48 809 0 0,121 19-42 0 0,181-3-326 0 0,-239-62-393 0 0,-88-19-74 0 0,-26-20 29 0 0,-42 7 27 0 0,8-4 0 0 0,-1-2-1 0 0,-1-1 1 0 0,26-17-30 0 0,52-39 124 0 0,-68 40-204 0 0,51-38 224 0 0,-57 44 604 0 0,-27 18 375 0 0,-27 11-1302 0 0,0 0-2540 0 0,3-7-2436 0 0,3 1 4117 0 0</inkml:trace>
  <inkml:trace contextRef="#ctx0" brushRef="#br2" timeOffset="73606.599">25697 1513 2784 0 0,'0'0'826'0'0,"0"0"-85"0"0,0 0-80 0 0,7-5-95 0 0,-1 3-446 0 0,-4 0-69 0 0,1 1 0 0 0,0 0 0 0 0,0-1-1 0 0,-1 1 1 0 0,1-1 0 0 0,-1 0 0 0 0,1 0-1 0 0,-1 0 1 0 0,0 0 0 0 0,0 0 0 0 0,0-1-1 0 0,0 1 1 0 0,0 0 0 0 0,-1-1 0 0 0,1 0-1 0 0,-1 1 1 0 0,1-1 0 0 0,0-2-51 0 0,27-123 1585 0 0,-24-36-326 0 0,-23 123-814 0 0,5 12 197 0 0,21 44-599 0 0,52 1-41 0 0,77 4 10 0 0,-108-18-11 0 0,-1 2 1 0 0,1 0-1 0 0,-1 2 1 0 0,0 1 0 0 0,19 8-2 0 0,-41-13 10 0 0,0 1 1 0 0,0 0 0 0 0,0 0 0 0 0,0 1 0 0 0,-1 0-1 0 0,1 0 1 0 0,-1 0 0 0 0,0 0 0 0 0,0 1 0 0 0,-1 0-1 0 0,1 0 1 0 0,-1 0 0 0 0,0 1 0 0 0,-1-1-1 0 0,1 1 1 0 0,-1 0 0 0 0,0 0 0 0 0,-1 0 0 0 0,1 0-1 0 0,-1 1 1 0 0,0-1 0 0 0,0 6-11 0 0,6 40 347 0 0,-9-45-301 0 0,1 1 0 0 0,0 0 0 0 0,1-1 0 0 0,0 1 0 0 0,0 0 0 0 0,0-1 0 0 0,1 1 0 0 0,0-1 0 0 0,1 0 0 0 0,0 1 0 0 0,0-1 0 0 0,0 0 0 0 0,1-1 0 0 0,0 1 0 0 0,0-1 0 0 0,1 1 0 0 0,0-1 0 0 0,0-1 0 0 0,6 6-46 0 0,-1-5 27 0 0,1-1-1 0 0,0 0 1 0 0,0-1 0 0 0,0 0 0 0 0,1 0 0 0 0,-1-2-1 0 0,1 1 1 0 0,0-1 0 0 0,-1-1 0 0 0,1 0 0 0 0,0-1-1 0 0,0 0 1 0 0,8-2-27 0 0,-3 2-18 0 0,58-19 19 0 0,-64 15-5 0 0,0 1-14 0 0,0 0 0 0 0,0-1 0 0 0,0 0 0 0 0,-1-1 0 0 0,1 0 0 0 0,-1 0 0 0 0,0-1 0 0 0,-1-1 0 0 0,0 1-1 0 0,0-2 1 0 0,0 1 0 0 0,0-1 0 0 0,-2 0 0 0 0,1-1 0 0 0,-1 0 0 0 0,0 0 0 0 0,0-1 0 0 0,-1 0 0 0 0,-1 0 0 0 0,0 0 0 0 0,3-7 18 0 0,2-53-40 0 0,-12 66 51 0 0,0-1 0 0 0,0 1-1 0 0,0 0 1 0 0,0 0 0 0 0,-1 0 0 0 0,1 0 0 0 0,-1 1 0 0 0,0-1 0 0 0,0 1 0 0 0,-1-1 0 0 0,1 1 0 0 0,-1 0-1 0 0,0 0 1 0 0,1 1 0 0 0,-1-1 0 0 0,0 1 0 0 0,0 0 0 0 0,-1 0 0 0 0,1 0 0 0 0,0 0 0 0 0,-1 1 0 0 0,1 0-1 0 0,-1 0 1 0 0,0 0 0 0 0,1 1 0 0 0,-1-1 0 0 0,1 1 0 0 0,-1 0 0 0 0,-4 1-11 0 0,-49 19 146 0 0,53-17-129 0 0,0 0 1 0 0,0 0-1 0 0,0 0 1 0 0,1 1-1 0 0,-1 0 1 0 0,1 0-1 0 0,0 0 1 0 0,0 0-1 0 0,0 1 1 0 0,1 0-1 0 0,0-1 1 0 0,0 1-1 0 0,0 0 1 0 0,0 1-1 0 0,1-1 0 0 0,0 0 1 0 0,0 1-1 0 0,0-1 1 0 0,1 1-1 0 0,-1 0 1 0 0,1-1-1 0 0,1 1 1 0 0,-1 5-18 0 0,2-6 8 0 0,0 1 1 0 0,0-1-1 0 0,1 0 1 0 0,0 0-1 0 0,0 0 0 0 0,0 0 1 0 0,0 0-1 0 0,1 0 1 0 0,0-1-1 0 0,0 1 0 0 0,0-1 1 0 0,0 0-1 0 0,1 0 1 0 0,-1 0-1 0 0,1 0 1 0 0,0-1-1 0 0,1 1 0 0 0,-1-1 1 0 0,0 0-1 0 0,1 0 1 0 0,0-1-1 0 0,-1 1 0 0 0,1-1 1 0 0,5 1-9 0 0,15 5-214 0 0,0-1 0 0 0,0-1 0 0 0,0-1 0 0 0,1-2 0 0 0,0 0 0 0 0,0-2 0 0 0,25-2 214 0 0,72-12-922 0 0,-81 4 502 0 0,-7 3-62 0 0,0-1-1 0 0,-1-2 0 0 0,-1-1 0 0 0,1-2 1 0 0,-2-1-1 0 0,0-2 0 0 0,0-1 1 0 0,28-20 482 0 0,-53 31 119 0 0,0-1 1 0 0,-1 0 0 0 0,1 0 0 0 0,-2 0-1 0 0,1-1 1 0 0,-1 0 0 0 0,0 0 0 0 0,0-1-1 0 0,-1 1 1 0 0,0-1 0 0 0,0 0 0 0 0,-1 0-1 0 0,0-1 1 0 0,-1 1 0 0 0,2-8-120 0 0,-3 14 370 0 0,-1-1 62 0 0,-1 1-378 0 0,1 1 0 0 0,-1-1 0 0 0,0 0-1 0 0,0 0 1 0 0,0 0 0 0 0,0 1 0 0 0,0-1 0 0 0,0 0 0 0 0,0 1 0 0 0,0-1 0 0 0,-1 1 0 0 0,1-1 0 0 0,-1 1 0 0 0,1 0 0 0 0,-1-1-1 0 0,0 1 1 0 0,1 0 0 0 0,-1 0 0 0 0,0 0 0 0 0,0 0 0 0 0,1 1 0 0 0,-1-1 0 0 0,0 0 0 0 0,0 1 0 0 0,0 0 0 0 0,0-1 0 0 0,-1 1-54 0 0,-61-11 942 0 0,63 11-929 0 0,-65 2 941 0 0,-93 65 430 0 0,159-67-1383 0 0,-2 1 17 0 0,0 0 0 0 0,0 0 0 0 0,0 0 0 0 0,0 0 0 0 0,0 1 1 0 0,0-1-1 0 0,1 0 0 0 0,-1 1 0 0 0,0-1 0 0 0,1 1 0 0 0,-1-1 0 0 0,1 1 1 0 0,0 0-1 0 0,-1 0 0 0 0,1 0 0 0 0,0 0 0 0 0,0 0 0 0 0,0 0 0 0 0,1 0 1 0 0,-1 0-1 0 0,0 0 0 0 0,1 0 0 0 0,-1 0-18 0 0,5 10 140 0 0,3-7-151 0 0,-1-1 1 0 0,1 0-1 0 0,0 0 1 0 0,0-1-1 0 0,0 0 0 0 0,1 0 1 0 0,-1 0-1 0 0,1-1 1 0 0,6 1 10 0 0,164 5-1370 0 0,-86-25 703 0 0,-90 17 533 0 0,0 0 35 0 0,-1 0 92 0 0,1 0 0 0 0,-1 0 0 0 0,1 0 0 0 0,-1 1 0 0 0,1-1 0 0 0,-1 0 0 0 0,0 1 0 0 0,1-1 0 0 0,-1 1 0 0 0,1-1 0 0 0,-1 1 0 0 0,0 0 0 0 0,0-1 0 0 0,1 1 0 0 0,-1 0 0 0 0,0 0 0 0 0,0 0 0 0 0,0 0 0 0 0,0 0 0 0 0,0 0 0 0 0,0 0 0 0 0,0 0 0 0 0,0 1 0 0 0,0-1 0 0 0,-1 0 0 0 0,1 1 0 0 0,-1-1 0 0 0,1 0 0 0 0,-1 1 0 0 0,1-1 0 0 0,-1 0 0 0 0,1 1 0 0 0,-1-1 0 0 0,0 1 0 0 0,0-1 0 0 0,0 1 0 0 0,0-1 0 0 0,0 1-1 0 0,0-1 1 0 0,0 1 0 0 0,-1-1 0 0 0,1 0 0 0 0,-1 1 0 0 0,1 0 7 0 0,2 47 33 0 0,2 1 0 0 0,2-1-1 0 0,2 0 1 0 0,8 19-33 0 0,67 224 39 0 0,-39-109 85 0 0,-42-114 30 0 0,-3-66-159 0 0,0 0 0 0 0,0 0 0 0 0,0 0 0 0 0,-1 0 0 0 0,0 0 0 0 0,1 0 0 0 0,-1 0 0 0 0,0-1 0 0 0,0 1 0 0 0,0-1 0 0 0,-1 1 0 0 0,1-1 0 0 0,-1 0 0 0 0,1 0 1 0 0,-1 0-1 0 0,0 0 0 0 0,0 0 0 0 0,1-1 0 0 0,-1 1 0 0 0,-1-1 0 0 0,1 0 0 0 0,0 0 0 0 0,0 0 0 0 0,0 0 0 0 0,0 0 0 0 0,-1-1 0 0 0,1 0 0 0 0,0 1 0 0 0,-1-1 0 0 0,1 0 0 0 0,0-1 0 0 0,-1 1 0 0 0,-2-1 5 0 0,-6-4 3 0 0,-1 0 0 0 0,1 0 0 0 0,0-1 0 0 0,1-1 0 0 0,0 0 0 0 0,0 0 0 0 0,0-1 0 0 0,1 0 0 0 0,0-1-1 0 0,0-1 1 0 0,1 1 0 0 0,1-1 0 0 0,-1-1 0 0 0,2 0 0 0 0,-1 0 0 0 0,2 0 0 0 0,-1-1 0 0 0,2 0 0 0 0,-1 0 0 0 0,2-1-1 0 0,0 1 1 0 0,0-1 0 0 0,1 0 0 0 0,1 0 0 0 0,-2-13-3 0 0,2 9 11 0 0,3-71 83 0 0,35-13-46 0 0,-29 88-24 0 0,1 0 0 0 0,0 0 0 0 0,1 0 0 0 0,1 1 0 0 0,0 1-1 0 0,0 0 1 0 0,1 0 0 0 0,0 1 0 0 0,1 0 0 0 0,0 1-1 0 0,1 0 1 0 0,11-5-24 0 0,18-7-54 0 0,2 1 1 0 0,0 2-1 0 0,19-4 54 0 0,-41 14-109 0 0,152-44-5048 0 0,-144 33 1748 0 0,-29 18 2259 0 0</inkml:trace>
  <inkml:trace contextRef="#ctx0" brushRef="#br2" timeOffset="50856.975">16858 18 2748 0 0,'2'-9'1731'0'0,"1"1"1199"0"0,-4 14-1044 0 0,-30 93 179 0 0,-99 351 866 0 0,-6-24-3363 0 0,12-38-6998 0 0,78-253 4109 0 0,34-94 2241 0 0</inkml:trace>
  <inkml:trace contextRef="#ctx0" brushRef="#br2" timeOffset="51598.655">17221 543 3376 0 0,'13'27'5003'0'0,"-5"-6"-4575"0"0,2 0 1 0 0,1 0 0 0 0,0-2 0 0 0,2 1-1 0 0,7 8-428 0 0,111 155 1423 0 0,-65-76-267 0 0,-65-107-1157 0 0,-1 2 24 0 0,1-1 0 0 0,0 0 0 0 0,-1 0 0 0 0,1 0 0 0 0,-1 1 0 0 0,1-1-1 0 0,-1 0 1 0 0,1 1 0 0 0,-1-1 0 0 0,0 1 0 0 0,0-1 0 0 0,0 0 0 0 0,0 1 0 0 0,0-1 0 0 0,0 1 0 0 0,0-1 0 0 0,0 0 0 0 0,0 1-1 0 0,-1-1 1 0 0,1 0 0 0 0,-1 1 0 0 0,1-1 0 0 0,-1 0 0 0 0,1 1 0 0 0,-1-1 0 0 0,0 0-23 0 0,-8 7-146 0 0,0 0 0 0 0,0-1 0 0 0,-1 0 0 0 0,0-1 0 0 0,0 0-1 0 0,0 0 1 0 0,-1-1 0 0 0,0-1 0 0 0,0 0 0 0 0,0 0 0 0 0,-1-1 0 0 0,1 0 0 0 0,-1-1 0 0 0,0-1 0 0 0,1 0 0 0 0,-1 0 0 0 0,0-1-1 0 0,0-1 1 0 0,0 0 0 0 0,-3-1 146 0 0,8 2-376 0 0,-1-1-1 0 0,0-1 0 0 0,1 1 0 0 0,-1-1 1 0 0,1-1-1 0 0,0 1 0 0 0,0-1 0 0 0,0-1 1 0 0,0 1-1 0 0,0-1 0 0 0,0 0 0 0 0,1-1 1 0 0,0 0-1 0 0,0 0 0 0 0,0 0 1 0 0,1 0-1 0 0,0-1 0 0 0,0 0 0 0 0,-1-2 377 0 0,-4-4-1064 0 0</inkml:trace>
  <inkml:trace contextRef="#ctx0" brushRef="#br2" timeOffset="51987.087">17290 570 2528 0 0,'11'-68'3369'0'0,"-4"29"-1330"0"0,-6 33-1834 0 0,0-1 0 0 0,1 1-1 0 0,0-1 1 0 0,0 1 0 0 0,1 0 0 0 0,0 0-1 0 0,0 0 1 0 0,0 0 0 0 0,1 0 0 0 0,0 1-1 0 0,0-1 1 0 0,0 1 0 0 0,1 0 0 0 0,0 1-1 0 0,0-1 1 0 0,0 1 0 0 0,0 0 0 0 0,2-1-205 0 0,65-32 1557 0 0,-38 28-983 0 0,0 2 0 0 0,0 1 0 0 0,1 1 0 0 0,19 1-574 0 0,148-24 2787 0 0,-164 23-1121 0 0,-28 4-3187 0 0,-15-1-3241 0 0,-10 0-445 0 0,5 2 4765 0 0,-41 0-4428 0 0,37 0 3640 0 0</inkml:trace>
  <inkml:trace contextRef="#ctx0" brushRef="#br2" timeOffset="50155.985">15845 417 1100 0 0,'0'-3'974'0'0,"0"-12"815"0"0,0 15-1042 0 0,0 0-51 0 0,0-3-29 0 0,6-35 1025 0 0,-4 36 445 0 0,-8 19-1731 0 0,-49 134 808 0 0,-35 115-257 0 0,72-192-780 0 0,18-63-112 0 0,2-3-84 0 0,1-7 15 0 0,-1 0-1 0 0,0 0 0 0 0,1-1 1 0 0,-1 1-1 0 0,1 0 0 0 0,-1-1 0 0 0,1 0 1 0 0,-1 0-1 0 0,0 0 0 0 0,1 0 1 0 0,-1 0-1 0 0,1 0 0 0 0,-1 0 0 0 0,1-1 1 0 0,-1 0-1 0 0,1 1 0 0 0,-1-1 1 0 0,0 0-1 0 0,0 0 0 0 0,1 0 0 0 0,1-1 5 0 0,-4 1-3 0 0,174-74-896 0 0,-107 55 148 0 0,-8 14-3588 0 0,-44-2 875 0 0,-8 5 2337 0 0</inkml:trace>
  <inkml:trace contextRef="#ctx0" brushRef="#br2" timeOffset="50466.881">16116 655 2356 0 0,'-10'-48'5900'0'0,"8"37"-4808"0"0,1 4 561 0 0,-3 18-475 0 0,-1 136 354 0 0,-19 33-897 0 0,19-5-588 0 0,5-100-4203 0 0,0-34-1293 0 0,2-37 4325 0 0,8 5 20 0 0</inkml:trace>
  <inkml:trace contextRef="#ctx0" brushRef="#br2" timeOffset="58468.742">15745 1433 1164 0 0,'0'0'577'0'0,"0"0"-28"0"0,0 0 81 0 0,0 0-63 0 0,0 0-26 0 0,0 0-44 0 0,0 0 2 0 0,0 0-12 0 0,0 0-24 0 0,-1 3-50 0 0,0 1-320 0 0,1 1 0 0 0,-1 0 1 0 0,1-1-1 0 0,0 1 0 0 0,1-1 0 0 0,-1 1 0 0 0,1-1 0 0 0,0 1 0 0 0,0-1 0 0 0,0 1 0 0 0,1-1 0 0 0,0 0 0 0 0,-1 1 1 0 0,3 1-94 0 0,4 18 338 0 0,134 307 2043 0 0,-27-46-1055 0 0,150 262-1326 0 0,-154-340-2339 0 0,-87-158-2368 0 0,-23-49 3635 0 0,-1-1 54 0 0</inkml:trace>
  <inkml:trace contextRef="#ctx0" brushRef="#br2" timeOffset="59173.614">15796 1546 2128 0 0,'-4'1'259'0'0,"1"0"0"0"0,0 1 1 0 0,0-1-1 0 0,0 1 0 0 0,0 0 0 0 0,0 0 0 0 0,0 0 0 0 0,0 0 0 0 0,1 0 1 0 0,-1 1-1 0 0,1-1 0 0 0,-1 1 0 0 0,1 0 0 0 0,0 0 0 0 0,0 0 0 0 0,1 0 1 0 0,-1 0-1 0 0,0 0 0 0 0,1 0 0 0 0,0 0 0 0 0,0 1 0 0 0,0-1 1 0 0,0 0-1 0 0,0 1 0 0 0,0 1-259 0 0,-28 101 1482 0 0,2-43-979 0 0,17-42-447 0 0,10-20-124 0 0,0-1 1 0 0,-3 0-124 0 0,12-96-37 0 0,11 3 96 0 0,-6 7-20 0 0,-6 60 340 0 0,11 20-92 0 0,106 47 358 0 0,-103-33-395 0 0,0 2 1 0 0,-1 0-1 0 0,-1 2 1 0 0,1 0 0 0 0,-2 1-1 0 0,0 1 1 0 0,0 1-1 0 0,10 12-59 0 0,-22-21 74 0 0,-1 0 1 0 0,0 0-1 0 0,0 1 0 0 0,-1 0 0 0 0,0 0 0 0 0,0 1 0 0 0,-1-1 0 0 0,0 1 0 0 0,0 0 1 0 0,-1 0-1 0 0,1 1 0 0 0,0 7-74 0 0,-3-14 46 0 0,-1 1 1 0 0,0-1-1 0 0,-1 1 1 0 0,1-1-1 0 0,0 1 1 0 0,-1-1-1 0 0,1 1 1 0 0,-1-1-1 0 0,0 0 1 0 0,1 1-1 0 0,-1-1 1 0 0,0 0-1 0 0,-1 0 1 0 0,1 1-1 0 0,0-1 1 0 0,-1 0-1 0 0,1 0 1 0 0,-1-1-1 0 0,1 1 1 0 0,-2 0-47 0 0,-9 10 114 0 0,-1-1 1 0 0,0-1 0 0 0,0 0-1 0 0,-2-1 1 0 0,1-1-1 0 0,-1 0 1 0 0,0-1-1 0 0,0 0 1 0 0,-1-1-1 0 0,0-1 1 0 0,0-1 0 0 0,0 0-1 0 0,-7 0-114 0 0,-8 4 72 0 0,-41-1-2775 0 0,67-4 1203 0 0,-7 7 70 0 0,15 7-3643 0 0,-1-12 4030 0 0</inkml:trace>
  <inkml:trace contextRef="#ctx0" brushRef="#br2" timeOffset="59798.107">17274 2866 2292 0 0,'-6'9'4261'0'0,"4"26"-2940"0"0,2 20-983 0 0,0 127 1035 0 0,0-59-7400 0 0,0-115 5117 0 0</inkml:trace>
  <inkml:trace contextRef="#ctx0" brushRef="#br2" timeOffset="60069.566">17290 2994 2364 0 0,'13'24'4888'0'0,"-5"-8"-4121"0"0,8 9-482 0 0,1-2 0 0 0,0 0 0 0 0,2-1 0 0 0,1 0 0 0 0,0-2 0 0 0,2-1 0 0 0,20 15-285 0 0,9-2-742 0 0,-13-23-5354 0 0,-38-9 4960 0 0</inkml:trace>
  <inkml:trace contextRef="#ctx0" brushRef="#br2" timeOffset="60383.307">17624 2753 2508 0 0,'-18'-42'5686'0'0,"11"57"-4056"0"0,10 41-820 0 0,-3 168-366 0 0,19-72-2451 0 0,-17-131 1016 0 0,0-1-1 0 0,1 1 1 0 0,1-1-1 0 0,1 0 1 0 0,0 0-1 0 0,2 1 992 0 0,3 0-1014 0 0</inkml:trace>
  <inkml:trace contextRef="#ctx0" brushRef="#br2" timeOffset="60783.847">17910 3259 2572 0 0,'7'-133'5797'0'0,"-8"88"-5212"0"0,-17-17 155 0 0,-1 14 304 0 0,20 48-1023 0 0,-1 1 0 0 0,0-1 1 0 0,1 0-1 0 0,-1 0 1 0 0,1 0-1 0 0,-1 0 0 0 0,1 0 1 0 0,-1 0-1 0 0,0 0 0 0 0,1 0 1 0 0,-1 0-1 0 0,1-1 1 0 0,-1 1-1 0 0,1 0 0 0 0,-1 0 1 0 0,0 0-1 0 0,1 0 0 0 0,-1-1 1 0 0,0 1-1 0 0,1 0 0 0 0,-1 0 1 0 0,1-1-1 0 0,-1 1 1 0 0,0 0-1 0 0,0-1 0 0 0,1 1 1 0 0,-1 0-1 0 0,0-1 0 0 0,0 1 1 0 0,1 0-1 0 0,-1-1 1 0 0,0 1-1 0 0,0 0 0 0 0,0-1 1 0 0,1 1-1 0 0,-1-1 0 0 0,0 1 1 0 0,0-1-1 0 0,0 1 1 0 0,0 0-1 0 0,0-1 0 0 0,0 1 1 0 0,0-1-1 0 0,0 1 0 0 0,0-1 1 0 0,0 1-1 0 0,0 0 1 0 0,0-1-1 0 0,-1 1 0 0 0,1-1 1 0 0,0 1-1 0 0,0 0 0 0 0,0-1 1 0 0,0 1-1 0 0,-1-1 1 0 0,1 1-1 0 0,0 0 0 0 0,0-1 1 0 0,-1 1-22 0 0,17 1-43 0 0,97-1 377 0 0,-16 22-260 0 0,-29 5-89 0 0,-66-25 23 0 0,0 0-1 0 0,0 0 1 0 0,-1 0 0 0 0,1 0-1 0 0,0 0 1 0 0,-1 0 0 0 0,0 1 0 0 0,1-1-1 0 0,-1 0 1 0 0,0 1 0 0 0,0-1-1 0 0,0 1 1 0 0,0 0 0 0 0,-1-1-1 0 0,1 1 1 0 0,-1-1 0 0 0,0 1-1 0 0,1 2-7 0 0,4 19 226 0 0,-4 16 123 0 0,-1 63 662 0 0,0-99-989 0 0,0 0 1 0 0,1-1 0 0 0,-1 1 0 0 0,1 0 0 0 0,0 0 0 0 0,0 0-1 0 0,1 0 1 0 0,-1-1 0 0 0,1 1 0 0 0,0-1 0 0 0,0 1 0 0 0,0-1 0 0 0,0 0-1 0 0,0 1 1 0 0,1-1 0 0 0,0 0 0 0 0,-1-1 0 0 0,1 1 0 0 0,0 0-1 0 0,1-1 1 0 0,-1 0 0 0 0,0 1 0 0 0,1-1 0 0 0,-1-1 0 0 0,1 1-1 0 0,3 1-22 0 0,4 1-45 0 0,1 0-1 0 0,-1 0 1 0 0,1-2-1 0 0,0 1 1 0 0,0-1-1 0 0,1-1 1 0 0,-1 0-1 0 0,3-1 46 0 0,-2 0-237 0 0,51 0-2572 0 0,-23 0-1878 0 0,-40 0 3478 0 0,2 1 47 0 0,9 6 65 0 0,-9-2 92 0 0</inkml:trace>
  <inkml:trace contextRef="#ctx0" brushRef="#br2" timeOffset="64042.242">19862 3127 1192 0 0,'0'0'295'0'0,"0"0"11"0"0,0 0-11 0 0,0 0-67 0 0,0 0 8 0 0,0 0 147 0 0,0 0-18 0 0,0 0-96 0 0,0 0-9 0 0,0 0 93 0 0,0 0-22 0 0,0 0-112 0 0,0 0 80 0 0,0 0-34 0 0,0 0-94 0 0,3 0 82 0 0,13 0 2097 0 0,-16-3-3629 0 0,0-9-2 0 0,0 9 126 0 0,-1-2 33 0 0,-7-18 61 0 0</inkml:trace>
  <inkml:trace contextRef="#ctx0" brushRef="#br2" timeOffset="65171.055">20031 2965 2384 0 0,'26'13'7622'0'0,"-42"-32"-6516"0"0,7 15-1054 0 0,-1 0-1 0 0,1 0 0 0 0,-1 0 0 0 0,0 1 0 0 0,0 1 0 0 0,0 0 0 0 0,0 0 1 0 0,0 1-1 0 0,0 0 0 0 0,-1 1 0 0 0,-3 0-51 0 0,-52 18 103 0 0,49-10-69 0 0,10-5-13 0 0,0 0-1 0 0,0 0 0 0 0,1 1 0 0 0,-1 0 1 0 0,1 0-1 0 0,0 0 0 0 0,0 1 1 0 0,1 0-1 0 0,-1 0 0 0 0,1 1 0 0 0,0 0 1 0 0,1-1-1 0 0,0 1 0 0 0,-1 1 0 0 0,2-1 1 0 0,-1 1-1 0 0,1-1 0 0 0,0 1 1 0 0,0 0-1 0 0,0 4-20 0 0,1-4 15 0 0,1-1 5 0 0,0 0 0 0 0,0 0 0 0 0,0 0 0 0 0,0 0 0 0 0,1 0 0 0 0,0 0 0 0 0,0 0 0 0 0,1 0 0 0 0,0 0 0 0 0,0 0 0 0 0,0 1-20 0 0,17 43 63 0 0,-16-45-50 0 0,1 1 0 0 0,1-1 0 0 0,-1-1-1 0 0,0 1 1 0 0,1 0 0 0 0,0-1-1 0 0,0 0 1 0 0,1 0 0 0 0,-1 0-1 0 0,1 0 1 0 0,0-1 0 0 0,0 0-1 0 0,5 3-12 0 0,-9-5 6 0 0,8 4 18 0 0,1-1 0 0 0,0 0 0 0 0,0 0 0 0 0,0-1 0 0 0,0-1 0 0 0,0 1 0 0 0,0-2 0 0 0,1 1 0 0 0,-1-1 0 0 0,0-1 0 0 0,1 0-1 0 0,8-1-22 0 0,-9 1 13 0 0,117-29-176 0 0,-114 25 124 0 0,0-1 1 0 0,-1-1-1 0 0,0 1 1 0 0,0-2 0 0 0,-1 0-1 0 0,0 0 1 0 0,0-1 0 0 0,0 0-1 0 0,-1-1 1 0 0,-1 0 37 0 0,-1 2-38 0 0,-2 0 1 0 0,1-1-1 0 0,-1 1 0 0 0,0-1 0 0 0,0-1 1 0 0,-1 1-1 0 0,0-1 0 0 0,-1 0 1 0 0,0 0-1 0 0,0 0 0 0 0,-1-1 0 0 0,0 1 1 0 0,-1-1-1 0 0,0 0 0 0 0,0-2 38 0 0,2-12 83 0 0,-4 35 27 0 0,4 36 182 0 0,17 38-106 0 0,-20-80-173 0 0,1-1-1 0 0,-1 0 0 0 0,1 1 0 0 0,-1-1 0 0 0,1 0 0 0 0,1 0 0 0 0,-1 0 0 0 0,0 0 0 0 0,1 0 0 0 0,0 0 0 0 0,0-1 0 0 0,0 1 0 0 0,0-1 0 0 0,1 0 0 0 0,-1 0 0 0 0,1 0 0 0 0,0-1 0 0 0,0 1 0 0 0,4 1-12 0 0,56 5 200 0 0,-52-13-233 0 0,-1 1 1 0 0,0-2 0 0 0,0 1 0 0 0,0-1 0 0 0,-1-1 0 0 0,0 0 0 0 0,0-1 0 0 0,0 0-1 0 0,-1 0 1 0 0,0-1 0 0 0,0 0 0 0 0,2-4 32 0 0,-6 6-26 0 0,0-1 0 0 0,0 1 0 0 0,-1-1 0 0 0,0 0 0 0 0,0-1 0 0 0,-1 1 0 0 0,0-1 0 0 0,0 1 0 0 0,-1-1 0 0 0,0 0 0 0 0,0 0 0 0 0,-1 0 0 0 0,0 0-1 0 0,0 0 1 0 0,-1-5 26 0 0,0-26 178 0 0,0 38-148 0 0,0 1-24 0 0,-3-2 14 0 0,1 0-4 0 0,2 2-14 0 0,0 0-1 0 0,0 1 0 0 0,0-1 1 0 0,0 0-1 0 0,0 0 0 0 0,0 1 1 0 0,0-1-1 0 0,0 0 1 0 0,0 1-1 0 0,0-1 0 0 0,0 0 1 0 0,0 1-1 0 0,0-1 0 0 0,0 0 1 0 0,0 0-1 0 0,0 1 0 0 0,0-1 1 0 0,0 0-1 0 0,0 1 1 0 0,0-1-1 0 0,-1 0 0 0 0,1 0 1 0 0,0 1-1 0 0,0-1 0 0 0,0 0 1 0 0,0 0-1 0 0,-1 0 1 0 0,1 1-1 0 0,0-1 0 0 0,0 0 1 0 0,-1 0-1 0 0,1 0 0 0 0,0 1 1 0 0,0-1-1 0 0,-1 0 0 0 0,1 0 1 0 0,0 0-1 0 0,0 0 1 0 0,-1 0-1 0 0,1 0 0 0 0,0 0 1 0 0,-1 0-1 0 0,1 0 0 0 0,0 1 1 0 0,0-1-1 0 0,-1 0 0 0 0,1-1 1 0 0,0 1-1 0 0,-1 0 1 0 0,1 0-1 0 0,0 0 0 0 0,-1 0 1 0 0,1 0-1 0 0,0 0 0 0 0,0 0 1 0 0,-1 0-1 0 0,1 0 0 0 0,0-1 1 0 0,0 1-1 0 0,-1 0 1 0 0,1 0-1 0 0,0 0 0 0 0,0 0 1 0 0,-1-1-1 0 0,1 1 0 0 0,0 0 1 0 0,0 0-1 0 0,0-1 0 0 0,-1 1-1 0 0,17 75 168 0 0,-13-67-191 0 0,0 1-1 0 0,1-1 1 0 0,0 0-1 0 0,0 0 0 0 0,1 0 1 0 0,0 0-1 0 0,0-1 0 0 0,1 0 1 0 0,0 0-1 0 0,0-1 0 0 0,1 1 1 0 0,0-1-1 0 0,6 4 24 0 0,41 18-1370 0 0,-11-21-3524 0 0,9-26 2303 0 0,-36 9 1701 0 0,4 0-164 0 0</inkml:trace>
  <inkml:trace contextRef="#ctx0" brushRef="#br2" timeOffset="65545.431">20989 2972 1368 0 0,'-17'-16'5240'0'0,"16"16"-4675"0"0,12 7 1288 0 0,104 119 32 0 0,-54-60-1395 0 0,0-24 41 0 0,-58-42-515 0 0,0 0 0 0 0,0 0 0 0 0,0-1 0 0 0,0 1 0 0 0,-1 0 0 0 0,1-1 0 0 0,0 0 0 0 0,0 0 0 0 0,-1 0 0 0 0,1 0 0 0 0,-1 0-1 0 0,1 0 1 0 0,-1-1 0 0 0,1 1 0 0 0,-1-1 0 0 0,0 1 0 0 0,0-1 0 0 0,1 0 0 0 0,-1 0 0 0 0,-1 0 0 0 0,1 0 0 0 0,0 0 0 0 0,0-1-1 0 0,-1 1 1 0 0,1-1 0 0 0,-1 1 0 0 0,0-1 0 0 0,0 1 0 0 0,0-1 0 0 0,0 0 0 0 0,0 1 0 0 0,-1-1 0 0 0,1 0 0 0 0,-1 0 0 0 0,1 1-1 0 0,-1-3-15 0 0,4-7 68 0 0,3-9-49 0 0,-1-1 1 0 0,-1 1-1 0 0,-1-1 0 0 0,-1 0 1 0 0,0-19-20 0 0,6-44-1414 0 0,-8 82 1035 0 0,0 0 0 0 0,0 0 0 0 0,0 0 1 0 0,0 0-1 0 0,0 0 0 0 0,0 0 1 0 0,1 0-1 0 0,0 0 0 0 0,-1 0 0 0 0,1 1 1 0 0,0-1-1 0 0,0 1 0 0 0,1-1 0 0 0,-1 1 1 0 0,0 0-1 0 0,1 0 0 0 0,-1 0 0 0 0,1 0 1 0 0,0 0-1 0 0,1-1 379 0 0,17-5-1069 0 0</inkml:trace>
  <inkml:trace contextRef="#ctx0" brushRef="#br2" timeOffset="65949.776">21666 2829 2252 0 0,'19'63'4016'0'0,"-16"-44"-3349"0"0,-2-7-393 0 0,0-1 0 0 0,0 1 0 0 0,2-1 0 0 0,-1 1 0 0 0,1-1 0 0 0,1 0 0 0 0,0 0 0 0 0,0 0 0 0 0,1-1 0 0 0,1 0 0 0 0,0 0 1 0 0,0 0-1 0 0,2 2-274 0 0,-3-9 74 0 0,-1 0 0 0 0,0 0 0 0 0,1-1 0 0 0,-1 0 0 0 0,1 1 1 0 0,0-1-1 0 0,0-1 0 0 0,0 1 0 0 0,0-1 0 0 0,0 0 1 0 0,0 0-1 0 0,0 0 0 0 0,0-1 0 0 0,0 1 0 0 0,0-1 0 0 0,3-1-74 0 0,-3 1 22 0 0,0 0 0 0 0,0-1 0 0 0,1 1 0 0 0,-1-1 0 0 0,0 0 0 0 0,0-1 0 0 0,-1 1 0 0 0,1-1 0 0 0,0 0-1 0 0,0 0 1 0 0,-1 0 0 0 0,1-1 0 0 0,-1 0-22 0 0,17-8-2 0 0,-15 9-19 0 0,-1-1-1 0 0,1 1 1 0 0,-1-1 0 0 0,0 0-1 0 0,0-1 1 0 0,0 1-1 0 0,-1-1 1 0 0,1 0 0 0 0,-1 0-1 0 0,0 0 1 0 0,0-1-1 0 0,0 0 1 0 0,0 1 0 0 0,-1-1-1 0 0,0 0 1 0 0,0-1-1 0 0,0 1 1 0 0,-1-1 0 0 0,0 1-1 0 0,0-1 1 0 0,0 0-1 0 0,-1 1 1 0 0,0-1 0 0 0,1-5 21 0 0,-4 5-4 0 0,0 1 0 0 0,0 0 0 0 0,0-1 0 0 0,-1 1 0 0 0,0 1-1 0 0,0-1 1 0 0,0 0 0 0 0,0 1 0 0 0,-1-1 0 0 0,0 1 0 0 0,0 0 0 0 0,0 0 0 0 0,0 1 0 0 0,-1-1 0 0 0,1 1 0 0 0,-1 0 0 0 0,0 0 0 0 0,-4-1 4 0 0,2 1-1 0 0,0 0 0 0 0,-1 1 0 0 0,0 0 0 0 0,1 0 0 0 0,-1 0 0 0 0,0 1-1 0 0,1 1 1 0 0,-1-1 0 0 0,0 1 0 0 0,0 1 0 0 0,0-1 0 0 0,1 1 0 0 0,-1 1 0 0 0,0-1 0 0 0,1 1 0 0 0,-1 1 0 0 0,1-1 0 0 0,-1 1 0 0 0,1 1-1 0 0,0-1 1 0 0,-4 4 1 0 0,5-4-70 0 0,0 0 0 0 0,0 0 0 0 0,1 0 0 0 0,-1 1 0 0 0,1-1 0 0 0,0 1 0 0 0,0 1 0 0 0,0-1 0 0 0,1 1 0 0 0,-1-1 0 0 0,1 1 0 0 0,0 0 0 0 0,1 1 0 0 0,-1-1-1 0 0,1 1 1 0 0,0 0 0 0 0,1 0 0 0 0,-1 0 0 0 0,1 0 0 0 0,0 0 0 0 0,1 0 0 0 0,-1 0 0 0 0,1 1 0 0 0,0 4 70 0 0,4-6-640 0 0,-1-3 339 0 0,0 0 0 0 0,-1 0 0 0 0,1 0 0 0 0,1 0 0 0 0,-1-1 0 0 0,0 1 0 0 0,0-1 0 0 0,1 1 0 0 0,-1-1 0 0 0,0 0 0 0 0,1 1 0 0 0,0-2-1 0 0,-1 1 1 0 0,1 0 0 0 0,0 0 0 0 0,-1-1 0 0 0,1 1 0 0 0,0-1 0 0 0,0 0 301 0 0,7 0-1057 0 0</inkml:trace>
  <inkml:trace contextRef="#ctx0" brushRef="#br2" timeOffset="66302.801">21713 2455 2480 0 0,'-65'-24'3911'0'0,"65"24"-3872"0"0,-1 0-1 0 0,0 0 0 0 0,1 0 1 0 0,-1 0-1 0 0,0 0 0 0 0,1 0 1 0 0,-1 0-1 0 0,1 0 1 0 0,-1 0-1 0 0,0 0 0 0 0,1 0 1 0 0,-1 0-1 0 0,0 0 0 0 0,1-1 1 0 0,-1 1-1 0 0,1 0 0 0 0,-1 0 1 0 0,1-1-1 0 0,-1 1 1 0 0,0 0-1 0 0,1-1 0 0 0,-1 1 1 0 0,1-1-1 0 0,0 1 0 0 0,-1 0 1 0 0,1-1-1 0 0,-1 1 0 0 0,1-1 1 0 0,0 1-1 0 0,-1-1 1 0 0,1 0-1 0 0,0 1 0 0 0,-1-1 1 0 0,1 1-1 0 0,0-1 0 0 0,0 1 1 0 0,0-1-1 0 0,-1 0 0 0 0,1 1 1 0 0,0-1-1 0 0,0 0 1 0 0,0 1-1 0 0,0-1 0 0 0,0 1 1 0 0,0-1-1 0 0,0 0 0 0 0,1 1 1 0 0,-1-1-1 0 0,0 0 0 0 0,0 1 1 0 0,0-1-1 0 0,1 1 0 0 0,-1-1 1 0 0,0 1-1 0 0,0-1 1 0 0,1 0-1 0 0,-1 1 0 0 0,1-1 1 0 0,-1 1-1 0 0,0-1 0 0 0,1 1 1 0 0,-1 0-1 0 0,1-1-38 0 0,91-40-1532 0 0,37-17-353 0 0,-129 58 1929 0 0,0 0 0 0 0,0 0 0 0 0,0 1 0 0 0,0-1 0 0 0,0 0 0 0 0,0 0-1 0 0,0 0 1 0 0,0 0 0 0 0,0 1 0 0 0,0-1 0 0 0,0 0 0 0 0,0 0 0 0 0,0 0 0 0 0,0 0 0 0 0,0 0-1 0 0,0 1 1 0 0,1-1 0 0 0,-1 0 0 0 0,0 0 0 0 0,0 0 0 0 0,0 0 0 0 0,0 0 0 0 0,0 0 0 0 0,0 1 0 0 0,0-1-1 0 0,0 0 1 0 0,1 0 0 0 0,-1 0 0 0 0,0 0 0 0 0,0 0 0 0 0,0 0 0 0 0,0 0 0 0 0,0 0 0 0 0,1 0-1 0 0,-1 0 1 0 0,0 0 0 0 0,0 1 0 0 0,0-1 0 0 0,0 0 0 0 0,1 0 0 0 0,-1 0 0 0 0,0 0 0 0 0,0 0 0 0 0,0 0-44 0 0,-5 9 536 0 0,-16 50 729 0 0,14 121 211 0 0,22-95-1283 0 0,0-29-138 0 0,-9-30-341 0 0,0 0 1 0 0,2 0 0 0 0,1 0 0 0 0,0-1-1 0 0,2 0 1 0 0,13 20 285 0 0,-19-37-181 0 0,2 4-571 0 0,0 0 0 0 0,0 0 0 0 0,1-1 1 0 0,1 0-1 0 0,0 0 0 0 0,1-1 0 0 0,9 8 752 0 0,3-4-1164 0 0</inkml:trace>
  <inkml:trace contextRef="#ctx0" brushRef="#br2" timeOffset="67016.291">22290 2895 2832 0 0,'5'-8'1166'0'0,"-5"8"-1087"0"0,0-1 0 0 0,0 1 0 0 0,0-1 0 0 0,1 1 0 0 0,-1-1 0 0 0,0 1 0 0 0,0-1 0 0 0,0 1 0 0 0,0-1 0 0 0,0 1 0 0 0,1-1 0 0 0,-1 1 0 0 0,0-1 0 0 0,1 1 0 0 0,-1 0 0 0 0,0-1 0 0 0,0 1 0 0 0,1 0 0 0 0,-1-1 0 0 0,1 1 0 0 0,-1 0 0 0 0,0-1 0 0 0,1 1 0 0 0,-1 0 1 0 0,1 0-1 0 0,-1-1 0 0 0,1 1 0 0 0,-1 0 0 0 0,1 0 0 0 0,-1 0 0 0 0,1 0 0 0 0,-1-1 0 0 0,1 1 0 0 0,-1 0 0 0 0,1 0 0 0 0,-1 0 0 0 0,1 0 0 0 0,-1 0 0 0 0,1 0 0 0 0,-1 1 0 0 0,0-1 0 0 0,1 0 0 0 0,-1 0 0 0 0,1 0 0 0 0,-1 0 0 0 0,1 1 0 0 0,-1-1 0 0 0,1 0 0 0 0,-1 0 0 0 0,1 1 0 0 0,-1-1 0 0 0,0 0 0 0 0,1 1 0 0 0,-1-1 0 0 0,0 0 0 0 0,1 1 0 0 0,-1-1 0 0 0,0 0 0 0 0,1 1 0 0 0,-1-1 0 0 0,0 1 0 0 0,0-1 0 0 0,0 1 0 0 0,1-1 0 0 0,-1 1 0 0 0,0 0-79 0 0,61 95 1515 0 0,-54-88-1433 0 0,-2-1-72 0 0,0-1 1 0 0,0 0-1 0 0,0 0 0 0 0,1-1 0 0 0,0 1 0 0 0,0-1 0 0 0,0-1 0 0 0,1 1 0 0 0,0-1 1 0 0,-1 0-1 0 0,1 0 0 0 0,1-1 0 0 0,-1 0 0 0 0,0-1 0 0 0,1 1 0 0 0,2-1-10 0 0,-1-1-82 0 0,-1-1 0 0 0,1-1-1 0 0,-1 0 1 0 0,1 0 0 0 0,-1 0-1 0 0,0-1 1 0 0,1 0-1 0 0,-1-1 1 0 0,0 0 0 0 0,0 0-1 0 0,-1-1 1 0 0,1 0 0 0 0,-1 0-1 0 0,0-1 1 0 0,6-5 82 0 0,-2 2-110 0 0,-1-1 1 0 0,0 0-1 0 0,-1-1 1 0 0,0 0-1 0 0,0 0 0 0 0,-1-1 1 0 0,-1 0-1 0 0,0 0 1 0 0,2-5 109 0 0,9-14 217 0 0,-6 27 755 0 0,37 64-124 0 0,-2 1-301 0 0,-28-43-429 0 0,-14-12-65 0 0,1 1-1 0 0,1-1 1 0 0,-1-1-1 0 0,1 1 1 0 0,0-1 0 0 0,0 0-1 0 0,1-1 1 0 0,0 1-1 0 0,0-2 1 0 0,0 1 0 0 0,1-1-1 0 0,-1 0 1 0 0,1-1-1 0 0,0 0 1 0 0,0-1 0 0 0,0 1-1 0 0,0-2 1 0 0,4 1-53 0 0,-5-2 19 0 0,-1-1 0 0 0,1 1 0 0 0,0-2 0 0 0,0 1 0 0 0,0-1 0 0 0,-1 0-1 0 0,1-1 1 0 0,-1 0 0 0 0,0 0 0 0 0,1 0 0 0 0,-1-1 0 0 0,-1 0 0 0 0,1-1 0 0 0,5-4-19 0 0,1-3 22 0 0,0 0 0 0 0,-1-2 0 0 0,-1 1 0 0 0,0-1 0 0 0,-1-1 0 0 0,0 0 0 0 0,-1-1 0 0 0,-1 1 0 0 0,0-2 0 0 0,-2 1 0 0 0,0-1 0 0 0,0 0-22 0 0,31-154 257 0 0,-16-118 722 0 0,-20 197-211 0 0,-16 11-345 0 0,6 57-235 0 0,9 24-178 0 0,0 1 0 0 0,0-1 0 0 0,-1 1 0 0 0,1-1-1 0 0,0 1 1 0 0,-1-1 0 0 0,1 1 0 0 0,-1-1 0 0 0,1 0 0 0 0,0 1 0 0 0,-1-1-1 0 0,1 0 1 0 0,-1 1 0 0 0,1-1 0 0 0,-1 0 0 0 0,1 0 0 0 0,-1 1 0 0 0,1-1 0 0 0,-1 0-1 0 0,0 0 1 0 0,1 0 0 0 0,-1 0 0 0 0,1 0 0 0 0,-1 0 0 0 0,1 0 0 0 0,-1 0-1 0 0,0 0 1 0 0,1 0 0 0 0,-1 0 0 0 0,1 0 0 0 0,-1 0 0 0 0,1 0 0 0 0,-1 0 0 0 0,1-1-1 0 0,-1 1 1 0 0,0 0 0 0 0,1 0 0 0 0,0-1 0 0 0,-1 1 0 0 0,1 0 0 0 0,-1-1-1 0 0,1 1 1 0 0,-1 0 0 0 0,1-1 0 0 0,0 1 0 0 0,-1-1 0 0 0,1 1 0 0 0,-1-1 0 0 0,1 1-1 0 0,0-1 1 0 0,0 1 0 0 0,-1-1 0 0 0,1 1 0 0 0,0-1 0 0 0,0 1 0 0 0,0-1-1 0 0,0 1 1 0 0,0-1 0 0 0,-1 0 0 0 0,1 1 0 0 0,0-1 0 0 0,0 1 0 0 0,0-1 0 0 0,1 1-1 0 0,-1-1 1 0 0,0 0 0 0 0,0 1 0 0 0,0-1 0 0 0,0 1-10 0 0,-6 14 54 0 0,0 1 0 0 0,1 1 0 0 0,1-1-1 0 0,0 1 1 0 0,1-1 0 0 0,0 13-54 0 0,-2 172 153 0 0,27-75-46 0 0,-10-80-260 0 0,2-1 0 0 0,2 0-1 0 0,2-1 1 0 0,1-1-1 0 0,3-1 1 0 0,1-1 0 0 0,2-1-1 0 0,2-1 1 0 0,7 7 153 0 0,-17-24-473 0 0,62 61-2956 0 0,-78-82 3282 0 0,0 0 1 0 0,0 1 0 0 0,0-1-1 0 0,0 0 1 0 0,-1 1-1 0 0,1-1 1 0 0,0 0 0 0 0,0 0-1 0 0,0 0 1 0 0,0 0 0 0 0,0 0-1 0 0,0 0 1 0 0,0 0 0 0 0,0 0-1 0 0,0 0 1 0 0,0-1-1 0 0,0 1 1 0 0,0 0 0 0 0,0 0-1 0 0,-1-1 1 0 0,1 1 0 0 0,0-1-1 0 0,0 1 1 0 0,0-1-1 0 0,0 1 1 0 0,-1-1 0 0 0,1 0-1 0 0,0 1 1 0 0,-1-1 0 0 0,1 0-1 0 0,0 1 1 0 0,-1-1-1 0 0,1 0 1 0 0,-1 0 0 0 0,1 0-1 0 0,-1 1 1 0 0,0-1 0 0 0,1 0-1 0 0,-1 0 1 0 0,0 0-1 0 0,1 0 1 0 0,-1 0 0 0 0,0 0-1 0 0,0 0 1 0 0,0 0 0 0 0,0 0-1 0 0,0 0 1 0 0,0 0 0 0 0,0 1-1 0 0,0-1 1 0 0,0 0-1 0 0,-1 0 1 0 0,1 0 0 0 0,0-1 146 0 0,-2-21-1018 0 0</inkml:trace>
  <inkml:trace contextRef="#ctx0" brushRef="#br2" timeOffset="67326.583">23323 2720 2524 0 0,'-61'-54'5410'0'0,"54"39"-1816"0"0,33 12-1773 0 0,-12 3-1877 0 0,139-16-458 0 0,113-29 514 0 0,-215 35-1363 0 0,-19 5-107 0 0,0-2 0 0 0,0-1-1 0 0,-1-1 1 0 0,14-7 1470 0 0,-23 1-2275 0 0,-22 14 1227 0 0</inkml:trace>
  <inkml:trace contextRef="#ctx0" brushRef="#br2" timeOffset="68035.11">18065 1216 1924 0 0,'0'0'882'0'0,"0"0"-21"0"0,0 0-63 0 0,5 1-106 0 0,143 70 2257 0 0,-35-33-2163 0 0,1-6-1 0 0,2-4 1 0 0,1-5 0 0 0,107 5-786 0 0,-211-26 28 0 0,361 33 573 0 0,-213-31-4008 0 0,-152-10-1656 0 0,-17 6 4027 0 0</inkml:trace>
  <inkml:trace contextRef="#ctx0" brushRef="#br2" timeOffset="68899.119">18203 1216 2336 0 0,'2'23'3489'0'0,"8"11"-2391"0"0,-4-13-577 0 0,59 161 1877 0 0,-14-78-1574 0 0,-25-57-802 0 0,-89-149-1441 0 0,30 50 1495 0 0,-2 1 0 0 0,-2 2-1 0 0,-3 1 1 0 0,-16-14-76 0 0,13 12 1048 0 0,42 49-1031 0 0,1 1-1 0 0,0 0 0 0 0,-1-1 1 0 0,1 1-1 0 0,0 0 1 0 0,0-1-1 0 0,0 1 0 0 0,0 0 1 0 0,-1-1-1 0 0,1 1 0 0 0,0-1 1 0 0,0 1-1 0 0,0 0 1 0 0,0-1-1 0 0,0 1 0 0 0,0-1 1 0 0,0 1-1 0 0,0 0 1 0 0,0-1-1 0 0,0 1 0 0 0,0-1 1 0 0,0 1-1 0 0,0 0 0 0 0,0-1 1 0 0,0 1-1 0 0,0-1 1 0 0,1 1-1 0 0,-1 0 0 0 0,0-1 1 0 0,0 1-1 0 0,0 0 0 0 0,1-1 1 0 0,-1 1-1 0 0,0 0 1 0 0,0-1-1 0 0,1 1 0 0 0,-1 0 1 0 0,0 0-1 0 0,1-1 0 0 0,-1 1 1 0 0,0 0-1 0 0,1 0 1 0 0,-1-1-1 0 0,0 1 0 0 0,1 0 1 0 0,-1 0-1 0 0,1 0 1 0 0,-1 0-1 0 0,0 0 0 0 0,1 0 1 0 0,-1 0-1 0 0,1 0 0 0 0,-1 0 1 0 0,0 0-1 0 0,1 0 1 0 0,-1 0-1 0 0,1 0 0 0 0,-1 0 1 0 0,0 0-1 0 0,1 0 0 0 0,-1 0 1 0 0,1 0-1 0 0,-1 0 1 0 0,0 1-1 0 0,1-1 0 0 0,-1 0 1 0 0,0 0-1 0 0,1 1-16 0 0,5-2-37 0 0,228-26 401 0 0,-39 18-244 0 0,-142 10-121 0 0,17 14 49 0 0,-52-7-62 0 0,-17-7 33 0 0,1 1 1 0 0,-1-1 0 0 0,0 1-1 0 0,1-1 1 0 0,-1 1 0 0 0,0 0-1 0 0,0 0 1 0 0,0 0-1 0 0,0 0 1 0 0,0 0 0 0 0,0 0-1 0 0,-1 0 1 0 0,1 0 0 0 0,-1 0-1 0 0,1 0 1 0 0,-1 0 0 0 0,0 0-1 0 0,0 1 1 0 0,0-1-1 0 0,0 0 1 0 0,0 0 0 0 0,-1 0-1 0 0,1 0 1 0 0,0 0 0 0 0,-1 0-1 0 0,0 0 1 0 0,1 0-1 0 0,-1 0 1 0 0,0 0 0 0 0,0 0-1 0 0,0 0 1 0 0,0 0 0 0 0,-1 0-1 0 0,1-1 1 0 0,0 1 0 0 0,-2 0-20 0 0,-127 186 331 0 0,68-97-2205 0 0,16-18-3741 0 0,35-55 3138 0 0,8-11 1283 0 0</inkml:trace>
  <inkml:trace contextRef="#ctx0" brushRef="#br2" timeOffset="71172.776">22950 960 3240 0 0,'11'1'3879'0'0,"-4"29"-2667"0"0,-6-22-1013 0 0,16 111 2714 0 0,0 102-2913 0 0,-16-196 148 0 0,6 131 269 0 0,19-185-1452 0 0,-21 20 941 0 0,-2 2 51 0 0,1 0 0 0 0,-1 1 0 0 0,1 0 1 0 0,1 0-1 0 0,-1 0 0 0 0,1 1 0 0 0,0-1 0 0 0,0 1 0 0 0,1 0 1 0 0,-1 0-1 0 0,1 1 0 0 0,0 0 0 0 0,0 0 0 0 0,1 0 0 0 0,-1 1 1 0 0,1 0-1 0 0,0 0 0 0 0,0 0 0 0 0,0 1 0 0 0,4 0 43 0 0,-10 2 39 0 0,16 2 94 0 0,-7 2-113 0 0,-1 1-1 0 0,1-1 1 0 0,-1 1 0 0 0,-1 1-1 0 0,1 0 1 0 0,-1 0-1 0 0,0 1 1 0 0,0-1 0 0 0,0 2-1 0 0,-1-1-19 0 0,21 37 325 0 0,-27-42-235 0 0,-1 0 14 0 0,-4 26-3 0 0,2-25-154 0 0,-1-1 0 0 0,0 1 0 0 0,-1-1 0 0 0,1 0 0 0 0,0 0 0 0 0,-1 0 0 0 0,1-1 0 0 0,-1 1 0 0 0,1-1 0 0 0,-1 1 0 0 0,0-1 0 0 0,0-1 0 0 0,1 1-1 0 0,-1 0 1 0 0,0-1 0 0 0,0 0 0 0 0,-2 0 53 0 0,4 0-133 0 0,0 0 8 0 0,-24-2-214 0 0,7-9 129 0 0,18 10 188 0 0,0 0 0 0 0,0 0 0 0 0,0 0 0 0 0,1 0 0 0 0,-1 0 0 0 0,0-1 1 0 0,1 1-1 0 0,-1 0 0 0 0,1 0 0 0 0,0-1 0 0 0,-1 1 0 0 0,1 0 0 0 0,0-1 0 0 0,0 1 0 0 0,-1 0 1 0 0,1-1-1 0 0,0 1 0 0 0,1-1 0 0 0,-1 1 0 0 0,0 0 0 0 0,0-1 0 0 0,0 1 0 0 0,1 0 0 0 0,-1-1 0 0 0,1 1 1 0 0,-1 0-1 0 0,1 0 0 0 0,-1 0 0 0 0,1-1 0 0 0,0 1 0 0 0,0 0 0 0 0,0 0 0 0 0,-1 0 0 0 0,1 0 1 0 0,0 0-1 0 0,0 0 0 0 0,0 0 0 0 0,1 1 0 0 0,-1-1 0 0 0,0 0 0 0 0,0 0 0 0 0,1 0 22 0 0,0 0 7 0 0,7-9-44 0 0,1 1 0 0 0,1 0-1 0 0,-1 0 1 0 0,1 1 0 0 0,1 1 0 0 0,0 0 0 0 0,0 0-1 0 0,0 1 1 0 0,1 1 0 0 0,2-1 37 0 0,7-1 339 0 0,0 1-1 0 0,0 1 0 0 0,0 1 1 0 0,1 1-1 0 0,-1 1 1 0 0,10 1-339 0 0,-26 4 317 0 0,42 55 1075 0 0,-14 26-23 0 0,-5-55-3448 0 0,-28-28 945 0 0,1-1-216 0 0,1 0 1144 0 0,-1 0 0 0 0,1-1 0 0 0,0 0 0 0 0,0 1 0 0 0,-1-1 0 0 0,1 0 0 0 0,0 0 1 0 0,-1 0-1 0 0,1 0 0 0 0,-1-1 0 0 0,0 1 0 0 0,1-1 0 0 0,-1 0 0 0 0,0 1 0 0 0,0-1 0 0 0,0 0 0 0 0,0 0 0 0 0,0 0 0 0 0,0-1 0 0 0,1-1 206 0 0,7-7-784 0 0,5-7-335 0 0</inkml:trace>
  <inkml:trace contextRef="#ctx0" brushRef="#br2" timeOffset="71514.45">23594 1082 3240 0 0,'-74'-20'5651'0'0,"74"20"-5489"0"0,12 1-1335 0 0,72-18-3457 0 0,-55 9 3484 0 0</inkml:trace>
  <inkml:trace contextRef="#ctx0" brushRef="#br2" timeOffset="71929.455">23995 839 2888 0 0,'4'-42'6434'0'0,"-4"42"-5803"0"0,4 16 1382 0 0,-1 112 23 0 0,-3 166-641 0 0,24-155-1058 0 0,-21-117-304 0 0,1 0-1 0 0,1 0 1 0 0,1 0-1 0 0,1-1 1 0 0,1 0-1 0 0,0-1 0 0 0,5 5-32 0 0,-9-18-63 0 0,1 0 0 0 0,0 0 0 0 0,0-1 0 0 0,1 0 0 0 0,0 0 0 0 0,0-1 0 0 0,0 1 0 0 0,1-1 0 0 0,-1-1 0 0 0,1 1 0 0 0,1-1 0 0 0,-1 0-1 0 0,0-1 1 0 0,1 0 0 0 0,0 0 0 0 0,0-1 0 0 0,0 0 0 0 0,0 0 0 0 0,0 0 0 0 0,0-1 0 0 0,0-1 0 0 0,0 1 0 0 0,3-1 63 0 0,-2-1-239 0 0,1-1 0 0 0,0 1 0 0 0,-1-1 0 0 0,1-1 0 0 0,-1 0 0 0 0,0 0 0 0 0,0-1 0 0 0,0 0 0 0 0,5-4 239 0 0,-10 6-369 0 0,0-1-1 0 0,0 0 0 0 0,0 0 0 0 0,-1 0 0 0 0,1 0 0 0 0,-1 0 0 0 0,0-1 0 0 0,0 0 0 0 0,0 0 1 0 0,0 0-1 0 0,-1 0 0 0 0,1 0 0 0 0,-1 0 0 0 0,0 0 0 0 0,-1-1 0 0 0,1 1 0 0 0,-1-1 0 0 0,1 0 0 0 0,-2 1 1 0 0,1-1-1 0 0,0 0 0 0 0,-1 0 0 0 0,0 1 0 0 0,0-4 370 0 0,0 6-1295 0 0</inkml:trace>
  <inkml:trace contextRef="#ctx0" brushRef="#br2" timeOffset="71930.455">24032 1216 2928 0 0,'-39'-18'6210'0'0,"53"14"-3623"0"0,147-19-204 0 0,2-7-2383 0 0,-17 14-4447 0 0,-83 12-766 0 0,-54 4 4130 0 0,-4 0 86 0 0</inkml:trace>
  <inkml:trace contextRef="#ctx0" brushRef="#br2" timeOffset="69431.183">20657 1290 2816 0 0,'0'6'2703'0'0,"-11"58"-75"0"0,-15 83-485 0 0,3-33-1301 0 0,5-44-1613 0 0,19-70 663 0 0,-1-1 0 0 0,0 1 0 0 0,0 0 0 0 0,1 0 0 0 0,-1 0 0 0 0,0-1 0 0 0,1 1 0 0 0,-1 0 0 0 0,0 0 0 0 0,1 0 0 0 0,-1 0 0 0 0,0 0 0 0 0,1 0 0 0 0,-1 0 0 0 0,0 0 1 0 0,1 0-1 0 0,-1 0 0 0 0,0 0 0 0 0,1 0 0 0 0,-1 0 0 0 0,0 0 0 0 0,1 0 0 0 0,-1 0 0 0 0,0 0 0 0 0,1 0 0 0 0,-1 0 0 0 0,0 0 0 0 0,1 1 0 0 0,-1-1 0 0 0,0 0 0 0 0,0 0 0 0 0,1 0 0 0 0,-1 1 0 0 0,0-1 0 0 0,0 0 0 0 0,1 0 0 0 0,-1 1 0 0 0,0-1 0 0 0,0 0 0 0 0,0 0 0 0 0,1 1 0 0 0,-1-1 0 0 0,0 0 1 0 0,0 1-1 0 0,0-1 0 0 0,0 0 0 0 0,0 1 0 0 0,0-1 0 0 0,0 0 0 0 0,1 1 0 0 0,-1-1 0 0 0,0 0 0 0 0,0 1 0 0 0,0-1 0 0 0,0 0 0 0 0,-1 1 0 0 0,1-1 0 0 0,0 0 0 0 0,0 1 108 0 0,6-9-1076 0 0,6-8-47 0 0</inkml:trace>
  <inkml:trace contextRef="#ctx0" brushRef="#br2" timeOffset="69875.67">20643 1345 1820 0 0,'0'-2'291'0'0,"-1"-1"0"0"0,0 1 0 0 0,0 0 0 0 0,0-1 0 0 0,0 1-1 0 0,0 0 1 0 0,0 0 0 0 0,0 0 0 0 0,-1 0 0 0 0,1 0 0 0 0,-1 0 0 0 0,0 0-1 0 0,0 0 1 0 0,1 1 0 0 0,-1-1 0 0 0,0 1 0 0 0,0-1 0 0 0,0 1 0 0 0,-1-1-291 0 0,2 3 56 0 0,1-1 0 0 0,-1 0 1 0 0,1 1-1 0 0,-1-1 0 0 0,1 1 1 0 0,-1-1-1 0 0,1 0 0 0 0,-1 1 1 0 0,1-1-1 0 0,0 1 0 0 0,-1-1 1 0 0,1 1-1 0 0,-1 0 0 0 0,1-1 1 0 0,0 1-1 0 0,0-1 0 0 0,-1 1 1 0 0,1 0-1 0 0,0-1 0 0 0,0 1 1 0 0,0-1-1 0 0,0 1 0 0 0,0 0 1 0 0,0-1-1 0 0,0 1 0 0 0,0 0 1 0 0,0-1-1 0 0,0 1 0 0 0,0 0 1 0 0,0-1-1 0 0,0 1 0 0 0,1-1 1 0 0,-1 1-1 0 0,0 0 0 0 0,0-1 1 0 0,1 1-1 0 0,-1-1 0 0 0,0 1 1 0 0,1-1-1 0 0,-1 1 0 0 0,1 0-56 0 0,-1 0 34 0 0,3 8 94 0 0,0-1-1 0 0,1 1 0 0 0,0-1 1 0 0,1 0-1 0 0,-1 0 0 0 0,2 0 1 0 0,-1 0-1 0 0,1-1 0 0 0,0 0 1 0 0,2 1-128 0 0,9 12 68 0 0,2-1-1 0 0,0-1 1 0 0,1 0 0 0 0,1-2 0 0 0,1 0 0 0 0,0-1 0 0 0,1-2 0 0 0,1 0 0 0 0,0-1-1 0 0,7 1-67 0 0,65 15-1708 0 0,-93-27 1465 0 0,1-1 0 0 0,-1 0 1 0 0,0 1-1 0 0,0-1 1 0 0,0-1-1 0 0,1 1 0 0 0,-1 0 1 0 0,0-1-1 0 0,0 0 1 0 0,0 0-1 0 0,0 0 0 0 0,0 0 1 0 0,0 0-1 0 0,0 0 1 0 0,0-1-1 0 0,-1 1 0 0 0,1-1 1 0 0,2-2 242 0 0,-2 2-204 0 0,28-24-2077 0 0,-16 11 1163 0 0</inkml:trace>
  <inkml:trace contextRef="#ctx0" brushRef="#br2" timeOffset="70137.309">21126 1233 1756 0 0,'-20'-122'4253'0'0,"13"82"-1504"0"0,4 35-971 0 0,0 18-692 0 0,-1 107 205 0 0,4 139-2718 0 0,15-103-1321 0 0,-14-147 2178 0 0,0 0 0 0 0,2 0-1 0 0,-1 1 1 0 0,1-1 0 0 0,0 0-1 0 0,1-1 1 0 0,0 1 0 0 0,0-1 0 0 0,5 7 570 0 0,1-2-1238 0 0</inkml:trace>
  <inkml:trace contextRef="#ctx0" brushRef="#br2" timeOffset="70466.359">21344 1575 2196 0 0,'28'-119'5933'0'0,"-13"32"-2764"0"0,-11 51-2179 0 0,0 12-115 0 0,-2 22-865 0 0,0 0 0 0 0,1 0 0 0 0,-1 1-1 0 0,1-1 1 0 0,-1 1 0 0 0,1 0 0 0 0,0-1-1 0 0,-1 1 1 0 0,1 0 0 0 0,0 1 0 0 0,0-1-1 0 0,0 0 1 0 0,0 1 0 0 0,-1 0 0 0 0,1 0-1 0 0,0-1 1 0 0,2 2-10 0 0,211-5 161 0 0,-210 4-160 0 0,0 1 1 0 0,0 0-1 0 0,0 0 1 0 0,1 0-1 0 0,-1 1 1 0 0,0-1-1 0 0,-1 1 0 0 0,1 1 1 0 0,0-1-1 0 0,0 1 1 0 0,-1 0-1 0 0,4 3-1 0 0,0-1 30 0 0,-7-3-27 0 0,0 0 1 0 0,-1 0 0 0 0,1 0 0 0 0,0 1 0 0 0,-1-1-1 0 0,0 0 1 0 0,1 1 0 0 0,-1-1 0 0 0,0 1 0 0 0,0-1-1 0 0,0 1 1 0 0,-1-1 0 0 0,1 1 0 0 0,-1 0 0 0 0,1-1-1 0 0,-1 1 1 0 0,0 0 0 0 0,0 0 0 0 0,0-1 0 0 0,0 1 0 0 0,-1 0-1 0 0,1-1 1 0 0,-1 3-4 0 0,0 9 79 0 0,-30 96 35 0 0,21-54 376 0 0,10-55-452 0 0,3 5 0 0 0,40 44 125 0 0,-31-46-237 0 0,0 0-1 0 0,0 0 1 0 0,0-1-1 0 0,1 0 1 0 0,-1-1 0 0 0,1-1-1 0 0,-1 0 1 0 0,1 0-1 0 0,0-2 1 0 0,11-1 74 0 0,14 2-1149 0 0,95-22-3300 0 0,-17-11-671 0 0,-94 23 4012 0 0</inkml:trace>
  <inkml:trace contextRef="#ctx0" brushRef="#br2" timeOffset="77942.06">11302 7243 1732 0 0,'0'0'669'0'0,"0"0"-44"0"0,0 0-26 0 0,3 0-87 0 0,3-1-229 0 0,-4 1-233 0 0,0-1 1 0 0,-1 1-1 0 0,1 0 0 0 0,0 0 1 0 0,-1-1-1 0 0,1 1 0 0 0,0 0 1 0 0,-1 0-1 0 0,1 1 1 0 0,0-1-1 0 0,-1 0 0 0 0,1 0 1 0 0,0 1-1 0 0,-1-1 0 0 0,1 1 1 0 0,-1 0-1 0 0,1-1 0 0 0,-1 1 1 0 0,1 0-1 0 0,-1 0 0 0 0,0 0 1 0 0,1 0-1 0 0,-1 0 0 0 0,0 0 1 0 0,0 0-1 0 0,1 1-50 0 0,12 47 733 0 0,-2 1 1 0 0,-2 0-1 0 0,-1 10-733 0 0,-3-22 261 0 0,39 295 1124 0 0,-6-19-822 0 0,40 224 53 0 0,5-13-22 0 0,-53-220-67 0 0,-11 81-527 0 0,-17-323 60 0 0,8 415 375 0 0,3-120-257 0 0,24 205 203 0 0,13-78-139 0 0,-16-170-532 0 0,-3-90-3383 0 0,-27-136-381 0 0,-20-59 1708 0 0,4-23 1094 0 0</inkml:trace>
  <inkml:trace contextRef="#ctx0" brushRef="#br2" timeOffset="80166.507">11472 7377 948 0 0,'0'0'782'0'0,"0"0"-118"0"0,0 0-95 0 0,0 0-38 0 0,0 0 25 0 0,0 0-67 0 0,0 0-31 0 0,0 0 2 0 0,7-4 239 0 0,27 10 21 0 0,56 4-142 0 0,0-4-1 0 0,0-4 1 0 0,7-4-578 0 0,12 1 139 0 0,851 1 901 0 0,-605-22-928 0 0,-114 16 152 0 0,124 6-60 0 0,-134 22-83 0 0,948-16 728 0 0,6-6-708 0 0,-818-13-107 0 0,78-7-69 0 0,155 12 3 0 0,-20 8 90 0 0,-248-14-36 0 0,921-15-216 0 0,-645 13 214 0 0,-296 15 17 0 0,-139-10 13 0 0,55-4-55 0 0,530-20 13 0 0,-321 15-86 0 0,176 1 151 0 0,-29-1-61 0 0,872 20 467 0 0,-594 0-329 0 0,-750 7-94 0 0,6 2-34 0 0,-29-4-94 0 0,28 14 48 0 0,982 9 125 0 0,-910-20-43 0 0,182 10-110 0 0,-233-15 35 0 0,384-3 1060 0 0,-520 0-847 0 0,11 0 247 0 0,17 2-215 0 0,-23 2-1055 0 0,-14-8-1477 0 0,-20-8-352 0 0,-6 2 1479 0 0,-1 1 1 0 0,0 2-1 0 0,0 1 1 0 0,-7 1 1176 0 0,37 5-67 0 0,-68-10-1037 0 0</inkml:trace>
  <inkml:trace contextRef="#ctx0" brushRef="#br2" timeOffset="82827.095">11747 9343 1648 0 0,'0'0'576'0'0,"-3"0"-36"0"0,-13 0 603 0 0,16 0-650 0 0,0 0-81 0 0,0 0-122 0 0,0 0 45 0 0,0 0-1 0 0,0 0 6 0 0,0 0-30 0 0,0 0-22 0 0,0 0-40 0 0,0 0 12 0 0,0 0 19 0 0,0 0-80 0 0,0 0-30 0 0,0 0 25 0 0,0 0-37 0 0,0 0 32 0 0,2-5-2 0 0,6-18-94 0 0,21 14 250 0 0,-25 9-311 0 0,148-9 439 0 0,683 7 219 0 0,-616-15-515 0 0,392 11 234 0 0,-383 7-351 0 0,1355-1 239 0 0,-1340 11-150 0 0,744-16 39 0 0,-327-6-114 0 0,401 11 134 0 0,-684-21-176 0 0,463-15 0 0 0,-565 21-45 0 0,256-5 173 0 0,-267 8-147 0 0,347-6 109 0 0,-328 7-78 0 0,39 11-50 0 0,28-16 49 0 0,340-15 32 0 0,-95 6-16 0 0,-163 14-88 0 0,-109-2 110 0 0,329-1-22 0 0,-286 6-21 0 0,1483 8-137 0 0,-1629-7 511 0 0,221 7 162 0 0,-316-11-570 0 0,766 11 152 0 0,-795-9-66 0 0,26 9-134 0 0,-13-19 58 0 0,67 16 83 0 0,304 3 1428 0 0,-479 0-1407 0 0,10 0 511 0 0,4-6-2272 0 0,-39-5-2322 0 0,7 3 2828 0 0,-116-48-3696 0 0,92 37 3722 0 0,0-1 170 0 0</inkml:trace>
  <inkml:trace contextRef="#ctx0" brushRef="#br2" timeOffset="84036.131">28609 7226 2768 0 0,'58'1'5604'0'0,"4"0"-4940"0"0,319-1 950 0 0,-103 22-1196 0 0,198 2 754 0 0,-312-24 11 0 0,-162 0-1121 0 0,9 0-26 0 0,20 3 89 0 0,-14 35 26 0 0,-1 12 236 0 0,-14 176 1143 0 0,-2 793 18 0 0,17-875-1520 0 0,-17-30-125 0 0,0-112 90 0 0,3 8 55 0 0,6 0-86 0 0,-13 5-184 0 0,-1-26-1227 0 0,-17-35-3656 0 0,-39-5 1861 0 0,57 49 3018 0 0,-20-14-667 0 0,-2 2 0 0 0,0 1 0 0 0,-1 1 0 0 0,-27-9 893 0 0,-25-7-1010 0 0</inkml:trace>
  <inkml:trace contextRef="#ctx0" brushRef="#br2" timeOffset="88776.647">11062 8502 2076 0 0,'0'18'1582'0'0,"0"-18"-854"0"0,0 0-84 0 0,0 3-77 0 0,0 10 11 0 0,-6-6-26 0 0,-46 21 933 0 0,28-22-904 0 0,-1 0 0 0 0,0-1-1 0 0,0-1 1 0 0,-1-2 0 0 0,-24 0-581 0 0,-20-18 517 0 0,57 12-430 0 0,0 0 0 0 0,0-1 0 0 0,0-1 0 0 0,0 0 0 0 0,1-1 0 0 0,0 0 0 0 0,0-1 1 0 0,1 0-1 0 0,0-1 0 0 0,1 0 0 0 0,0-1 0 0 0,0 0 0 0 0,1 0 0 0 0,-4-7-87 0 0,-14-20 121 0 0,2-2 0 0 0,2-1 0 0 0,2-1 0 0 0,1-1 0 0 0,0-7-121 0 0,-1-20 140 0 0,3-1 0 0 0,-7-59-140 0 0,14 72 10 0 0,-29-246 64 0 0,20 105 172 0 0,5-177-246 0 0,18 239-26 0 0,19-43 30 0 0,-14 131 6 0 0,1 1 0 0 0,3 0 1 0 0,2 0-1 0 0,2 1 1 0 0,16-32-11 0 0,-21 57-12 0 0,2 0 0 0 0,1 0 0 0 0,0 1 1 0 0,1 1-1 0 0,1 0 0 0 0,7-4 12 0 0,6-3 2 0 0,1 1 1 0 0,0 2 0 0 0,2 1-1 0 0,1 2 1 0 0,4-1-3 0 0,78-29-266 0 0,-115 50 127 0 0,-1 0 0 0 0,1 1-1 0 0,0-1 1 0 0,-1 0 0 0 0,1 0-1 0 0,0 1 1 0 0,0-1 0 0 0,0 0-1 0 0,-1 1 1 0 0,1-1 0 0 0,0 1-1 0 0,0-1 1 0 0,0 0 0 0 0,0 1-1 0 0,0-1 1 0 0,0 0 0 0 0,-1 1-1 0 0,1-1 1 0 0,0 1 0 0 0,0-1-1 0 0,0 0 1 0 0,0 1 0 0 0,0-1-1 0 0,1 0 1 0 0,-1 1 0 0 0,0-1-1 0 0,0 1 1 0 0,0-1 0 0 0,0 0 0 0 0,0 1-1 0 0,0-1 1 0 0,1 0 0 0 0,-1 1-1 0 0,0-1 1 0 0,0 0 0 0 0,1 1-1 0 0,-1-1 1 0 0,0 0 0 0 0,0 1-1 0 0,1-1 1 0 0,-1 0 0 0 0,0 0-1 0 0,1 0 1 0 0,-1 1 0 0 0,0-1-1 0 0,1 0 1 0 0,-1 0 0 0 0,0 0-1 0 0,1 0 1 0 0,-1 1 0 0 0,0-1-1 0 0,1 0 1 0 0,-1 0 0 0 0,1 0-1 0 0,-1 0 1 0 0,0 0 0 0 0,1 0-1 0 0,-1 0 1 0 0,1 0 0 0 0,-1 0-1 0 0,0 0 1 0 0,1 0 0 0 0,-1-1-1 0 0,1 1 140 0 0,-4 7-1118 0 0,-2 0 84 0 0</inkml:trace>
  <inkml:trace contextRef="#ctx0" brushRef="#br2" timeOffset="89643.399">10991 8218 1948 0 0,'-8'-4'816'0'0,"0"0"0"0"0,-1 1-1 0 0,0 0 1 0 0,0 0 0 0 0,0 1-1 0 0,0 0 1 0 0,0 1 0 0 0,0 0-1 0 0,-1 0 1 0 0,1 1 0 0 0,0 0-1 0 0,-1 0-815 0 0,10 0 159 0 0,0 0 36 0 0,7 15 456 0 0,42 26-390 0 0,-8-4-166 0 0,116 115 215 0 0,-144-137-296 0 0,0 1 1 0 0,-2 0-1 0 0,0 0 1 0 0,0 1-1 0 0,-2 0 1 0 0,0 1 0 0 0,-1 0-1 0 0,2 10-14 0 0,-9-23 11 0 0,0 1-1 0 0,0 0 1 0 0,-1-1 0 0 0,0 1-1 0 0,0 0 1 0 0,-1 0-1 0 0,0-1 1 0 0,0 1 0 0 0,0 0-1 0 0,0-1 1 0 0,-1 0-1 0 0,0 1 1 0 0,0-1-1 0 0,-1 0 1 0 0,1 0 0 0 0,-2 1-11 0 0,-5 6 33 0 0,-1-1 1 0 0,0 1 0 0 0,-1-2-1 0 0,0 0 1 0 0,-1 0 0 0 0,0-1 0 0 0,-1 0-1 0 0,0-1 1 0 0,0-1 0 0 0,-1 0 0 0 0,0 0-1 0 0,-10 2-33 0 0,-289 121 250 0 0,251-93-350 0 0,29-8-1256 0 0,33-28 669 0 0,13 0-2016 0 0,-5-2 2179 0 0,-1 0 0 0 0,0 0-1 0 0,0-1 1 0 0,0 0 0 0 0,0-1 0 0 0,0 1 0 0 0,0-1 0 0 0,-1 0-1 0 0,1-1 1 0 0,-1 0 0 0 0,0 0 0 0 0,5-4 524 0 0,9-7-1131 0 0</inkml:trace>
  <inkml:trace contextRef="#ctx0" brushRef="#br2" timeOffset="93135.352">14162 5238 3036 0 0,'12'-48'7303'0'0,"-4"69"-4497"0"0,-13 35-1925 0 0,-83 168 424 0 0,-86 213-1498 0 0,165-409-380 0 0,2 0 0 0 0,0 0 0 0 0,2 1 0 0 0,0 18 573 0 0,1 60-9511 0 0,4-105 8484 0 0</inkml:trace>
  <inkml:trace contextRef="#ctx0" brushRef="#br2" timeOffset="91740.901">12925 5573 2876 0 0,'0'0'182'0'0,"0"1"0"0"0,0-1 0 0 0,0 0 0 0 0,-1 0 1 0 0,1 0-1 0 0,0 0 0 0 0,0 0 0 0 0,-1 1 0 0 0,1-1 0 0 0,0 0 0 0 0,0 0 0 0 0,-1 0 0 0 0,1 0 0 0 0,0 0 0 0 0,0 0 0 0 0,-1 0 0 0 0,1 0 0 0 0,0 0 0 0 0,-1 0 0 0 0,1 0 0 0 0,0 0 0 0 0,0 0 0 0 0,-1 0 0 0 0,1 0 0 0 0,0 0 1 0 0,0-1-1 0 0,-1 1 0 0 0,1 0 0 0 0,0 0 0 0 0,0 0 0 0 0,0 0 0 0 0,-1 0 0 0 0,1 0 0 0 0,0-1 0 0 0,0 1 0 0 0,0 0 0 0 0,-1 0 0 0 0,1 0 0 0 0,0-1 0 0 0,0 1 0 0 0,0 0 0 0 0,0-1-182 0 0,0 2 69 0 0,1-1 0 0 0,0 1 0 0 0,0-1-1 0 0,-1 0 1 0 0,1 1 0 0 0,0-1-1 0 0,0 0 1 0 0,0 1 0 0 0,0-1 0 0 0,0 0-1 0 0,0 0 1 0 0,0 0 0 0 0,-1 0 0 0 0,1 0-1 0 0,0 0 1 0 0,0 0 0 0 0,0 0 0 0 0,0-1-1 0 0,0 1 1 0 0,0 0 0 0 0,-1 0-1 0 0,1-1 1 0 0,0 1 0 0 0,0-1 0 0 0,0 1-1 0 0,-1-1 1 0 0,1 1 0 0 0,0-1 0 0 0,0 1-1 0 0,-1-1 1 0 0,1 1 0 0 0,0-1-69 0 0,19-31 1271 0 0,-20 32-1323 0 0,0-1 0 0 0,0 0 1 0 0,0 0-1 0 0,0 1 0 0 0,0-1 1 0 0,0 0-1 0 0,0 0 0 0 0,0 1 1 0 0,0-1-1 0 0,0 0 0 0 0,0 0 1 0 0,0 1-1 0 0,-1-1 0 0 0,1 0 1 0 0,0 1-1 0 0,-1-1 0 0 0,1 0 1 0 0,0 0-1 0 0,-1 1 0 0 0,1-1 1 0 0,-1 1-1 0 0,1-1 0 0 0,-1 0 1 0 0,1 1-1 0 0,-1-1 0 0 0,1 1 0 0 0,-1 0 1 0 0,0-1-1 0 0,1 1 0 0 0,-1-1 1 0 0,0 1-1 0 0,1 0 0 0 0,-1-1 1 0 0,0 1-1 0 0,1 0 0 0 0,-1 0 1 0 0,0 0-1 0 0,0-1 0 0 0,1 1 1 0 0,-1 0-1 0 0,0 0 0 0 0,0 0 1 0 0,1 0-1 0 0,-1 0 0 0 0,0 0 1 0 0,0 1-1 0 0,1-1 0 0 0,-1 0 52 0 0,-1 1-457 0 0,0 1 0 0 0,0-1 0 0 0,0 1 0 0 0,0-1 0 0 0,1 1 0 0 0,-1 0 0 0 0,1-1 0 0 0,-1 1 0 0 0,1 0 0 0 0,0 0 1 0 0,0 0-1 0 0,-1 0 0 0 0,1 0 0 0 0,1 1 0 0 0,-1-1 0 0 0,0 0 0 0 0,0 0 0 0 0,1 1 0 0 0,0-1 457 0 0,-2 9-1158 0 0</inkml:trace>
  <inkml:trace contextRef="#ctx0" brushRef="#br2" timeOffset="92051.791">12947 5895 1140 0 0,'-6'83'5807'0'0,"-6"-36"-3806"0"0,12-46-1491 0 0,0 1-48 0 0,4 44 1924 0 0,7-72-1618 0 0,-18-15-1356 0 0,7 41 18 0 0,0-3 540 0 0,1 1-8225 0 0,14-11 7208 0 0</inkml:trace>
  <inkml:trace contextRef="#ctx0" brushRef="#br2" timeOffset="92498.89">13241 5671 3484 0 0,'-11'-26'5183'0'0,"1"47"-2859"0"0,9-9-2161 0 0,0 1 0 0 0,0-1 1 0 0,1 1-1 0 0,1-1 0 0 0,0 1 0 0 0,1-1 0 0 0,0 1 0 0 0,1-1 1 0 0,1 0-1 0 0,0 0 0 0 0,4 9-163 0 0,-6-15 37 0 0,0-1 0 0 0,0 1 1 0 0,0-1-1 0 0,1 0 0 0 0,0 1 0 0 0,0-1 1 0 0,1-1-1 0 0,-1 1 0 0 0,1 0 1 0 0,0-1-1 0 0,0 0 0 0 0,1 0 0 0 0,-1 0 1 0 0,1 0-1 0 0,0-1 0 0 0,0 0 0 0 0,0 0 1 0 0,0 0-1 0 0,1 0 0 0 0,-1-1 1 0 0,1 0-1 0 0,-1 0 0 0 0,1-1 0 0 0,0 1 1 0 0,0-1-1 0 0,0-1 0 0 0,0 1 0 0 0,-1-1 1 0 0,1 0-1 0 0,5 0-37 0 0,-2-3 9 0 0,-1 1-1 0 0,0-1 1 0 0,0 0 0 0 0,0-1-1 0 0,0 1 1 0 0,-1-2 0 0 0,1 1-1 0 0,-1-1 1 0 0,5-5-9 0 0,-3 3 38 0 0,-1-1-1 0 0,0-1 1 0 0,-1 0 0 0 0,1 0 0 0 0,-2 0-1 0 0,1-1 1 0 0,-2 0 0 0 0,1 0-1 0 0,-1-1 1 0 0,-1 1 0 0 0,0-1 0 0 0,1-4-38 0 0,-3 9-2 0 0,-1 1 41 0 0,1-1 1 0 0,-1 1-1 0 0,0-1 0 0 0,0 1 0 0 0,0-1 1 0 0,-1 0-1 0 0,0 1 0 0 0,0-1 0 0 0,-1 0 1 0 0,1 1-1 0 0,-1-1 0 0 0,-1-4-39 0 0,-3-4 80 0 0,-1 0 0 0 0,0 0 0 0 0,0 1 0 0 0,-2 0 0 0 0,1 0 0 0 0,-2 0 0 0 0,0 1-1 0 0,0 1 1 0 0,-1-1 0 0 0,0 2 0 0 0,-1-1 0 0 0,0 1 0 0 0,-1 1 0 0 0,0 0 0 0 0,0 1 0 0 0,-1 0 0 0 0,-10-4-80 0 0,17 10 9 0 0,0 0-1 0 0,1 1 1 0 0,-1-1 0 0 0,0 1 0 0 0,0 1-1 0 0,0-1 1 0 0,0 1 0 0 0,0 0 0 0 0,0 0-1 0 0,0 1 1 0 0,0 0 0 0 0,0 0 0 0 0,0 0-1 0 0,0 1 1 0 0,0 0 0 0 0,1 0 0 0 0,-1 0-1 0 0,1 1 1 0 0,0 0 0 0 0,-1 0 0 0 0,1 0-1 0 0,0 0 1 0 0,-2 3-9 0 0,2-1-145 0 0,0-1 0 0 0,0 1 0 0 0,1 0 0 0 0,-1 0 0 0 0,1 1-1 0 0,0-1 1 0 0,1 1 0 0 0,-1 0 0 0 0,1 0 0 0 0,0 0 0 0 0,1 0 0 0 0,-1 1 0 0 0,1-1-1 0 0,1 1 1 0 0,-1 0 0 0 0,1-1 0 0 0,0 1 0 0 0,1 2 145 0 0,2-2-351 0 0,0 1-1 0 0,1-1 1 0 0,0 0 0 0 0,0 0-1 0 0,1-1 1 0 0,0 1 0 0 0,0-1-1 0 0,1 0 1 0 0,-1 0 0 0 0,1 0-1 0 0,1 0 1 0 0,-1-1 0 0 0,1 0 0 0 0,0 0-1 0 0,0-1 1 0 0,0 0 0 0 0,1 0-1 0 0,0 0 1 0 0,0 0 0 0 0,-1-1-1 0 0,2-1 1 0 0,-1 1 0 0 0,0-1-1 0 0,1 0 1 0 0,2 0 351 0 0,59 9-2065 0 0,-32-7 1073 0 0</inkml:trace>
  <inkml:trace contextRef="#ctx0" brushRef="#br2" timeOffset="90677.485">11667 5651 2860 0 0,'2'40'3998'0'0,"-1"-28"-3748"0"0,13 130 1080 0 0,-6 16-260 0 0,-3-56-612 0 0,-5-88-1080 0 0,-3-22 129 0 0,-6-24 75 0 0,-37-243 450 0 0,33 104 1325 0 0,30 131-976 0 0,-11 33-308 0 0,-1 1 0 0 0,1-1 0 0 0,0 1 0 0 0,0 0 0 0 0,1 1 0 0 0,0 0 0 0 0,0 0 0 0 0,0 0 0 0 0,0 1 0 0 0,1 0 0 0 0,0 0 0 0 0,0 1 0 0 0,0 0 0 0 0,0 1 0 0 0,3-1-73 0 0,47-2 394 0 0,7 20-225 0 0,-45-5-112 0 0,-17-8-39 0 0,0 1 1 0 0,0 0-1 0 0,0-1 0 0 0,-1 1 1 0 0,1 0-1 0 0,-1 0 0 0 0,0 1 1 0 0,0-1-1 0 0,0 0 1 0 0,0 1-1 0 0,-1-1 0 0 0,1 1 1 0 0,-1-1-1 0 0,0 1 0 0 0,0 0 1 0 0,0 0-1 0 0,-1-1 1 0 0,1 1-1 0 0,-1 0 0 0 0,0 0 1 0 0,0 0-1 0 0,0 0 1 0 0,-1-1-1 0 0,1 1 0 0 0,-1 0 1 0 0,0 0-1 0 0,0-1 0 0 0,0 1 1 0 0,-1 0-1 0 0,1-1 1 0 0,-1 1-1 0 0,0-1 0 0 0,0 0 1 0 0,0 0-1 0 0,-2 3-18 0 0,-57 91 67 0 0,2-20 49 0 0,52-68-118 0 0,7-9 1 0 0,0 0 1 0 0,0 0-1 0 0,0 0 0 0 0,0 0 1 0 0,1 0-1 0 0,-1 0 1 0 0,0 0-1 0 0,0 1 0 0 0,0-1 1 0 0,0 0-1 0 0,0 0 0 0 0,1 0 1 0 0,-1 0-1 0 0,0 0 1 0 0,0 0-1 0 0,0 0 0 0 0,0 0 1 0 0,0 1-1 0 0,0-1 0 0 0,1 0 1 0 0,-1 0-1 0 0,0 0 0 0 0,0 0 1 0 0,0 0-1 0 0,0 0 1 0 0,0 1-1 0 0,0-1 0 0 0,0 0 1 0 0,0 0-1 0 0,0 0 0 0 0,0 0 1 0 0,0 1-1 0 0,0-1 1 0 0,87-18-63 0 0,-78 17 61 0 0,0 0 0 0 0,0 1 1 0 0,1 0-1 0 0,-1 1 0 0 0,0 0 1 0 0,0 0-1 0 0,0 1 0 0 0,0 0 0 0 0,0 1 1 0 0,0 0-1 0 0,-1 0 0 0 0,1 1 1 0 0,-1 0-1 0 0,7 5 2 0 0,-8-4 23 0 0,-1 0 0 0 0,0 0-1 0 0,0 1 1 0 0,-1-1 0 0 0,1 2 0 0 0,-1-1 0 0 0,-1 0 0 0 0,1 1 0 0 0,-1 0 0 0 0,0 0 0 0 0,-1 0 0 0 0,0 1-1 0 0,0-1 1 0 0,0 1 0 0 0,-1 0 0 0 0,0 0 0 0 0,-1-1 0 0 0,1 4-23 0 0,-1-5 31 0 0,-1 0 0 0 0,0-1 0 0 0,0 1 0 0 0,0 0 0 0 0,-1-1 0 0 0,1 1 0 0 0,-1-1 0 0 0,-1 1 0 0 0,1-1 0 0 0,-1 1 0 0 0,0-1 0 0 0,0 0 0 0 0,-1 0 0 0 0,1 0 0 0 0,-1 0 0 0 0,-2 2-31 0 0,-3 6 31 0 0,-1-1 1 0 0,0 0-1 0 0,0 0 1 0 0,-2-1-1 0 0,1 0 0 0 0,-1-1 1 0 0,-1 0-1 0 0,0-1 1 0 0,-6 3-32 0 0,13-9-187 0 0,0 0 1 0 0,0 0 0 0 0,0-1 0 0 0,0 1-1 0 0,0-1 1 0 0,0-1 0 0 0,-1 1 0 0 0,1-1 0 0 0,-1 0-1 0 0,1 0 1 0 0,-1 0 0 0 0,1-1 0 0 0,-3 0 186 0 0,5-2-258 0 0,0 1 0 0 0,0-1 0 0 0,1 0 0 0 0,-1-1 1 0 0,0 1-1 0 0,1 0 0 0 0,-1-1 0 0 0,1 1 0 0 0,0-1 1 0 0,0 0-1 0 0,0 0 0 0 0,0 0 0 0 0,0 0 0 0 0,1 0 0 0 0,-1 0 1 0 0,1 0-1 0 0,0-1 0 0 0,0 1 0 0 0,0 0 0 0 0,0-1 1 0 0,1 1-1 0 0,-1-1 0 0 0,1 1 0 0 0,0 0 0 0 0,0-1 0 0 0,0 1 1 0 0,1-1-1 0 0,-1 1 0 0 0,1-3 258 0 0,3-20-1125 0 0,14-24 71 0 0</inkml:trace>
  <inkml:trace contextRef="#ctx0" brushRef="#br2" timeOffset="91199.939">12095 5643 1424 0 0,'2'-4'486'0'0,"17"-24"3426"0"0,17-8-771 0 0,-25 30-2831 0 0,0 0 1 0 0,1 0-1 0 0,-1 1 1 0 0,1 1-1 0 0,0 0 1 0 0,0 0-1 0 0,1 1 1 0 0,-1 1-1 0 0,1 0 1 0 0,-1 1-1 0 0,1 0 0 0 0,12 1-310 0 0,-23 1 29 0 0,1 0-1 0 0,0 0 0 0 0,0 1 0 0 0,-1-1 1 0 0,1 1-1 0 0,-1 0 0 0 0,0 0 0 0 0,1 0 0 0 0,-1 0 1 0 0,0 0-1 0 0,0 0 0 0 0,0 0 0 0 0,0 1 0 0 0,-1-1 1 0 0,1 1-1 0 0,-1-1 0 0 0,1 1 0 0 0,-1 0 0 0 0,0-1 1 0 0,0 1-1 0 0,0 0 0 0 0,0 0 0 0 0,-1 0 0 0 0,1 0 1 0 0,-1 0-1 0 0,0 0 0 0 0,1 0 0 0 0,-2 0 0 0 0,1 0 1 0 0,0 2-29 0 0,-3 44 149 0 0,-30 34 316 0 0,33-82-487 0 0,0-1 46 0 0,0 0 1 0 0,0 0-17 0 0,58 9 63 0 0,4-9-185 0 0,-24 16 111 0 0,-30-10-6 0 0,-3-4 34 0 0,0 1 1 0 0,0 0-1 0 0,-1 0 0 0 0,1 0 1 0 0,-1 0-1 0 0,0 1 1 0 0,0 0-1 0 0,0 0 1 0 0,0 0-1 0 0,-1 0 0 0 0,1 0 1 0 0,-1 1-1 0 0,0 0 1 0 0,-1 0-1 0 0,1-1 1 0 0,-1 1-1 0 0,0 1 1 0 0,0-1-1 0 0,0 0 0 0 0,-1 0 1 0 0,0 1-1 0 0,0-1 1 0 0,-1 1-1 0 0,1-1 1 0 0,-1 1-1 0 0,0 0-25 0 0,-4 35 416 0 0,-1-29-351 0 0,-1 0 0 0 0,0 0 0 0 0,-1 0 0 0 0,-1-1 0 0 0,0 0 0 0 0,0 0 0 0 0,-1-1 0 0 0,0 0 0 0 0,-1-1 0 0 0,0 0 0 0 0,0-1 0 0 0,-1 1 0 0 0,0-2 0 0 0,-1 0 0 0 0,1 0 0 0 0,-2-1 0 0 0,1-1 0 0 0,0 0 0 0 0,-1 0 0 0 0,-4 0-65 0 0,16-5-116 0 0,0 1 0 0 0,1-1 0 0 0,-1 0 0 0 0,0 1 0 0 0,0-1 0 0 0,1 0 0 0 0,-1 0 0 0 0,0 0 0 0 0,0 1 1 0 0,1-1-1 0 0,-1 0 0 0 0,0 0 0 0 0,0 0 0 0 0,1 0 0 0 0,-1 0 0 0 0,0-1 0 0 0,0 1 0 0 0,0 0 0 0 0,1 0 1 0 0,-1 0-1 0 0,0-1 0 0 0,1 1 0 0 0,-1 0 0 0 0,0-1 0 0 0,0 1 0 0 0,1 0 0 0 0,-1-1 0 0 0,1 1 1 0 0,-1-1-1 0 0,0 1 0 0 0,1-1 0 0 0,-1 0 0 0 0,1 1 0 0 0,-1-1 0 0 0,1 1 0 0 0,0-1 0 0 0,-1 0 0 0 0,1 1 1 0 0,0-1-1 0 0,-1 0 0 0 0,1 0 116 0 0,33-30-5900 0 0,-19 21 4877 0 0,6-3-132 0 0,1 0 107 0 0</inkml:trace>
  <inkml:trace contextRef="#ctx0" brushRef="#br2" timeOffset="99280.354">14249 5141 2136 0 0,'0'0'501'0'0,"0"0"110"0"0,0 0-49 0 0,0 0-41 0 0,0 0-40 0 0,0 0-27 0 0,0 0-73 0 0,0 0-53 0 0,0 0 50 0 0,0 0-6 0 0,0 0-8 0 0,0 0-52 0 0,0 0-18 0 0,0 0-58 0 0,0 0 18 0 0,1 1-10 0 0,-1 0-212 0 0,1 1 0 0 0,-1 0-1 0 0,0 0 1 0 0,0 0 0 0 0,1 0 0 0 0,-1 0 0 0 0,-1-1 0 0 0,1 1 0 0 0,0 0-1 0 0,0 0 1 0 0,-1 0 0 0 0,1 0 0 0 0,-1-1 0 0 0,0 1 0 0 0,1 0 0 0 0,-1 0-1 0 0,0-1 1 0 0,0 1 0 0 0,0-1 0 0 0,0 1 0 0 0,0 0 0 0 0,-1 0-32 0 0,-1 4 96 0 0,-50 106 870 0 0,5 2 0 0 0,-24 94-966 0 0,31-90 197 0 0,39-112-192 0 0,-52 149 1008 0 0,-63 121-1013 0 0,70-182 515 0 0,27-57 17 0 0,31-48-2271 0 0,-9 10 1341 0 0,-1-1 0 0 0,0 0 0 0 0,0 1 0 0 0,0-1 0 0 0,0 0 0 0 0,0 0 0 0 0,-1 1 1 0 0,1-1-1 0 0,0 0 0 0 0,-1 0 0 0 0,0 0 0 0 0,1 0 0 0 0,-1 0 0 0 0,0 0 0 0 0,0 0 0 0 0,0 0 0 0 0,0 0 0 0 0,0 0 0 0 0,-1 0 0 0 0,1 0 0 0 0,0 0 0 0 0,-1 0 398 0 0,1 0-144 0 0,-2-4-974 0 0</inkml:trace>
  <inkml:trace contextRef="#ctx0" brushRef="#br2" timeOffset="100060.909">14472 5700 876 0 0,'2'-19'4824'0'0,"16"-1"-2307"0"0,35 1-383 0 0,-48 21-1921 0 0,1 6-132 0 0,0 1-1 0 0,-1-1 1 0 0,0 1-1 0 0,-1 0 1 0 0,0 0-1 0 0,-1 0 0 0 0,1 0 1 0 0,-2 1-1 0 0,1-1 1 0 0,-1 1-1 0 0,-1 0 1 0 0,0 0-1 0 0,0 0 1 0 0,-1-1-1 0 0,0 1 0 0 0,-1 0 1 0 0,-1 5-81 0 0,2 1 91 0 0,-12 74 49 0 0,1-43-82 0 0,-16 97 353 0 0,24-120-143 0 0,6-22-209 0 0,-1-2-57 0 0,0 1 0 0 0,0-1 0 0 0,0 1 0 0 0,0-1 1 0 0,0 0-1 0 0,0 0 0 0 0,0 0 0 0 0,0 0 0 0 0,0-1 0 0 0,0 1 0 0 0,-1 0 0 0 0,1-1 0 0 0,0 1 0 0 0,0-1 0 0 0,0 0 0 0 0,0 0 0 0 0,0 0 1 0 0,-1 0-1 0 0,1 0 0 0 0,0 0 0 0 0,-1 0 0 0 0,1 0 0 0 0,-1-1 0 0 0,1 1 0 0 0,-1-1 0 0 0,1 1-2 0 0,18-20 22 0 0,-1-1-1 0 0,-1 0 1 0 0,-1-2-1 0 0,-1 0 0 0 0,0-1 1 0 0,-2 0-1 0 0,-2-1 1 0 0,0-1-1 0 0,-1 0 1 0 0,-2 0-1 0 0,5-24-21 0 0,-10 40 14 0 0,57-191-12 0 0,-50 165 180 0 0,-9 40-58 0 0,0 245 312 0 0,11-157-380 0 0,-9-72-23 0 0,1-1 1 0 0,0 0-1 0 0,2 0 0 0 0,0 0 1 0 0,1-1-1 0 0,9 16-33 0 0,-9-23-36 0 0,0 0 0 0 0,0 0 0 0 0,1-1 0 0 0,1 0 0 0 0,-1-1 0 0 0,1 0 0 0 0,0-1 0 0 0,1 0 0 0 0,0 0 0 0 0,0-1 0 0 0,0 0 0 0 0,1-1 0 0 0,0-1 0 0 0,0 0 0 0 0,0 0 0 0 0,1-1 0 0 0,-1-1 0 0 0,1 0 36 0 0,-12-2-224 0 0,1 1 1 0 0,-1-1 0 0 0,1 1 0 0 0,-1-1-1 0 0,1 0 1 0 0,-1 0 0 0 0,1 0 0 0 0,-1 0-1 0 0,1 0 1 0 0,-1 0 0 0 0,1 0 0 0 0,-1-1-1 0 0,1 1 1 0 0,-1 0 0 0 0,1-1 0 0 0,-1 1 0 0 0,1-1-1 0 0,-1 0 1 0 0,0 1 0 0 0,1-1 0 0 0,-1 0-1 0 0,0 0 1 0 0,0 0 0 0 0,0 0 0 0 0,1 0-1 0 0,-1 0 1 0 0,0 0 0 0 0,0 0 0 0 0,0-2 223 0 0,-12-13-3555 0 0,4 12 2377 0 0</inkml:trace>
  <inkml:trace contextRef="#ctx0" brushRef="#br2" timeOffset="100443.077">14584 5930 2160 0 0,'-61'-36'5445'0'0,"56"33"-4500"0"0,6 1 2577 0 0,8 1-3125 0 0,133-5 2400 0 0,51-23-1515 0 0,40-15-1086 0 0,-241 45-5823 0 0,-123 35-872 0 0,99-24 5357 0 0,-4 0 114 0 0</inkml:trace>
  <inkml:trace contextRef="#ctx0" brushRef="#br2" timeOffset="102200.827">28004 7322 1744 0 0,'0'-17'709'0'0,"0"14"-50"0"0,0 3-59 0 0,0 0-104 0 0,0 0 28 0 0,0 0-26 0 0,0 0-43 0 0,0 0-53 0 0,0 0-14 0 0,0 0 2 0 0,0 0-29 0 0,0 0-24 0 0,2 4 339 0 0,10 53-63 0 0,-2-1-1 0 0,-2 2 0 0 0,-3-1 1 0 0,-3 1-1 0 0,-2 0 0 0 0,-3 6-612 0 0,2 32 350 0 0,1 99 282 0 0,13-44-437 0 0,0-50-63 0 0,16 138 278 0 0,-11-121-1111 0 0,-19-87-2546 0 0,0-29 2896 0 0,0 0 0 0 0,-1 0 0 0 0,1 0 0 0 0,-1 0 0 0 0,1 0 0 0 0,-1 0 0 0 0,0 0 0 0 0,0-1 0 0 0,0 1 0 0 0,0-1-1 0 0,0 0 1 0 0,0 1 0 0 0,-1-1 0 0 0,1 0 0 0 0,0 0 0 0 0,-1 0 0 0 0,1-1 0 0 0,-2 1 351 0 0,-2 1-1021 0 0</inkml:trace>
  <inkml:trace contextRef="#ctx0" brushRef="#br2" timeOffset="104298.28">28736 7780 2308 0 0,'-41'-9'1341'0'0,"38"7"-1236"0"0,0 1 1 0 0,0 0-1 0 0,0-1 1 0 0,-1 1-1 0 0,1 1 1 0 0,0-1-1 0 0,-1 1 1 0 0,1-1-1 0 0,-1 1 1 0 0,1 0-1 0 0,-1 0 1 0 0,1 0-1 0 0,0 1 1 0 0,-1-1-1 0 0,1 1 1 0 0,-1 0-1 0 0,0 0-105 0 0,-10 3 317 0 0,0 0-1 0 0,1 1 1 0 0,0 0-1 0 0,0 1 1 0 0,0 0-1 0 0,1 1 1 0 0,0 1-1 0 0,0 0 1 0 0,0 0-1 0 0,1 1 1 0 0,1 1-1 0 0,-10 10-316 0 0,18-15 61 0 0,-1 0 0 0 0,1 0-1 0 0,0 1 1 0 0,0-1 0 0 0,0 1-1 0 0,1-1 1 0 0,0 1 0 0 0,0 0-1 0 0,1-1 1 0 0,0 1 0 0 0,0 0 0 0 0,0 0-1 0 0,0 0 1 0 0,1-1 0 0 0,0 1-1 0 0,0 0 1 0 0,1-1 0 0 0,-1 1-1 0 0,1-1 1 0 0,0 0 0 0 0,1 1 0 0 0,-1-1-1 0 0,1 0 1 0 0,0 0 0 0 0,1 1-61 0 0,60 59 421 0 0,-36-42-303 0 0,168 135 218 0 0,-186-149-284 0 0,0 0 0 0 0,-1 0 0 0 0,0 1-1 0 0,-1 0 1 0 0,0 1 0 0 0,-1 0 0 0 0,0 0 0 0 0,0 0-1 0 0,-1 1 1 0 0,-1 0 0 0 0,4 12-52 0 0,-8-21 19 0 0,-1-1 0 0 0,0 1 0 0 0,0-1 0 0 0,0 1 0 0 0,0-1 0 0 0,0 1 0 0 0,-1-1 0 0 0,1 0 1 0 0,-1 1-1 0 0,0-1 0 0 0,1 0 0 0 0,-1 1 0 0 0,0-1 0 0 0,0 0 0 0 0,-1 0 0 0 0,1 0 0 0 0,0 0 0 0 0,-1 0 0 0 0,1 0 0 0 0,-1 0 0 0 0,0 0 0 0 0,1 0 0 0 0,-1-1 0 0 0,-2 2-19 0 0,-1 2 32 0 0,0 1-4 0 0,-1 0-1 0 0,0-1 1 0 0,0 1 0 0 0,0-1 0 0 0,-1-1 0 0 0,1 1 0 0 0,-1-1 0 0 0,0 0-1 0 0,0 0 1 0 0,-1-1 0 0 0,1 0 0 0 0,-1-1 0 0 0,0 1 0 0 0,0-2-1 0 0,1 1 1 0 0,-1-1 0 0 0,0 0 0 0 0,0 0 0 0 0,-1-1 0 0 0,-5-1-28 0 0,12 1-10 0 0,0-1 1 0 0,0 1-1 0 0,1-1 1 0 0,-1 0-1 0 0,0 1 1 0 0,0-1 0 0 0,1 0-1 0 0,-1 0 1 0 0,1 0-1 0 0,-1-1 1 0 0,1 1-1 0 0,-1 0 1 0 0,1 0 0 0 0,0-1-1 0 0,-1 1 1 0 0,1-1-1 0 0,0 1 1 0 0,0-1-1 0 0,0 0 1 0 0,0 1 0 0 0,0-1-1 0 0,1 0 1 0 0,-1 0-1 0 0,0 0 1 0 0,1 1-1 0 0,-1-1 1 0 0,1 0 0 0 0,0 0-1 0 0,0 0 1 0 0,0 0-1 0 0,0 0 1 0 0,0 0 0 0 0,0 0-1 0 0,0 0 1 0 0,0 0-1 0 0,1 1 1 0 0,-1-1-1 0 0,1 0 1 0 0,0 0 0 0 0,-1 0-1 0 0,1 1 1 0 0,0-1-1 0 0,0 0 1 0 0,0 0 9 0 0,8-14-147 0 0,1-1 0 0 0,0 1 0 0 0,1 0 0 0 0,1 1 0 0 0,0 1 0 0 0,1 0 0 0 0,0 0 0 0 0,1 1 0 0 0,1 1 0 0 0,2-1 147 0 0,39-37-334 0 0,-39 33 211 0 0,1 3 98 0 0,-1-2 0 0 0,-1 0 0 0 0,0 0 0 0 0,-1-2 0 0 0,-1 0 1 0 0,0 0-1 0 0,-2-2 0 0 0,0 1 0 0 0,-1-1 0 0 0,-1-1 0 0 0,-1 0 0 0 0,6-21 25 0 0,-9 6 506 0 0,-2 0-1 0 0,-1 0 0 0 0,-2 0 0 0 0,-2-2-505 0 0,-1 33 231 0 0,-13-17 203 0 0,1 39 279 0 0,27 52-553 0 0,17 112 30 0 0,-18 275-1053 0 0,-12-400-149 0 0,0-55 943 0 0,0 0-1 0 0,0 0 1 0 0,0 0 0 0 0,0 0 0 0 0,0 0-1 0 0,0 0 1 0 0,1 0 0 0 0,-1 0 0 0 0,0 0-1 0 0,1 0 1 0 0,-1 0 0 0 0,0 0 0 0 0,1-1-1 0 0,-1 1 1 0 0,1 0 0 0 0,0 0 0 0 0,-1 0 0 0 0,1-1-1 0 0,0 1 1 0 0,-1 0 0 0 0,1-1 0 0 0,0 1-1 0 0,0 0 1 0 0,-1-1 0 0 0,1 1 0 0 0,0-1-1 0 0,0 1 1 0 0,0-1 0 0 0,0 0 0 0 0,0 1-1 0 0,0-1 1 0 0,0 0 0 0 0,0 0 69 0 0,11-33-6087 0 0,-12 12 4963 0 0,0 4 102 0 0</inkml:trace>
  <inkml:trace contextRef="#ctx0" brushRef="#br2" timeOffset="104618.321">28897 8123 2552 0 0,'-37'-27'1410'0'0,"-67"-35"2707"0"0,89 55-2807 0 0,21 3 457 0 0,170 4-1246 0 0,-41-14-1305 0 0,118 6-6780 0 0,-227 8 6475 0 0</inkml:trace>
  <inkml:trace contextRef="#ctx0" brushRef="#br2" timeOffset="104946.157">29412 8154 2448 0 0,'-6'20'884'0'0,"1"0"0"0"0,2 1 0 0 0,0 0 1 0 0,1-1-1 0 0,1 1 0 0 0,1 2-884 0 0,15 35 1022 0 0,-11-51-905 0 0,0-1 1 0 0,1 0 0 0 0,-1 0-1 0 0,2 0 1 0 0,-1-1 0 0 0,0 0-1 0 0,1 0 1 0 0,0 0 0 0 0,0 0-1 0 0,1-1 1 0 0,-1 0 0 0 0,1-1-1 0 0,0 1 1 0 0,0-1 0 0 0,0 0-1 0 0,0-1 1 0 0,0 0 0 0 0,1 0-1 0 0,-1-1 1 0 0,1 0-1 0 0,-1 0 1 0 0,1 0 0 0 0,-1-1-1 0 0,1 0 1 0 0,-1-1 0 0 0,3 0-118 0 0,53-13 265 0 0,-57 10-227 0 0,0 1 0 0 0,0-1-1 0 0,0 0 1 0 0,-1 0 0 0 0,0 0-1 0 0,0-1 1 0 0,0 0 0 0 0,0 0 0 0 0,-1 0-1 0 0,1-1 1 0 0,-2 1 0 0 0,1-1-1 0 0,0 0 1 0 0,-1 0 0 0 0,0-1 0 0 0,-1 1-1 0 0,1 0 1 0 0,-1-1 0 0 0,-1 0-1 0 0,1 1 1 0 0,0-4-38 0 0,-2 6 31 0 0,0 0 0 0 0,1 0 0 0 0,-1 0 0 0 0,0-1 0 0 0,-1 1 0 0 0,1 0 0 0 0,-1 0 1 0 0,0 0-1 0 0,0 1 0 0 0,0-1 0 0 0,0 0 0 0 0,-1 0 0 0 0,0 0 0 0 0,1 1 0 0 0,-2-1 0 0 0,1 1 0 0 0,0 0 0 0 0,0-1 0 0 0,-1 1 0 0 0,0 0 0 0 0,0 0 0 0 0,0 1 0 0 0,0-2-31 0 0,1 2 26 0 0,-7-6 55 0 0,0-1 0 0 0,-1 2 0 0 0,0-1 0 0 0,0 1-1 0 0,0 1 1 0 0,-1-1 0 0 0,0 2 0 0 0,0 0 0 0 0,-1 0 0 0 0,1 1 0 0 0,-1 0-1 0 0,0 1 1 0 0,0 1 0 0 0,-1 0 0 0 0,1 0 0 0 0,0 1 0 0 0,-1 1 0 0 0,1 0-1 0 0,-4 1-80 0 0,-79 15-590 0 0,67-7-603 0 0,1 1 1 0 0,0 1 0 0 0,0 1-1 0 0,2 1 1 0 0,-1 2 0 0 0,2 0-1 0 0,-12 10 1193 0 0,-12 7-1404 0 0,9-7 378 0 0,1 2 58 0 0</inkml:trace>
  <inkml:trace contextRef="#ctx0" brushRef="#br2" timeOffset="105697.672">25345 7594 2408 0 0,'0'-22'2119'0'0,"0"6"3457"0"0,6 19-4993 0 0,-4-2-534 0 0,1 0 0 0 0,-1 1-1 0 0,1-1 1 0 0,-1 1-1 0 0,0-1 1 0 0,0 1 0 0 0,0 0-1 0 0,0 0 1 0 0,0 0 0 0 0,0 0-1 0 0,-1 0 1 0 0,1 0 0 0 0,-1 1-1 0 0,1-1 1 0 0,-1 0-1 0 0,0 1 1 0 0,0-1 0 0 0,0 1-1 0 0,0 2-48 0 0,19 80 1327 0 0,-4 1 0 0 0,-4 1 0 0 0,-3 19-1327 0 0,-4 339 1650 0 0,10-294-1804 0 0,0-67-257 0 0,18 52-1532 0 0,41 48-8056 0 0,-73-182 8980 0 0,-2-5 28 0 0</inkml:trace>
  <inkml:trace contextRef="#ctx0" brushRef="#br2" timeOffset="106520.491">28925 6400 2164 0 0,'0'0'1080'0'0,"0"0"-116"0"0,-8 6-56 0 0,4-3-791 0 0,-2 2 120 0 0,0 0 0 0 0,0 0 0 0 0,1 0 0 0 0,-1 1 1 0 0,1 0-1 0 0,0 0 0 0 0,1 1 0 0 0,-1-1 0 0 0,-2 7-237 0 0,-15 76 2800 0 0,28-67-2383 0 0,1-10-293 0 0,1 0 0 0 0,0-1 0 0 0,1 0-1 0 0,1-1 1 0 0,0 0 0 0 0,0 0-1 0 0,1-1 1 0 0,0-1 0 0 0,0 1 0 0 0,1-2-1 0 0,0 0 1 0 0,0 0 0 0 0,1-1 0 0 0,0-1-1 0 0,0 0 1 0 0,0 0 0 0 0,9 0-124 0 0,73 13 509 0 0,-90-18-497 0 0,1-1 0 0 0,-1 0 1 0 0,0-1-1 0 0,0 1 1 0 0,0-1-1 0 0,0 0 0 0 0,-1-1 1 0 0,1 1-1 0 0,0-1 1 0 0,-1 1-1 0 0,0-1 0 0 0,1-1 1 0 0,-1 1-1 0 0,-1-1 1 0 0,1 1-1 0 0,0-1 0 0 0,-1 0 1 0 0,2-3-13 0 0,-3 3 18 0 0,0 0 0 0 0,0 0 0 0 0,0-1 0 0 0,0 1 0 0 0,-1 0 0 0 0,0-1 0 0 0,0 1 1 0 0,0-1-1 0 0,0 0 0 0 0,-1 1 0 0 0,0-1 0 0 0,0 0 0 0 0,0 1 0 0 0,0-1 0 0 0,-1 1 0 0 0,0-1 0 0 0,0 0 0 0 0,0 1 0 0 0,0-1 0 0 0,-1 1 1 0 0,0-2-19 0 0,-53-86 183 0 0,48 82-156 0 0,-1 0 0 0 0,0 1 0 0 0,0-1 0 0 0,-1 2 0 0 0,0-1 0 0 0,-1 1 0 0 0,0 1 0 0 0,0 0 0 0 0,-1 0 0 0 0,0 1 0 0 0,0 0 0 0 0,0 1 0 0 0,-1 0 0 0 0,1 1 0 0 0,-1 1 0 0 0,0-1 0 0 0,-1 2 0 0 0,1 0 0 0 0,0 0 0 0 0,-1 1-27 0 0,-52 22-514 0 0,41-8-321 0 0,1 2 0 0 0,0 0 0 0 0,2 1 1 0 0,0 1-1 0 0,1 2 0 0 0,0-1 1 0 0,-4 8 834 0 0,-7 6-869 0 0,-116 103-2567 0 0,88-84 2439 0 0</inkml:trace>
  <inkml:trace contextRef="#ctx0" brushRef="#br2" timeOffset="106984.574">27065 6784 3180 0 0,'-3'-95'5728'0'0,"4"56"-4682"0"0,-1-137 2595 0 0,18 132-2614 0 0,-18 43-744 0 0,-6 3 391 0 0,0 32-567 0 0,1 0-1 0 0,1 1 1 0 0,2-1 0 0 0,1 1 0 0 0,3 8-107 0 0,-2 8-331 0 0,3 69-972 0 0,20 48-1865 0 0,-15-104 1341 0 0,-2-25 561 0 0,-2 0 1 0 0,-2 0-1 0 0,-1 1 0 0 0,-2-1 0 0 0,-2 2 1266 0 0,-8 43-1091 0 0</inkml:trace>
  <inkml:trace contextRef="#ctx0" brushRef="#br2" timeOffset="107830.552">26512 8012 2896 0 0,'-2'-2'224'0'0,"0"1"0"0"0,0-1 0 0 0,0 1 1 0 0,0-1-1 0 0,-1 1 0 0 0,1-1 0 0 0,0 1 0 0 0,-1 0 0 0 0,1 0 0 0 0,-1 1 0 0 0,1-1 0 0 0,-1 0 0 0 0,1 1 0 0 0,-1-1 0 0 0,1 1 0 0 0,-1 0 1 0 0,1 0-1 0 0,-1 0 0 0 0,0 0 0 0 0,1 0 0 0 0,-1 1 0 0 0,1-1 0 0 0,-1 1 0 0 0,1-1 0 0 0,-2 2-224 0 0,-5-1 172 0 0,-67 26 1298 0 0,69-24-1381 0 0,1-1 0 0 0,0 1 0 0 0,0 0 0 0 0,0 1 0 0 0,1-1 0 0 0,-1 1 0 0 0,1 0 0 0 0,0 1 0 0 0,0-1 0 0 0,0 1 0 0 0,0 0 0 0 0,1 0 0 0 0,0 1 0 0 0,0-1 0 0 0,0 1 0 0 0,1 0 0 0 0,0 0 0 0 0,0 0 0 0 0,1 0 0 0 0,-1 1 0 0 0,1-1 0 0 0,1 1 0 0 0,-1-1 0 0 0,1 1 0 0 0,0-1 0 0 0,0 7-89 0 0,2-6 30 0 0,-1-1 0 0 0,1 1 0 0 0,0 0 0 0 0,0 0 0 0 0,1 0 1 0 0,0-1-1 0 0,0 1 0 0 0,1-1 0 0 0,0 0 0 0 0,0 1 0 0 0,0-1 0 0 0,1 0 0 0 0,0-1 1 0 0,0 1-1 0 0,3 3-30 0 0,-6-8 5 0 0,16 20 60 0 0,0-1 0 0 0,1-1 0 0 0,1-1 0 0 0,1-1 1 0 0,21 15-66 0 0,-19-15 37 0 0,1 1 0 0 0,-2 1 0 0 0,-1 1 0 0 0,17 21-37 0 0,-36-39-6 0 0,1 0 19 0 0,0-1 1 0 0,-1 1-1 0 0,1 0 0 0 0,-1 0 0 0 0,1 0 0 0 0,-1 0 1 0 0,0 0-1 0 0,0 0 0 0 0,0 0 0 0 0,0 1 1 0 0,0-1-1 0 0,0 0 0 0 0,-1 1 0 0 0,1-1 0 0 0,-1 0 1 0 0,0 1-1 0 0,1-1 0 0 0,-1 1 0 0 0,0-1 1 0 0,0 0-1 0 0,-1 1 0 0 0,1-1 0 0 0,0 1-13 0 0,-6 1 15 0 0,1 0-1 0 0,0 0 1 0 0,-1 0-1 0 0,0-1 1 0 0,0 1-1 0 0,0-1 0 0 0,0-1 1 0 0,0 1-1 0 0,-1-1 1 0 0,1 0-1 0 0,-1-1 1 0 0,1 0-1 0 0,-1 0 1 0 0,0 0-1 0 0,1-1 1 0 0,-1 0-1 0 0,0 0 0 0 0,0 0 1 0 0,-3-2-15 0 0,5 0-34 0 0,3 1 41 0 0,1 1-9 0 0,0 0 0 0 0,0-1 0 0 0,0 1 0 0 0,1-1 0 0 0,-1 1 0 0 0,0-1 0 0 0,0 1 0 0 0,1-1 0 0 0,-1 1 0 0 0,0-1 0 0 0,1 1 0 0 0,-1-1 0 0 0,1 0 0 0 0,-1 1 0 0 0,1-1 0 0 0,-1 0 0 0 0,1 0 0 0 0,-1 1 0 0 0,1-1 0 0 0,0 0 0 0 0,-1 0 0 0 0,1 0 0 0 0,0 0 0 0 0,0 1 0 0 0,0-1 0 0 0,-1 0 0 0 0,1 0-1 0 0,0 0 1 0 0,0 0 0 0 0,0 0 0 0 0,1 0 0 0 0,-1 1 0 0 0,0-1 0 0 0,0 0 0 0 0,0 0 0 0 0,1 0 0 0 0,-1 0 0 0 0,0 1 0 0 0,1-1 0 0 0,-1 0 0 0 0,0 0 0 0 0,1 1 0 0 0,-1-1 0 0 0,1 0 0 0 0,-1 0 0 0 0,2 0 2 0 0,25-29 15 0 0,2 0 1 0 0,1 2-1 0 0,2 2 0 0 0,13-9-15 0 0,40-34-15 0 0,-62 50 12 0 0,-2 0 1 0 0,0-2-1 0 0,-1-1 1 0 0,-1 0-1 0 0,-1-1 1 0 0,-1-1-1 0 0,1-4 3 0 0,-10 13 8 0 0,1 0 61 0 0,-1 1 0 0 0,0-1-1 0 0,-1-1 1 0 0,-1 1 0 0 0,0-1 0 0 0,-1-1-1 0 0,-1 1 1 0 0,0-1 0 0 0,-2 1-1 0 0,0-1-68 0 0,-2 15 116 0 0,-2-15 345 0 0,2 17-459 0 0,0 0 1 0 0,-1 1 0 0 0,1-1 0 0 0,0 0-1 0 0,0 0 1 0 0,0 0 0 0 0,0 0 0 0 0,0 0 0 0 0,-1 0-1 0 0,1 0 1 0 0,0 1 0 0 0,0-1 0 0 0,0 0 0 0 0,0 0-1 0 0,-1 0 1 0 0,1 0 0 0 0,0 0 0 0 0,0 0 0 0 0,0 0-1 0 0,-1 0 1 0 0,1 0 0 0 0,0 0 0 0 0,0 0-1 0 0,0 0 1 0 0,-1 0 0 0 0,1 0 0 0 0,0 0 0 0 0,0 0-1 0 0,0 0 1 0 0,-1 0 0 0 0,1 0 0 0 0,0 0 0 0 0,0-1-1 0 0,0 1 1 0 0,0 0 0 0 0,-1 0 0 0 0,1 0-3 0 0,3 235 743 0 0,10-49-507 0 0,-1-99-401 0 0,-8-30-452 0 0,-3-17-2967 0 0,-1-29 303 0 0,-5-29-467 0 0,-3-1 2640 0 0,1-2 55 0 0</inkml:trace>
  <inkml:trace contextRef="#ctx0" brushRef="#br2" timeOffset="108213.214">26777 8329 2412 0 0,'-82'-59'4751'0'0,"58"41"-426"0"0,42 10-3200 0 0,182-24 931 0 0,1 2-2748 0 0,-8 2-5356 0 0,-169 21 2385 0 0,-24 7 2580 0 0,0 0 96 0 0</inkml:trace>
  <inkml:trace contextRef="#ctx0" brushRef="#br2" timeOffset="108674.893">25471 7427 2028 0 0,'-3'-59'5825'0'0,"-1"44"-2461"0"0,6 38-3295 0 0,-1-15 194 0 0,33 158 564 0 0,8 2-322 0 0,-24-93-1900 0 0,-3 0 1 0 0,-3 0 0 0 0,-4 2 0 0 0,-2 18 1394 0 0,-6-56-850 0 0,-1 0 0 0 0,-2 0 0 0 0,-1-1 0 0 0,-7 20 850 0 0,-6 18-1038 0 0,1-2 40 0 0</inkml:trace>
  <inkml:trace contextRef="#ctx0" brushRef="#br2" timeOffset="109416.756">22542 7480 2464 0 0,'0'-3'964'0'0,"1"-8"-355"0"0,3 11 3451 0 0,30 66-2572 0 0,-15 40 365 0 0,-4 0 0 0 0,-1 75-1853 0 0,8 65 576 0 0,-14-183-573 0 0,1 9-580 0 0,2 0-1 0 0,4 0 1 0 0,7 12 577 0 0,58 132-5375 0 0,-31-107 1875 0 0,-34-81 2465 0 0</inkml:trace>
  <inkml:trace contextRef="#ctx0" brushRef="#br2" timeOffset="110792.807">23390 6530 3172 0 0,'0'0'1008'0'0,"0"0"-23"0"0,0 0-104 0 0,0-3-72 0 0,0-10-61 0 0,0 9-134 0 0,-5-1-57 0 0,-14-18 0 0 0,22 11-74 0 0,22-1-148 0 0,1 2 1 0 0,0 0-1 0 0,0 2 1 0 0,1 0-1 0 0,0 2 1 0 0,20-2-336 0 0,45-1 561 0 0,-91 10-555 0 0,1 0 1 0 0,0 1-1 0 0,-1-1 0 0 0,1 1 1 0 0,0-1-1 0 0,-1 1 0 0 0,1 0 1 0 0,-1 0-1 0 0,1 0 0 0 0,-1 0 1 0 0,0 0-1 0 0,1 0 0 0 0,-1 0 1 0 0,0 1-1 0 0,0-1 1 0 0,1 0-1 0 0,-1 1 0 0 0,0-1 1 0 0,0 0-1 0 0,-1 1 0 0 0,1 0 1 0 0,0-1-1 0 0,0 1 0 0 0,-1-1 1 0 0,1 1-1 0 0,-1 0 1 0 0,1-1-1 0 0,-1 1 0 0 0,0 0 1 0 0,0 0-1 0 0,0-1 0 0 0,0 1 1 0 0,0 0-1 0 0,0 0 0 0 0,0-1 1 0 0,0 1-1 0 0,-1 0 0 0 0,1-1 1 0 0,-1 1-1 0 0,0 1-6 0 0,1 4 4 0 0,-5 15 18 0 0,-70 117 237 0 0,45-80-92 0 0,15-33-53 0 0,1 0 0 0 0,2 1 0 0 0,0 1 0 0 0,2 0 0 0 0,1 0 0 0 0,1 1 0 0 0,-2 21-114 0 0,9-47 17 0 0,1 0 0 0 0,0 1 0 0 0,0-1 0 0 0,1 1 0 0 0,-1-1 1 0 0,1 0-1 0 0,-1 1 0 0 0,1-1 0 0 0,0 0 0 0 0,1 0 0 0 0,-1 0 0 0 0,0 1 0 0 0,1-1 0 0 0,0 0 0 0 0,-1-1 1 0 0,1 1-1 0 0,1 0 0 0 0,-1 0 0 0 0,0-1 0 0 0,1 1-17 0 0,2 2 20 0 0,1-1 0 0 0,1 1 0 0 0,-1-1 0 0 0,1 0 1 0 0,0-1-1 0 0,-1 0 0 0 0,2 0 0 0 0,-1 0 0 0 0,0-1 0 0 0,0 0 0 0 0,1 0 0 0 0,-1-1 0 0 0,1 0 1 0 0,0 0-1 0 0,-1 0 0 0 0,1-1 0 0 0,0-1 0 0 0,0 1-20 0 0,9 0-27 0 0,96-2-590 0 0,135-34-3909 0 0,-152 27-1594 0 0,-96 9 4922 0 0</inkml:trace>
  <inkml:trace contextRef="#ctx0" brushRef="#br2" timeOffset="111470.991">23857 7591 2244 0 0,'-10'-4'386'0'0,"1"1"1"0"0,-2 1-1 0 0,1 0 0 0 0,0 0 0 0 0,0 1 0 0 0,-1 0 0 0 0,1 1 0 0 0,0 0 1 0 0,-1 1-1 0 0,1 0 0 0 0,-5 2-386 0 0,8-2 112 0 0,0 1 1 0 0,0 0 0 0 0,0 0-1 0 0,1 1 1 0 0,-1 0-1 0 0,1 0 1 0 0,0 1-1 0 0,0 0 1 0 0,0 0-1 0 0,0 0 1 0 0,1 1-1 0 0,-1-1 1 0 0,1 1 0 0 0,0 1-1 0 0,1-1 1 0 0,-1 1-1 0 0,1-1 1 0 0,0 1-1 0 0,1 1 1 0 0,0-1-1 0 0,0 0 1 0 0,0 1-1 0 0,0 0 1 0 0,1-1 0 0 0,0 2-113 0 0,19 41 384 0 0,-11-40-329 0 0,0-1 0 0 0,0 0 0 0 0,1 0 1 0 0,0-1-1 0 0,0 0 0 0 0,1 0 0 0 0,-1-1 1 0 0,2 0-1 0 0,-1 0 0 0 0,6 2-55 0 0,-4-1 29 0 0,102 55 329 0 0,-88-51-312 0 0,0 0 0 0 0,-2 2 0 0 0,1 1 0 0 0,-2 1 0 0 0,0 1 0 0 0,0 0 0 0 0,0 4-46 0 0,-16-15 19 0 0,0 1-1 0 0,0 1 1 0 0,-1-1 0 0 0,0 1-1 0 0,0-1 1 0 0,-1 1 0 0 0,0 0-1 0 0,0 1 1 0 0,-1-1 0 0 0,0 0-1 0 0,0 1 1 0 0,0-1 0 0 0,-1 1-1 0 0,0 0 1 0 0,-1 0-19 0 0,-3 9 15 0 0,-5-3-3 0 0,0-1 1 0 0,-1 0 0 0 0,0-1 0 0 0,-1 0-1 0 0,0 0 1 0 0,-1-1 0 0 0,0-1 0 0 0,-7 5-13 0 0,14-12 0 0 0,0 1 1 0 0,0 0-1 0 0,-1-1 1 0 0,0 0 0 0 0,1 0 0 0 0,-1 0 0 0 0,0-1 0 0 0,0 1 0 0 0,-1-1 0 0 0,1 0-1 0 0,0-1 1 0 0,-1 1 0 0 0,1-1 0 0 0,-2 0-1 0 0,6 0 2 0 0,0-1 0 0 0,0 1 1 0 0,0-1-1 0 0,0 0 0 0 0,0 0 0 0 0,0 1 0 0 0,0-1 0 0 0,-1 0 1 0 0,1 0-1 0 0,0 0 0 0 0,0 0 0 0 0,0 0 0 0 0,0 0 0 0 0,0 0 1 0 0,0 0-1 0 0,0-1 0 0 0,0 1 0 0 0,0 0 0 0 0,0-1 0 0 0,0 1 1 0 0,0-1-1 0 0,0 1 0 0 0,0-1 0 0 0,0 1 0 0 0,0-1 0 0 0,0 1 1 0 0,0-1-1 0 0,0 0 0 0 0,1 0 0 0 0,-1 0 0 0 0,0 1 0 0 0,0-1 1 0 0,1 0-1 0 0,-1 0 0 0 0,1 0 0 0 0,-1 0 0 0 0,1 0 0 0 0,-1 0 1 0 0,1 0-1 0 0,0 0 0 0 0,-1 0 0 0 0,1 0 0 0 0,0 0 0 0 0,0 0 1 0 0,0-1-1 0 0,0 1 0 0 0,0 0 0 0 0,0 0 0 0 0,0 0 0 0 0,0 0 1 0 0,0 0-1 0 0,1 0-2 0 0,45-94-83 0 0,72-73-164 0 0,58-119 186 0 0,-108 144 1133 0 0,-61 117-595 0 0,-7 24-243 0 0,-9 4 385 0 0,-20 113-15 0 0,24 103-227 0 0,21-111-219 0 0,-5-67-139 0 0,48 155 164 0 0,-27-111-803 0 0,-10-61-1802 0 0,-21-23 1812 0 0,-1 0-290 0 0,2-3-205 0 0,14-35-2668 0 0,-14 0 1611 0 0,-2 17 1214 0 0</inkml:trace>
  <inkml:trace contextRef="#ctx0" brushRef="#br2" timeOffset="111806.649">24179 7913 2664 0 0,'-125'-79'4362'0'0,"81"49"-421"0"0,51 30-3516 0 0,203-9 7 0 0,130 9-9233 0 0,-314 0 7734 0 0</inkml:trace>
  <inkml:trace contextRef="#ctx0" brushRef="#br2" timeOffset="112382.111">24648 7911 2736 0 0,'-17'13'6828'0'0,"38"-12"-4206"0"0,23-2-1463 0 0,-40 1-1141 0 0,1 1 1 0 0,-1 0-1 0 0,1 0 1 0 0,-1 1 0 0 0,0-1-1 0 0,0 1 1 0 0,0 0 0 0 0,0 0-1 0 0,0 0 1 0 0,0 1-1 0 0,0-1 1 0 0,-1 1 0 0 0,1 0-1 0 0,-1 0 1 0 0,0 0 0 0 0,1 1-19 0 0,-2 0 8 0 0,-1 1 1 0 0,1-1-1 0 0,-1 1 1 0 0,0-1 0 0 0,0 1-1 0 0,0 0 1 0 0,-1-1 0 0 0,1 1-1 0 0,-1 0 1 0 0,0-1 0 0 0,-1 1-1 0 0,1 0 1 0 0,-1 0 0 0 0,0-1-1 0 0,0 1 1 0 0,0-1-1 0 0,-1 1 1 0 0,0-1 0 0 0,0 1-1 0 0,0-1 1 0 0,0 0 0 0 0,0 0-1 0 0,-1 0-8 0 0,-68 146 806 0 0,11-19 901 0 0,59-129-1674 0 0,1-1 0 0 0,0 1 0 0 0,0 0 0 0 0,0-1 0 0 0,0 1 0 0 0,0 0 0 0 0,0-1 0 0 0,0 1 0 0 0,1-1 1 0 0,-1 1-1 0 0,1 0 0 0 0,-1-1 0 0 0,1 1 0 0 0,0-1 0 0 0,-1 1 0 0 0,1-1 0 0 0,0 0 0 0 0,0 1 1 0 0,0-1-1 0 0,0 0 0 0 0,0 0 0 0 0,0 1 0 0 0,0-1 0 0 0,1 0 0 0 0,-1 0 0 0 0,0 0 0 0 0,1 0 1 0 0,-1 0-34 0 0,1 0-22 0 0,3 2 14 0 0,0 0 1 0 0,1 0 0 0 0,-1-1-1 0 0,1 1 1 0 0,0-1-1 0 0,0 0 1 0 0,-1-1-1 0 0,1 0 1 0 0,1 0-1 0 0,-1 0 1 0 0,0 0-1 0 0,0-1 1 0 0,0 0-1 0 0,0 0 1 0 0,2-1 7 0 0,2 1-135 0 0,84-3-1412 0 0,-44-10 695 0 0,4 10-5205 0 0,-52 3 4724 0 0,4 3-459 0 0,0 6 187 0 0,-18 9 623 0 0</inkml:trace>
  <inkml:trace contextRef="#ctx0" brushRef="#br2" timeOffset="112687.802">20718 8369 4220 0 0,'-4'-2'1184'0'0,"4"1"-431"0"0,-2 1-425 0 0,4 0-28 0 0,0-2-1180 0 0,0 0-337 0 0,0 0 33 0 0,-2-2 192 0 0,0-1-184 0 0</inkml:trace>
  <inkml:trace contextRef="#ctx0" brushRef="#br2" timeOffset="113058.809">19573 8415 1556 0 0</inkml:trace>
  <inkml:trace contextRef="#ctx0" brushRef="#br2" timeOffset="113059.809">19442 8414 1504 0 0</inkml:trace>
  <inkml:trace contextRef="#ctx0" brushRef="#br2" timeOffset="113362.129">18342 8541 996 0 0,'-19'0'628'0'0</inkml:trace>
  <inkml:trace contextRef="#ctx0" brushRef="#br2" timeOffset="113363.129">18240 8541 1564 0 0,'0'0'1428'0'0,"0"0"-268"0"0,0 18-420 0 0,-20-18-384 0 0,20 0-43 0 0,0 0-1386 0 0,0 0-23 0 0,-33 15 144 0 0,27-21-36 0 0</inkml:trace>
  <inkml:trace contextRef="#ctx0" brushRef="#br2" timeOffset="116324.478">11930 11511 856 0 0,'-3'4'708'0'0,"-10"9"73"0"0,9-9-83 0 0,1 2-94 0 0,-7 23-80 0 0,10-28-476 0 0,0 0 0 0 0,0 0 0 0 0,0 1 0 0 0,0-1-1 0 0,1 0 1 0 0,-1 0 0 0 0,1 0 0 0 0,-1 1 0 0 0,1-1 0 0 0,-1 0 0 0 0,1 0-1 0 0,-1 0 1 0 0,1 0 0 0 0,0 0 0 0 0,0 0 0 0 0,0 0 0 0 0,0 0 0 0 0,-1 0 0 0 0,1-1-1 0 0,0 1 1 0 0,1 0 0 0 0,-1 0 0 0 0,0-1 0 0 0,0 1 0 0 0,0-1 0 0 0,0 1-1 0 0,0-1 1 0 0,0 1 0 0 0,1-1 0 0 0,-1 0 0 0 0,1 0-48 0 0,1 2 55 0 0,20 5 260 0 0,0-1 0 0 0,1-1 0 0 0,-1-1 0 0 0,1-1 0 0 0,0-1 0 0 0,0-1-1 0 0,0-1 1 0 0,6-2-315 0 0,6 2 193 0 0,839 0 1411 0 0,-664-9-1336 0 0,92-16 4 0 0,195-21 229 0 0,-78 0-296 0 0,337-43 61 0 0,357-29-10 0 0,-328 51-89 0 0,-175 12-94 0 0,1251-109 127 0 0,-155 15-100 0 0,-612 64-8 0 0,-541 55-87 0 0,49 7-92 0 0,219 1 117 0 0,-289 11-78 0 0,388 11 28 0 0,-495 0 70 0 0,-216 10-24 0 0,762 50 28 0 0,-640-42-124 0 0,72 6-16 0 0,105 8 163 0 0,-263-16-73 0 0,38-10-5 0 0,-151 12 21 0 0,56 1-4 0 0,-122-6-56 0 0,25 10-75 0 0,6-2 113 0 0,7-2 149 0 0,-78-15-152 0 0,0 0-1 0 0,0-2 1 0 0,0-1-1 0 0,26-3 6 0 0,0 1-20 0 0,-49 2 29 0 0,0-1 0 0 0,0-1 0 0 0,0 1 0 0 0,-1 0 0 0 0,1-1 0 0 0,0 0 0 0 0,0 0 0 0 0,0 0 0 0 0,-1 0 0 0 0,1 0 0 0 0,-1-1 0 0 0,1 0 0 0 0,-1 0 0 0 0,1 0 0 0 0,-1 0 0 0 0,0 0 0 0 0,0 0 0 0 0,0-1 0 0 0,0 0 0 0 0,-1 0 0 0 0,1 1 0 0 0,-1-2 0 0 0,1 0-9 0 0,17-51 341 0 0,-12-19-19 0 0,-4 0 1 0 0,-4-59-323 0 0,0 61 100 0 0,-20-93 46 0 0,-34-75-205 0 0,10 61 134 0 0,8 18 57 0 0,16 79-36 0 0,3-1 0 0 0,-5-83-96 0 0,17-187 339 0 0,2 348-361 0 0,-10-21 45 0 0,13 24 23 0 0,0-27 40 0 0,0-8-1854 0 0,0 35 1298 0 0,0 2-320 0 0,0 0-442 0 0,0 0-214 0 0,0 0 76 0 0,-3-9-1255 0 0,-13-3 1389 0 0,-10 6 18 0 0</inkml:trace>
  <inkml:trace contextRef="#ctx0" brushRef="#br2" timeOffset="119054.464">11461 14970 1676 0 0,'0'0'718'0'0,"0"0"-11"0"0,-4 0-16 0 0,-9 0-16 0 0,10 0-48 0 0,-3 6-6 0 0,-20 18-60 0 0,25-23-473 0 0,0 0 1 0 0,0 0-1 0 0,-1 0 1 0 0,1-1-1 0 0,0 1 1 0 0,-1 0-1 0 0,1 0 0 0 0,0-1 1 0 0,-1 1-1 0 0,1-1 1 0 0,-1 1-1 0 0,1-1 1 0 0,-1 1-1 0 0,1-1 0 0 0,-1 0 1 0 0,1 0-1 0 0,-1 0 1 0 0,1 0-1 0 0,-1 0 1 0 0,1 0-1 0 0,-1 0 1 0 0,1-1-1 0 0,-1 1 0 0 0,0-1-88 0 0,-7 0 441 0 0,8 1-128 0 0,-12-3 280 0 0,-7-12-448 0 0,1-1-1 0 0,1-1 1 0 0,1 0-1 0 0,0-1 1 0 0,1-1 0 0 0,1 0-1 0 0,1-2 1 0 0,0 1 0 0 0,2-2-1 0 0,1 1 1 0 0,-2-7-145 0 0,-5-4 96 0 0,-203-345 296 0 0,102 186-244 0 0,-7-43 103 0 0,110 200-268 0 0,-65-196 135 0 0,57 138-59 0 0,4-2-1 0 0,-4-64-58 0 0,9-26 60 0 0,4 19-98 0 0,10-122 38 0 0,2 142 39 0 0,1 58-31 0 0,8 33 24 0 0,8-22-21 0 0,-1 25 10 0 0,-10 31-38 0 0,0 0-1 0 0,2 0 1 0 0,0 1-1 0 0,1 0 0 0 0,1 1 1 0 0,2-1 17 0 0,-7 8 7 0 0,69-97 1 0 0,-1 28 29 0 0,47-39-54 0 0,21 13 59 0 0,82-52-5 0 0,-169 119-8 0 0,-19 14 247 0 0,-36 25-235 0 0,0 0-13 0 0,0 0-34 0 0,0 0 42 0 0,0 0-1 0 0,0 0-34 0 0,0 0-12 0 0,0 0 13 0 0,0 0-22 0 0,0 0 42 0 0,0 0-22 0 0,0 0 39 0 0,0 0-17 0 0,0 0-22 0 0,0 0 7 0 0,0 0-3 0 0,0 0-2 0 0,0 0 9 0 0,0 0-15 0 0,0 0 28 0 0,0 0-37 0 0,0 0 3 0 0,3-2 19 0 0,12-5-29 0 0,-15 6 29 0 0,0 1 10 0 0,8-3-61 0 0,9-22 89 0 0,27-17-52 0 0,92-66 11 0 0,-15 28 14 0 0,41-22-4 0 0,-34 26 10 0 0,7 5-84 0 0,-27 13 76 0 0,-100 53 18 0 0,-22 12-212 0 0,-8 3 44 0 0,5-2 30 0 0,-43 20-171 0 0,-1-2 0 0 0,-1-4 0 0 0,-1-1-1 0 0,-1-4 1 0 0,-1-2 0 0 0,-39 2 273 0 0,-151-12 1413 0 0,253-5-1321 0 0,-12 2 273 0 0,7-3-199 0 0,185-82 28 0 0,-116 59-160 0 0,0 4 1 0 0,2 2-1 0 0,0 3 1 0 0,18-1-35 0 0,-26 7 41 0 0,0 2 1 0 0,0 3 0 0 0,34 2-42 0 0,-53 19 17 0 0,-37-15-16 0 0,1-1-1 0 0,0 1 1 0 0,0 0-1 0 0,-1 0 1 0 0,1-1 0 0 0,-1 1-1 0 0,0 0 1 0 0,1 0 0 0 0,-1 0-1 0 0,0 0 1 0 0,0 0 0 0 0,0-1-1 0 0,0 1 1 0 0,0 0 0 0 0,-1 0-1 0 0,1 0 1 0 0,-1 0-1 0 0,1-1 1 0 0,-1 1 0 0 0,0 0-1 0 0,1 0 1 0 0,-1-1 0 0 0,0 1-1 0 0,0-1 1 0 0,0 1 0 0 0,-1 1-1 0 0,1-3-6 0 0,-19 31 13 0 0,-2 0-1 0 0,-1-2 1 0 0,-1-1 0 0 0,-1-1-1 0 0,-2-1 1 0 0,-5 2-7 0 0,-43 45-30 0 0,67-65 24 0 0,-11 11-269 0 0,1 0 1 0 0,0 2 0 0 0,2 0-1 0 0,0 1 1 0 0,-7 14 274 0 0,-32 118-6206 0 0,28-64 2801 0 0,13-55 2033 0 0</inkml:trace>
  <inkml:trace contextRef="#ctx0" brushRef="#br2" timeOffset="120259.215">12010 15064 888 0 0,'1'0'688'0'0,"-1"0"-530"0"0,0 0 1 0 0,0 0 0 0 0,0 0-1 0 0,0 0 1 0 0,0 0 0 0 0,0 0 0 0 0,1 1-1 0 0,-1-1 1 0 0,0 0 0 0 0,0 0-1 0 0,0 0 1 0 0,0 0 0 0 0,1 0 0 0 0,-1 0-1 0 0,0 0 1 0 0,0 0 0 0 0,0 0-1 0 0,0 0 1 0 0,1 0 0 0 0,-1 0 0 0 0,0 0-1 0 0,0 0 1 0 0,0 0 0 0 0,1 0 0 0 0,-1 0-1 0 0,0 0 1 0 0,0 0 0 0 0,0 0-1 0 0,0 0 1 0 0,1 0 0 0 0,-1 0 0 0 0,0 0-1 0 0,0 0 1 0 0,0-1-159 0 0,20 114 1670 0 0,-23-34-1083 0 0,-18 39-101 0 0,-32 197 163 0 0,40-290-941 0 0,13-25 225 0 0,-9-21-157 0 0,-6-62 92 0 0,2 29 47 0 0,3 0 0 0 0,2 0-1 0 0,2-1 1 0 0,2-51 85 0 0,25 0 6 0 0,-14 84 79 0 0,0 1 0 0 0,0 0 0 0 0,2 0 0 0 0,1 1 0 0 0,1 1 0 0 0,0-1 0 0 0,1 2 0 0 0,1 0 0 0 0,1 0 0 0 0,1 1 0 0 0,0 1 0 0 0,16-13-85 0 0,-22 22 64 0 0,0 0 1 0 0,0 0-1 0 0,1 1 0 0 0,-1 0 1 0 0,2 1-1 0 0,-1 0 1 0 0,1 1-1 0 0,-1 0 1 0 0,1 1-1 0 0,0 0 1 0 0,0 0-1 0 0,1 1 0 0 0,-1 1 1 0 0,0 0-1 0 0,4 0-64 0 0,-9 2 27 0 0,0 1-1 0 0,0 0 1 0 0,0 0-1 0 0,0 0 1 0 0,-1 1-1 0 0,1 0 0 0 0,-1 0 1 0 0,1 0-1 0 0,-1 1 1 0 0,0-1-1 0 0,-1 1 1 0 0,1 0-1 0 0,0 1 1 0 0,-1-1-1 0 0,0 1 0 0 0,0 0 1 0 0,-1 0-1 0 0,1 0 1 0 0,-1 1-1 0 0,0-1 1 0 0,-1 1-1 0 0,1 0 0 0 0,-1-1 1 0 0,0 1-1 0 0,0 0 1 0 0,-1 1-1 0 0,0-1 1 0 0,0 0-1 0 0,0 3-26 0 0,-3 81 283 0 0,-1-78-269 0 0,-1-1 1 0 0,-1 1 0 0 0,0-1-1 0 0,0 0 1 0 0,-1-1 0 0 0,0 1-1 0 0,-1-1 1 0 0,-1 0 0 0 0,1-1-1 0 0,-1 0 1 0 0,-1 0 0 0 0,-8 6-15 0 0,-36 10 82 0 0,53-25-45 0 0,0 0-62 0 0,0 0 6 0 0,0 0 0 0 0,0 0 33 0 0,-2-2-6 0 0,1 1-9 0 0,1 1 0 0 0,-1-1 1 0 0,1 1-1 0 0,0-1 0 0 0,-1 1 0 0 0,1-1 1 0 0,0 0-1 0 0,-1 1 0 0 0,1-1 1 0 0,0 0-1 0 0,0 1 0 0 0,-1-1 0 0 0,1 0 1 0 0,0 0-1 0 0,0 1 0 0 0,0-1 1 0 0,0 0-1 0 0,0 1 0 0 0,0-1 0 0 0,0 0 1 0 0,0 0-1 0 0,0 1 0 0 0,1-1 0 0 0,-1 0 1 0 0,0 1-1 0 0,0-1 0 0 0,1 0 1 0 0,-1 1-1 0 0,0-1 0 0 0,1 0 0 0 0,-1 1 1 0 0,0-1-1 0 0,1 1 0 0 0,-1-1 1 0 0,1 1-1 0 0,-1-1 0 0 0,1 1 0 0 0,-1-1 1 0 0,1 1-1 0 0,0-1 0 0 0,-1 1 0 0 0,1 0 1 0 0,0-1-1 0 0,-1 1 0 0 0,1 0 1 0 0,0-1-1 0 0,-1 1 0 0 0,1 0 0 0 0,0 0 1 0 0,-1 0-1 0 0,1 0 0 0 0,0 0 1 0 0,0 0-1 0 0,-1 0 0 0 0,1 0 0 0 0,0 0 1 0 0,-1 0-1 0 0,1 0 0 0 0,0 0 0 0 0,0 1 1 0 0,9-2 0 0 0,-1 1-1 0 0,0 0 0 0 0,1 1 1 0 0,-1 0-1 0 0,0 1 0 0 0,1 0 1 0 0,-1 0-1 0 0,0 1 0 0 0,0 0 1 0 0,4 2 0 0 0,-6-3 9 0 0,0 1-1 0 0,-1-1 1 0 0,1 1 0 0 0,-1 0 0 0 0,0 1-1 0 0,0 0 1 0 0,0 0 0 0 0,0 0-1 0 0,0 1 1 0 0,-1-1 0 0 0,0 1 0 0 0,0 1-1 0 0,0-1 1 0 0,-1 1 0 0 0,0-1 0 0 0,0 1-1 0 0,0 1 1 0 0,-1-1 0 0 0,1 0 0 0 0,-2 1-1 0 0,1 0 1 0 0,-1-1 0 0 0,0 1 0 0 0,0 0-1 0 0,-1 0 1 0 0,0 0 0 0 0,0 7-9 0 0,-18 33 26 0 0,11-39-23 0 0,-8 10 6 0 0,-1-1 0 0 0,0-1 0 0 0,-1 0 0 0 0,-1-1 1 0 0,-1-1-1 0 0,0-1 0 0 0,-1 0 0 0 0,0-1 0 0 0,-18 7-9 0 0,20-9 2 0 0,4-3-28 0 0,-1 0 0 0 0,1-1-1 0 0,-1 0 1 0 0,-1-1 0 0 0,1 0 0 0 0,-1-2-1 0 0,0 1 1 0 0,0-2 0 0 0,0 0-1 0 0,-3-1 27 0 0,17-1-274 0 0,1 0-125 0 0,-3-3-40 0 0,0 1 345 0 0,3 2 39 0 0,-1-1-1 0 0,1 1 0 0 0,-1 0 1 0 0,1-1-1 0 0,0 1 1 0 0,-1-1-1 0 0,1 1 1 0 0,-1-1-1 0 0,1 1 1 0 0,0-1-1 0 0,-1 1 1 0 0,1-1-1 0 0,0 1 1 0 0,0-1-1 0 0,-1 1 0 0 0,1-1 1 0 0,0 0-1 0 0,0 1 1 0 0,0-1-1 0 0,0 1 1 0 0,0-1-1 0 0,0 0 1 0 0,0 1-1 0 0,0-1 1 0 0,0 1-1 0 0,0-1 0 0 0,0 0 1 0 0,0 1-1 0 0,0-1 1 0 0,0 1-1 0 0,1-1 1 0 0,-1 1-1 0 0,0-1 1 0 0,0 0-1 0 0,1 1 1 0 0,-1-1-1 0 0,0 1 1 0 0,1-1-1 0 0,-1 1 0 0 0,0 0 1 0 0,1-1-1 0 0,-1 1 1 0 0,1-1-1 0 0,-1 1 1 0 0,1 0-1 0 0,-1-1 1 0 0,1 1-1 0 0,0 0 56 0 0,66-73-4944 0 0,-46 54 3764 0 0</inkml:trace>
  <inkml:trace contextRef="#ctx0" brushRef="#br2" timeOffset="120806.495">12707 14886 2736 0 0,'22'-37'4229'0'0,"17"16"-1924"0"0,59-4-1175 0 0,-94 25-1087 0 0,0-1 0 0 0,0 1 0 0 0,0-1 0 0 0,0 1 0 0 0,0 1 0 0 0,0-1 0 0 0,0 1 0 0 0,0-1 0 0 0,0 1 0 0 0,0 0 0 0 0,0 0 1 0 0,0 1-1 0 0,-1-1 0 0 0,1 1 0 0 0,0 0 0 0 0,-1 0 0 0 0,0 0 0 0 0,1 0 0 0 0,-1 1 0 0 0,0-1 0 0 0,0 1 0 0 0,0 0 0 0 0,0 1-43 0 0,0-1 33 0 0,-1 0 0 0 0,0 0-1 0 0,0 1 1 0 0,0-1-1 0 0,-1 1 1 0 0,1-1-1 0 0,-1 1 1 0 0,0 0 0 0 0,0-1-1 0 0,0 1 1 0 0,0 0-1 0 0,-1 0 1 0 0,1 0-1 0 0,-1 1-32 0 0,-2 14 119 0 0,-4-3-68 0 0,0-1-1 0 0,-1 0 1 0 0,-1 0 0 0 0,0 0-1 0 0,-1-1 1 0 0,-5 6-51 0 0,-94 95 259 0 0,20-41-207 0 0,68-59-88 0 0,31-15-20 0 0,168-13-20 0 0,-109 30 86 0 0,-44-7-2 0 0,-20-8 7 0 0,0 1-1 0 0,0 0 0 0 0,-1 0 0 0 0,1 1 0 0 0,-1-1 1 0 0,0 1-1 0 0,1 0 0 0 0,-2 1 0 0 0,1-1 0 0 0,0 1 1 0 0,-1 0-1 0 0,0 0 0 0 0,0 0 0 0 0,-1 1 0 0 0,1 0 0 0 0,-1-1 1 0 0,0 1-1 0 0,-1 0 0 0 0,1 0 0 0 0,-1 1 0 0 0,0-1 1 0 0,-1 0-1 0 0,0 1 0 0 0,0-1 0 0 0,0 1 0 0 0,-1-1 1 0 0,0 1-1 0 0,0-1 0 0 0,0 1 0 0 0,-1-1 0 0 0,0 1 1 0 0,-1 2-15 0 0,-4 9 67 0 0,-1 0 1 0 0,-1 0 0 0 0,-1 0-1 0 0,0-2 1 0 0,-1 1 0 0 0,-1-1-1 0 0,0 0 1 0 0,-1-1 0 0 0,-1-1-1 0 0,0 0 1 0 0,-1-1 0 0 0,-1 0-1 0 0,0-1 1 0 0,-1 0 0 0 0,0-2-1 0 0,0 0 1 0 0,-1 0 0 0 0,-7 1-68 0 0,24-11-20 0 0,0 1 0 0 0,-1-1 0 0 0,1 0 0 0 0,-1 1 0 0 0,1-1 0 0 0,-1 0 0 0 0,1 0 0 0 0,0 0 0 0 0,-1 1 0 0 0,1-1 0 0 0,-1 0 0 0 0,1 0 0 0 0,-1 0 0 0 0,1 0 0 0 0,-1 0 0 0 0,1 0 0 0 0,-1 0 0 0 0,1 0 0 0 0,-1 0 0 0 0,1 0 0 0 0,-1 0 0 0 0,1 0 0 0 0,-1 0 0 0 0,1 0 0 0 0,-1-1 1 0 0,1 1-1 0 0,-1 0 0 0 0,1 0 0 0 0,-1 0 0 0 0,1-1 0 0 0,-1 1 0 0 0,1 0 0 0 0,0-1 0 0 0,-1 1 0 0 0,1 0 0 0 0,0-1 0 0 0,-1 1 0 0 0,1-1 0 0 0,0 1 0 0 0,-1 0 0 0 0,1-1 0 0 0,0 1 0 0 0,0-1 0 0 0,0 1 0 0 0,-1-1 0 0 0,1 1 0 0 0,0-1 0 0 0,0 1 0 0 0,0-1 0 0 0,0 1 0 0 0,0-1 0 0 0,0 1 0 0 0,0-1 0 0 0,0 1 0 0 0,0-1 1 0 0,0 1-1 0 0,0-1 0 0 0,0 1 0 0 0,0-1 0 0 0,0 1 0 0 0,1-1 0 0 0,-1 1 0 0 0,0-1 0 0 0,0 1 0 0 0,1-1 20 0 0,10-31-1886 0 0,51-59-5809 0 0,-47 71 6659 0 0</inkml:trace>
  <inkml:trace contextRef="#ctx0" brushRef="#br2" timeOffset="121224.333">13410 15051 2480 0 0,'13'-14'3368'0'0,"-11"20"1289"0"0,-3 1-5078 0 0,-3 42-5974 0 0,4-38 5266 0 0</inkml:trace>
  <inkml:trace contextRef="#ctx0" brushRef="#br2" timeOffset="121485.008">13505 15467 3068 0 0,'-10'49'8227'0'0,"0"0"-6170"0"0,10-49-2231 0 0,1 1 0 0 0,0-1 0 0 0,-1 1 1 0 0,1-1-1 0 0,-1 1 0 0 0,1-1 0 0 0,0 1 0 0 0,-1-1 0 0 0,1 0 0 0 0,0 1 1 0 0,0-1-1 0 0,-1 0 0 0 0,1 0 0 0 0,0 0 0 0 0,0 0 0 0 0,-1 1 1 0 0,1-1-1 0 0,0 0 0 0 0,0 0 0 0 0,-1 0 0 0 0,1 0 0 0 0,0-1 1 0 0,0 1-1 0 0,-1 0 0 0 0,1 0 0 0 0,0 0 0 0 0,0-1 0 0 0,-1 1 1 0 0,1 0-1 0 0,0-1 0 0 0,-1 1 0 0 0,1 0 0 0 0,0-1 0 0 0,-1 1 0 0 0,1-1 1 0 0,-1 1-1 0 0,1-1 0 0 0,0 0 0 0 0,-1 1 0 0 0,1-1 174 0 0,0 0-409 0 0,13-10-2077 0 0,4-1 1223 0 0</inkml:trace>
  <inkml:trace contextRef="#ctx0" brushRef="#br2" timeOffset="122783.979">14019 15193 2420 0 0,'0'0'1006'0'0,"0"0"-85"0"0,3 0-75 0 0,14 0 712 0 0,-17 0-871 0 0,0 0-61 0 0,0 0-14 0 0,9-3-106 0 0,-5 2-446 0 0,0 1 1 0 0,0-2 0 0 0,1 1 0 0 0,-1 0 0 0 0,0-1 0 0 0,0 0 0 0 0,0 0 0 0 0,0 0 0 0 0,-1 0 0 0 0,1-1 0 0 0,0 1 0 0 0,-1-1-1 0 0,0 0 1 0 0,1 0 0 0 0,-1 0 0 0 0,0-1-61 0 0,81-110 1510 0 0,43-82-81 0 0,-82 137-887 0 0,-45 59-533 0 0,0 0 1 0 0,0 0 0 0 0,0 1-1 0 0,0-1 1 0 0,0 0 0 0 0,0 0-1 0 0,0 0 1 0 0,1 0 0 0 0,-1 1-1 0 0,0-1 1 0 0,0 0-1 0 0,0 0 1 0 0,0 0 0 0 0,0 0-1 0 0,0 0 1 0 0,0 0 0 0 0,1 1-1 0 0,-1-1 1 0 0,0 0 0 0 0,0 0-1 0 0,0 0 1 0 0,0 0 0 0 0,0 0-1 0 0,1 0 1 0 0,-1 0 0 0 0,0 0-1 0 0,0 0 1 0 0,0 0 0 0 0,0 0-1 0 0,1 0 1 0 0,-1 0 0 0 0,0 0-1 0 0,0 0 1 0 0,0 0 0 0 0,1 0-1 0 0,-1 0 1 0 0,0 0 0 0 0,0 0-1 0 0,0 0 1 0 0,0 0 0 0 0,1 0-1 0 0,-1 0 1 0 0,0 0 0 0 0,0 0-1 0 0,0 0 1 0 0,0 0 0 0 0,0 0-1 0 0,1-1 1 0 0,-1 1 0 0 0,0 0-1 0 0,0 0 1 0 0,0 0 0 0 0,0 0-1 0 0,0 0 1 0 0,0 0-1 0 0,0-1 1 0 0,1 1 0 0 0,-1 0-10 0 0,2 22 129 0 0,-2-20-96 0 0,0 392 34 0 0,-2-311-302 0 0,-17 20-177 0 0,14-82 80 0 0,-1 0 0 0 0,-1 0 1 0 0,0-1-1 0 0,-2 0 0 0 0,0-1 0 0 0,-1 1 1 0 0,-1-2-1 0 0,-2 1 332 0 0,11-16-69 0 0,0-1-1 0 0,0 1 1 0 0,-1-1-1 0 0,1 0 1 0 0,-1 0 0 0 0,0 0-1 0 0,1 0 1 0 0,-1 0-1 0 0,0-1 1 0 0,0 1 0 0 0,0-1-1 0 0,0 0 1 0 0,-1 0-1 0 0,1 0 1 0 0,0 0 0 0 0,0-1-1 0 0,-1 1 1 0 0,1-1 69 0 0,-27 9 594 0 0,30-9-495 0 0,0 0 13 0 0,0 0 9 0 0,0 0 17 0 0,0 0 7 0 0,0 0 30 0 0,-9 0 412 0 0,31-2-86 0 0,21-3-126 0 0,155-35-1056 0 0,35-19 681 0 0,-192 47-696 0 0,-14 6-503 0 0,-1-1 1 0 0,0-2-1 0 0,0-1 1 0 0,-1-1-1 0 0,-1-1 1 0 0,0-1-1 0 0,16-11 1199 0 0,-17 6-1072 0 0</inkml:trace>
  <inkml:trace contextRef="#ctx0" brushRef="#br2" timeOffset="123184.245">15279 14630 3528 0 0,'-1'-22'4364'0'0,"-4"28"-2568"0"0,-36 89 861 0 0,4 1 0 0 0,2 11-2657 0 0,20-64 362 0 0,-14 45 128 0 0,-19 52-956 0 0,6 2-1 0 0,-16 107 467 0 0,30-17-5301 0 0,18-15-1053 0 0,6-187 5224 0 0</inkml:trace>
  <inkml:trace contextRef="#ctx0" brushRef="#br2" timeOffset="124582.741">15597 15176 3056 0 0,'0'0'892'0'0,"0"0"-72"0"0,0 0-47 0 0,0 0-20 0 0,0 0-102 0 0,0 0-29 0 0,0 0-41 0 0,-2 2-79 0 0,1-1-426 0 0,1-1-57 0 0,-1 0 0 0 0,1 1 0 0 0,0-1-1 0 0,-1 0 1 0 0,1 0 0 0 0,0 1 0 0 0,-1-1 0 0 0,1 0-1 0 0,0 1 1 0 0,-1-1 0 0 0,1 1 0 0 0,0-1-1 0 0,0 0 1 0 0,-1 1 0 0 0,1-1 0 0 0,0 1-1 0 0,0-1 1 0 0,0 1 0 0 0,0-1 0 0 0,0 0-1 0 0,0 1 1 0 0,0-1 0 0 0,0 1 0 0 0,-1-1-1 0 0,2 1 1 0 0,-1-1 0 0 0,0 1 0 0 0,0-1 0 0 0,0 1-1 0 0,0-1 1 0 0,0 0 0 0 0,0 1 0 0 0,0-1-1 0 0,0 1 1 0 0,1-1 0 0 0,-1 1 0 0 0,0-1-1 0 0,0 0 1 0 0,1 1 0 0 0,-1-1 0 0 0,0 0-1 0 0,1 1 1 0 0,-1-1 0 0 0,0 0 0 0 0,1 1-1 0 0,-1-1 1 0 0,1 0-19 0 0,7 13 186 0 0,1 0 0 0 0,1-1-1 0 0,0-1 1 0 0,1 1 0 0 0,0-2-1 0 0,1 0 1 0 0,0 0 0 0 0,1-1-1 0 0,-1 0 1 0 0,2-1 0 0 0,-1-1-1 0 0,6 2-185 0 0,1-2 121 0 0,0-1 0 0 0,1-1 0 0 0,-1-1 0 0 0,1-1-1 0 0,0-1 1 0 0,0-1 0 0 0,4 0-121 0 0,-16-2 13 0 0,0 1 1 0 0,0-2 0 0 0,0 1-1 0 0,-1-1 1 0 0,1 0-1 0 0,0-1 1 0 0,-1 0 0 0 0,0 0-1 0 0,8-5-13 0 0,-8 5 12 0 0,1-1-6 0 0,-1-1 0 0 0,0 0-1 0 0,1 0 1 0 0,-2 0 0 0 0,1-1 0 0 0,-1 0 0 0 0,1-1 0 0 0,-2 0-1 0 0,1 0 1 0 0,-1 0 0 0 0,0-1 0 0 0,-1 0 0 0 0,1 0 0 0 0,-2 0 0 0 0,1-1-1 0 0,-1 1 1 0 0,2-7-6 0 0,7-48 28 0 0,-16 47 358 0 0,-2 21-70 0 0,2 135 19 0 0,42 100-12 0 0,-23-113-163 0 0,7 55 112 0 0,-4 72-272 0 0,-17-55-32 0 0,-22-67 56 0 0,17-120-3 0 0,3-7-25 0 0,-1 0-1 0 0,1 0 1 0 0,-1 0-1 0 0,0 0 1 0 0,0 0 0 0 0,-1 0-1 0 0,0-1 1 0 0,0 1 0 0 0,0 0-1 0 0,0-1 1 0 0,-1 1-1 0 0,1-1 1 0 0,-1 0 0 0 0,0 0-1 0 0,0 0 1 0 0,-1 0 0 0 0,1-1-1 0 0,-1 1 1 0 0,0-1-1 0 0,0 0 1 0 0,0 0 0 0 0,0 0-1 0 0,-4 1 5 0 0,-1-6-82 0 0,-54-30-36 0 0,44 15 151 0 0,1-1 0 0 0,0 0 1 0 0,1-2-1 0 0,1 0 0 0 0,1 0 1 0 0,1-2-1 0 0,0 0 0 0 0,-1-6-33 0 0,-14-31 155 0 0,-35-95 519 0 0,47 75-299 0 0,20 72-380 0 0,0 0-1 0 0,1 0 1 0 0,-1 0-1 0 0,2 1 0 0 0,-1-1 1 0 0,0 1-1 0 0,1 0 1 0 0,1 0-1 0 0,-1 1 0 0 0,1 0 1 0 0,-1 0-1 0 0,1 0 1 0 0,1 0-1 0 0,-1 1 0 0 0,1 0 1 0 0,0 1-1 0 0,-1-1 1 0 0,2 1-1 0 0,-1 1 0 0 0,2-1 6 0 0,-6 1-10 0 0,136-58-2215 0 0,33-18-4473 0 0,-92 19 2926 0 0,-62 41 2708 0 0</inkml:trace>
  <inkml:trace contextRef="#ctx0" brushRef="#br2" timeOffset="126047.259">28226 9089 1520 0 0,'0'-3'806'0'0,"0"-28"3534"0"0,-5 24-3996 0 0,-16-14 359 0 0,21 37 1895 0 0,18 72-1390 0 0,-8 150 968 0 0,-36-23-1446 0 0,-5 54-79 0 0,11-111-42 0 0,2 83-609 0 0,16-80-3130 0 0,-9-140 650 0 0,-1-11 414 0 0,-10-7-2941 0 0,16-6 4001 0 0</inkml:trace>
  <inkml:trace contextRef="#ctx0" brushRef="#br2" timeOffset="130535.965">29017 9962 948 0 0,'-4'0'1229'0'0,"-10"0"-150"0"0,10 0-87 0 0,4 0-93 0 0,0 0-94 0 0,-3 0-62 0 0,-34-22 563 0 0,28 14 363 0 0,9 8-1224 0 0,6 0-71 0 0,105 6 1049 0 0,342-6 16 0 0,-454-1-1425 0 0,1 1 0 0 0,0 0 0 0 0,0 0 0 0 0,0-1 0 0 0,0 1 0 0 0,0 0 0 0 0,0-1 1 0 0,0 1-1 0 0,0 0 0 0 0,0-1 0 0 0,0 1-14 0 0,-191 4 37 0 0,-198-4 157 0 0,299 11-81 0 0,72-9-188 0 0,4 0 76 0 0,25-1 130 0 0,179-3-57 0 0,-56-14 5 0 0,106 3-151 0 0,-58 6 182 0 0,-234 8 96 0 0,-410-1-87 0 0,272 15 86 0 0,190-15-201 0 0,0 1-1 0 0,1-1 1 0 0,-1 0 0 0 0,0 1-1 0 0,0-1 1 0 0,0 0-1 0 0,1 1 1 0 0,-1-1 0 0 0,0 0-1 0 0,0 1 1 0 0,0-1 0 0 0,0 1-1 0 0,0-1 1 0 0,0 0-1 0 0,0 1 1 0 0,0-1 0 0 0,0 1-1 0 0,0-1 1 0 0,0 0 0 0 0,0 1-1 0 0,0-1 1 0 0,0 1-1 0 0,0-1 1 0 0,0 0 0 0 0,0 1-1 0 0,0-1 1 0 0,0 1 0 0 0,-1-1-1 0 0,1 0 1 0 0,0 1 0 0 0,0-1-1 0 0,0 0 1 0 0,-1 1-1 0 0,1-1 1 0 0,0 0 0 0 0,-1 0-1 0 0,1 1 1 0 0,0-1 0 0 0,0 0-1 0 0,-1 0 1 0 0,1 1-1 0 0,-1-1 1 0 0,1 0 0 0 0,0 0-1 0 0,-1 0-3 0 0,160 8-110 0 0,-108-9 134 0 0,49-2 110 0 0,33-16-134 0 0,99 8-67 0 0,-230 11 26 0 0,1-1 32 0 0,0 0 38 0 0,-35 10-101 0 0,-151 28 132 0 0,-72 2-184 0 0,133-24 230 0 0,63-8 61 0 0,87-5-105 0 0,328-2-85 0 0,-255-16-25 0 0,-2 13 169 0 0,-89 3-48 0 0,-8 0-6 0 0,1 0-34 0 0,1-3-16 0 0,-31 8 5 0 0,15-4-33 0 0,-38 3 66 0 0,-95 9-70 0 0,-105-10-48 0 0,237 1 15 0 0,21 1 15 0 0,179-5-140 0 0,-59-22 274 0 0,-75 22-89 0 0,-51 0-12 0 0,10-7-19 0 0,-58 8-62 0 0,-138 3 185 0 0,73 9 62 0 0,7-4-186 0 0,130-7 112 0 0,86-6 34 0 0,154-31-210 0 0,-53 21-156 0 0,-231 17 523 0 0,-507-3-459 0 0,524 0 176 0 0,1 0 0 0 0,-1 0 0 0 0,1 0 0 0 0,-1 0 0 0 0,1 0 0 0 0,-1 0 0 0 0,1 0 0 0 0,-1 0 0 0 0,1 1 0 0 0,-1-1 0 0 0,1 0 0 0 0,-1 0 0 0 0,1 0 0 0 0,-1 1 0 0 0,1-1 0 0 0,-1 0 0 0 0,1 0 0 0 0,-1 1 1 0 0,1-1-1 0 0,0 1 0 0 0,-1-1 0 0 0,1 0 0 0 0,0 1 0 0 0,-1-1 0 0 0,1 1 0 0 0,0-1 0 0 0,-1 1 0 0 0,1-1 0 0 0,0 1 0 0 0,0-1 0 0 0,0 1 0 0 0,-1-1 0 0 0,1 1 0 0 0,0-1 0 0 0,0 1 0 0 0,0-1 0 0 0,0 1 0 0 0,0-1 0 0 0,0 1 0 0 0,0-1 0 0 0,0 1 0 0 0,0-1 0 0 0,0 1 0 0 0,1-1 0 0 0,-1 1 0 0 0,0-1 0 0 0,0 1 0 0 0,0-1 0 0 0,1 1 0 0 0,-1-1 0 0 0,0 1 0 0 0,0-1 0 0 0,1 1 0 0 0,-1-1 0 0 0,0 1 0 0 0,1-1 0 0 0,-1 0 0 0 0,1 1 0 0 0,30 1 6 0 0,1-1 0 0 0,0-2 0 0 0,-1-1 0 0 0,1-1 0 0 0,6-3-6 0 0,107-14-73 0 0,-26 5 80 0 0,-112 15-50 0 0,-23 2-2 0 0,-21 3 19 0 0,-265 31-20 0 0,209-28 80 0 0,228-8-649 0 0,0-21-1259 0 0,-91 20-982 0 0,-27 2-3444 0 0,-26 0 5122 0 0</inkml:trace>
  <inkml:trace contextRef="#ctx0" brushRef="#br2" timeOffset="131567.949">25359 9343 1964 0 0,'-16'-18'658'0'0,"13"14"-74"0"0,3-10 628 0 0,-5 6-704 0 0,-13-14-32 0 0,16-5 837 0 0,5 18-675 0 0,15-14 672 0 0,-5 4-1 0 0,-6 36-326 0 0,0 204 949 0 0,17-35-1443 0 0,15 406 718 0 0,-25-423-963 0 0,-8-118 147 0 0,-2-18-1721 0 0,-3-9-3278 0 0,2-27 3093 0 0,11-26-2232 0 0,-11 20 2573 0 0,7-7 86 0 0</inkml:trace>
  <inkml:trace contextRef="#ctx0" brushRef="#br2" timeOffset="132152.135">26535 9568 2560 0 0,'12'-26'6219'0'0,"-10"48"-3636"0"0,-15 94-857 0 0,-22 100-548 0 0,4-38-1507 0 0,22-150-905 0 0,3-21-4914 0 0,2-11 4953 0 0,-24-35-971 0 0,15 19 1156 0 0</inkml:trace>
  <inkml:trace contextRef="#ctx0" brushRef="#br2" timeOffset="132467.715">26182 9662 2212 0 0,'-65'-54'7211'0'0,"62"52"-6505"0"0,3 2-644 0 0,0 0-1 0 0,-1 0 1 0 0,1 0-1 0 0,-1 0 1 0 0,1-1-1 0 0,0 1 1 0 0,-1 0-1 0 0,1 0 1 0 0,0 0 0 0 0,-1 0-1 0 0,1-1 1 0 0,0 1-1 0 0,-1 0 1 0 0,1 0-1 0 0,0 0 1 0 0,0-1-1 0 0,-1 1 1 0 0,1 0-1 0 0,0-1 1 0 0,0 1-1 0 0,-1 0 1 0 0,1 0-1 0 0,0-1 1 0 0,0 1-1 0 0,0 0 1 0 0,-1-1-1 0 0,1 1 1 0 0,0-1-1 0 0,0 1 1 0 0,0 0 0 0 0,0-1-1 0 0,0 1 1 0 0,0 0-1 0 0,0-1 1 0 0,0 1-1 0 0,0-1 1 0 0,0 1-1 0 0,0 0 1 0 0,0-1-1 0 0,0 1 1 0 0,0 0-1 0 0,0-1 1 0 0,1 1-1 0 0,-1 0 1 0 0,0-1-1 0 0,0 1 1 0 0,0 0-1 0 0,0-1 1 0 0,1 1-1 0 0,-1 0 1 0 0,0-1 0 0 0,0 1-1 0 0,1 0 1 0 0,-1 0-1 0 0,0-1 1 0 0,1 1-1 0 0,-1 0 1 0 0,0 0-1 0 0,1-1 1 0 0,-1 1-1 0 0,0 0 1 0 0,1 0-1 0 0,-1 0-61 0 0,80-20 820 0 0,0 3 0 0 0,55-3-820 0 0,-33 5 152 0 0,94-1-1372 0 0,-67 15-4425 0 0,-117 1 4744 0 0,-8-1 636 0 0,1 2 1 0 0,-1-1 0 0 0,0 0 0 0 0,0 1-1 0 0,0 0 1 0 0,0 0 0 0 0,0 0-1 0 0,0 0 1 0 0,0 1 0 0 0,0 0 0 0 0,0 0-1 0 0,-1 0 1 0 0,1 0 0 0 0,0 0-1 0 0,-1 1 1 0 0,0-1 0 0 0,0 1 0 0 0,3 3 264 0 0,-1 1-1034 0 0</inkml:trace>
  <inkml:trace contextRef="#ctx0" brushRef="#br2" timeOffset="132832.017">26896 9917 2936 0 0,'0'0'73'0'0,"0"1"-1"0"0,0-1 1 0 0,-1 0 0 0 0,1 0-1 0 0,0 0 1 0 0,0 0 0 0 0,-1 0-1 0 0,1 1 1 0 0,0-1-1 0 0,0 0 1 0 0,0 0 0 0 0,-1 1-1 0 0,1-1 1 0 0,0 0-1 0 0,0 0 1 0 0,0 0 0 0 0,0 1-1 0 0,0-1 1 0 0,-1 0 0 0 0,1 1-1 0 0,0-1 1 0 0,0 0-1 0 0,0 0 1 0 0,0 1 0 0 0,0-1-1 0 0,0 0 1 0 0,0 1-1 0 0,0-1 1 0 0,0 0 0 0 0,0 0-1 0 0,0 1 1 0 0,0-1-1 0 0,0 0 1 0 0,0 1 0 0 0,0-1-1 0 0,0 0 1 0 0,1 0 0 0 0,-1 1-1 0 0,0-1 1 0 0,0 0-1 0 0,0 0 1 0 0,0 1 0 0 0,0-1-1 0 0,1 0 1 0 0,-1 0-1 0 0,0 0 1 0 0,0 1 0 0 0,0-1-1 0 0,1 0 1 0 0,-1 0 0 0 0,0 0-1 0 0,0 0 1 0 0,1 1-1 0 0,-1-1 1 0 0,0 0 0 0 0,0 0-1 0 0,1 0 1 0 0,-1 0-1 0 0,0 0 1 0 0,1 0 0 0 0,-1 0-1 0 0,0 0 1 0 0,0 0-1 0 0,1 0 1 0 0,-1 0 0 0 0,0 0-73 0 0,20-10 1747 0 0,138-176 575 0 0,-130 149-1320 0 0,-27 61 45 0 0,-36 91 229 0 0,38 29-544 0 0,34-12-1587 0 0,-8-46-3497 0 0,-30-64 1461 0 0,-3-14 2449 0 0,1-1 0 0 0,-1 0-1 0 0,-1 0 1 0 0,1 0-1 0 0,-1-1 1 0 0,0 1 0 0 0,-1-1-1 0 0,0-1 1 0 0,0 1-1 0 0,0-1 1 0 0,-5 4 442 0 0,-15 4-1067 0 0</inkml:trace>
  <inkml:trace contextRef="#ctx0" brushRef="#br2" timeOffset="133745.81">23003 9312 1636 0 0,'0'-17'824'0'0,"0"14"-72"0"0,-3-1-98 0 0,-20-17 590 0 0,-4-6-202 0 0,26 27-991 0 0,1-1 0 0 0,0 1 0 0 0,-1 0 1 0 0,1-1-1 0 0,0 1 0 0 0,-1 0 0 0 0,1-1 0 0 0,0 1 0 0 0,-1 0 0 0 0,1-1 1 0 0,-1 1-1 0 0,1 0 0 0 0,0 0 0 0 0,-1 0 0 0 0,1-1 0 0 0,-1 1 0 0 0,1 0 1 0 0,-1 0-1 0 0,1 0 0 0 0,-1 0 0 0 0,1 0 0 0 0,-1 0 0 0 0,1 0 1 0 0,-1 0-1 0 0,1 0 0 0 0,-1 0 0 0 0,1 0 0 0 0,-1 0 0 0 0,1 0 0 0 0,-1 0 1 0 0,1 0-1 0 0,-1 0 0 0 0,1 1 0 0 0,0-1 0 0 0,-1 0 0 0 0,1 0 1 0 0,-1 1-1 0 0,1-1 0 0 0,0 0 0 0 0,-1 1 0 0 0,1-1 0 0 0,-1 0 0 0 0,1 1 1 0 0,0-1-1 0 0,0 0 0 0 0,-1 1 0 0 0,1-1 0 0 0,0 1 0 0 0,0-1 1 0 0,-1 1-1 0 0,1-1 0 0 0,0 0 0 0 0,0 1 0 0 0,0-1 0 0 0,0 1 0 0 0,0-1 1 0 0,0 1-1 0 0,0-1 0 0 0,0 1 0 0 0,0-1 0 0 0,0 1 0 0 0,0 0-51 0 0,-6 32 768 0 0,4 132 1147 0 0,25 37-1039 0 0,-11-47-337 0 0,-7 0 0 0 0,-7 4-539 0 0,1-15 389 0 0,1-83-509 0 0,0 27-351 0 0,0-31-2652 0 0,3-69-1832 0 0,8-10 2816 0 0,-5 10 1439 0 0,3-9-349 0 0</inkml:trace>
  <inkml:trace contextRef="#ctx0" brushRef="#br2" timeOffset="134045.582">23700 9698 1360 0 0,'45'-34'6275'0'0,"-44"34"-6185"0"0,0 1 0 0 0,-1-1-1 0 0,1 0 1 0 0,-1 1 0 0 0,1-1-1 0 0,0 1 1 0 0,-1-1 0 0 0,1 1-1 0 0,-1-1 1 0 0,1 1 0 0 0,-1-1 0 0 0,0 1-1 0 0,1-1 1 0 0,-1 1 0 0 0,0 0-1 0 0,1-1 1 0 0,-1 1 0 0 0,0 0-1 0 0,0-1 1 0 0,1 1 0 0 0,-1 0-1 0 0,0-1 1 0 0,0 1 0 0 0,0 0-1 0 0,0 0 1 0 0,0-1 0 0 0,0 1-1 0 0,0 0 1 0 0,0-1 0 0 0,0 1-1 0 0,0 0 1 0 0,-1 0 0 0 0,1-1-1 0 0,0 1 1 0 0,0 0 0 0 0,-1-1 0 0 0,1 1-1 0 0,0-1 1 0 0,-1 1 0 0 0,1 0-90 0 0,0 0 80 0 0,-5 69 1456 0 0,-17 41-472 0 0,-4 121 281 0 0,21-149-3356 0 0,5-83 1879 0 0,0 0 0 0 0,0 0-1 0 0,0-1 1 0 0,0 1 0 0 0,0 0-1 0 0,-1 0 1 0 0,1 0 0 0 0,0 0-1 0 0,0 0 1 0 0,0-1 0 0 0,0 1-1 0 0,-1 0 1 0 0,1 0 0 0 0,0 0-1 0 0,0 0 1 0 0,0 0 0 0 0,-1 0-1 0 0,1 0 1 0 0,0 0 0 0 0,0 0-1 0 0,0 0 1 0 0,-1 0 0 0 0,1 0-1 0 0,0 0 1 0 0,0 0 0 0 0,0 0-1 0 0,-1 0 1 0 0,1 0 0 0 0,0 0-1 0 0,0 0 1 0 0,0 0-1 0 0,-1 0 1 0 0,1 0 0 0 0,0 0-1 0 0,0 0 1 0 0,0 0 0 0 0,-1 1-1 0 0,1-1 1 0 0,0 0 0 0 0,0 0-1 0 0,0 0 1 0 0,0 0 0 0 0,-1 0-1 0 0,1 1 1 0 0,0-1 0 0 0,0 0-1 0 0,0 0 1 0 0,0 0 0 0 0,0 1 132 0 0,-11-22-2605 0 0,11 21 2631 0 0,-8-20-1114 0 0,2-1 78 0 0</inkml:trace>
  <inkml:trace contextRef="#ctx0" brushRef="#br2" timeOffset="134337.603">23419 9730 904 0 0,'-70'-58'7373'0'0,"70"57"-7267"0"0,0 0 0 0 0,-1 0 1 0 0,1 0-1 0 0,0 0 0 0 0,0 0 1 0 0,0 0-1 0 0,0 0 0 0 0,0-1 1 0 0,0 1-1 0 0,0 0 0 0 0,0 0 1 0 0,0 0-1 0 0,0 0 0 0 0,1 0 1 0 0,-1 0-1 0 0,0 0 0 0 0,1 0 1 0 0,-1 0-1 0 0,1 0 0 0 0,-1 0 1 0 0,1 0-1 0 0,0 0 0 0 0,-1 0 1 0 0,1 0-1 0 0,0 0 0 0 0,0 1 1 0 0,-1-1-1 0 0,1 0 0 0 0,0 0 1 0 0,0 1-1 0 0,0-1 0 0 0,0 1 0 0 0,0-1 1 0 0,0 1-1 0 0,0-1 0 0 0,0 1 1 0 0,0-1-1 0 0,0 1 0 0 0,0 0 1 0 0,0 0-1 0 0,0 0 0 0 0,1-1 1 0 0,-1 1-1 0 0,0 0 0 0 0,0 0 1 0 0,0 1-1 0 0,0-1 0 0 0,1 0-106 0 0,8-3 85 0 0,29-10 228 0 0,1 2-1 0 0,0 2 1 0 0,0 2-1 0 0,1 1 1 0 0,26 1-313 0 0,-14 0-12 0 0,110-3-1862 0 0,-79 23-896 0 0,-77-14 2349 0 0,0 1 0 0 0,0 0 0 0 0,0 0 0 0 0,0 0 0 0 0,-1 1-1 0 0,1 0 1 0 0,-1 0 0 0 0,0 1 0 0 0,1 0 0 0 0,-2 0 0 0 0,1 0-1 0 0,0 1 1 0 0,-1 0 0 0 0,0 0 0 0 0,0 0 0 0 0,0 0 0 0 0,-1 1 0 0 0,4 5 421 0 0,-3 3-1000 0 0</inkml:trace>
  <inkml:trace contextRef="#ctx0" brushRef="#br2" timeOffset="134749.615">24142 9892 3168 0 0,'0'0'192'0'0,"0"0"0"0"0,1 0 0 0 0,-1 0 0 0 0,0 0 0 0 0,0 0 0 0 0,1 0 0 0 0,-1 0 0 0 0,0 1-1 0 0,0-1 1 0 0,0 0 0 0 0,1 0 0 0 0,-1 0 0 0 0,0 0 0 0 0,0 1 0 0 0,0-1 0 0 0,1 0 0 0 0,-1 0 0 0 0,0 0 0 0 0,0 1-1 0 0,0-1 1 0 0,0 0 0 0 0,0 0 0 0 0,0 1 0 0 0,0-1 0 0 0,1 0 0 0 0,-1 0 0 0 0,0 1 0 0 0,0-1 0 0 0,0 0-1 0 0,0 0 1 0 0,0 1 0 0 0,0-1 0 0 0,0 0 0 0 0,0 0 0 0 0,0 1 0 0 0,-1-1 0 0 0,1 0 0 0 0,0 0 0 0 0,0 1 0 0 0,0-1-1 0 0,0 0 1 0 0,0 1-192 0 0,22-10 449 0 0,1 2-1 0 0,0 1 0 0 0,0 0 0 0 0,0 2 0 0 0,11 0-448 0 0,-29 3 34 0 0,1 0 1 0 0,0 0-1 0 0,0 1 0 0 0,-1 0 0 0 0,1 0 0 0 0,0 0 0 0 0,0 1 0 0 0,-1 0 0 0 0,1 0 1 0 0,-1 0-1 0 0,1 1 0 0 0,-1 0 0 0 0,1 0 0 0 0,-1 0 0 0 0,0 1 0 0 0,0-1 1 0 0,0 1-1 0 0,0 1 0 0 0,0-1 0 0 0,3 4-34 0 0,-6-3 17 0 0,0 0 1 0 0,0 0-1 0 0,-1 0 0 0 0,1 0 0 0 0,-1 1 1 0 0,0-1-1 0 0,0 1 0 0 0,-1-1 1 0 0,1 1-1 0 0,-1-1 0 0 0,0 1 0 0 0,0-1 1 0 0,0 1-1 0 0,-1-1 0 0 0,0 1 1 0 0,0-1-1 0 0,0 1 0 0 0,0-1 0 0 0,-1 1 1 0 0,1-1-1 0 0,-1 0 0 0 0,0 0 0 0 0,0 0 1 0 0,-1 0-1 0 0,1 0 0 0 0,-3 1-17 0 0,-90 147 1093 0 0,84-133-872 0 0,-13 41 610 0 0,24-59-675 0 0,4 2-16 0 0,62 22 241 0 0,30-24-233 0 0,-17-19-794 0 0,-16-1-928 0 0,-21 8-519 0 0,-20-5-4304 0 0,-34 13 2901 0 0,3 4 2235 0 0</inkml:trace>
  <inkml:trace contextRef="#ctx0" brushRef="#br2" timeOffset="135045.357">22165 10124 4752 0 0,'0'0'1489'0'0,"0"0"-309"0"0,-2 0-420 0 0,0-2-244 0 0,2-2-264 0 0,-2 4-224 0 0,0-2-136 0 0,2 2 4 0 0,2-2-620 0 0,-2 0-528 0 0,4-1 52 0 0,-4 1 139 0 0,0-2 1 0 0,-2 1 40 0 0</inkml:trace>
  <inkml:trace contextRef="#ctx0" brushRef="#br2" timeOffset="135514.153">21391 10199 4340 0 0,'-10'2'1165'0'0,"3"-2"-457"0"0,1-4-368 0 0,4 2-44 0 0,-4 2-1112 0 0,6-3-369 0 0,-2 1 185 0 0,0 2-32 0 0,0-4-108 0 0</inkml:trace>
  <inkml:trace contextRef="#ctx0" brushRef="#br2" timeOffset="135515.153">20763 10280 896 0 0,'-31'2'1104'0'0,"1"-4"-320"0"0,18 2-304 0 0,-1 0-60 0 0,-3 0-392 0 0,4 0-424 0 0,12 0-508 0 0,-10 0-152 0 0</inkml:trace>
  <inkml:trace contextRef="#ctx0" brushRef="#br2" timeOffset="135728.728">20433 10263 1048 0 0,'-29'2'1448'0'0,"7"0"-220"0"0,8-6-252 0 0,14 4-320 0 0,-13 0-463 0 0,3 0-17 0 0,10 0-973 0 0,-14 0-283 0 0,14 0 144 0 0,-22-11-96 0 0,17 8 28 0 0</inkml:trace>
  <inkml:trace contextRef="#ctx0" brushRef="#br2" timeOffset="135729.728">19825 10289 2080 0 0,'-121'14'5821'0'0,"116"-13"-5243"0"0,-17-4 57 0 0,36-7-1020 0 0,39-12-3851 0 0,-49 19 3048 0 0,-6 0-21 0 0</inkml:trace>
  <inkml:trace contextRef="#ctx0" brushRef="#br2" timeOffset="136395.111">16012 10626 3108 0 0,'0'0'1012'0'0,"0"0"-236"0"0,0 0-19 0 0,0 0-177 0 0,0 0-116 0 0,0 0-152 0 0,0 0-148 0 0,0 0-208 0 0,0 0-84 0 0,0 0 12 0 0,-34-18-796 0 0,30 16-281 0 0,0 2 5 0 0,1 0 148 0 0,-3 0 20 0 0</inkml:trace>
  <inkml:trace contextRef="#ctx0" brushRef="#br2" timeOffset="136789.234">15419 10716 1324 0 0,'-82'15'3928'0'0,"60"-10"-3583"0"0,25-17-3654 0 0,-4 10 2381 0 0</inkml:trace>
  <inkml:trace contextRef="#ctx0" brushRef="#br2" timeOffset="136949.819">14168 10876 2308 0 0,'-20'6'1356'0'0,"7"-6"-228"0"0,3 4-303 0 0,0-3-257 0 0,6 1-316 0 0,4 4-24 0 0,-4-3-1328 0 0,2 3-125 0 0,-15 5 137 0 0,-5-4 40 0 0,-13-3-8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49:06.921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2779 1427 1844 0 0,'0'0'1058'0'0,"0"0"-126"0"0,0 0-119 0 0,-3 0-54 0 0,-12 0-48 0 0,12 0-26 0 0,3 0-30 0 0,0 0-83 0 0,0 0-74 0 0,0 0-17 0 0,0 0-39 0 0,0 0-38 0 0,0 0-22 0 0,0 0-20 0 0,0 0-45 0 0,2-4-20 0 0,-1 2-278 0 0,-1 1 1 0 0,1-1-1 0 0,0 1 1 0 0,0 0-1 0 0,1-1 0 0 0,-1 1 1 0 0,0 0-1 0 0,0 0 1 0 0,1 0-1 0 0,-1 0 1 0 0,1 0-1 0 0,-1 0 1 0 0,1 0-1 0 0,-1 0 1 0 0,1 0-1 0 0,-1 1 0 0 0,1-1 1 0 0,0 1-1 0 0,-1-1 1 0 0,1 1-1 0 0,0-1 1 0 0,-1 1-1 0 0,1 0 1 0 0,0 0-1 0 0,0 0 1 0 0,-1 0-1 0 0,1 0 1 0 0,0 1-1 0 0,0-1 0 0 0,-1 0 1 0 0,1 1-1 0 0,0-1-19 0 0,6 0 94 0 0,160 0 1025 0 0,-92-9-941 0 0,-4 7-2169 0 0,-66 5 1079 0 0,10 9-317 0 0,-15-12 1081 0 0,-1 1-1 0 0,1-1 1 0 0,-1 1 0 0 0,1-1 0 0 0,-1 1 0 0 0,1 0 0 0 0,-1-1-1 0 0,1 1 1 0 0,-1-1 0 0 0,1 1 0 0 0,-1 0 0 0 0,0 0 0 0 0,0-1-1 0 0,1 1 1 0 0,-1 0 0 0 0,0 0 0 0 0,0-1 0 0 0,0 1 0 0 0,0 0-1 0 0,0 0 1 0 0,0-1 0 0 0,0 1 0 0 0,0 0 0 0 0,0 0 0 0 0,0 0-1 0 0,0-1 1 0 0,0 1 0 0 0,0 0 0 0 0,-1 0 0 0 0,1-1-1 0 0,0 1 1 0 0,-1 0 0 0 0,1-1 0 0 0,0 1 0 0 0,-1 0 0 0 0,1-1-1 0 0,-1 1 1 0 0,1 0 0 0 0,-1-1 0 0 0,0 1 0 0 0,1-1 0 0 0,-1 1 148 0 0,-9 12-978 0 0</inkml:trace>
  <inkml:trace contextRef="#ctx0" brushRef="#br0" timeOffset="1">2826 1690 1404 0 0,'-27'41'7156'0'0,"28"-40"-7047"0"0,-1 1 0 0 0,1-1 0 0 0,-1 1 0 0 0,1-1 0 0 0,0 0 0 0 0,-1 1 0 0 0,1-1 0 0 0,0 0-1 0 0,0 0 1 0 0,0 1 0 0 0,0-1 0 0 0,0 0 0 0 0,0 0 0 0 0,0 0 0 0 0,1 0 0 0 0,-1 0 0 0 0,0 0 0 0 0,0-1 0 0 0,1 1 0 0 0,-1 0 0 0 0,1-1-1 0 0,-1 1 1 0 0,1-1 0 0 0,-1 1 0 0 0,1-1 0 0 0,-1 0 0 0 0,1 1 0 0 0,-1-1 0 0 0,1 0 0 0 0,-1 0 0 0 0,1 0 0 0 0,-1 0 0 0 0,1 0 0 0 0,-1-1-1 0 0,2 1-108 0 0,269 7-37 0 0,-162-29-2388 0 0,-24 2-4129 0 0,-76 16 5458 0 0</inkml:trace>
  <inkml:trace contextRef="#ctx0" brushRef="#br0" timeOffset="2">720 687 1588 0 0,'0'0'860'0'0,"0"0"-82"0"0,0 0-51 0 0,0 0-126 0 0,0 0-9 0 0,0 0-89 0 0,0 0-29 0 0,0 0-62 0 0,0 0-17 0 0,0 0-42 0 0,0 0-21 0 0,0 0-40 0 0,0 0-58 0 0,0 0 6 0 0,-2 1 11 0 0,-41 50 450 0 0,32-36-636 0 0,1 0 1 0 0,0 1-1 0 0,2 0 1 0 0,0 1-1 0 0,1 0 0 0 0,0 0 1 0 0,1 1-1 0 0,1 0 1 0 0,1 0-1 0 0,1 0 1 0 0,0 0-1 0 0,1 0 1 0 0,1 1-1 0 0,1 0-65 0 0,0-15 4 0 0,1 0 0 0 0,-1 0 0 0 0,1 0 0 0 0,-1 0 0 0 0,1 0 1 0 0,1-1-1 0 0,-1 1 0 0 0,0 0 0 0 0,1-1 0 0 0,0 1 0 0 0,0-1 0 0 0,0 0 0 0 0,0 1 0 0 0,0-1 1 0 0,3 2-5 0 0,8 14 23 0 0,-6-10-8 0 0,0 0 0 0 0,1 0 0 0 0,0-1 0 0 0,1 0 0 0 0,-1-1 0 0 0,2 0 0 0 0,-1 0 1 0 0,3 1-16 0 0,24 18 17 0 0,99 80 40 0 0,-62-16-42 0 0,-31 11-47 0 0,-40-24 115 0 0,-21-22-99 0 0,13-45 20 0 0,-64 80 33 0 0,31-73 23 0 0,37-16-83 0 0,-11-1-81 0 0,10-1 37 0 0,0 1-1 0 0,-1-1 1 0 0,1 0 0 0 0,0 0 0 0 0,0 0 0 0 0,1-1-1 0 0,-1 1 1 0 0,0-1 0 0 0,0 1 0 0 0,1-1-1 0 0,-1 0 1 0 0,1 0 0 0 0,-1 0 0 0 0,1 0-1 0 0,0-1 1 0 0,0 1 0 0 0,0 0 0 0 0,0-1-1 0 0,0 0 1 0 0,0 1 0 0 0,1-1 0 0 0,0 0 0 0 0,-1 0-1 0 0,1 0 1 0 0,0 0 0 0 0,0 0 0 0 0,1 0-1 0 0,-1 0 1 0 0,1 0 0 0 0,-1-1 0 0 0,1 1-1 0 0,0-1 68 0 0,2-61-3443 0 0,24-15 976 0 0,-11 45 1204 0 0</inkml:trace>
  <inkml:trace contextRef="#ctx0" brushRef="#br0" timeOffset="3">1134 776 1004 0 0,'0'-116'8226'0'0,"-3"108"-7528"0"0,2 21-244 0 0,18 90 198 0 0,36 270-52 0 0,-15-60-381 0 0,-21-220-200 0 0,-13-58-275 0 0,-3-30-1910 0 0,0-15 1528 0 0,-1 1 1 0 0,0-1-1 0 0,-1 1 0 0 0,0 0 0 0 0,0-1 1 0 0,-1 1-1 0 0,-1 0 0 0 0,1 0 0 0 0,-3-4 638 0 0,-5-17-1122 0 0</inkml:trace>
  <inkml:trace contextRef="#ctx0" brushRef="#br0" timeOffset="4">1095 1227 2224 0 0,'-84'-55'2746'0'0,"17"4"2686"0"0,69 46-3540 0 0,120-24-619 0 0,68-3-865 0 0,-69 13-1697 0 0,-27 18-4167 0 0,-92 1 5299 0 0,0 1 0 0 0,1-1 0 0 0,-1 0 0 0 0,0 1 0 0 0,0-1 1 0 0,0 1-1 0 0,0 0 0 0 0,0 0 0 0 0,0 0 0 0 0,0 0 0 0 0,0 0 0 0 0,0 0 0 0 0,0 0 0 0 0,-1 1 0 0 0,1-1 1 0 0,0 1-1 0 0,-1-1 0 0 0,1 1 0 0 0,-1 0 0 0 0,0-1 0 0 0,0 1 157 0 0,2 1-454 0 0,2 4-607 0 0</inkml:trace>
  <inkml:trace contextRef="#ctx0" brushRef="#br0" timeOffset="5">1623 1510 2052 0 0,'5'31'3651'0'0,"-5"-30"-3583"0"0,1-1 0 0 0,-1 0 0 0 0,0 1 0 0 0,0-1-1 0 0,1 1 1 0 0,-1-1 0 0 0,0 0 0 0 0,1 1 0 0 0,-1-1-1 0 0,0 0 1 0 0,1 1 0 0 0,-1-1 0 0 0,1 0 0 0 0,-1 1 0 0 0,0-1-1 0 0,1 0 1 0 0,-1 0 0 0 0,1 0 0 0 0,-1 1 0 0 0,1-1 0 0 0,-1 0-1 0 0,1 0 1 0 0,-1 0 0 0 0,1 0 0 0 0,-1 0 0 0 0,1 0 0 0 0,-1 0-1 0 0,1 0 1 0 0,-1 0 0 0 0,1 0 0 0 0,-1 0 0 0 0,1 0 0 0 0,-1-1-1 0 0,0 1 1 0 0,1 0 0 0 0,-1 0 0 0 0,1 0 0 0 0,-1-1 0 0 0,1 1-1 0 0,-1 0 1 0 0,1 0 0 0 0,-1-1 0 0 0,0 1 0 0 0,1 0-1 0 0,-1-1 1 0 0,0 1 0 0 0,1 0 0 0 0,-1-1 0 0 0,0 1 0 0 0,0-1-1 0 0,1 1 1 0 0,-1-1 0 0 0,0 1 0 0 0,0 0 0 0 0,0-1-68 0 0,21-29 515 0 0,-19 27-410 0 0,53-122 1084 0 0,-45 95-428 0 0,-10 30-677 0 0,0 0-30 0 0,0 0-30 0 0,1 3 33 0 0,12 35 5 0 0,-2-1-1 0 0,-2 2 1 0 0,-1-1 0 0 0,-2 1-1 0 0,-2 0 1 0 0,-1 3-62 0 0,11 208 213 0 0,-17-160-125 0 0,-20 1-189 0 0,23-89 77 0 0,0 0 1 0 0,0-1 0 0 0,0 1 0 0 0,0-1 0 0 0,-1 1 0 0 0,1 0 0 0 0,0-1 0 0 0,-1 1 0 0 0,0-1 0 0 0,1 1 0 0 0,-1-1 0 0 0,0 1 0 0 0,1-1 0 0 0,-1 1 0 0 0,0-1 0 0 0,0 0 0 0 0,0 0 0 0 0,0 1 0 0 0,-1-1 0 0 0,1 0 0 0 0,0 0 0 0 0,0 0 0 0 0,-1 0 0 0 0,1 0 0 0 0,-1 0 0 0 0,1-1 0 0 0,0 1 0 0 0,-1 0 0 0 0,0-1 0 0 0,1 1 0 0 0,-1-1 0 0 0,1 0 0 0 0,-1 1 0 0 0,0-1 0 0 0,1 0 0 0 0,-1 0 0 0 0,1 0 0 0 0,-1 0 0 0 0,0 0 0 0 0,1 0 0 0 0,-1-1 23 0 0,-37-1 257 0 0,0-14 237 0 0,132 10 320 0 0,14-11-768 0 0,43-14-2094 0 0,-38-9-6680 0 0,-104 34 7620 0 0</inkml:trace>
  <inkml:trace contextRef="#ctx0" brushRef="#br0" timeOffset="6">1965 442 896 0 0,'19'-23'6037'0'0,"-15"17"-3763"0"0,-2 14-1345 0 0,7 59 23 0 0,0 14-618 0 0,-1 86 130 0 0,-8-26-333 0 0,-22-100-1655 0 0,22-40 994 0 0,0-1-342 0 0,0 0-300 0 0,0 0-108 0 0,0 0 29 0 0,0 0 105 0 0,-3 2-46 0 0,-10 9 78 0 0</inkml:trace>
  <inkml:trace contextRef="#ctx0" brushRef="#br0" timeOffset="7">1733 741 1280 0 0,'-26'-22'6806'0'0,"26"16"-3704"0"0,14 4-2676 0 0,84-13 324 0 0,267-40 591 0 0,-194 35-967 0 0,-146 15-604 0 0,-22 2-4533 0 0,-14-13-1737 0 0,6 12 5258 0 0</inkml:trace>
  <inkml:trace contextRef="#ctx0" brushRef="#br0" timeOffset="8">8367 1383 3528 0 0,'35'8'7082'0'0,"113"-5"-3571"0"0,1-23-2823 0 0,-5 9-100 0 0,-22 3-934 0 0,-58 6-899 0 0,-11-19-1305 0 0,-30-10-5790 0 0,-23 28 7016 0 0</inkml:trace>
  <inkml:trace contextRef="#ctx0" brushRef="#br0" timeOffset="9">8938 1116 1664 0 0,'-38'-22'7472'0'0,"32"47"-5400"0"0,-7 141 2366 0 0,7 68-4438 0 0,6-61-2610 0 0,1-62-3237 0 0,-1-109 4614 0 0,0-2 61 0 0,-1 2 21 0 0,0 12-10 0 0</inkml:trace>
  <inkml:trace contextRef="#ctx0" brushRef="#br0" timeOffset="10">3985 639 1920 0 0,'0'1'94'0'0,"-1"-1"0"0"0,1 0 0 0 0,0 1-1 0 0,0-1 1 0 0,-1 0 0 0 0,1 0 0 0 0,0 1 0 0 0,-1-1-1 0 0,1 0 1 0 0,0 0 0 0 0,-1 1 0 0 0,1-1 0 0 0,0 0-1 0 0,-1 0 1 0 0,1 0 0 0 0,-1 0 0 0 0,1 0 0 0 0,0 0-1 0 0,-1 0 1 0 0,1 0 0 0 0,-1 0 0 0 0,1 0 0 0 0,0 0-1 0 0,-1 0 1 0 0,1 0 0 0 0,-1 0 0 0 0,1 0 0 0 0,0 0-1 0 0,-1 0 1 0 0,1 0 0 0 0,0 0 0 0 0,-1-1 0 0 0,1 1-1 0 0,0 0 1 0 0,-1 0 0 0 0,1 0 0 0 0,0-1 0 0 0,-1 1 0 0 0,1 0-1 0 0,0 0 1 0 0,-1-1 0 0 0,1 1 0 0 0,0 0 0 0 0,0-1-1 0 0,0 1 1 0 0,-1 0 0 0 0,1-1 0 0 0,0 1 0 0 0,0 0-1 0 0,0-1 1 0 0,0 1 0 0 0,-1-1-94 0 0,-19 28 502 0 0,1 0 0 0 0,1 0 0 0 0,2 2 0 0 0,0 0 0 0 0,2 1 0 0 0,0 5-502 0 0,-59 191 1364 0 0,60-141-922 0 0,3 1 0 0 0,4 0-1 0 0,4 59-441 0 0,20-4 246 0 0,-6-61-158 0 0,4 0 0 0 0,4 0 0 0 0,3-2 0 0 0,15 30-88 0 0,5-4-1814 0 0,-25-75-2985 0 0,-17-28 3476 0 0,-1-1 77 0 0,0 0 198 0 0,0 0-167 0 0</inkml:trace>
  <inkml:trace contextRef="#ctx0" brushRef="#br0" timeOffset="11">4599 812 1184 0 0,'0'0'135'0'0,"0"-1"0"0"0,0 0 0 0 0,0 1 0 0 0,0-1 0 0 0,0 0 0 0 0,-1 1 1 0 0,1-1-1 0 0,0 0 0 0 0,0 1 0 0 0,-1-1 0 0 0,1 0 0 0 0,-1 1 0 0 0,1-1 0 0 0,0 1 0 0 0,-1-1 0 0 0,1 1 0 0 0,-1-1 0 0 0,1 1 0 0 0,-1-1 0 0 0,0 1 0 0 0,1-1 0 0 0,-1 1 1 0 0,1 0-1 0 0,-1-1 0 0 0,0 1 0 0 0,1 0 0 0 0,-1 0 0 0 0,0-1 0 0 0,1 1 0 0 0,-1 0 0 0 0,0 0 0 0 0,1 0 0 0 0,-1 0 0 0 0,0 0 0 0 0,0 0 0 0 0,1 0-135 0 0,-47 6 2205 0 0,43-5-2112 0 0,-123 47 1997 0 0,112-41-1961 0 0,1 1 1 0 0,0 1-1 0 0,0 0 1 0 0,1 1 0 0 0,1 0-1 0 0,-1 1 1 0 0,2 1 0 0 0,-1-1-1 0 0,2 2 1 0 0,0 0-1 0 0,0 0 1 0 0,1 1 0 0 0,1 0-1 0 0,0 0 1 0 0,-4 13-130 0 0,11-24 19 0 0,-2 4 21 0 0,1-1 0 0 0,0 1 0 0 0,0-1 0 0 0,1 1 0 0 0,0 0 0 0 0,0 0 0 0 0,1 0 0 0 0,-1-1 1 0 0,2 1-1 0 0,-1 0 0 0 0,1 0 0 0 0,0 0 0 0 0,0 1-40 0 0,8 10 42 0 0,0 1 0 0 0,1-2 0 0 0,0 1 0 0 0,2-1 0 0 0,0-1 0 0 0,1 0 0 0 0,1-1-1 0 0,0 0 1 0 0,1-1 0 0 0,0-1 0 0 0,12 8-42 0 0,0 3 0 0 0,2 2 54 0 0,-1 2 0 0 0,-1 1 1 0 0,-1 2-1 0 0,20 31-54 0 0,-2 37-29 0 0,-39-8 261 0 0,-5-83-233 0 0,-2 1 0 0 0,1-1 0 0 0,-1 0-1 0 0,0 0 1 0 0,-1-1 0 0 0,0 1 0 0 0,0 0 0 0 0,0-1-1 0 0,-1 0 1 0 0,-4 6 1 0 0,0 1-12 0 0,7-11 11 0 0,0 1 0 0 0,-1-1 0 0 0,1 0 0 0 0,-1 0 0 0 0,0 0 0 0 0,0-1 0 0 0,0 1 0 0 0,0 0-1 0 0,-1-1 1 0 0,1 1 0 0 0,-1-1 0 0 0,1 0 0 0 0,-1 0 0 0 0,0 0 0 0 0,0 0 0 0 0,0 0 0 0 0,0-1 0 0 0,0 1 0 0 0,0-1 0 0 0,0 0-1 0 0,0 0 1 0 0,-1 0 0 0 0,1 0 0 0 0,-1-1 0 0 0,1 1 0 0 0,0-1 0 0 0,-3 0 1 0 0,-26 0 101 0 0,2-17-104 0 0,26 12 6 0 0,2 1-17 0 0,-1 0 1 0 0,1 0 0 0 0,-1 0-1 0 0,1 0 1 0 0,0 0 0 0 0,1-1 0 0 0,-1 1-1 0 0,1 0 1 0 0,0-1 0 0 0,0 0-1 0 0,0 1 1 0 0,1-1 0 0 0,0 0 0 0 0,0 1-1 0 0,0-1 1 0 0,0 0 0 0 0,1 1-1 0 0,-1-1 1 0 0,1 0 0 0 0,0 1 0 0 0,1-1-1 0 0,-1 1 1 0 0,1 0 0 0 0,0-1 0 0 0,0 1-1 0 0,0 0 1 0 0,1 0 0 0 0,-1 0-1 0 0,1 0 1 0 0,0 1 13 0 0,6-17-113 0 0,100-152-550 0 0,35-60-17 0 0,-104 153 827 0 0,-5-2-1 0 0,-2-2 1 0 0,-5 0 0 0 0,7-41-147 0 0,-19 74 967 0 0,-27 63-180 0 0,-1 45-608 0 0,0-1-45 0 0,2 0 0 0 0,3 1 0 0 0,0 39-134 0 0,7 166 95 0 0,12-162-130 0 0,-2-57 66 0 0,30 100 229 0 0,11-54-302 0 0,-6-59-1509 0 0,-44-30 1036 0 0,-1-1-38 0 0,25-4-3050 0 0,-4-40-1643 0 0,-21 33 4179 0 0</inkml:trace>
  <inkml:trace contextRef="#ctx0" brushRef="#br0" timeOffset="12">4599 1324 3072 0 0,'0'0'271'0'0,"-1"0"1"0"0,0 0-1 0 0,0-1 0 0 0,0 1 0 0 0,0 0 0 0 0,1-1 1 0 0,-1 1-1 0 0,0-1 0 0 0,0 1 0 0 0,1 0 0 0 0,-1-1 1 0 0,0 0-1 0 0,1 1 0 0 0,-1-1 0 0 0,1 1 0 0 0,-1-1 1 0 0,1 0-1 0 0,-1 1 0 0 0,1-1 0 0 0,-1 0 0 0 0,1 0 1 0 0,-1 0-1 0 0,1 1 0 0 0,0-1 0 0 0,0 0 0 0 0,-1 0 1 0 0,1 0-1 0 0,0 1 0 0 0,0-1 0 0 0,0 0 0 0 0,0 0 1 0 0,0 0-1 0 0,0 0 0 0 0,0 0 0 0 0,0 1 0 0 0,1-2-271 0 0,15-5 1571 0 0,96-11 360 0 0,152-22-788 0 0,-94 15-3908 0 0,-105 23-3814 0 0,-64 2 5178 0 0,-1 0 80 0 0,10 0-1173 0 0,-8 0 1298 0 0</inkml:trace>
  <inkml:trace contextRef="#ctx0" brushRef="#br0" timeOffset="13">5314 1908 1428 0 0,'5'-13'5529'0'0,"11"-13"-4422"0"0,-13 22-792 0 0,17-49 768 0 0,20-40 130 0 0,-2-8 288 0 0,-27 74-609 0 0,-10 27-797 0 0,-1 0-59 0 0,0 0-12 0 0,2 3 32 0 0,14 34 119 0 0,-8 35 352 0 0,-3 1-1 0 0,-3 49-526 0 0,-21 3 289 0 0,16 76 258 0 0,-13-129-381 0 0,11-28-648 0 0,2-42 341 0 0,-57 9-929 0 0,-3-9 394 0 0,61-2 669 0 0,-20 0 250 0 0,4 3 12 0 0,18-3-247 0 0,0 1 0 0 0,0-1-1 0 0,0 0 1 0 0,0 1 0 0 0,0-1 0 0 0,0 1 0 0 0,0-1 0 0 0,0 0 0 0 0,0 1 0 0 0,0-1 0 0 0,0 1 0 0 0,0-1 0 0 0,0 0 0 0 0,0 1 0 0 0,0-1 0 0 0,1 1 0 0 0,-1-1 0 0 0,0 0 0 0 0,0 1 0 0 0,0-1 0 0 0,1 0 0 0 0,-1 1 0 0 0,0-1 0 0 0,1 0 0 0 0,-1 1 0 0 0,0-1 0 0 0,0 0 0 0 0,1 0 0 0 0,-1 1 0 0 0,0-1 0 0 0,1 0 0 0 0,-1 0 0 0 0,1 0 0 0 0,-1 0 0 0 0,0 1-1 0 0,1-1 1 0 0,-1 0 0 0 0,1 0 0 0 0,-1 0 0 0 0,0 0 0 0 0,1 0 0 0 0,-1 0 0 0 0,1 0 0 0 0,-1 0 0 0 0,0 0 0 0 0,1 0 0 0 0,-1 0 0 0 0,1 0 0 0 0,-1 0 0 0 0,0-1 0 0 0,1 1 0 0 0,-1 0 0 0 0,1 0 0 0 0,-1 0 0 0 0,0-1 0 0 0,1 1 0 0 0,-1 0 0 0 0,0 0 0 0 0,1-1 0 0 0,-1 1 0 0 0,0 0 0 0 0,0 0 0 0 0,1-1-8 0 0,122-3 383 0 0,39 4 66 0 0,-110-17-421 0 0,-13 14 68 0 0,-1 3-276 0 0,-36 0-186 0 0,-2 0-106 0 0,10-1-1058 0 0,-10 1 1347 0 0,1-1 0 0 0,-1 1 1 0 0,1-1-1 0 0,-1 1 0 0 0,0-1 0 0 0,1 0 0 0 0,-1 1 0 0 0,1-1 0 0 0,-1 1 1 0 0,0-1-1 0 0,0 0 0 0 0,1 1 0 0 0,-1-1 0 0 0,0 0 0 0 0,0 0 0 0 0,0 1 1 0 0,0-1-1 0 0,0 0 0 0 0,0 1 0 0 0,0-1 0 0 0,0 0 0 0 0,0 0 0 0 0,0 1 1 0 0,0-1-1 0 0,0 0 0 0 0,0 1 0 0 0,-1-1 0 0 0,1 0 0 0 0,0 1 0 0 0,0-1 1 0 0,-1 0-1 0 0,1 1 0 0 0,-1-1 0 0 0,1 1 0 0 0,0-1 0 0 0,-1 1 0 0 0,1-1 0 0 0,-1 1 1 0 0,1-1-1 0 0,-1 1 0 0 0,0-1 183 0 0,-6-14-1899 0 0,2-4 822 0 0</inkml:trace>
  <inkml:trace contextRef="#ctx0" brushRef="#br0" timeOffset="14">6019 1355 2184 0 0,'1'11'6806'0'0,"4"-5"-3878"0"0,97 11-2211 0 0,240-17 322 0 0,-341 0-1055 0 0,-1 0 6 0 0,2 0 42 0 0,6 0 50 0 0,-6 0-47 0 0,18 0 496 0 0,-12 0-496 0 0,-6 0-1 0 0,-2 0 44 0 0,0 0-29 0 0,0 0-54 0 0,0 0-1 0 0,0 0-26 0 0,16 3-1765 0 0,-26-10-3877 0 0,-4-4 2115 0 0,10 7 2280 0 0</inkml:trace>
  <inkml:trace contextRef="#ctx0" brushRef="#br0" timeOffset="15">6362 1111 2212 0 0,'-12'-33'7575'0'0,"3"55"-4989"0"0,-1 235-388 0 0,10-194-2028 0 0,16 54-4 0 0,-10 92 566 0 0,-6-207-878 0 0,0-2-22 0 0,0 0-72 0 0,0 0-56 0 0,1 2-63 0 0,0 3 340 0 0,-1-5-66 0 0,0-1 0 0 0,0 1 1 0 0,0 0-1 0 0,0 0 0 0 0,0 0 0 0 0,0-1 1 0 0,0 1-1 0 0,1 0 0 0 0,-1 0 0 0 0,0 0 1 0 0,0-1-1 0 0,0 1 0 0 0,0 0 0 0 0,0 0 1 0 0,0 0-1 0 0,1 0 0 0 0,-1-1 1 0 0,0 1-1 0 0,0 0 0 0 0,0 0 0 0 0,0 0 1 0 0,1 0-1 0 0,-1 0 0 0 0,0 0 0 0 0,0 0 1 0 0,0-1-1 0 0,1 1 0 0 0,-1 0 0 0 0,0 0 1 0 0,0 0-1 0 0,1 0 0 0 0,-1 0 0 0 0,0 0 1 0 0,0 0-1 0 0,0 0 0 0 0,1 0 0 0 0,-1 0 1 0 0,0 0-1 0 0,0 0 0 0 0,0 1 1 0 0,1-1-1 0 0,-1 0 0 0 0,0 0 0 0 0,0 0 85 0 0,1 0-88 0 0,-1-1-154 0 0,1 0 0 0 0,-1 0 1 0 0,1 0-1 0 0,-1 0 0 0 0,0 0 0 0 0,1 0 1 0 0,-1 0-1 0 0,0 0 0 0 0,1 0 1 0 0,-1 0-1 0 0,0 0 0 0 0,0 0 1 0 0,0 0-1 0 0,0 0 0 0 0,0 0 0 0 0,0 0 1 0 0,0 0-1 0 0,0 0 0 0 0,-1 0 1 0 0,1 0-1 0 0,0 0 0 0 0,-1 0 1 0 0,1 0-1 0 0,-1 0 0 0 0,1 0 0 0 0,-1 0 1 0 0,1 1-1 0 0,-1-1 0 0 0,1 0 1 0 0,-1 0-1 0 0,0 0 0 0 0,1 1 1 0 0,-1-1 241 0 0,-13-11-1050 0 0</inkml:trace>
  <inkml:trace contextRef="#ctx0" brushRef="#br0" timeOffset="16">7181 1151 2808 0 0,'3'-41'3245'0'0,"18"-4"-525"0"0,-21 44-2681 0 0,0 1 0 0 0,0-1 0 0 0,0 1 0 0 0,0-1-1 0 0,0 1 1 0 0,0 0 0 0 0,0-1 0 0 0,0 1-1 0 0,0-1 1 0 0,0 1 0 0 0,0 0 0 0 0,0-1-1 0 0,1 1 1 0 0,-1-1 0 0 0,0 1 0 0 0,0 0-1 0 0,0-1 1 0 0,1 1 0 0 0,-1-1 0 0 0,0 1 0 0 0,0 0-1 0 0,1-1 1 0 0,-1 1 0 0 0,0 0 0 0 0,1 0-1 0 0,-1-1 1 0 0,0 1 0 0 0,1 0 0 0 0,-1 0-1 0 0,1 0 1 0 0,-1-1 0 0 0,0 1 0 0 0,1 0-1 0 0,-1 0 1 0 0,1 0 0 0 0,-1 0 0 0 0,1 0-1 0 0,-1 0 1 0 0,0 0 0 0 0,1 0 0 0 0,-1 0 0 0 0,1 0-1 0 0,-1 0 1 0 0,1 0 0 0 0,-1 0 0 0 0,0 0-1 0 0,1 0 1 0 0,-1 0 0 0 0,1 0 0 0 0,-1 1-1 0 0,0-1 1 0 0,1 0 0 0 0,-1 0 0 0 0,0 0-1 0 0,1 1 1 0 0,-1-1 0 0 0,1 0 0 0 0,-1 1 0 0 0,0-1-1 0 0,1 0-38 0 0,14 28 1009 0 0,-6 12-665 0 0,-3 1 0 0 0,-1-1 1 0 0,-3 1-1 0 0,-1 1 0 0 0,-3 30-344 0 0,1 3 350 0 0,1 70-469 0 0,0-143-308 0 0,0-2-84 0 0,0 8-1976 0 0,-7-17-65 0 0,-9-18-491 0 0,-8-18 695 0 0,10 20 1136 0 0</inkml:trace>
  <inkml:trace contextRef="#ctx0" brushRef="#br0" timeOffset="17">6765 982 2000 0 0,'-6'-7'1703'0'0,"5"6"-1585"0"0,1 1 1 0 0,-1 0-1 0 0,0-1 1 0 0,1 1 0 0 0,-1-1-1 0 0,1 1 1 0 0,-1-1-1 0 0,0 1 1 0 0,1-1 0 0 0,-1 1-1 0 0,1-1 1 0 0,0 1-1 0 0,-1-1 1 0 0,1 1 0 0 0,-1-1-1 0 0,1 0 1 0 0,0 1-1 0 0,0-1 1 0 0,-1 0 0 0 0,1 0-1 0 0,0 1 1 0 0,0-1-1 0 0,0 0 1 0 0,0 1 0 0 0,-1-1-1 0 0,1 0 1 0 0,0 0-1 0 0,0 1 1 0 0,1-1 0 0 0,-1 0-1 0 0,0 1 1 0 0,0-1-1 0 0,0 0 1 0 0,0 0 0 0 0,1 1-1 0 0,-1-1 1 0 0,0 0-1 0 0,1 1 1 0 0,-1-1 0 0 0,0 1-1 0 0,1-1 1 0 0,-1 0-1 0 0,1 1 1 0 0,-1-1 0 0 0,1 1-1 0 0,-1-1 1 0 0,1 1-1 0 0,-1-1 1 0 0,1 1 0 0 0,0 0-1 0 0,-1-1 1 0 0,1 1-1 0 0,0 0 1 0 0,0-1-119 0 0,118-28 2010 0 0,-25 15-1090 0 0,1 4 1 0 0,-1 4-1 0 0,91 6-920 0 0,-98 0-766 0 0,-45-18-491 0 0,28-13-7835 0 0,-67 31 7965 0 0,2 0 43 0 0</inkml:trace>
  <inkml:trace contextRef="#ctx0" brushRef="#br0" timeOffset="18">7613 1705 1920 0 0,'9'1'6566'0'0,"-5"-9"-6071"0"0,81-110 2301 0 0,-20 24-1941 0 0,-36 49 22 0 0,-16 36 117 0 0,6 205 16 0 0,-3 5 13 0 0,-14-112-747 0 0,9-61-490 0 0,-9 6-3641 0 0,-2-33 2280 0 0,2-1-3912 0 0,15-25 3224 0 0,-6 6 1257 0 0</inkml:trace>
  <inkml:trace contextRef="#ctx0" brushRef="#br0" timeOffset="19">9883 1055 2572 0 0,'0'0'998'0'0,"0"0"-109"0"0,0 0-119 0 0,0 0-73 0 0,3 0-48 0 0,12 0-49 0 0,-12-3-38 0 0,-3-9-49 0 0,0 9-74 0 0,0 3-46 0 0,0 0-21 0 0,0 0-4 0 0,0 0 26 0 0,0 0-2 0 0,4 2 15 0 0,-3-2-380 0 0,0 1 1 0 0,0 0-1 0 0,1-1 1 0 0,-1 1-1 0 0,0 0 0 0 0,0 0 1 0 0,0 0-1 0 0,0 0 1 0 0,-1 0-1 0 0,1 0 0 0 0,0 0 1 0 0,0 1-1 0 0,0-1 1 0 0,-1 0-1 0 0,1 0 0 0 0,-1 1 1 0 0,1-1-1 0 0,-1 0 1 0 0,0 0-1 0 0,1 1 0 0 0,-1-1 1 0 0,0 1-1 0 0,0-1 1 0 0,0 0-1 0 0,0 1 0 0 0,0-1 1 0 0,0 0-1 0 0,0 1 0 0 0,0-1 1 0 0,-1 0-1 0 0,1 1-27 0 0,0 3 36 0 0,-2 65 653 0 0,-11 13-308 0 0,4 160 91 0 0,-9-194-2888 0 0,0-53-5446 0 0,17-2 6654 0 0</inkml:trace>
  <inkml:trace contextRef="#ctx0" brushRef="#br0" timeOffset="20">9486 925 1636 0 0,'-10'-11'1391'0'0,"-13"-26"3936"0"0,45 26-2628 0 0,35-4-1767 0 0,0 3 0 0 0,1 3 1 0 0,5 1-933 0 0,-6 1 384 0 0,141-5 579 0 0,-113 12-4919 0 0,-40 0-1261 0 0,-43 0 3923 0 0,-1 0 94 0 0,8 0 110 0 0</inkml:trace>
  <inkml:trace contextRef="#ctx0" brushRef="#br0" timeOffset="21">10175 1142 3024 0 0,'-2'148'5705'0'0,"-16"-43"-3921"0"0,-1 1-165 0 0,3 18-130 0 0,16-123-1390 0 0,0 10 138 0 0,1-9-253 0 0,1 1 0 0 0,-1-1 0 0 0,0 0 0 0 0,1 0 0 0 0,-1 0 0 0 0,1 0 0 0 0,0 0 0 0 0,0 0 1 0 0,-1 0-1 0 0,1 0 0 0 0,1 0 0 0 0,-1-1 0 0 0,0 1 0 0 0,0-1 0 0 0,1 0 0 0 0,-1 0 0 0 0,0 0 1 0 0,1 0-1 0 0,-1 0 0 0 0,1 0 0 0 0,-1-1 0 0 0,1 1 0 0 0,0-1 0 0 0,-1 1 0 0 0,1-1 0 0 0,0 0 0 0 0,-1 0 1 0 0,1 0-1 0 0,-1-1 0 0 0,1 1 0 0 0,0-1 16 0 0,74-2-1099 0 0,30-28-735 0 0,-34-4-2662 0 0,-45 17 2017 0 0,-18 15 1407 0 0</inkml:trace>
  <inkml:trace contextRef="#ctx0" brushRef="#br0" timeOffset="22">10533 1413 3000 0 0,'-12'-28'6490'0'0,"12"48"-4220"0"0,6 150 393 0 0,8-44-1987 0 0,-13 12-457 0 0,-1-77-2623 0 0,0-16-1846 0 0,-1-38 3058 0 0,2-7 1093 0 0,-1 0 1 0 0,0 0-1 0 0,0 0 1 0 0,0 0-1 0 0,1 0 1 0 0,-1 0-1 0 0,0 0 1 0 0,0 0-1 0 0,1 0 1 0 0,-1 0-1 0 0,0 0 1 0 0,0 0-1 0 0,0 0 1 0 0,1 0-1 0 0,-1 0 1 0 0,0 0-1 0 0,0 0 1 0 0,0 1-1 0 0,1-1 1 0 0,-1 0-1 0 0,0 0 1 0 0,0 0-1 0 0,0 0 1 0 0,1 0-1 0 0,-1 1 1 0 0,0-1-1 0 0,0 0 1 0 0,0 0-1 0 0,0 0 1 0 0,0 0-1 0 0,0 1 1 0 0,1-1 0 0 0,-1 0-1 0 0,0 0 1 0 0,0 0-1 0 0,0 1 1 0 0,0-1-1 0 0,0 0 99 0 0,2-2-1073 0 0</inkml:trace>
  <inkml:trace contextRef="#ctx0" brushRef="#br0" timeOffset="23">10937 520 2216 0 0,'3'-11'2862'0'0,"-3"11"-2776"0"0,0 1-1 0 0,0-1 0 0 0,0 0 1 0 0,0 0-1 0 0,1 1 1 0 0,-1-1-1 0 0,0 0 1 0 0,0 0-1 0 0,0 1 0 0 0,1-1 1 0 0,-1 0-1 0 0,0 0 1 0 0,0 0-1 0 0,0 0 1 0 0,1 1-1 0 0,-1-1 0 0 0,0 0 1 0 0,0 0-1 0 0,1 0 1 0 0,-1 0-1 0 0,0 0 1 0 0,1 0-1 0 0,-1 0 0 0 0,0 0 1 0 0,0 1-1 0 0,1-1 1 0 0,-1 0-1 0 0,0 0 1 0 0,1 0-1 0 0,-1 0 0 0 0,0-1 1 0 0,0 1-1 0 0,1 0 1 0 0,-1 0-1 0 0,0 0 1 0 0,1 0-1 0 0,-1 0 0 0 0,0 0 1 0 0,0 0-1 0 0,1 0 1 0 0,-1-1-1 0 0,0 1 1 0 0,0 0-1 0 0,1 0 1 0 0,-1 0-1 0 0,0-1 0 0 0,0 1 1 0 0,0 0-1 0 0,0 0 1 0 0,1 0-1 0 0,-1-1 1 0 0,0 1-1 0 0,0 0 0 0 0,0 0 1 0 0,0-1-1 0 0,0 1 1 0 0,0 0-1 0 0,1-1 1 0 0,-1 1-1 0 0,0 0 0 0 0,0 0 1 0 0,0-1-1 0 0,0 1-85 0 0,35 26 1312 0 0,43 43-192 0 0,26 61-115 0 0,-81-93-871 0 0,-2 1 0 0 0,-2 0 0 0 0,-1 2 0 0 0,-2 0 0 0 0,-2 1 0 0 0,-2 1 0 0 0,-2 0 0 0 0,-1 0 0 0 0,-1 10-134 0 0,-3-9 110 0 0,-2 0-1 0 0,-1 0 1 0 0,-3 0-1 0 0,-3 23-109 0 0,-21 89 36 0 0,11-87 17 0 0,-2-1 0 0 0,-3 0 0 0 0,-3-1 0 0 0,-7 9-53 0 0,-5 0 30 0 0,-1 4 77 0 0,-3-1 0 0 0,-3-3 0 0 0,-5 1-107 0 0,-48 60 7 0 0,72-99-89 0 0,5-10 34 0 0,16-26 138 0 0,1-1-70 0 0,0 0 14 0 0,0 0-10 0 0,0 0 61 0 0,0 0-60 0 0,0 0 5 0 0,0 0-29 0 0,0 0 25 0 0,0 0 6 0 0,4 8-71 0 0,-10-8 124 0 0,-1-8-422 0 0,2-14-4528 0 0,-43 3-225 0 0,35 15 4310 0 0,-56-8-1512 0 0,25 8 1302 0 0</inkml:trace>
  <inkml:trace contextRef="#ctx0" brushRef="#br0" timeOffset="24">11828 715 1768 0 0,'-9'-6'2952'0'0,"9"4"5205"0"0,210-3-7360 0 0,-108 3-638 0 0,32-11-23 0 0,197-22 206 0 0,-165 17 534 0 0,-165 18-684 0 0,40 0 1937 0 0,-39 0-2063 0 0,10 0-2478 0 0,7-18-1852 0 0,-19 17 4112 0 0,0 0 1 0 0,0 0 0 0 0,-1 0 0 0 0,1 0-1 0 0,-1 0 1 0 0,1 0 0 0 0,0 0-1 0 0,-1 0 1 0 0,0 0 0 0 0,1 0 0 0 0,-1 1-1 0 0,1-1 1 0 0,-1 0 0 0 0,0 0 0 0 0,0 0-1 0 0,0 1 1 0 0,1-1 0 0 0,-1 1-1 0 0,0-1 1 0 0,0 0 0 0 0,0 1 0 0 0,0-1-1 0 0,0 1 1 0 0,0 0 0 0 0,0-1-1 0 0,0 1 1 0 0,0 0 0 0 0,0 0 0 0 0,0-1-1 0 0,0 1 1 0 0,0 0 0 0 0,0 0 0 0 0,0 0-1 0 0,0 0 1 0 0,0 1 0 0 0,-1-1 151 0 0,-1 0-253 0 0,-58-6-2028 0 0,21 6 1159 0 0</inkml:trace>
  <inkml:trace contextRef="#ctx0" brushRef="#br0" timeOffset="25">11974 1271 2752 0 0,'0'0'874'0'0,"0"0"-105"0"0,0 0-90 0 0,3 0-79 0 0,1 0-292 0 0,-3-1-159 0 0,1 1 0 0 0,-1 0 0 0 0,1-1 0 0 0,-1 1 0 0 0,1 0 0 0 0,-1 0 0 0 0,1 0 0 0 0,0 0 0 0 0,-1 1 0 0 0,1-1 0 0 0,-1 0 0 0 0,1 0-1 0 0,-1 1 1 0 0,1-1 0 0 0,-1 1 0 0 0,0 0 0 0 0,1-1 0 0 0,-1 1 0 0 0,1 0 0 0 0,-1 0 0 0 0,0 0 0 0 0,0 0 0 0 0,0 0 0 0 0,1 1-149 0 0,0 170 1785 0 0,-16-73-1480 0 0,8 62-78 0 0,6-160-421 0 0,-3 10-1567 0 0,-12-5 1174 0 0,2-25-3827 0 0,0-16 2152 0 0,4 14 1230 0 0</inkml:trace>
  <inkml:trace contextRef="#ctx0" brushRef="#br0" timeOffset="26">11730 1113 1060 0 0,'-5'-10'6211'0'0,"40"2"-2634"0"0,61-5-1912 0 0,-10 0-515 0 0,137-9 738 0 0,-96 10-759 0 0,-125 12-1026 0 0,21 0 324 0 0,7 0-505 0 0,-28 0-135 0 0,-2 0-84 0 0,12-1-2649 0 0,1-10 139 0 0,-21 9-5304 0 0,4 5 7061 0 0</inkml:trace>
  <inkml:trace contextRef="#ctx0" brushRef="#br0" timeOffset="27">12370 1611 1616 0 0,'16'15'7261'0'0,"19"-6"-5306"0"0,30-5-817 0 0,-57-1-1066 0 0,0 1 0 0 0,0 0 0 0 0,-1 0 0 0 0,1 1 0 0 0,-1 0 0 0 0,0 0 0 0 0,0 1 0 0 0,-1 0 0 0 0,3 3-72 0 0,-7-5 36 0 0,-1 0 0 0 0,0 0-1 0 0,0 0 1 0 0,0 0 0 0 0,0 0 0 0 0,-1 0 0 0 0,0 0 0 0 0,1 0 0 0 0,-2 1-1 0 0,1-1 1 0 0,0 0 0 0 0,-1 0 0 0 0,0 0 0 0 0,0 0 0 0 0,0 0-1 0 0,0 0 1 0 0,-1 0 0 0 0,1-1 0 0 0,-1 1 0 0 0,-1 2-36 0 0,2-4 4 0 0,-94 151 712 0 0,48-78-430 0 0,-2 13 220 0 0,48-87-414 0 0,1 1-68 0 0,4 38 502 0 0,2-36-522 0 0,1 1 0 0 0,0-1 0 0 0,0 0 0 0 0,0 0 0 0 0,1-1 0 0 0,-1 0 0 0 0,1 0 0 0 0,-1-1 0 0 0,1 0 0 0 0,0 0 0 0 0,0 0 0 0 0,0-1 0 0 0,7-1-4 0 0,49 0-1115 0 0,-21 0-2661 0 0,-7-18-413 0 0,-23 5 728 0 0,-9 8 2477 0 0</inkml:trace>
  <inkml:trace contextRef="#ctx0" brushRef="#br0" timeOffset="28">13324 1529 1036 0 0,'0'0'1279'0'0,"0"0"-168"0"0,0 0-119 0 0,0 0-40 0 0,0 0-33 0 0,0 0-121 0 0,0 0-25 0 0,0 0-92 0 0,0 0-74 0 0,0 0 11 0 0,0 0-66 0 0,0 0-82 0 0,-10 3 763 0 0,5 17 738 0 0,5-18-1942 0 0,0-1 0 0 0,0 0 0 0 0,0 0 0 0 0,0 0-1 0 0,0 0 1 0 0,1 0 0 0 0,-1 0 0 0 0,0 0 0 0 0,0 0 0 0 0,1 0 0 0 0,-1 0 0 0 0,1 0 0 0 0,-1 0 0 0 0,1 0-1 0 0,-1 0 1 0 0,1 0 0 0 0,0 0 0 0 0,0 0 0 0 0,-1-1 0 0 0,1 1 0 0 0,0 0 0 0 0,0 0 0 0 0,0-1-1 0 0,0 1 1 0 0,-1 0 0 0 0,1-1 0 0 0,0 1 0 0 0,0-1 0 0 0,0 0 0 0 0,0 1 0 0 0,1-1 0 0 0,-1 0 0 0 0,0 1-1 0 0,0-1 1 0 0,0 0 0 0 0,0 0 0 0 0,0 0 0 0 0,0 0 0 0 0,0 0 0 0 0,0 0 0 0 0,1-1-29 0 0,12-27 268 0 0,-32-4 301 0 0,17 31-562 0 0,0 0-1 0 0,1 1 1 0 0,-1-1 0 0 0,0 0-1 0 0,0 1 1 0 0,1-1 0 0 0,-1 0-1 0 0,0 1 1 0 0,0-1 0 0 0,0 1-1 0 0,0 0 1 0 0,0-1 0 0 0,0 1-1 0 0,0 0 1 0 0,0-1-1 0 0,0 1 1 0 0,0 0 0 0 0,0 0-1 0 0,0 0 1 0 0,0 0 0 0 0,0 0-1 0 0,0 0 1 0 0,0 0 0 0 0,0 0-1 0 0,0 0 1 0 0,0 0 0 0 0,0 1-1 0 0,0-1 1 0 0,0 0-1 0 0,0 1 1 0 0,0 0-7 0 0,0-1-170 0 0,1 1 0 0 0,-1-1 0 0 0,0 1 0 0 0,1-1 0 0 0,-1 1 0 0 0,1 0 0 0 0,-1-1 1 0 0,1 1-1 0 0,0 0 0 0 0,-1-1 0 0 0,1 1 0 0 0,0 0 0 0 0,-1 0 0 0 0,1 0 0 0 0,0-1 0 0 0,0 1 0 0 0,0 0 0 0 0,0 0 0 0 0,-1 0 0 0 0,1-1 0 0 0,0 1 0 0 0,1 0 0 0 0,-1 0 0 0 0,0 0 0 0 0,0-1 0 0 0,0 1 0 0 0,0 0 0 0 0,1 0 0 0 0,-1 0 0 0 0,0-1 1 0 0,1 1-1 0 0,-1 0 0 0 0,0-1 0 0 0,1 1 0 0 0,-1 0 0 0 0,1-1 0 0 0,-1 1 0 0 0,1 0 0 0 0,0-1 0 0 0,-1 1 0 0 0,1-1 0 0 0,-1 1 0 0 0,1-1 0 0 0,0 1 0 0 0,0-1 0 0 0,-1 0 0 0 0,1 1 0 0 0,0-1 0 0 0,0 0 0 0 0,-1 0 0 0 0,1 1 0 0 0,0-1 0 0 0,0 0 1 0 0,0 0-1 0 0,-1 0 0 0 0,1 0 0 0 0,0 0 0 0 0,0 0 0 0 0,0 0 0 0 0,-1 0 0 0 0,1 0 0 0 0,0-1 0 0 0,0 1 0 0 0,0 0 0 0 0,-1 0 0 0 0,1-1 0 0 0,0 1 170 0 0,8 1-1144 0 0,1-1 27 0 0</inkml:trace>
  <inkml:trace contextRef="#ctx0" brushRef="#br0" timeOffset="29">13802 1407 2560 0 0,'10'-5'2613'0'0,"-10"5"-2530"0"0,1 0 0 0 0,-1 0 0 0 0,0-1 0 0 0,1 1 0 0 0,-1 0 0 0 0,0 0 1 0 0,1 0-1 0 0,-1 0 0 0 0,1-1 0 0 0,-1 1 0 0 0,0 0 0 0 0,1 0 0 0 0,-1 0 1 0 0,1 0-1 0 0,-1 0 0 0 0,0 0 0 0 0,1 0 0 0 0,-1 0 0 0 0,1 0 0 0 0,-1 0 1 0 0,0 0-1 0 0,1 0 0 0 0,-1 1 0 0 0,1-1 0 0 0,-1 0 0 0 0,0 0 0 0 0,1 0 1 0 0,-1 0-1 0 0,0 1 0 0 0,1-1 0 0 0,-1 0 0 0 0,0 0 0 0 0,1 1 0 0 0,-1-1 1 0 0,0 0-1 0 0,1 1 0 0 0,-1-1 0 0 0,0 0 0 0 0,0 1 0 0 0,0-1 0 0 0,1 0 1 0 0,-1 1-1 0 0,0-1 0 0 0,0 1 0 0 0,0-1 0 0 0,0 0 0 0 0,0 1 0 0 0,0-1 1 0 0,1 1-1 0 0,-1-1 0 0 0,0 0 0 0 0,0 1 0 0 0,0-1 0 0 0,0 1 0 0 0,-1-1 1 0 0,1 0-1 0 0,0 1 0 0 0,0 0-83 0 0,22 133 2774 0 0,-2 24-1746 0 0,-11-72-400 0 0,-9-85-614 0 0,-4-113 225 0 0,1 10-182 0 0,-14 6 29 0 0,-2-87-60 0 0,7 92 318 0 0,15 88-350 0 0,27-20 30 0 0,53 3 87 0 0,2 4-1 0 0,63-3-110 0 0,-54 5-242 0 0,49-3-3644 0 0,-142 17 2545 0 0,-1 0-113 0 0,6 13-2433 0 0,-10-9 2746 0 0,-2 1-78 0 0</inkml:trace>
  <inkml:trace contextRef="#ctx0" brushRef="#br0" timeOffset="30">13931 1436 2724 0 0,'-7'5'1020'0'0,"-21"25"5476"0"0,29-28-6366 0 0,0-1 1 0 0,1 1 0 0 0,-1 0 0 0 0,1-1 0 0 0,-1 1 0 0 0,1-1 0 0 0,0 1 0 0 0,0-1 0 0 0,-1 0 0 0 0,1 0-1 0 0,0 0 1 0 0,0 0 0 0 0,0 0 0 0 0,0 0 0 0 0,0-1 0 0 0,0 1 0 0 0,1-1 0 0 0,-1 1 0 0 0,0-1-1 0 0,0 0 1 0 0,0 0 0 0 0,1 1 0 0 0,-1-2 0 0 0,0 1 0 0 0,0 0 0 0 0,0 0-131 0 0,8 1 134 0 0,7 1-231 0 0,1 0 1 0 0,-1-1-1 0 0,1-1 0 0 0,-1 0 0 0 0,1-1 1 0 0,9-3 96 0 0,63-15-1109 0 0,103-39-7665 0 0,-174 52 7648 0 0</inkml:trace>
  <inkml:trace contextRef="#ctx0" brushRef="#br0" timeOffset="31">14915 1245 2104 0 0,'-3'-1'341'0'0,"1"0"0"0"0,-1-1 1 0 0,0 1-1 0 0,1 1 0 0 0,-1-1 0 0 0,0 0 0 0 0,0 1 0 0 0,0-1 0 0 0,0 1 0 0 0,1 0 1 0 0,-1 0-1 0 0,0 0 0 0 0,0 0 0 0 0,0 1 0 0 0,0-1 0 0 0,0 1 0 0 0,-1 0-341 0 0,-63 4 1405 0 0,-1 21-193 0 0,65-25-1169 0 0,1 1 1 0 0,-1 0 0 0 0,1 0 0 0 0,0 0-1 0 0,0 0 1 0 0,0 0 0 0 0,0 0 0 0 0,0 0 0 0 0,0 1-1 0 0,0-1 1 0 0,1 1 0 0 0,-1-1 0 0 0,1 1-1 0 0,0 0 1 0 0,0 0 0 0 0,0 0 0 0 0,0-1-1 0 0,0 1 1 0 0,0 0 0 0 0,1 0 0 0 0,0 0 0 0 0,-1 0-1 0 0,1 0 1 0 0,0 0 0 0 0,1 0 0 0 0,-1 0-1 0 0,0 0 1 0 0,1 0 0 0 0,0 0 0 0 0,-1 0-1 0 0,2 1-43 0 0,1 5 28 0 0,2 0 0 0 0,-1 0 0 0 0,1-1 0 0 0,0 1 0 0 0,1-1-1 0 0,0 0 1 0 0,0-1 0 0 0,7 7-28 0 0,143 111 211 0 0,-58-39-187 0 0,-70-55 33 0 0,20 31 138 0 0,-46-58-187 0 0,-1-2 37 0 0,0 0 0 0 0,0 0 0 0 0,0 0 0 0 0,0 0 1 0 0,-1 0-1 0 0,1 0 0 0 0,-1 0 0 0 0,1 0 0 0 0,-1 0 0 0 0,0 1 0 0 0,0-1 0 0 0,1 0 0 0 0,-2 0 1 0 0,1 0-1 0 0,0 0 0 0 0,0 0 0 0 0,-1 1 0 0 0,1-1 0 0 0,-1 0 0 0 0,0 0 0 0 0,0 1-45 0 0,-11 11 60 0 0,-1-1 0 0 0,0-1 0 0 0,-1 0 0 0 0,0-1 0 0 0,-1 0 0 0 0,0-1 0 0 0,-1-1 0 0 0,0 0 0 0 0,-1-1 0 0 0,1-1 0 0 0,-2 0 0 0 0,1-2 0 0 0,0 0 0 0 0,-1 0 0 0 0,0-2 0 0 0,-13 1-60 0 0,-115 5-741 0 0,100-23 12 0 0,18 1-52 0 0,25 12 395 0 0,1 0 0 0 0,-1-1 0 0 0,1 1 0 0 0,0 0-1 0 0,-1-1 1 0 0,1 1 0 0 0,0-1 0 0 0,0 0 0 0 0,0 0 0 0 0,0 0 0 0 0,0 0 0 0 0,1 0 0 0 0,-1 0 0 0 0,1-1 0 0 0,-1 1 0 0 0,1 0 0 0 0,0-1 0 0 0,-1 1 0 0 0,1-1-1 0 0,1 1 1 0 0,-1-1 0 0 0,0-1 386 0 0,1-3-1100 0 0</inkml:trace>
  <inkml:trace contextRef="#ctx0" brushRef="#br0" timeOffset="32">13756 938 2768 0 0,'1'-1'226'0'0,"-1"1"0"0"0,0 0 0 0 0,0 0 0 0 0,1 0 0 0 0,-1 0 0 0 0,0-1 0 0 0,0 1 0 0 0,0 0-1 0 0,1 0 1 0 0,-1-1 0 0 0,0 1 0 0 0,0 0 0 0 0,0 0 0 0 0,0-1 0 0 0,0 1 0 0 0,0 0 0 0 0,1-1 0 0 0,-1 1 0 0 0,0 0-1 0 0,0-1 1 0 0,0 1 0 0 0,0 0 0 0 0,0 0 0 0 0,0-1 0 0 0,0 1 0 0 0,0 0 0 0 0,0-1 0 0 0,0 1 0 0 0,0 0 0 0 0,-1-1 0 0 0,1 1-1 0 0,0 0-225 0 0,15-1 319 0 0,67-4 957 0 0,318-41 617 0 0,296 16 60 0 0,-694 30-1942 0 0,3 0-53 0 0,9 0-63 0 0,-7-1-2718 0 0,-8 1 2729 0 0,1 0 0 0 0,-1 0 0 0 0,1 0 0 0 0,-1 0 0 0 0,1 0-1 0 0,0 0 1 0 0,-1 0 0 0 0,1 1 0 0 0,-1-1 0 0 0,1-1 0 0 0,-1 1 0 0 0,1 0 0 0 0,-1 0-1 0 0,1 0 1 0 0,-1 0 0 0 0,1 0 0 0 0,0 0 0 0 0,-1 0 0 0 0,1-1 0 0 0,-1 1 0 0 0,1 0-1 0 0,0 0 1 0 0,-1 0 0 0 0,1-1 0 0 0,0 1 0 0 0,-1 0 0 0 0,1-1 0 0 0,0 1 0 0 0,-1 0-1 0 0,1-1 1 0 0,0 1 0 0 0,-1 0 0 0 0,1-1 0 0 0,0 1 0 0 0,0-1 0 0 0,0 1 0 0 0,0 0-1 0 0,-1-1 1 0 0,1 1 0 0 0,0-1 0 0 0,0 1 0 0 0,0-1 0 0 0,0 1 0 0 0,0-1 0 0 0,0 1-1 0 0,0 0 1 0 0,0-1 0 0 0,0 1 0 0 0,0-1 0 0 0,0 1 0 0 0,0-1 0 0 0,0 1 0 0 0,1-1-1 0 0,-1 1 1 0 0,0 0 0 0 0,0-1 0 0 0,0 1 0 0 0,1-1 0 0 0,-1 1 0 0 0,0 0 0 0 0,0-1 0 0 0,1 1-1 0 0,-1 0 1 0 0,0-1 94 0 0,-103-12-3454 0 0,64 10 2521 0 0</inkml:trace>
  <inkml:trace contextRef="#ctx0" brushRef="#br0" timeOffset="33">141 198 1344 0 0,'-1'0'14'0'0,"1"1"0"0"0,0-1-1 0 0,0 1 1 0 0,0 0 0 0 0,0-1-1 0 0,0 1 1 0 0,0 0 0 0 0,0-1 0 0 0,0 1-1 0 0,0-1 1 0 0,0 1 0 0 0,0 0-1 0 0,1-1 1 0 0,-1 1 0 0 0,0-1 0 0 0,0 1-1 0 0,0 0 1 0 0,1-1 0 0 0,-1 1-1 0 0,0-1 1 0 0,1 1 0 0 0,-1-1-1 0 0,1 1 1 0 0,-1-1 0 0 0,0 1 0 0 0,1-1-1 0 0,-1 0 1 0 0,1 1 0 0 0,-1-1-1 0 0,1 0 1 0 0,-1 1 0 0 0,1-1 0 0 0,0 0-1 0 0,-1 0 1 0 0,1 1 0 0 0,-1-1-1 0 0,1 0 1 0 0,0 0 0 0 0,-1 0 0 0 0,1 0-1 0 0,-1 0 1 0 0,1 0 0 0 0,0 0-1 0 0,-1 0 1 0 0,1 0 0 0 0,0 0-14 0 0,2 0 121 0 0,-3 0-8 0 0,0 0 37 0 0,4 0 65 0 0,35 23 126 0 0,-7 1-121 0 0,77-9 661 0 0,-79-14-802 0 0,352 6 1307 0 0,-200-25-1132 0 0,-106 15-161 0 0,45-15-44 0 0,116-11 47 0 0,228-19 622 0 0,-66 25-334 0 0,67 17-58 0 0,-34-17-54 0 0,-240-1-92 0 0,-71 14-2 0 0,203 6-262 0 0,-180-12 174 0 0,71 15 289 0 0,-85-16-139 0 0,-24 12-72 0 0,165 5-840 0 0,-264-7-1718 0 0,-17 4 1173 0 0,-15 0-21 0 0,-10-2 155 0 0</inkml:trace>
  <inkml:trace contextRef="#ctx0" brushRef="#br0" timeOffset="34">137 336 1576 0 0,'0'0'438'0'0,"0"0"36"0"0,0 0-79 0 0,0 0-72 0 0,0 0-4 0 0,0 0-4 0 0,0 0-93 0 0,0 0-39 0 0,0 0 0 0 0,0 0 42 0 0,0 0-64 0 0,-7 2-32 0 0,5-2-110 0 0,-1 1 0 0 0,0 0 0 0 0,1 0 0 0 0,-1 0 0 0 0,0 0 0 0 0,1 1 0 0 0,-1-1 0 0 0,1 1 0 0 0,0-1 0 0 0,-1 1 0 0 0,1 0 0 0 0,0 0 0 0 0,0 0 0 0 0,0 0 0 0 0,1 0 0 0 0,-1 0 0 0 0,0 1 0 0 0,1-1 0 0 0,-1 1-19 0 0,-43 135 873 0 0,18 43-78 0 0,16-39-266 0 0,8 142-529 0 0,4-160 238 0 0,-1 566 162 0 0,22-552-340 0 0,21 73-238 0 0,-41-205 150 0 0,1 0-1 0 0,-1 0 1 0 0,1 0 0 0 0,0 0 0 0 0,0 0 0 0 0,1-1-1 0 0,0 0 1 0 0,0 1 0 0 0,0-1 0 0 0,1-1 0 0 0,-1 1-1 0 0,1-1 1 0 0,0 0 0 0 0,0 0 0 0 0,1 0 0 0 0,-1 0 0 0 0,1-1-1 0 0,0 0 29 0 0,14 5-77 0 0,0 0 0 0 0,0-1 0 0 0,0-1 0 0 0,1-1 0 0 0,0-1 0 0 0,0-1 0 0 0,0 0 0 0 0,15-2 77 0 0,144 15-160 0 0,-108-4-206 0 0,122 9 285 0 0,583-21 1269 0 0,-673-20-1049 0 0,565 17 77 0 0,-535-15-174 0 0,125-5-446 0 0,672 23 108 0 0,-820 15 332 0 0,97 1 106 0 0,38-1 74 0 0,-32 2-208 0 0,-112-1 38 0 0,185 23 82 0 0,7 9-64 0 0,85 3-120 0 0,-251-31-8 0 0,-18 1-134 0 0,23-4 120 0 0,299 25 408 0 0,148-41-637 0 0,354-1 678 0 0,-823 10-337 0 0,1210-10-177 0 0,-1161-14 123 0 0,917 13 98 0 0,-540 1 66 0 0,-377 15-112 0 0,171-12-189 0 0,239 0 356 0 0,64-2-522 0 0,-475 2 321 0 0,-57 13 156 0 0,860-15-504 0 0,-601-1 293 0 0,-256-23 228 0 0,198 16-121 0 0,-201 8 88 0 0,-4-10 216 0 0,4 9 405 0 0,-58-17-767 0 0,25 5 61 0 0,58-17 134 0 0,-92 16 9 0 0,9-16-71 0 0,83-65 448 0 0,-116 83-518 0 0,-1-1 1 0 0,0 0-1 0 0,0 0 0 0 0,-1 0 1 0 0,-1-2-1 0 0,0 1 1 0 0,-1-1-1 0 0,0 0 1 0 0,-1 0-1 0 0,-1-1 1 0 0,0-1-56 0 0,31-140 195 0 0,-27 67-186 0 0,-3-100 128 0 0,-5-258 73 0 0,-1-280-224 0 0,-8 608 25 0 0,-10-16-52 0 0,-1-45-38 0 0,19-8-491 0 0,-20 139 684 0 0,16 43-135 0 0,0 1 0 0 0,-1 0 1 0 0,1 0-1 0 0,-1 1 1 0 0,-1-1-1 0 0,1 1 1 0 0,0 0-1 0 0,-1 0 0 0 0,0 1 1 0 0,0 0-1 0 0,0 0 1 0 0,0 0-1 0 0,-1 1 1 0 0,1 0-1 0 0,-1 0 0 0 0,1 0 1 0 0,-1 1-1 0 0,0 0 1 0 0,-4 0 20 0 0,-6-3-13 0 0,-26-3-16 0 0,0 2 0 0 0,0 2 0 0 0,0 1 0 0 0,-29 4 29 0 0,6-1-44 0 0,-117 15 42 0 0,-335 14-280 0 0,-70 3 21 0 0,31-12-184 0 0,-255 0-232 0 0,566-6 527 0 0,-829 35-526 0 0,591-29 412 0 0,-17 1 184 0 0,184-2 112 0 0,-408 16-54 0 0,193-20-123 0 0,11-16-363 0 0,294-20 167 0 0,-450 20 367 0 0,538-13-51 0 0,-69 4-172 0 0,59 2 105 0 0,-512 7 36 0 0,575 9 127 0 0,-157-9 144 0 0,165 9-76 0 0,-539-9 405 0 0,546-9-299 0 0,-84-11-154 0 0,32-1 618 0 0,85 14-464 0 0,-19-7-4524 0 0,40 9 3730 0 0,-23-5-671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0:00.593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6479 613 2384 0 0,'0'-3'936'0'0,"3"-34"2741"0"0,11 18-3143 0 0,-8 6 1000 0 0,-4 8-215 0 0,-1 12-743 0 0,12 76 598 0 0,-7 378 587 0 0,-22-436-1743 0 0,16-14-43 0 0,35 10 90 0 0,159-15 66 0 0,-124-7-100 0 0,150 1-55 0 0,-208-13-439 0 0,-18 12-984 0 0,-3-9-7794 0 0,8 9 9491 0 0,-3-2-1252 0 0</inkml:trace>
  <inkml:trace contextRef="#ctx0" brushRef="#br0" timeOffset="432.125">7135 416 2104 0 0,'-1'-1'111'0'0,"1"1"0"0"0,0-1 0 0 0,-1 0 0 0 0,1 0 0 0 0,0 0 0 0 0,-1 0 0 0 0,1 0 0 0 0,0-1 0 0 0,0 1 0 0 0,0 0 0 0 0,0 0 0 0 0,0 0 0 0 0,0 0 0 0 0,0 0 0 0 0,1 0 0 0 0,-1 0 0 0 0,0 0 0 0 0,0 0 0 0 0,1 0 0 0 0,-1 0 0 0 0,1 0 0 0 0,-1 0 0 0 0,1 0 0 0 0,-1 1 0 0 0,1-1 0 0 0,-1 0 0 0 0,1 0 0 0 0,0 0 0 0 0,-1 1 0 0 0,1-1 0 0 0,0 0 0 0 0,0 1 0 0 0,0-1 0 0 0,0 0 0 0 0,0 1 0 0 0,-1-1 0 0 0,1 1 0 0 0,0 0 0 0 0,0-1 0 0 0,0 1 0 0 0,0 0 0 0 0,0-1 0 0 0,0 1 0 0 0,1 0 0 0 0,-1 0 0 0 0,0 0 0 0 0,0 0 0 0 0,0 0 0 0 0,0 0 0 0 0,0 0 0 0 0,0 0 0 0 0,0 1 0 0 0,0-1 0 0 0,0 0 0 0 0,0 1 0 0 0,0-1 0 0 0,0 0 0 0 0,0 1 0 0 0,0-1 0 0 0,-1 1 0 0 0,1 0 0 0 0,0-1-111 0 0,29 18 546 0 0,-2 1-1 0 0,0 1 0 0 0,-1 1 1 0 0,10 11-546 0 0,-13-8 363 0 0,0 0-1 0 0,-2 2 1 0 0,-1 1 0 0 0,16 25-363 0 0,-23-28 126 0 0,-1 0 0 0 0,-1 1 0 0 0,-2 0 0 0 0,0 1-1 0 0,-2 0 1 0 0,-1 0 0 0 0,0 1 0 0 0,-2 0 0 0 0,-2 0 0 0 0,0 1 0 0 0,-2-1-1 0 0,-1 1 1 0 0,-1-1-126 0 0,-20 90 221 0 0,17-105-200 0 0,-10 33-100 0 0,-1-1 0 0 0,-3-1 0 0 0,-21 38 79 0 0,-10 15-855 0 0,15-18-2492 0 0,34-76 2208 0 0,18-5-3734 0 0,-9-5 3769 0 0,5-5 22 0 0</inkml:trace>
  <inkml:trace contextRef="#ctx0" brushRef="#br0" timeOffset="761.572">7718 1064 1240 0 0,'40'-28'7312'0'0,"184"-6"-5174"0"0,196-6-807 0 0,-330 36-968 0 0,-88 4-351 0 0,-2 0 34 0 0,2 0-46 0 0,35 0-2669 0 0,-35 0 1377 0 0,0-1-180 0 0,5-6-2200 0 0,-12 5 2471 0 0</inkml:trace>
  <inkml:trace contextRef="#ctx0" brushRef="#br0" timeOffset="1817.175">7009 2224 2540 0 0,'-88'-2'5228'0'0,"15"16"-4465"0"0,49-6-510 0 0,13-4-125 0 0,0 0 0 0 0,1 0 1 0 0,-1 1-1 0 0,1 0 0 0 0,0 1 0 0 0,0 0 0 0 0,1 1 1 0 0,0 0-1 0 0,0 0 0 0 0,0 1 0 0 0,1 0 0 0 0,-4 6-128 0 0,9-11 52 0 0,0-1-20 0 0,1 1-1 0 0,-1-1 1 0 0,1 0 0 0 0,0 1-1 0 0,0-1 1 0 0,0 1-1 0 0,0 0 1 0 0,1-1-1 0 0,-1 1 1 0 0,1 0-1 0 0,-1 0 1 0 0,1 0-1 0 0,0 0 1 0 0,0 0 0 0 0,0 1-1 0 0,1-1 1 0 0,-1 0-1 0 0,1 0 1 0 0,0 1-1 0 0,0-1 1 0 0,0 0-1 0 0,0 0 1 0 0,0 1-1 0 0,1-1 1 0 0,0 2-32 0 0,9 12 54 0 0,0 0 1 0 0,1-1-1 0 0,1 0 0 0 0,0-1 1 0 0,1 0-1 0 0,1-1 0 0 0,0 0 0 0 0,1-2 1 0 0,1 1-1 0 0,0-2 0 0 0,0 0 1 0 0,11 4-55 0 0,75 62 159 0 0,-73-53-131 0 0,-21-19-7 0 0,0 1 1 0 0,-1 0-1 0 0,1 0 1 0 0,-1 0-1 0 0,0 1 1 0 0,-1 0-1 0 0,0 0 1 0 0,0 1-1 0 0,0 0 1 0 0,-1 0-1 0 0,0 0 1 0 0,-1 0-1 0 0,0 1 1 0 0,0 0-1 0 0,-1 0 1 0 0,0 0-1 0 0,0 0 1 0 0,-1 1-1 0 0,0 0-21 0 0,-20 30 162 0 0,15-35-149 0 0,1-1 0 0 0,-1 1 0 0 0,0-1 0 0 0,0 0 0 0 0,0 0 0 0 0,-1 0 0 0 0,0 0 0 0 0,1-1 0 0 0,-1 1 0 0 0,0-1-1 0 0,-1 0 1 0 0,1 0 0 0 0,0-1 0 0 0,-1 1 0 0 0,0-1 0 0 0,0 0 0 0 0,0 0-13 0 0,-127 15-5 0 0,127-18 2 0 0,0 1 0 0 0,1 0 1 0 0,-1-1-1 0 0,0 0 0 0 0,0 0 0 0 0,0 0 0 0 0,1-1 0 0 0,-1 0 0 0 0,1 0 0 0 0,-1 0 1 0 0,1 0-1 0 0,0-1 0 0 0,-1 1 0 0 0,1-1 0 0 0,1 0 0 0 0,-2-1 3 0 0,4 2-9 0 0,-1 0 1 0 0,1 1-1 0 0,0-1 0 0 0,0 0 0 0 0,0 0 0 0 0,0 0 0 0 0,0 0 1 0 0,0 0-1 0 0,0 0 0 0 0,1 0 0 0 0,-1 0 0 0 0,1-1 0 0 0,0 1 1 0 0,-1 0-1 0 0,1 0 0 0 0,0 0 0 0 0,0-1 0 0 0,0 1 1 0 0,1 0-1 0 0,-1 0 0 0 0,0 0 0 0 0,1 0 0 0 0,0 0 0 0 0,-1-1 1 0 0,1 1-1 0 0,0 0 0 0 0,0 0 0 0 0,0 1 0 0 0,0-1 1 0 0,1 0-1 0 0,-1 0 0 0 0,0 0 0 0 0,1 1 0 0 0,-1-1 0 0 0,1 1 1 0 0,0-1-1 0 0,-1 1 9 0 0,3-4-2 0 0,83-100-417 0 0,-10 31 137 0 0,75-84-73 0 0,-58 30 158 0 0,-77 98 318 0 0,-2 0 0 0 0,0-1 0 0 0,-3 0 0 0 0,0-1 0 0 0,-2-1 0 0 0,1-15-121 0 0,6-1 1065 0 0,-31 90-429 0 0,-1 46-169 0 0,4 1-1 0 0,3 0 1 0 0,4 1-1 0 0,4 8-466 0 0,23 28 274 0 0,-18-102-220 0 0,1 0 0 0 0,1 0 0 0 0,1 0 0 0 0,2 0 0 0 0,0-2 0 0 0,4 7-54 0 0,12-12-1027 0 0,-25-16 682 0 0,-1 0-101 0 0,4-3-70 0 0,-1 1 352 0 0,0 0 1 0 0,0-1 0 0 0,0 1 0 0 0,0-1 0 0 0,0 0 0 0 0,-1 0 0 0 0,1 0-1 0 0,-1 0 1 0 0,0-1 0 0 0,0 1 0 0 0,0-1 0 0 0,0 1 0 0 0,0-1-1 0 0,-1 0 1 0 0,0 1 0 0 0,0-1 0 0 0,1-1 163 0 0,-6-46-5264 0 0,-32-10 2869 0 0,19 39 1395 0 0</inkml:trace>
  <inkml:trace contextRef="#ctx0" brushRef="#br0" timeOffset="2202.896">7168 2581 1944 0 0,'-90'-44'3979'0'0,"85"42"-3635"0"0,-12-8 1494 0 0,23 1 931 0 0,50-3-1266 0 0,165-15 111 0 0,-194 24-1738 0 0,121-11-3917 0 0,-102 14 1337 0 0,-44 0 2590 0 0,1 0-1 0 0,-1 0 1 0 0,0 0-1 0 0,1 1 1 0 0,-1-1-1 0 0,1 1 1 0 0,-1-1 0 0 0,0 1-1 0 0,0 0 1 0 0,1 0-1 0 0,-1 0 1 0 0,0 1-1 0 0,0-1 1 0 0,0 0 0 0 0,0 1-1 0 0,0-1 1 0 0,0 1-1 0 0,0 1 115 0 0,5 3-386 0 0,8 5-705 0 0,-5 0 46 0 0</inkml:trace>
  <inkml:trace contextRef="#ctx0" brushRef="#br0" timeOffset="2594.279">7683 2787 2740 0 0,'2'6'1347'0'0,"-2"-6"-1257"0"0,0 1 0 0 0,0-1-1 0 0,0 0 1 0 0,0 1 0 0 0,0-1-1 0 0,0 1 1 0 0,0-1 0 0 0,0 0 0 0 0,0 1-1 0 0,0-1 1 0 0,0 0 0 0 0,0 1-1 0 0,0-1 1 0 0,0 0 0 0 0,0 1-1 0 0,0-1 1 0 0,0 0 0 0 0,0 1-1 0 0,1-1 1 0 0,-1 0 0 0 0,0 1-1 0 0,0-1 1 0 0,0 0 0 0 0,1 1-1 0 0,-1-1 1 0 0,0 0 0 0 0,1 0-1 0 0,-1 1 1 0 0,0-1 0 0 0,0 0-1 0 0,1 0 1 0 0,-1 0 0 0 0,0 1 0 0 0,1-1-1 0 0,-1 0 1 0 0,0 0 0 0 0,1 0-1 0 0,-1 0 1 0 0,0 0 0 0 0,1 0-1 0 0,-1 0 1 0 0,1 0 0 0 0,-1 0-1 0 0,0 0 1 0 0,1 0 0 0 0,-1 0-1 0 0,0 0 1 0 0,1 0 0 0 0,-1 0-1 0 0,0 0 1 0 0,1 0 0 0 0,-1 0-1 0 0,1 0 1 0 0,-1-1 0 0 0,0 1-1 0 0,0 0 1 0 0,1 0 0 0 0,-1 0 0 0 0,0-1-1 0 0,1 1-89 0 0,27-32 1696 0 0,-14 9-1323 0 0,-1-1-1 0 0,-1 0 1 0 0,-1 0-1 0 0,-2-1 1 0 0,3-10-373 0 0,-6 9 908 0 0,-6 25-806 0 0,-1 21 958 0 0,2 209 648 0 0,20-127-2982 0 0,-17-67-1000 0 0,-1 23-7417 0 0,-3-56 8461 0 0</inkml:trace>
  <inkml:trace contextRef="#ctx0" brushRef="#br0" timeOffset="4250.495">8578 21 2212 0 0,'0'0'762'0'0,"0"0"-80"0"0,0 0-55 0 0,0-4-92 0 0,0-5-233 0 0,0 1 2377 0 0,4 12-2306 0 0,-2-3-335 0 0,0 1 1 0 0,-1 0-1 0 0,1-1 0 0 0,-1 1 0 0 0,1 0 1 0 0,-1 0-1 0 0,0 0 0 0 0,0 0 0 0 0,0 0 1 0 0,0 0-1 0 0,0 0 0 0 0,0 0 0 0 0,-1 1 1 0 0,1-1-1 0 0,-1 0 0 0 0,1 0 0 0 0,-1 1 1 0 0,0-1-1 0 0,0 0 0 0 0,0 1 0 0 0,0-1 1 0 0,0 0-1 0 0,-1 1 0 0 0,1 0-38 0 0,0 6 135 0 0,-1 143 1289 0 0,11 369 253 0 0,12 138-577 0 0,-22 82-264 0 0,-10-603-629 0 0,-7 28-83 0 0,13-52-151 0 0,-4 0 0 0 0,-9 17 27 0 0,-33 364 803 0 0,39-132-550 0 0,10 195-65 0 0,4-446-102 0 0,15 31-86 0 0,14 329 55 0 0,-22-286 50 0 0,-10 275-213 0 0,12-391 214 0 0,4 20 26 0 0,15 271 40 0 0,-10-36-283 0 0,-20-23 337 0 0,-1-183-250 0 0,27-12 40 0 0,-25 662 190 0 0,-2-16 105 0 0,10-690-395 0 0,-11-45 73 0 0,11 50-86 0 0,-6-54 60 0 0,-1-1 0 0 0,0 0 0 0 0,0 1 0 0 0,-2 0 0 0 0,0-1 1 0 0,0 1-1 0 0,-1 0 0 0 0,-1 0 0 0 0,-1 3 37 0 0,1 23-516 0 0,1-6-461 0 0,3-28 523 0 0,14 27-1621 0 0,-17-32 570 0 0,0-1-85 0 0,-1 8-1155 0 0,-16-12 462 0 0,-4-7 1285 0 0,-7-6 10 0 0</inkml:trace>
  <inkml:trace contextRef="#ctx0" brushRef="#br0" timeOffset="-11276.388">24 310 2188 0 0,'0'0'667'0'0,"0"0"-24"0"0,0 0-81 0 0,-5 2-61 0 0,4-2-478 0 0,0 1-1 0 0,0-1 1 0 0,0 0-1 0 0,0 1 0 0 0,0-1 1 0 0,0 1-1 0 0,0 0 1 0 0,0-1-1 0 0,0 1 1 0 0,1 0-1 0 0,-1 0 1 0 0,0 0-1 0 0,0-1 1 0 0,1 1-1 0 0,-1 0 1 0 0,0 0-1 0 0,1 0 1 0 0,-1 0-1 0 0,1 0 1 0 0,-1 0-1 0 0,1 0 1 0 0,0 0-1 0 0,-1 0 0 0 0,1 0 1 0 0,0 1-1 0 0,0-1 1 0 0,0 0-1 0 0,0 0 1 0 0,0 0-1 0 0,0 0 1 0 0,0 0-1 0 0,0 0 1 0 0,0 1-1 0 0,0-1 1 0 0,1 0-1 0 0,-1 0 1 0 0,0 0-1 0 0,1 0 1 0 0,-1 0-1 0 0,1 0 0 0 0,0 0-21 0 0,42 149 1243 0 0,-6 2 0 0 0,-7 2 0 0 0,-6 9-1244 0 0,10 48 534 0 0,120 954 1097 0 0,-73-69-172 0 0,-40-468-537 0 0,-34-520-788 0 0,58 646 624 0 0,64 269-691 0 0,-97-719-1393 0 0,-25-100-4009 0 0,-24-107 2643 0 0,-1-54 448 0 0,10-38 1217 0 0</inkml:trace>
  <inkml:trace contextRef="#ctx0" brushRef="#br0" timeOffset="-10374.235">301 1199 1792 0 0,'0'0'830'0'0,"0"0"-90"0"0,0 0-17 0 0,0 0-8 0 0,0 0-43 0 0,0 0-15 0 0,0 0-66 0 0,0 0-50 0 0,0 0-17 0 0,-4 0-25 0 0,-9 0-9 0 0,10 0-53 0 0,3 0-18 0 0,0 0-45 0 0,0 0-14 0 0,0 0-10 0 0,0 0-7 0 0,2-2 2 0 0,50-6 424 0 0,-4 6-401 0 0,383-71 642 0 0,-249 51-1663 0 0,-63 16-4775 0 0,-113 10 4155 0 0,14 12-940 0 0,-20-15 1138 0 0,0 1-76 0 0</inkml:trace>
  <inkml:trace contextRef="#ctx0" brushRef="#br0" timeOffset="-10019.525">1149 772 836 0 0,'-18'-63'7189'0'0,"29"83"-4367"0"0,7 52-1941 0 0,-2 2 0 0 0,-4 0 1 0 0,0 31-882 0 0,-11-92 76 0 0,12 145 364 0 0,12 157-989 0 0,-12-213-839 0 0,7-36-3700 0 0,-12-58 1751 0 0,-8-8 2292 0 0</inkml:trace>
  <inkml:trace contextRef="#ctx0" brushRef="#br0" timeOffset="-9677.157">1422 853 2340 0 0,'0'-24'951'0'0,"-1"20"-686"0"0,1 0 1 0 0,-1 0-1 0 0,1 0 1 0 0,0 0-1 0 0,0 0 1 0 0,0 0-1 0 0,0 0 1 0 0,1 0-1 0 0,0 0 1 0 0,0 0-1 0 0,0 0 1 0 0,0 1-1 0 0,0-1 1 0 0,1 0 0 0 0,0 1-1 0 0,-1-1 1 0 0,1 1-1 0 0,1-1 1 0 0,-1 1-1 0 0,0 0 1 0 0,1 0-1 0 0,1-1-265 0 0,-1 4 76 0 0,-1 0-1 0 0,0 0 1 0 0,1 0-1 0 0,-1 0 1 0 0,1 0 0 0 0,-1 1-1 0 0,1-1 1 0 0,-1 1-1 0 0,0-1 1 0 0,0 1-1 0 0,1 0 1 0 0,-1 0-1 0 0,0 0 1 0 0,0 1 0 0 0,0-1-1 0 0,0 0 1 0 0,0 1-1 0 0,0-1 1 0 0,0 1-1 0 0,0 0 1 0 0,-1-1 0 0 0,1 1-1 0 0,-1 0 1 0 0,1 0-1 0 0,-1 0 1 0 0,0 0-1 0 0,0 1-75 0 0,7 10 163 0 0,-1 1-1 0 0,0 0 0 0 0,-1 1 0 0 0,-1-1 1 0 0,-1 1-1 0 0,0 0 0 0 0,0 1 0 0 0,-2-1-162 0 0,4 13 213 0 0,13 73 580 0 0,-4 1 1 0 0,-1 66-794 0 0,-9-106 229 0 0,41 208 96 0 0,7-69-3207 0 0,-53-200 2858 0 0,7 19-1568 0 0,6-7-3314 0 0,-13-13 3872 0 0,0 0 61 0 0,0 0-20 0 0</inkml:trace>
  <inkml:trace contextRef="#ctx0" brushRef="#br0" timeOffset="-9343.065">1698 1346 2284 0 0,'0'-2'217'0'0,"0"1"0"0"0,-1-1 0 0 0,1 0 0 0 0,0 0 0 0 0,0 0-1 0 0,0 1 1 0 0,0-1 0 0 0,0 0 0 0 0,0 0 0 0 0,0 0 0 0 0,1 1 0 0 0,-1-1 0 0 0,1 0-1 0 0,-1 1 1 0 0,1-1 0 0 0,0 0 0 0 0,0 1 0 0 0,0-1 0 0 0,-1 1 0 0 0,1-1 0 0 0,1 1-1 0 0,-1-1 1 0 0,0 1 0 0 0,1-1-217 0 0,61-31 1904 0 0,-53 29-1621 0 0,51-15 456 0 0,0 3 0 0 0,2 3 1 0 0,0 2-1 0 0,54-1-739 0 0,16-4 618 0 0,68-4-240 0 0,-116 7-2769 0 0,-86 13-2836 0 0,-16 0 2735 0 0,7 2 1473 0 0</inkml:trace>
  <inkml:trace contextRef="#ctx0" brushRef="#br0" timeOffset="-8365.83">2358 1990 3424 0 0,'0'0'1182'0'0,"0"0"-138"0"0,0 0-104 0 0,0 0-8 0 0,0 0-4 0 0,0 0-119 0 0,0 0-106 0 0,-1 2-65 0 0,-4 10-368 0 0,-1 1 1 0 0,2 0 0 0 0,0 0-1 0 0,1 1 1 0 0,0-1 0 0 0,1 1 0 0 0,0 0-1 0 0,1-1 1 0 0,1 1 0 0 0,1 11-271 0 0,-2-4 222 0 0,0 30 120 0 0,1 0-551 0 0,-2 0 0 0 0,-2-1 0 0 0,-2 1-1 0 0,-3-1 1 0 0,-9 27 209 0 0,-10-34-4464 0 0,27-42 3106 0 0,1-1 86 0 0,-14-5-1012 0 0,-7-20 1145 0 0</inkml:trace>
  <inkml:trace contextRef="#ctx0" brushRef="#br0" timeOffset="-8045.752">1932 2066 3024 0 0,'-58'-51'4689'0'0,"58"50"-4601"0"0,0-1 0 0 0,-1 1-1 0 0,1 0 1 0 0,0-1 0 0 0,0 1 0 0 0,0 0 0 0 0,0-1 0 0 0,0 1 0 0 0,0 0 0 0 0,0-1 0 0 0,1 1 0 0 0,-1 0 0 0 0,0-1 0 0 0,1 1 0 0 0,-1 0 0 0 0,1 0-1 0 0,0-1 1 0 0,-1 1 0 0 0,1 0 0 0 0,0 0 0 0 0,0 0 0 0 0,-1 0 0 0 0,1 0 0 0 0,0 0 0 0 0,0 0 0 0 0,0 0 0 0 0,0 0 0 0 0,1 0 0 0 0,-1 1-1 0 0,0-1 1 0 0,0 0 0 0 0,0 1 0 0 0,1-1 0 0 0,-1 1 0 0 0,0-1 0 0 0,0 1 0 0 0,1 0 0 0 0,-1-1 0 0 0,0 1 0 0 0,1 0 0 0 0,-1 0 0 0 0,1 0 0 0 0,-1 0-1 0 0,0 0 1 0 0,1 0 0 0 0,-1 1-88 0 0,6-4 208 0 0,244-67 2013 0 0,-160 49-2260 0 0,0 3-1 0 0,16 3 40 0 0,-10 11-2723 0 0,-23 19-282 0 0,-70-14 2756 0 0,-1 1-1 0 0,1-1 0 0 0,0 1 0 0 0,-1-1 0 0 0,0 1 1 0 0,1 0-1 0 0,-1 0 0 0 0,0 1 0 0 0,0-1 0 0 0,0 1 0 0 0,0 0 1 0 0,0-1-1 0 0,-1 1 0 0 0,1 1 0 0 0,-1-1 0 0 0,0 0 1 0 0,0 0-1 0 0,0 1 0 0 0,0 0 250 0 0,8 14-1017 0 0</inkml:trace>
  <inkml:trace contextRef="#ctx0" brushRef="#br0" timeOffset="-7781.227">2765 2202 3016 0 0,'3'144'7104'0'0,"-3"245"-3555"0"0,10-265-6151 0 0,-8-12-1788 0 0,6-12 943 0 0,-8-67 2457 0 0</inkml:trace>
  <inkml:trace contextRef="#ctx0" brushRef="#br0" timeOffset="-7180.8">511 3997 2656 0 0,'-4'-3'1517'0'0,"-8"-6"797"0"0,15 6 3323 0 0,159 3-4004 0 0,227 0-673 0 0,-219-15-1387 0 0,-147 12 293 0 0,13-3-1119 0 0,0-1-1 0 0,-1-1 1 0 0,0-2 0 0 0,23-11 1253 0 0,-18-14-6137 0 0,-38 29 4927 0 0</inkml:trace>
  <inkml:trace contextRef="#ctx0" brushRef="#br0" timeOffset="-6870.06">1557 3557 1372 0 0,'-14'-65'5441'0'0,"14"63"-4597"0"0,0-1-68 0 0,-1-5-494 0 0,0-3 1820 0 0,2 19-386 0 0,24 125-191 0 0,-5 48-733 0 0,-21-127-581 0 0,12 207-513 0 0,6-146-543 0 0,5 3-3660 0 0,-22-117 4362 0 0,-1-1 0 0 0,1 1 1 0 0,0 0-1 0 0,0-1 0 0 0,0 1 0 0 0,0-1 0 0 0,0 1 1 0 0,1-1-1 0 0,-1 1 0 0 0,0-1 0 0 0,0 1 1 0 0,0 0-1 0 0,0-1 0 0 0,1 1 0 0 0,-1-1 0 0 0,0 1 1 0 0,0-1-1 0 0,1 0 0 0 0,-1 1 0 0 0,0-1 1 0 0,1 1-1 0 0,-1-1 0 0 0,0 1 0 0 0,1-1 1 0 0,-1 0-1 0 0,1 1 0 0 0,-1-1 0 0 0,1 0 0 0 0,-1 0 1 0 0,1 1-1 0 0,-1-1 0 0 0,1 0 0 0 0,-1 0 1 0 0,1 0-1 0 0,-1 1 0 0 0,1-1 0 0 0,-1 0 0 0 0,1 0 1 0 0,0 0-1 0 0,-1 0 0 0 0,1 0 0 0 0,-1 0 1 0 0,1 0 142 0 0,4-2-1074 0 0</inkml:trace>
  <inkml:trace contextRef="#ctx0" brushRef="#br0" timeOffset="-6565.209">1814 3538 3156 0 0,'10'-66'4812'0'0,"-10"65"-4726"0"0,0 0 1 0 0,0 0-1 0 0,0 0 1 0 0,0 1-1 0 0,0-1 0 0 0,0 0 1 0 0,0 0-1 0 0,0 0 0 0 0,0 0 1 0 0,0 1-1 0 0,1-1 0 0 0,-1 0 1 0 0,0 0-1 0 0,0 1 1 0 0,1-1-1 0 0,-1 0 0 0 0,1 0 1 0 0,-1 1-1 0 0,1-1 0 0 0,-1 0 1 0 0,1 1-1 0 0,-1-1 0 0 0,1 1 1 0 0,-1-1-1 0 0,1 1 1 0 0,0-1-1 0 0,-1 1 0 0 0,1-1 1 0 0,0 1-1 0 0,0-1 0 0 0,-1 1 1 0 0,1 0-1 0 0,0 0 0 0 0,0-1 1 0 0,0 1-1 0 0,-1 0 1 0 0,1 0-1 0 0,0 0 0 0 0,0 0 1 0 0,0 0-1 0 0,-1 0 0 0 0,1 0 1 0 0,0 0-1 0 0,0 0 1 0 0,0 0-1 0 0,0 0 0 0 0,-1 1 1 0 0,1-1-1 0 0,0 0 0 0 0,0 0 1 0 0,-1 1-1 0 0,1-1 0 0 0,0 1 1 0 0,0-1-87 0 0,6 11 167 0 0,0 0 0 0 0,-1 0 0 0 0,0 1 0 0 0,-1 0 1 0 0,0 0-1 0 0,-1 0 0 0 0,0 1 0 0 0,-1-1 0 0 0,-1 1 0 0 0,0 0 1 0 0,0 0-1 0 0,-1 0 0 0 0,-1 12-167 0 0,2-2 163 0 0,-1 208 1033 0 0,1-79-714 0 0,15-26-198 0 0,13 76-2925 0 0,-21-176-4307 0 0,-7-33 2366 0 0,-2 2 3399 0 0</inkml:trace>
  <inkml:trace contextRef="#ctx0" brushRef="#br0" timeOffset="-6238.294">2058 4118 1504 0 0,'11'-7'639'0'0,"1"0"-1"0"0,0 0 0 0 0,0 2 1 0 0,1-1-1 0 0,-1 2 0 0 0,1-1 1 0 0,0 2-1 0 0,1 0 1 0 0,-1 0-1 0 0,2 1-638 0 0,26-7 877 0 0,127-25 5243 0 0,164-10-6120 0 0,-16 32 2064 0 0,-275 12-1791 0 0,70 16-426 0 0,-108-15-28 0 0,-1-1 0 0 0,0 0 0 0 0,1 0 0 0 0,-1 0 1 0 0,0 0-1 0 0,1 0 0 0 0,-1-1 0 0 0,0 1 0 0 0,0-1 0 0 0,1 1 0 0 0,-1-1 1 0 0,0 0-1 0 0,0 0 0 0 0,0 0 0 0 0,0 0 0 0 0,0 0 0 0 0,0-1 0 0 0,0 1 1 0 0,1-1 180 0 0,-3-12-5743 0 0,-31 6 1782 0 0,9 9 2782 0 0,6 0-31 0 0</inkml:trace>
  <inkml:trace contextRef="#ctx0" brushRef="#br0" timeOffset="-4685.367">2659 4446 968 0 0,'0'0'713'0'0,"0"0"-134"0"0,0 0-47 0 0,0 0 58 0 0,0 0-25 0 0,0 0-48 0 0,0 0-67 0 0,0 0 0 0 0,0 0-19 0 0,0 0-25 0 0,0 0-9 0 0,0 0-34 0 0,0 0-47 0 0,0 0-50 0 0,0 0 10 0 0,0 0-4 0 0,0 0-2 0 0,3 0 16 0 0,27 1 6937 0 0,-21 0-7992 0 0,-3 25 952 0 0,-5 207 751 0 0,-1-29-470 0 0,-9-161-268 0 0,8 20-955 0 0,1-62 261 0 0,0-1-72 0 0,0 0-64 0 0,0 0 12 0 0,0 0-34 0 0,-1 2-359 0 0,-7 2-2682 0 0,-2-25-1114 0 0,8 15 4328 0 0,-5-11-474 0 0</inkml:trace>
  <inkml:trace contextRef="#ctx0" brushRef="#br0" timeOffset="-4335.189">2539 4457 2076 0 0,'-45'-30'10323'0'0,"71"19"-8118"0"0,40-12-1478 0 0,129-35 508 0 0,51 2-3423 0 0,-220 53 1136 0 0,12 2-4807 0 0,-37 1 4535 0 0,8 0-987 0 0,-8 0 1247 0 0</inkml:trace>
  <inkml:trace contextRef="#ctx0" brushRef="#br0" timeOffset="-3868.304">3157 4661 3612 0 0,'-5'42'7472'0'0,"-13"20"-5041"0"0,0 4-1636 0 0,-29 139 1117 0 0,43-165-1641 0 0,4-39-242 0 0,0-1 8 0 0,0 2-111 0 0,0-1 55 0 0,0 0 0 0 0,0 0 0 0 0,0 0 0 0 0,0 0 0 0 0,0 0 1 0 0,1 0-1 0 0,-1 0 0 0 0,0-1 0 0 0,0 1 0 0 0,1 0 0 0 0,-1 0 0 0 0,1 0 0 0 0,-1 0 0 0 0,1 0 1 0 0,-1-1-1 0 0,1 1 0 0 0,-1 0 0 0 0,1 0 0 0 0,0-1 0 0 0,-1 1 0 0 0,1 0 0 0 0,0-1 0 0 0,0 1 1 0 0,0-1-1 0 0,-1 1 0 0 0,1-1 0 0 0,0 0 0 0 0,0 1 0 0 0,0-1 0 0 0,0 0 0 0 0,0 1 0 0 0,0-1 1 0 0,0 0-1 0 0,0 0 0 0 0,-1 0 0 0 0,1 0 0 0 0,0 0 0 0 0,0 0 0 0 0,1 0 19 0 0,46-7-1044 0 0,-34 4 789 0 0,137-58-1876 0 0,-110 41 1508 0 0,60-45-424 0 0,-84 40 2948 0 0,-18 29 425 0 0,-2 5-1950 0 0,-5 121 1723 0 0,11-8-1085 0 0,13-16-821 0 0,6 33-1876 0 0,-21-135 1486 0 0,8 58-1921 0 0,2-21-3592 0 0,-10-40 4390 0 0,-3-7-2495 0 0,0-1 2777 0 0</inkml:trace>
  <inkml:trace contextRef="#ctx0" brushRef="#br0" timeOffset="-2818.173">3142 3895 2228 0 0,'14'-18'4850'0'0,"31"16"-2483"0"0,-32 2-1866 0 0,195 0 1537 0 0,-73-13-1614 0 0,-31-8 121 0 0,-96 19-507 0 0,0 0 0 0 0,0-1 0 0 0,-1 0 0 0 0,1 0 0 0 0,-1-1 1 0 0,0 0-1 0 0,0 0 0 0 0,0 0 0 0 0,-1-1 0 0 0,0 0 0 0 0,1-1 0 0 0,-2 1 0 0 0,1-1-38 0 0,9-36 80 0 0,-10 27-46 0 0,-1-1 1 0 0,-1 0-1 0 0,0 0 1 0 0,-1 0-1 0 0,-1 0 1 0 0,0-1-1 0 0,-1 1 1 0 0,-2-11-35 0 0,1-10 55 0 0,-2-54 56 0 0,-34-149-132 0 0,-29-261 263 0 0,43 343-233 0 0,-7 1 0 0 0,-50-148-9 0 0,30 159 32 0 0,-23-65-136 0 0,-24-133 104 0 0,42 134-165 0 0,46 163 165 0 0,8 14 64 0 0,1 32-80 0 0,0-20 7 0 0,0 20 33 0 0,0 1-7 0 0,0 0 19 0 0,0 0-74 0 0,-6-15-2339 0 0,1 8-3055 0 0,-6-6 2181 0 0,6 9 2313 0 0</inkml:trace>
  <inkml:trace contextRef="#ctx0" brushRef="#br0" timeOffset="-1570.553">2554 1169 1804 0 0,'-5'0'703'0'0,"-4"0"2724"0"0,16-1-2105 0 0,87-7-105 0 0,695-81 502 0 0,-176 46-322 0 0,-268 23-792 0 0,-296 14-458 0 0,-42 6-107 0 0,198 0 83 0 0,-136-15-129 0 0,336 15 1070 0 0,-404 0-995 0 0,72 0 645 0 0,-71 0-705 0 0,18 0 90 0 0,13 0 44 0 0,-31 0-168 0 0,29 0 194 0 0,-1 0-157 0 0,21 0-78 0 0,0 22-3 0 0,167-11 225 0 0,-177-11-94 0 0,36 2-512 0 0,-105-15-6146 0 0,-11-5 1819 0 0,23 10 3697 0 0</inkml:trace>
  <inkml:trace contextRef="#ctx0" brushRef="#br0" timeOffset="-1159.019">5971 433 2716 0 0,'-52'50'4137'0'0,"39"-31"-3707"0"0,1 0 0 0 0,1 1 1 0 0,0 0-1 0 0,2 0 1 0 0,0 1-1 0 0,2 0 1 0 0,-5 19-431 0 0,-3 30 708 0 0,3 1 0 0 0,4 0 0 0 0,2 1 0 0 0,4 67-708 0 0,24 0 337 0 0,-11-92-426 0 0,2-1 1 0 0,3 0-1 0 0,11 21 89 0 0,39 56-3708 0 0,10-22-2347 0 0,-65-93 5137 0 0</inkml:trace>
  <inkml:trace contextRef="#ctx0" brushRef="#br0" timeOffset="5560.276">513 6513 1292 0 0,'3'0'431'0'0,"30"0"2237"0"0,-30 0-2335 0 0,-3 0-27 0 0,0 0 16 0 0,5-4-115 0 0,15-11 21 0 0,-19 15-194 0 0,-1 0-1 0 0,1 1 1 0 0,0-1-1 0 0,0 0 1 0 0,-1 1 0 0 0,1-1-1 0 0,0 1 1 0 0,-1-1-1 0 0,1 1 1 0 0,0 0-1 0 0,-1-1 1 0 0,1 1-1 0 0,-1-1 1 0 0,1 1 0 0 0,-1 0-1 0 0,1 0 1 0 0,-1-1-1 0 0,0 1 1 0 0,1 0-1 0 0,-1 0 1 0 0,0 0 0 0 0,1-1-1 0 0,-1 1 1 0 0,0 0-1 0 0,0 0 1 0 0,0 0-1 0 0,0 0 1 0 0,0-1-1 0 0,0 1 1 0 0,0 0 0 0 0,0 0-1 0 0,0 0 1 0 0,0 0-34 0 0,0 1 62 0 0,71 387 1675 0 0,-43-121-1159 0 0,-12 237 627 0 0,-16-46-412 0 0,9-249-603 0 0,35 129 232 0 0,7 5 20 0 0,-32-164-1 0 0,-4 77-441 0 0,-1-47 284 0 0,-2-155-850 0 0,-11-54 203 0 0,5 2-2684 0 0,-10-12-685 0 0,-9-2 2758 0 0,7 7 490 0 0,-17-13-563 0 0,-2 3-225 0 0</inkml:trace>
  <inkml:trace contextRef="#ctx0" brushRef="#br0" timeOffset="7018.034">731 7124 1484 0 0,'0'-20'2084'0'0,"-4"20"-1542"0"0,-9 0-80 0 0,10 0-40 0 0,3 0-15 0 0,0 0 43 0 0,0 0-21 0 0,0 0-110 0 0,0 0-4 0 0,0 0 21 0 0,0 0 35 0 0,0 0-5 0 0,0 0-3 0 0,0 0-22 0 0,0 0-6 0 0,0 0-39 0 0,0 0-5 0 0,0 0 6 0 0,0 0 7 0 0,0 0-46 0 0,0 0-23 0 0,49-5 1190 0 0,-30 6-1233 0 0,490 6 764 0 0,-106 5 420 0 0,-400-15-1265 0 0,8-5 61 0 0,-30 15-2301 0 0,-5-9-6919 0 0,23 0 7994 0 0</inkml:trace>
  <inkml:trace contextRef="#ctx0" brushRef="#br0" timeOffset="7385.811">1748 6763 2364 0 0,'-5'-40'4470'0'0,"6"12"-970"0"0,5 48-2026 0 0,-2 25-802 0 0,9 213 1679 0 0,-11 7-2351 0 0,-2-217-49 0 0,15 86-629 0 0,-2-59-2739 0 0,-13-75 3295 0 0,-1-1-1 0 0,1 1 1 0 0,0 0 0 0 0,0 0-1 0 0,0-1 1 0 0,0 1 0 0 0,0 0-1 0 0,0 0 1 0 0,0-1-1 0 0,0 1 1 0 0,0 0 0 0 0,0 0-1 0 0,0-1 1 0 0,1 1 0 0 0,-1 0-1 0 0,0 0 1 0 0,0 0 0 0 0,0-1-1 0 0,0 1 1 0 0,0 0 0 0 0,0 0-1 0 0,0-1 1 0 0,1 1 0 0 0,-1 0-1 0 0,0 0 1 0 0,0 0-1 0 0,0 0 1 0 0,0-1 0 0 0,1 1-1 0 0,-1 0 1 0 0,0 0 0 0 0,0 0-1 0 0,0 0 1 0 0,1 0 0 0 0,-1 0-1 0 0,0 0 1 0 0,0 0 0 0 0,1-1-1 0 0,-1 1 1 0 0,0 0 0 0 0,0 0-1 0 0,1 0 1 0 0,-1 0 0 0 0,0 0-1 0 0,0 0 1 0 0,0 0-1 0 0,1 0 1 0 0,-1 0 0 0 0,0 0-1 0 0,0 1 1 0 0,1-1 0 0 0,-1 0-1 0 0,0 0 1 0 0,0 0 0 0 0,1 0-1 0 0,-1 0 1 0 0,0 0 0 0 0,0 0-1 0 0,0 1 1 0 0,0-1 0 0 0,1 0-1 0 0,-1 0 1 0 0,0 0-1 0 0,0 0 1 0 0,0 1 122 0 0,0-1-24 0 0,2-6-1246 0 0</inkml:trace>
  <inkml:trace contextRef="#ctx0" brushRef="#br0" timeOffset="7710.971">2138 6780 888 0 0,'22'-50'7145'0'0,"-20"79"-3601"0"0,-2 507 535 0 0,20-392-4264 0 0,4-16-2270 0 0,-19-113 128 0 0,-3-9-974 0 0,-4-11-485 0 0,0 1 2756 0 0</inkml:trace>
  <inkml:trace contextRef="#ctx0" brushRef="#br0" timeOffset="8025.089">2335 7155 2260 0 0,'18'-9'4645'0'0,"14"3"-2480"0"0,-20 5-1727 0 0,143-13 2654 0 0,206-33-387 0 0,-92 14-1605 0 0,-180 29-718 0 0,-82 1-107 0 0,-3-10-9193 0 0,-7 7 7458 0 0,-41-9-2110 0 0,19 14 2472 0 0</inkml:trace>
  <inkml:trace contextRef="#ctx0" brushRef="#br0" timeOffset="8983.286">2706 7905 2968 0 0,'0'0'1167'0'0,"0"0"-70"0"0,0 0-79 0 0,0 0-49 0 0,0 0-157 0 0,0 0-74 0 0,0 0-5 0 0,3-1-32 0 0,-2 3-642 0 0,0-1-1 0 0,0 1 1 0 0,0-1 0 0 0,0 1 0 0 0,0 0-1 0 0,0-1 1 0 0,0 1 0 0 0,-1 0-1 0 0,1 0 1 0 0,0-1 0 0 0,-1 1 0 0 0,0 0-1 0 0,1 0 1 0 0,-1 0 0 0 0,0 0 0 0 0,0 0-1 0 0,0 0 1 0 0,0 0 0 0 0,0-1-1 0 0,-1 1 1 0 0,1 0 0 0 0,0 0 0 0 0,-1 0-1 0 0,0 0 1 0 0,1 0 0 0 0,-1-1 0 0 0,0 1-1 0 0,0 0 1 0 0,0-1 0 0 0,0 1-1 0 0,0 0-58 0 0,-5 28 417 0 0,-21 283 1844 0 0,11-81-3143 0 0,11-200-2164 0 0,5-31 1638 0 0,0-1-14 0 0,-2-3 64 0 0,-26-54-2435 0 0,18 30 2613 0 0</inkml:trace>
  <inkml:trace contextRef="#ctx0" brushRef="#br0" timeOffset="9344.664">2452 8009 1280 0 0,'-7'-9'1251'0'0,"6"9"-1096"0"0,0-1 0 0 0,0 1 0 0 0,1-1 0 0 0,-1 0-1 0 0,0 0 1 0 0,0 1 0 0 0,0-1 0 0 0,0 0 0 0 0,1 0 0 0 0,-1 0 0 0 0,0 0 0 0 0,1 0 0 0 0,-1 0 0 0 0,1 0 0 0 0,-1 0 0 0 0,1 0 0 0 0,0 0 0 0 0,-1 0 0 0 0,1-1 0 0 0,0 1 0 0 0,0 0 0 0 0,-1 0-1 0 0,1 0 1 0 0,0 0 0 0 0,0 0 0 0 0,1-1 0 0 0,-1 1 0 0 0,0 0 0 0 0,0 0 0 0 0,0 0 0 0 0,1 0 0 0 0,-1 0 0 0 0,1 0 0 0 0,-1 0 0 0 0,1 0 0 0 0,-1 0 0 0 0,1 0 0 0 0,-1 0 0 0 0,1 0 0 0 0,0 0-1 0 0,0-1-154 0 0,131-63 2839 0 0,97-17-1006 0 0,-171 64-1773 0 0,63-8-953 0 0,-31 22-3041 0 0,-68 4 1133 0 0,-17 3 1583 0 0,8 10 59 0 0,-6-3 29 0 0</inkml:trace>
  <inkml:trace contextRef="#ctx0" brushRef="#br0" timeOffset="9819.996">3138 8240 3316 0 0,'-1'0'93'0'0,"1"0"-1"0"0,0 0 1 0 0,-1 1-1 0 0,1-1 0 0 0,0 1 1 0 0,-1-1-1 0 0,1 0 1 0 0,0 1-1 0 0,0-1 0 0 0,0 1 1 0 0,-1-1-1 0 0,1 0 1 0 0,0 1-1 0 0,0-1 0 0 0,0 1 1 0 0,0-1-1 0 0,0 1 1 0 0,0-1-1 0 0,0 1 0 0 0,0-1 1 0 0,0 1-1 0 0,0-1 1 0 0,0 1-1 0 0,0-1 0 0 0,0 1 1 0 0,0-1-1 0 0,0 0 1 0 0,0 1-1 0 0,1-1 0 0 0,-1 1 1 0 0,0-1-1 0 0,0 1 1 0 0,1-1-1 0 0,-1 0 0 0 0,0 1 1 0 0,0-1-1 0 0,1 0 1 0 0,-1 1-1 0 0,0-1 1 0 0,1 0-1 0 0,-1 1 0 0 0,1-1 1 0 0,-1 0-1 0 0,0 0 1 0 0,1 1-1 0 0,-1-1 0 0 0,1 0 1 0 0,-1 0-1 0 0,1 0 1 0 0,-1 0-1 0 0,0 0 0 0 0,1 0 1 0 0,-1 1-1 0 0,1-1 1 0 0,-1 0-1 0 0,1 0 0 0 0,-1 0 1 0 0,1-1-1 0 0,0 1-92 0 0,34-5 1132 0 0,-24 3-901 0 0,58-5 529 0 0,-23 6-216 0 0,-42 3-524 0 0,-1-1-1 0 0,0 1 1 0 0,0 0-1 0 0,0 0 1 0 0,0 0 0 0 0,0 0-1 0 0,-1 1 1 0 0,1-1 0 0 0,-1 1-1 0 0,1 0 1 0 0,-1-1-1 0 0,0 1 1 0 0,0 0 0 0 0,0 0-1 0 0,0 0 1 0 0,-1 1-1 0 0,1-1 1 0 0,-1 0 0 0 0,0 1-1 0 0,0-1 1 0 0,0 1 0 0 0,-1-1-1 0 0,1 1 1 0 0,-1 2-20 0 0,1 5 26 0 0,-1 1 0 0 0,0-1 0 0 0,-1 0-1 0 0,-1 0 1 0 0,0 1 0 0 0,0-1 0 0 0,-1-1 0 0 0,0 1 0 0 0,-1 0 0 0 0,-1-1 0 0 0,1 1 0 0 0,-6 6-26 0 0,-1 7 110 0 0,-6 15 262 0 0,1 1 0 0 0,2 1 0 0 0,2 0 0 0 0,1 1 0 0 0,0 18-372 0 0,10-56 19 0 0,1 0 0 0 0,0-1-1 0 0,0 1 1 0 0,0 0-1 0 0,0 0 1 0 0,1 0 0 0 0,0 0-1 0 0,-1 0 1 0 0,2 0-1 0 0,-1 0 1 0 0,0-1 0 0 0,1 1-1 0 0,-1 0 1 0 0,1-1-1 0 0,0 0 1 0 0,1 1 0 0 0,-1-1-1 0 0,0 0 1 0 0,1 0-1 0 0,0 0 1 0 0,-1 0 0 0 0,1-1-1 0 0,0 1 1 0 0,1-1 0 0 0,-1 0-1 0 0,0 1 1 0 0,1-1-1 0 0,-1-1 1 0 0,1 1 0 0 0,-1-1-1 0 0,1 1 1 0 0,0-1-1 0 0,0 0 1 0 0,0 0-19 0 0,10 2-187 0 0,-1-1 0 0 0,0-1-1 0 0,1 0 1 0 0,-1 0 0 0 0,1-1-1 0 0,-1-1 1 0 0,10-2 187 0 0,90-32-2608 0 0,-54 11-1664 0 0,-32 13 717 0 0,-26 10 2393 0 0</inkml:trace>
  <inkml:trace contextRef="#ctx0" brushRef="#br0" timeOffset="10346.758">919 9574 2200 0 0,'0'3'951'0'0,"0"8"-136"0"0,0-8-48 0 0,0-3-39 0 0,0 3-46 0 0,1-1-630 0 0,-1 1 1 0 0,1-1-1 0 0,0 0 0 0 0,0 0 1 0 0,0 0-1 0 0,0 0 0 0 0,0 0 0 0 0,1 0 1 0 0,-1 0-1 0 0,1 0 0 0 0,-1-1 0 0 0,1 1 1 0 0,0 0-1 0 0,-1-1 0 0 0,1 1 1 0 0,0-1-1 0 0,0 0 0 0 0,0 1 0 0 0,0-1 1 0 0,0 0-1 0 0,1 0 0 0 0,-1-1 0 0 0,1 1-52 0 0,1 1 97 0 0,89 24 1548 0 0,84-19-94 0 0,-8-7-514 0 0,277-1-2466 0 0,-438 1 1324 0 0,71-9-2503 0 0,-33-18-2260 0 0,-40 22 3815 0 0</inkml:trace>
  <inkml:trace contextRef="#ctx0" brushRef="#br0" timeOffset="10752.574">2087 9349 1292 0 0,'-5'-17'5384'0'0,"-3"24"-1443"0"0,0 73-1590 0 0,4 0 0 0 0,5 63-2351 0 0,0-46 378 0 0,-1-42-305 0 0,0 133-786 0 0,0-63-3701 0 0,22-93-212 0 0,-11-30 2185 0 0,-7-4 1333 0 0</inkml:trace>
  <inkml:trace contextRef="#ctx0" brushRef="#br0" timeOffset="11200.373">2423 9372 2440 0 0,'14'-31'4108'0'0,"-13"31"-4013"0"0,-1 0 1 0 0,1 0-1 0 0,-1 0 1 0 0,1 0-1 0 0,-1 0 1 0 0,1 0 0 0 0,-1 0-1 0 0,1 0 1 0 0,-1 0-1 0 0,1 0 1 0 0,-1 0-1 0 0,1 1 1 0 0,-1-1-1 0 0,0 0 1 0 0,1 0-1 0 0,-1 1 1 0 0,1-1-1 0 0,-1 0 1 0 0,1 1-1 0 0,-1-1 1 0 0,0 0-1 0 0,1 1 1 0 0,-1-1-1 0 0,0 0 1 0 0,1 1-1 0 0,-1-1 1 0 0,0 1-1 0 0,0-1 1 0 0,1 1-1 0 0,-1-1 1 0 0,0 1-1 0 0,0-1 1 0 0,0 1-1 0 0,0-1 1 0 0,1 1-1 0 0,-1-1 1 0 0,0 1-1 0 0,0-1 1 0 0,0 1-1 0 0,0-1 1 0 0,0 1-1 0 0,0-1 1 0 0,-1 1-96 0 0,5 107 2804 0 0,-4 426-40 0 0,16-383-4276 0 0,-15-139 1024 0 0,5 19-1391 0 0,-1-11-2563 0 0,3-26-446 0 0,-4-1 3766 0 0</inkml:trace>
  <inkml:trace contextRef="#ctx0" brushRef="#br0" timeOffset="11451.746">2629 9846 3148 0 0,'51'-12'6288'0'0,"-37"11"-5782"0"0,106-16 3258 0 0,118-1-3764 0 0,-10-2 813 0 0,53-6-2828 0 0,-191 17-1796 0 0,-45-1-1412 0 0,-44 9 4133 0 0</inkml:trace>
  <inkml:trace contextRef="#ctx0" brushRef="#br0" timeOffset="11831.727">2914 10605 3000 0 0,'6'23'4795'0'0,"-6"-15"-4269"0"0,0 199 3340 0 0,0 109-3114 0 0,0-314-1052 0 0,-9 1-239 0 0,4-8-217 0 0,7-181-870 0 0,-15 85 1355 0 0,1 42 166 0 0,-5-28 141 0 0,-14-137 1412 0 0,27 145 23 0 0,38 38-720 0 0,-21 30-646 0 0,0 1 0 0 0,1 0 0 0 0,1 1 1 0 0,0 1-1 0 0,0 0 0 0 0,0 1 0 0 0,1 0 0 0 0,0 1 1 0 0,0 1-1 0 0,9-1-105 0 0,-15 3 24 0 0,184-40 456 0 0,-65 29-1248 0 0,-60 10-2284 0 0,-67 4 1803 0 0,1 3-191 0 0,-2-3 1333 0 0,-1 1-1 0 0,1 0 1 0 0,-1 0 0 0 0,1 0 0 0 0,0 0 0 0 0,-1 0 0 0 0,0 0-1 0 0,1 0 1 0 0,-1 0 0 0 0,0 0 0 0 0,1 0 0 0 0,-1 0 0 0 0,0 0-1 0 0,0 0 1 0 0,0 0 0 0 0,0 0 0 0 0,0 0 0 0 0,0 0 0 0 0,0 0-1 0 0,0 0 1 0 0,0 0 0 0 0,0 0 0 0 0,-1 0 0 0 0,1 0 0 0 0,0 0-1 0 0,-1 0 1 0 0,1 0 0 0 0,-1 0 0 0 0,1 0 0 0 0,-1 0-1 0 0,1 0 1 0 0,-1-1 0 0 0,0 1 0 0 0,1 0 0 0 0,-1 0 0 0 0,0-1-1 0 0,0 1 1 0 0,0 0 0 0 0,0-1 0 0 0,1 1 0 0 0,-1-1 0 0 0,0 1-1 0 0,0-1 1 0 0,0 1 0 0 0,0-1 0 0 0,0 0 0 0 0,0 1 0 0 0,0-1-1 0 0,0 0 1 0 0,-1 0 107 0 0,-20 12-1112 0 0</inkml:trace>
  <inkml:trace contextRef="#ctx0" brushRef="#br0" timeOffset="12182.166">2863 10645 2008 0 0,'-1'1'168'0'0,"0"0"1"0"0,0 0-1 0 0,0 0 0 0 0,0 0 1 0 0,0 1-1 0 0,1-1 0 0 0,-1 0 1 0 0,0 0-1 0 0,1 0 0 0 0,-1 1 1 0 0,1-1-1 0 0,-1 0 0 0 0,1 0 0 0 0,0 1 1 0 0,-1-1-1 0 0,1 1 0 0 0,0-1 1 0 0,0 0-1 0 0,0 1 0 0 0,0-1 1 0 0,0 0-1 0 0,0 1 0 0 0,1-1 1 0 0,-1 0-1 0 0,0 1 0 0 0,1-1 0 0 0,-1 0 1 0 0,1 1-1 0 0,-1-1 0 0 0,1 0 1 0 0,0 0-1 0 0,-1 0 0 0 0,1 0 1 0 0,0 1-1 0 0,0-1 0 0 0,0 0 1 0 0,0 0-1 0 0,0 0 0 0 0,0-1 0 0 0,0 1 1 0 0,0 0-1 0 0,0 0 0 0 0,0-1 1 0 0,1 1-1 0 0,-1 0 0 0 0,0-1 1 0 0,0 1-1 0 0,2-1-168 0 0,16 4 229 0 0,1-2 1 0 0,-1 0-1 0 0,1-1 1 0 0,-1-1-1 0 0,1-1 0 0 0,0 0 1 0 0,-1-2-1 0 0,0 0 1 0 0,10-4-230 0 0,95-18-927 0 0,17-5-4023 0 0,-85 18 2258 0 0,-25 2 1409 0 0</inkml:trace>
  <inkml:trace contextRef="#ctx0" brushRef="#br0" timeOffset="12636.28">4076 10349 2384 0 0,'-60'10'5127'0'0,"-28"23"-3590"0"0,60-23-1098 0 0,0 2 0 0 0,0 2 0 0 0,1 0 0 0 0,1 2-1 0 0,-22 17-438 0 0,44-30 60 0 0,0 1 0 0 0,0-1 0 0 0,0 1 0 0 0,1 0 0 0 0,0 0 0 0 0,-1 0 0 0 0,2 1 0 0 0,-1-1 0 0 0,0 1 0 0 0,1-1 0 0 0,0 1 0 0 0,0 0 0 0 0,-1 3-60 0 0,11 25 405 0 0,-4-26-360 0 0,0-1-20 0 0,1-1 0 0 0,0 1 0 0 0,0-1 0 0 0,0 0 1 0 0,0 0-1 0 0,1 0 0 0 0,0-1 0 0 0,0 0 0 0 0,0 0 0 0 0,6 3-25 0 0,0 0 28 0 0,122 64 233 0 0,-121-65-183 0 0,-1 0 0 0 0,0 2 0 0 0,-1-1 0 0 0,1 1 0 0 0,-1 1 0 0 0,-1 0 0 0 0,0 1 0 0 0,0 0 1 0 0,-1 0-1 0 0,0 1 0 0 0,-1 0 0 0 0,0 1 0 0 0,-1 0 0 0 0,0 0 0 0 0,-1 0 0 0 0,-1 1 0 0 0,0 0 0 0 0,0 0 0 0 0,-1 1-78 0 0,-4 47 615 0 0,-4-47-535 0 0,-1 0 0 0 0,0-1 0 0 0,-1 0 0 0 0,-1 0 0 0 0,0-1 0 0 0,-1 1 0 0 0,0-2-1 0 0,-8 10-79 0 0,-61 52 48 0 0,66-65-268 0 0,-1-2 0 0 0,1 1-1 0 0,-1-2 1 0 0,0 0-1 0 0,-1 0 1 0 0,1-1-1 0 0,-1 0 1 0 0,0-1-1 0 0,-13 1 221 0 0,-27-4-2398 0 0,-41-44-2164 0 0,26-38 923 0 0,49 46 2465 0 0</inkml:trace>
  <inkml:trace contextRef="#ctx0" brushRef="#br0" timeOffset="13616.213">3570 9701 2240 0 0,'14'9'795'0'0,"1"-1"0"0"0,1-1 1 0 0,-1 0-1 0 0,1-1 0 0 0,1-1 0 0 0,-1-1 0 0 0,17 3-795 0 0,175 11 2846 0 0,7 0-1206 0 0,-133-8-917 0 0,-67-9-626 0 0,-11-1-72 0 0,0 1 0 0 0,0-1 0 0 0,1 0-1 0 0,-1 0 1 0 0,0-1 0 0 0,1 1 0 0 0,-1-1 0 0 0,0 0 0 0 0,0 0-1 0 0,0 0 1 0 0,0-1 0 0 0,0 1 0 0 0,0-1 0 0 0,0 0 0 0 0,0 0-1 0 0,-1 0 1 0 0,1-1 0 0 0,-1 0 0 0 0,2 0-25 0 0,1-5 4 0 0,0-1 0 0 0,0 1 0 0 0,-1-1 0 0 0,0 1 0 0 0,-1-1 0 0 0,0-1 0 0 0,-1 1 1 0 0,1-1-1 0 0,-2 1 0 0 0,1-1 0 0 0,-1 0 0 0 0,-1 0 0 0 0,0 0 0 0 0,0 0 0 0 0,-1 0 0 0 0,-1-10-4 0 0,-24-97 82 0 0,-34-199 66 0 0,-3-11 4 0 0,46 241-78 0 0,-41-211 386 0 0,-13 2-460 0 0,19 110 156 0 0,-5-11-28 0 0,10-12-191 0 0,25 130 172 0 0,18 45 356 0 0,3 31-458 0 0,0-16 179 0 0,0-172-292 0 0,0 188 111 0 0,0-31 268 0 0,1 22-928 0 0,-1 10 365 0 0,1-1 0 0 0,-1 0 0 0 0,0 1-1 0 0,1-1 1 0 0,-1 0 0 0 0,0 1 0 0 0,0-1-1 0 0,0 1 1 0 0,-1-1 0 0 0,1 0-1 0 0,0 1 1 0 0,-1-1 0 0 0,1 1 0 0 0,0-1-1 0 0,-1 0 1 0 0,0 1 0 0 0,1-1 0 0 0,-1 1-1 0 0,0 0 1 0 0,0-1 0 0 0,0 1 0 0 0,0 0-1 0 0,0-1 1 0 0,0 1 0 0 0,0 0-1 0 0,0 0 1 0 0,-1 0 0 0 0,1 0 0 0 0,0 0-1 0 0,-1 0 1 0 0,1 0 0 0 0,-2 0 290 0 0,-39-14-2542 0 0,18 6 1246 0 0</inkml:trace>
  <inkml:trace contextRef="#ctx0" brushRef="#br0" timeOffset="14049.994">3157 7139 2076 0 0,'-10'-1'4046'0'0,"18"-2"-2222"0"0,30-3-1376 0 0,-24 4-51 0 0,94-14 590 0 0,1 5 0 0 0,53 3-987 0 0,201 1 731 0 0,-362 7-727 0 0,-1 0-62 0 0,0 0-45 0 0,0 0-23 0 0,3 3-47 0 0,3 9-1205 0 0,-13-17-4941 0 0,5 5 5284 0 0</inkml:trace>
  <inkml:trace contextRef="#ctx0" brushRef="#br0" timeOffset="14388.174">3915 7080 2272 0 0,'2'13'6565'0'0,"6"68"-5354"0"0,-5 46-468 0 0,14-43-437 0 0,-16-70-432 0 0,2 16-364 0 0,4-15-3248 0 0,1-15 237 0 0,-4-2 2471 0 0</inkml:trace>
  <inkml:trace contextRef="#ctx0" brushRef="#br0" timeOffset="15082.884">3941 7258 2052 0 0,'-6'-55'5180'0'0,"7"53"-5096"0"0,-1 0 0 0 0,1 0-1 0 0,-1 0 1 0 0,1 0 0 0 0,0 0 0 0 0,0 0 0 0 0,0 0 0 0 0,0 0 0 0 0,0 0-1 0 0,0 1 1 0 0,0-1 0 0 0,1 0 0 0 0,-1 1 0 0 0,1-1 0 0 0,-1 1-1 0 0,1-1 1 0 0,-1 1 0 0 0,1 0 0 0 0,0-1 0 0 0,0 1 0 0 0,0 0-1 0 0,0 0 1 0 0,0 1 0 0 0,0-1 0 0 0,0 0 0 0 0,0 1 0 0 0,0-1-84 0 0,65-17 465 0 0,0 2 0 0 0,1 4 0 0 0,65-4-465 0 0,-94 11 101 0 0,258-24 705 0 0,206 8-806 0 0,-289 24 140 0 0,-70 13-142 0 0,460-13 223 0 0,-509-3-188 0 0,-94 0-54 0 0,30 0 388 0 0,-30 0-410 0 0,27-4-665 0 0,-29-11-4594 0 0,-7-1 1897 0 0,6 10 2235 0 0</inkml:trace>
  <inkml:trace contextRef="#ctx0" brushRef="#br0" timeOffset="15651.984">6707 6303 1932 0 0,'-50'29'3735'0'0,"39"-20"-3244"0"0,-5 5-128 0 0,1 0-1 0 0,1 1 1 0 0,0 0 0 0 0,1 1 0 0 0,1 0 0 0 0,1 1-1 0 0,0 1 1 0 0,1 0 0 0 0,1 0 0 0 0,0 1-1 0 0,-3 13-362 0 0,-2 11 406 0 0,2 1-1 0 0,1 0 0 0 0,3 0 1 0 0,-2 35-406 0 0,5 66 599 0 0,26-14-312 0 0,-11-89-316 0 0,1-1 0 0 0,2 0 1 0 0,2 0-1 0 0,2-1 0 0 0,2-1 0 0 0,1-1 1 0 0,5 4 28 0 0,39 51-2783 0 0,10-6-3478 0 0,-69-82 5074 0 0</inkml:trace>
  <inkml:trace contextRef="#ctx0" brushRef="#br0" timeOffset="16682.966">6927 6592 2148 0 0,'-2'-18'3665'0'0,"2"12"-1586"0"0,0 12-106 0 0,-10 46-6 0 0,-8 100-896 0 0,13-69-506 0 0,8-3-239 0 0,37 31-21 0 0,-38-105-300 0 0,0 0-1 0 0,0 0 0 0 0,1 0 1 0 0,0 0-1 0 0,0-1 0 0 0,0 1 1 0 0,1-1-1 0 0,0 0 0 0 0,0 1 1 0 0,0-2-1 0 0,1 1 0 0 0,0-1 1 0 0,0 1-1 0 0,0-1 1 0 0,0 0-1 0 0,0-1 0 0 0,1 0 1 0 0,0 0-1 0 0,0 0 0 0 0,0 0 1 0 0,0-1-1 0 0,0 0 0 0 0,0 0 1 0 0,0-1-1 0 0,3 1-4 0 0,127 0-358 0 0,-95-22 322 0 0,-22 6 56 0 0,-11 9-47 0 0,-1-1 1 0 0,0 1-1 0 0,-1-2 0 0 0,1 1 1 0 0,-1-1-1 0 0,0 0 0 0 0,-1 0 1 0 0,0-1-1 0 0,4-5 27 0 0,11-17 20 0 0,-14 19-20 0 0,0 1 1 0 0,-1-2-1 0 0,0 1 1 0 0,0-1-1 0 0,-1 0 0 0 0,-1 1 1 0 0,0-2-1 0 0,1-9 0 0 0,5-18-54 0 0,0-37 8 0 0,-8-84-138 0 0,-4 120 236 0 0,-14-8 22 0 0,17 47-72 0 0,0-12-37 0 0,-3-14-1765 0 0,-8 21 1288 0 0,13 14-6901 0 0,3-3 6356 0 0</inkml:trace>
  <inkml:trace contextRef="#ctx0" brushRef="#br0" timeOffset="17080.914">7594 6325 2740 0 0,'1'0'143'0'0,"1"-1"0"0"0,-1 1 0 0 0,0-1-1 0 0,0 1 1 0 0,0-1 0 0 0,0 1 0 0 0,1 0 0 0 0,-1 0 0 0 0,0 0-1 0 0,0 0 1 0 0,1 0 0 0 0,-1 0 0 0 0,0 0 0 0 0,0 0-1 0 0,0 0 1 0 0,1 0 0 0 0,-1 1 0 0 0,0-1 0 0 0,0 0-1 0 0,0 1 1 0 0,0-1 0 0 0,1 1 0 0 0,-1 0 0 0 0,0-1 0 0 0,0 1-1 0 0,0 0 1 0 0,0 0 0 0 0,0-1 0 0 0,-1 1 0 0 0,1 0-1 0 0,0 0 1 0 0,0 0 0 0 0,0 0 0 0 0,-1 0 0 0 0,1 0-1 0 0,-1 0 1 0 0,1 1-143 0 0,27 42 945 0 0,-17-23-594 0 0,12 23 166 0 0,-1 1 0 0 0,-3 1 1 0 0,-1 1-1 0 0,-3 0 1 0 0,-1 1-1 0 0,-3 0 0 0 0,-2 1 1 0 0,1 21-518 0 0,-14 47 709 0 0,-32 3-715 0 0,-18 3-928 0 0,37-96 551 0 0,-55 64-2454 0 0,58-78 1739 0 0,-28 15-4079 0 0,42-28 3952 0 0</inkml:trace>
  <inkml:trace contextRef="#ctx0" brushRef="#br0" timeOffset="17476.79">7922 6883 3116 0 0,'10'-7'449'0'0,"0"0"0"0"0,0 1 0 0 0,1 1 0 0 0,-1-1-1 0 0,1 2 1 0 0,0 0 0 0 0,1 0 0 0 0,-1 1 0 0 0,1 0 0 0 0,-1 1 0 0 0,1 0-1 0 0,6 0-448 0 0,21-4 748 0 0,86-13 630 0 0,1 6 0 0 0,50 4-1378 0 0,-51 3-10 0 0,-104 4-448 0 0,11 0-3767 0 0,-32 2 2903 0 0,0 0-3 0 0,0 0 127 0 0,0 0 110 0 0</inkml:trace>
  <inkml:trace contextRef="#ctx0" brushRef="#br0" timeOffset="18112.792">6876 8133 3372 0 0,'0'-1'116'0'0,"0"0"-1"0"0,0 1 1 0 0,0-1 0 0 0,0 0-1 0 0,0 0 1 0 0,-1 1-1 0 0,1-1 1 0 0,0 0 0 0 0,0 1-1 0 0,-1-1 1 0 0,1 0-1 0 0,0 1 1 0 0,-1-1 0 0 0,1 0-1 0 0,0 1 1 0 0,-1-1-1 0 0,1 0 1 0 0,-1 1-1 0 0,1-1 1 0 0,-1 1 0 0 0,1-1-1 0 0,-1 1 1 0 0,0 0-1 0 0,1-1 1 0 0,-1 1 0 0 0,1-1-1 0 0,-1 1 1 0 0,0 0-1 0 0,0 0 1 0 0,1-1 0 0 0,-1 1-1 0 0,0 0 1 0 0,1 0-1 0 0,-1 0 1 0 0,0 0-116 0 0,-44 6 1735 0 0,42-5-1667 0 0,-14 3 118 0 0,1 0 1 0 0,0 1-1 0 0,1 1 0 0 0,-1 0 1 0 0,1 2-1 0 0,1-1 1 0 0,-1 2-1 0 0,1 0 0 0 0,0 0 1 0 0,1 2-1 0 0,-1 1-186 0 0,8-7 68 0 0,1 0 0 0 0,0 1-1 0 0,1-1 1 0 0,-1 1 0 0 0,1 0 0 0 0,0 0 0 0 0,1 1-1 0 0,0-1 1 0 0,0 1 0 0 0,0-1 0 0 0,0 1 0 0 0,1 0-1 0 0,1 0 1 0 0,-1 0 0 0 0,1 1 0 0 0,-1 6-68 0 0,24 39 147 0 0,-10-36-105 0 0,0-1 0 0 0,1 0 0 0 0,1-1 0 0 0,0 0 0 0 0,1-1 1 0 0,1-1-1 0 0,0 0 0 0 0,1-1 0 0 0,0-1 0 0 0,13 6-42 0 0,12 10-13 0 0,5 2 58 0 0,64 48 72 0 0,-106-72-93 0 0,0 0 0 0 0,0 0 1 0 0,0 0-1 0 0,-1 1 0 0 0,1 0 0 0 0,-1-1 1 0 0,-1 2-1 0 0,1-1 0 0 0,-1 0 1 0 0,0 1-1 0 0,0-1 0 0 0,-1 1 0 0 0,0 0 1 0 0,0 0-1 0 0,-1 0 0 0 0,1 7-24 0 0,-2-9 16 0 0,0 1 0 0 0,0-1 0 0 0,0 0 0 0 0,-1 1 0 0 0,0-1 0 0 0,0 1 0 0 0,-1-1 0 0 0,0 0 0 0 0,0 0 0 0 0,0 0 0 0 0,0 0 0 0 0,-1 0-1 0 0,1 0 1 0 0,-1-1 0 0 0,-1 1 0 0 0,1-1 0 0 0,0 0 0 0 0,-1 0 0 0 0,0 0 0 0 0,0 0 0 0 0,0-1 0 0 0,-2 2-16 0 0,-8 3 44 0 0,0 0 1 0 0,0-1-1 0 0,0 0 0 0 0,-1-1 0 0 0,0-1 1 0 0,-1 0-1 0 0,1-1 0 0 0,-1-1 1 0 0,1 0-1 0 0,-1-2 0 0 0,0 1 1 0 0,0-2-1 0 0,-4 0-44 0 0,18 0-72 0 0,-20-3-1387 0 0,20 1 1364 0 0,2 2 65 0 0,-1 0-1 0 0,1-1 1 0 0,-1 1 0 0 0,1 0 0 0 0,0 0-1 0 0,-1-1 1 0 0,1 1 0 0 0,0-1 0 0 0,-1 1-1 0 0,1 0 1 0 0,0-1 0 0 0,-1 1 0 0 0,1-1-1 0 0,0 1 1 0 0,0 0 0 0 0,-1-1 0 0 0,1 1-1 0 0,0-1 1 0 0,0 1 0 0 0,0-1 0 0 0,0 1-1 0 0,0-1 1 0 0,0 1 0 0 0,0-1 0 0 0,0 1-1 0 0,0-1 1 0 0,0 1 0 0 0,0-1 0 0 0,0 1-1 0 0,0-1 1 0 0,0 1 0 0 0,0-1 0 0 0,0 1-1 0 0,0-1 1 0 0,1 1 0 0 0,-1-1 0 0 0,0 1-1 0 0,0 0 1 0 0,1-1 0 0 0,-1 1 0 0 0,0-1-1 0 0,1 1 1 0 0,-1 0 0 0 0,0-1 0 0 0,1 1-1 0 0,-1-1 31 0 0,26-28-3393 0 0,45-43-1628 0 0,-54 51 4009 0 0</inkml:trace>
  <inkml:trace contextRef="#ctx0" brushRef="#br0" timeOffset="18500.4">7196 8221 3020 0 0,'2'-44'5896'0'0,"-14"63"-1581"0"0,3 3-3985 0 0,0 1 0 0 0,1 0 0 0 0,1 1-1 0 0,2-1 1 0 0,0 1 0 0 0,1 0 0 0 0,2 0-1 0 0,0 23-329 0 0,5 26 615 0 0,15 8-204 0 0,10 33-38 0 0,-24-97-335 0 0,0-1 1 0 0,1 0 0 0 0,1-1-1 0 0,1 0 1 0 0,0 0 0 0 0,5 8-39 0 0,-9-16-173 0 0,1 0 1 0 0,0 0 0 0 0,0-1-1 0 0,1 1 1 0 0,0-1 0 0 0,0 0-1 0 0,1 0 1 0 0,-1-1-1 0 0,1 1 1 0 0,1-1 172 0 0,-6-4-471 0 0,-1-1-71 0 0,2 0-73 0 0,1-1 407 0 0,1 1 0 0 0,-1-1 0 0 0,0 0 0 0 0,1 0 0 0 0,-1 0 0 0 0,0 0 0 0 0,0-1 0 0 0,0 1 0 0 0,0-1 0 0 0,0 0 0 0 0,-1 0 0 0 0,1 0 0 0 0,-1 0 0 0 0,1 0 0 0 0,-1-1 0 0 0,1 1 0 0 0,-1-1 0 0 0,0 0 0 0 0,0 1 0 0 0,-1-1 0 0 0,1 0 0 0 0,1-2 208 0 0,-2 2-399 0 0,0 0-1 0 0,1-1 0 0 0,-1 1 1 0 0,0 0-1 0 0,-1 0 0 0 0,1 0 0 0 0,0-1 1 0 0,-1 1-1 0 0,0 0 0 0 0,0-1 0 0 0,0 1 1 0 0,0 0-1 0 0,0 0 0 0 0,-1-1 0 0 0,0 1 1 0 0,1 0-1 0 0,-2-2 400 0 0,-13-28-1177 0 0</inkml:trace>
  <inkml:trace contextRef="#ctx0" brushRef="#br0" timeOffset="18778.24">7033 8473 2068 0 0,'-34'-29'6933'0'0,"56"25"-3598"0"0,188-17-1192 0 0,-91 11-3682 0 0,-38 10-2014 0 0,-77 0 3346 0 0,1 0 1 0 0,-1 0 0 0 0,0 1-1 0 0,0 0 1 0 0,0-1-1 0 0,0 2 1 0 0,0-1-1 0 0,0 0 1 0 0,0 1-1 0 0,0 0 1 0 0,0-1 0 0 0,-1 2-1 0 0,1-1 1 0 0,-1 0-1 0 0,2 2 207 0 0,12 7-1142 0 0,12 15-1081 0 0,-17-12 1154 0 0</inkml:trace>
  <inkml:trace contextRef="#ctx0" brushRef="#br0" timeOffset="19230.806">7632 8632 1484 0 0,'0'0'160'0'0,"1"1"-1"0"0,0 0 0 0 0,0 0 1 0 0,0-1-1 0 0,0 1 1 0 0,0 0-1 0 0,0-1 1 0 0,0 1-1 0 0,0-1 1 0 0,0 0-1 0 0,0 1 1 0 0,0-1-1 0 0,0 0 0 0 0,0 1 1 0 0,0-1-1 0 0,0 0 1 0 0,0 0-1 0 0,1 0 1 0 0,-1 0-1 0 0,0 0 1 0 0,0 0-1 0 0,0 0 0 0 0,0 0 1 0 0,0-1-1 0 0,0 1 1 0 0,0 0-1 0 0,0-1 1 0 0,0 1-1 0 0,0-1 1 0 0,0 1-1 0 0,0-1 1 0 0,0 1-1 0 0,0-1 0 0 0,0 0 1 0 0,0 1-1 0 0,0-1 1 0 0,0 0-1 0 0,-1 0 1 0 0,1 0-1 0 0,0 0 1 0 0,-1 0-1 0 0,1 0 0 0 0,-1 1 1 0 0,1-1-1 0 0,-1-1 1 0 0,1 1-160 0 0,67-90 2111 0 0,-48 49-499 0 0,-15 43-695 0 0,3 100 440 0 0,0-10-750 0 0,1 114 519 0 0,-9-155-801 0 0,0 74-563 0 0,-1-115 50 0 0,0 0 0 0 0,0 0 0 0 0,-1-1 0 0 0,0 1 1 0 0,-1-1-1 0 0,1 1 0 0 0,-2-1 0 0 0,1 0 1 0 0,-5 8 187 0 0,7-15-87 0 0,-1 2-334 0 0,0 0-1 0 0,-1 0 1 0 0,0 0-1 0 0,1 0 1 0 0,-1 0-1 0 0,0-1 0 0 0,0 1 1 0 0,-1-1-1 0 0,1 0 1 0 0,0 0-1 0 0,-1 0 1 0 0,1 0-1 0 0,-1-1 1 0 0,-1 1 421 0 0,0 1-375 0 0,4-3 49 0 0,1 0 60 0 0,-11 0 220 0 0,-33 16 1138 0 0,42-16-779 0 0,2 0-33 0 0,0 0 14 0 0,0 0-27 0 0,1 1-208 0 0,-1-1 0 0 0,0 0 0 0 0,0 0-1 0 0,1 1 1 0 0,-1-1 0 0 0,0 0 0 0 0,0 1 0 0 0,1-1 0 0 0,-1 0 0 0 0,0 1 0 0 0,0-1 0 0 0,0 1-1 0 0,0-1 1 0 0,0 0 0 0 0,1 1 0 0 0,-1-1 0 0 0,0 0 0 0 0,0 1 0 0 0,0-1 0 0 0,0 1 0 0 0,0-1-1 0 0,0 0 1 0 0,0 1 0 0 0,0-1 0 0 0,0 1 0 0 0,-1-1 0 0 0,1 0 0 0 0,0 1 0 0 0,0-1 0 0 0,0 0-1 0 0,0 1 1 0 0,0-1 0 0 0,-1 1 0 0 0,1-1 0 0 0,0 0 0 0 0,0 0 0 0 0,-1 1 0 0 0,1-1 0 0 0,0 0-1 0 0,-1 1-58 0 0,54-8 697 0 0,22-4-263 0 0,16 2-714 0 0,-90 9-162 0 0,20 8-5106 0 0,-36 1 1953 0 0,-7 1 2599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3:57.69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0 508 1520 0 0,'68'-75'6733'0'0,"-56"59"-5992"0"0,3-7-72 0 0,0-1 1 0 0,-2-1-1 0 0,0-1 0 0 0,-2 0 0 0 0,-1 0 0 0 0,3-13-669 0 0,16-43 756 0 0,2-8 42 0 0,-16 35-62 0 0,-5 81-458 0 0,3 80-174 0 0,16 25 34 0 0,5 32-266 0 0,-31-19-1893 0 0,-3-85-436 0 0,-2-54 1941 0 0,0-3 545 0 0,0 1-185 0 0,1 0 1 0 0,-1 0 0 0 0,0-1 0 0 0,-1 1 0 0 0,1-1-1 0 0,0 1 1 0 0,-1-1 0 0 0,1 0 0 0 0,-1 1 0 0 0,0-2 0 0 0,0 1-1 0 0,0 0 1 0 0,0 0 0 0 0,0-1 0 0 0,0 0 0 0 0,0 1-1 0 0,-3-1 156 0 0,-59 18 2513 0 0,65-19-2489 0 0,-1 0 0 0 0,1 0-1 0 0,0 0 1 0 0,-1 0-1 0 0,1 1 1 0 0,-1-1 0 0 0,1 0-1 0 0,0 0 1 0 0,-1 1 0 0 0,1-1-1 0 0,0 0 1 0 0,-1 1-1 0 0,1-1 1 0 0,0 0 0 0 0,0 1-1 0 0,-1-1 1 0 0,1 0 0 0 0,0 1-1 0 0,0-1 1 0 0,-1 1-1 0 0,1-1 1 0 0,0 0 0 0 0,0 1-1 0 0,0-1 1 0 0,0 1 0 0 0,0-1-1 0 0,0 1 1 0 0,0-1 0 0 0,0 0-1 0 0,0 1 1 0 0,0-1-1 0 0,0 1 1 0 0,0-1 0 0 0,0 1-1 0 0,0-1 1 0 0,0 1 0 0 0,0-1-1 0 0,0 0 1 0 0,1 1-1 0 0,-1-1 1 0 0,0 1 0 0 0,0-1-1 0 0,0 0 1 0 0,1 1 0 0 0,-1-1-1 0 0,0 0 1 0 0,1 1-1 0 0,-1-1 1 0 0,0 0 0 0 0,0 1-1 0 0,1-1 1 0 0,-1 0 0 0 0,1 0-1 0 0,-1 1 1 0 0,0-1-1 0 0,1 0 1 0 0,-1 0 0 0 0,1 0-1 0 0,-1 0 1 0 0,0 1 0 0 0,1-1-1 0 0,-1 0 1 0 0,1 0 0 0 0,-1 0-1 0 0,1 0 1 0 0,-1 0-24 0 0,33 7 246 0 0,-33-7-242 0 0,261 8-1118 0 0,-60-30-2223 0 0,18 16-1964 0 0,-160 4 4315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3:58.65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405 122 2976 0 0,'12'21'4539'0'0,"51"273"861"0"0,-33-90-3828 0 0,-27-96-3988 0 0,-3-107 2330 0 0,0 0-1 0 0,0-1 1 0 0,0 1-1 0 0,0 0 1 0 0,-1-1-1 0 0,1 1 1 0 0,0-1 0 0 0,0 1-1 0 0,-1-1 1 0 0,1 1-1 0 0,0-1 1 0 0,-1 1-1 0 0,1-1 1 0 0,0 1 0 0 0,-1-1-1 0 0,1 1 1 0 0,-1-1-1 0 0,1 1 1 0 0,-1-1-1 0 0,1 0 1 0 0,-1 1-1 0 0,1-1 1 0 0,-1 0 0 0 0,1 1-1 0 0,-1-1 1 0 0,0 0-1 0 0,1 0 1 0 0,-1 0-1 0 0,1 1 1 0 0,-1-1 0 0 0,0 0-1 0 0,1 0 1 0 0,-1 0-1 0 0,0 0 1 0 0,1 0-1 0 0,-1 0 1 0 0,1 0 0 0 0,-1 0-1 0 0,0-1 1 0 0,1 1-1 0 0,-1 0 1 0 0,1 0-1 0 0,-1 0 1 0 0,0-1-1 0 0,1 1 1 0 0,-1 0 0 0 0,1-1-1 0 0,-1 1 1 0 0,1 0-1 0 0,-1-1 1 0 0,1 1-1 0 0,-1-1 1 0 0,1 1 0 0 0,0-1-1 0 0,-1 1 1 0 0,1-1-1 0 0,-1 1 1 0 0,1-1-1 0 0,0 1 1 0 0,0-1-1 0 0,-1 1 1 0 0,1-1 0 0 0,0 0-1 0 0,0 1 1 0 0,0-1-1 0 0,0 1 1 0 0,-1-1-1 0 0,1 0 1 0 0,0 1 0 0 0,0-1 86 0 0,-28-35-2550 0 0,13 13 1399 0 0</inkml:trace>
  <inkml:trace contextRef="#ctx0" brushRef="#br0" timeOffset="344.534">58 159 3340 0 0,'-52'-64'5629'0'0,"46"45"-1960"0"0,38 7-3063 0 0,1 1 0 0 0,0 2 0 0 0,0 1 0 0 0,0 1 0 0 0,1 2 0 0 0,19 0-606 0 0,-30 3 152 0 0,231-14 234 0 0,-17 28-2617 0 0,-221-9 1590 0 0,0 1-1 0 0,0 0 1 0 0,0 1 0 0 0,0 0-1 0 0,-1 1 1 0 0,11 7 641 0 0,-21-10-288 0 0,0 0-1 0 0,-1 0 1 0 0,1 0 0 0 0,-1 1 0 0 0,0 0 0 0 0,0 0 0 0 0,0 0 0 0 0,0 0 0 0 0,-1 1 0 0 0,1-1-1 0 0,-1 1 1 0 0,0 0 0 0 0,-1 0 0 0 0,1 0 0 0 0,-1 0 0 0 0,0 0 0 0 0,-1 1 0 0 0,1-1-1 0 0,0 5 289 0 0,4 49-2395 0 0,-5-25 1264 0 0</inkml:trace>
  <inkml:trace contextRef="#ctx0" brushRef="#br0" timeOffset="677.691">959 547 1240 0 0,'0'72'8979'0'0,"0"-70"-8388"0"0,-7 3 533 0 0,0-33 198 0 0,-14-107-69 0 0,21 132-1250 0 0,0 1-1 0 0,0-1 0 0 0,0 1 0 0 0,0-1 0 0 0,0 1 1 0 0,0-1-1 0 0,1 1 0 0 0,-1-1 0 0 0,1 1 1 0 0,0-1-1 0 0,0 1 0 0 0,0-1 0 0 0,0 1 1 0 0,0 0-1 0 0,0 0 0 0 0,1-1 0 0 0,-1 1 0 0 0,1 0 1 0 0,-1 0-1 0 0,1 0 0 0 0,0 1 0 0 0,0-1 1 0 0,0 0-1 0 0,0 1 0 0 0,0-1 0 0 0,0 1 0 0 0,0 0 1 0 0,1 0-1 0 0,-1-1 0 0 0,0 1 0 0 0,1 1 1 0 0,-1-1-1 0 0,1 0 0 0 0,-1 1 0 0 0,1-1 1 0 0,-1 1-1 0 0,1 0 0 0 0,-1 0 0 0 0,1 0 0 0 0,-1 0 1 0 0,1 0-3 0 0,38-9 16 0 0,0 2 0 0 0,1 1 0 0 0,0 2 1 0 0,0 3-1 0 0,0 1-16 0 0,-35 0 7 0 0,-1 0 0 0 0,0 1 0 0 0,0 0 0 0 0,0 1 0 0 0,0-1 0 0 0,0 1 0 0 0,0 0 0 0 0,0 1 0 0 0,0-1 0 0 0,-1 1 0 0 0,1 0 0 0 0,-1 1 0 0 0,0-1 0 0 0,0 1 0 0 0,0 0 0 0 0,0 1-7 0 0,0 2 70 0 0,0 0 0 0 0,-1 0 0 0 0,0 0 0 0 0,0 1 0 0 0,0 0 0 0 0,-1-1 0 0 0,-1 1 0 0 0,1 0 0 0 0,-1 1 0 0 0,-1-1 0 0 0,1 0 0 0 0,-2 0-1 0 0,1 1 1 0 0,-1-1 0 0 0,0 1 0 0 0,-1-1 0 0 0,1 0 0 0 0,-3 5-70 0 0,2 23 220 0 0,1-10 92 0 0,-1-20-272 0 0,0 0 0 0 0,0 0 0 0 0,1 0 0 0 0,0 1 0 0 0,0-1 0 0 0,1 0-1 0 0,-1 0 1 0 0,1 0 0 0 0,1 0 0 0 0,-1 0 0 0 0,1 0 0 0 0,0 0 0 0 0,1 0 0 0 0,-1 0 0 0 0,1-1 0 0 0,0 0 0 0 0,0 1 0 0 0,1-1 0 0 0,0 0 0 0 0,2 2-40 0 0,0-2-59 0 0,1 0 0 0 0,0 0 0 0 0,0-1 0 0 0,1 1 0 0 0,-1-2 0 0 0,1 1 0 0 0,0-1 0 0 0,0 0 0 0 0,0-1 0 0 0,0 0 0 0 0,0 0 0 0 0,1-1 0 0 0,-1 0 0 0 0,8 0 59 0 0,118-3-3571 0 0,-12-23 803 0 0,9 0-1380 0 0,-49 1 1798 0 0,-42 11 1277 0 0</inkml:trace>
  <inkml:trace contextRef="#ctx0" brushRef="#br0" timeOffset="1524.519">2253 566 2260 0 0,'-12'-29'4109'0'0,"-40"-9"-224"0"0,46 35-3686 0 0,-1 0 0 0 0,1 1-1 0 0,-1 0 1 0 0,0 0 0 0 0,1 1 0 0 0,-1-1 0 0 0,0 1 0 0 0,0 1 0 0 0,0 0 0 0 0,0 0 0 0 0,0 0 0 0 0,0 0 0 0 0,0 1 0 0 0,0 1 0 0 0,-4 0-199 0 0,3 1 76 0 0,-1 0 1 0 0,1 0-1 0 0,-1 1 1 0 0,1 0-1 0 0,1 0 1 0 0,-1 1-1 0 0,0 0 1 0 0,1 1-1 0 0,0-1 1 0 0,0 1-1 0 0,1 1 1 0 0,0-1-1 0 0,0 1 1 0 0,0 0-1 0 0,-3 6-76 0 0,6-6 67 0 0,0 0 0 0 0,0 0 0 0 0,1 0-1 0 0,0 0 1 0 0,0 1 0 0 0,1-1-1 0 0,0 1 1 0 0,0-1 0 0 0,1 1 0 0 0,0 4-67 0 0,17 11 175 0 0,-13-20-157 0 0,0-1-34 0 0,0 1 0 0 0,1-1 1 0 0,-1 0-1 0 0,0 0 0 0 0,1-1 0 0 0,0 1 0 0 0,-1-1 1 0 0,1 0-1 0 0,0 0 0 0 0,0-1 0 0 0,-1 1 0 0 0,1-1 1 0 0,0 0-1 0 0,5-1 16 0 0,1 1-133 0 0,-5 0 115 0 0,0-1 0 0 0,0 0 0 0 0,0 0 0 0 0,0 0-1 0 0,0 0 1 0 0,0-1 0 0 0,0 0 0 0 0,0 0 0 0 0,-1-1 0 0 0,1 0 0 0 0,-1 0-1 0 0,0 0 1 0 0,1-1 18 0 0,3-1-22 0 0,-1 0-8 0 0,1 0-1 0 0,-1-1 1 0 0,0 0-1 0 0,0-1 1 0 0,-1 0 0 0 0,0 0-1 0 0,0-1 1 0 0,0 0 0 0 0,-1 0-1 0 0,-1 0 1 0 0,1-1-1 0 0,-1 1 1 0 0,-1-2 0 0 0,0 1-1 0 0,0 0 1 0 0,0-2 30 0 0,-1-57 233 0 0,-19 60-146 0 0,15 12-71 0 0,-1 0 0 0 0,1 0 0 0 0,0 1-1 0 0,0-1 1 0 0,0 0 0 0 0,0 1 0 0 0,1-1 0 0 0,0 1 0 0 0,0-1 0 0 0,0 1-1 0 0,0-1 1 0 0,1 1 0 0 0,0-1 0 0 0,0 0 0 0 0,0 1 0 0 0,0-1 0 0 0,1 0-1 0 0,-1 0 1 0 0,1 0 0 0 0,2 3-16 0 0,-3-4 10 0 0,3 5-23 0 0,0 0-1 0 0,0 0 0 0 0,1 0 1 0 0,0-1-1 0 0,0 0 0 0 0,1 0 1 0 0,0 0-1 0 0,0-1 0 0 0,1 0 0 0 0,0 0 1 0 0,0 0-1 0 0,0-1 0 0 0,0 0 1 0 0,1-1-1 0 0,0 0 0 0 0,0 0 1 0 0,0 0-1 0 0,1-1 0 0 0,2 1 14 0 0,46 1-942 0 0,21-30 21 0 0,-70 20 840 0 0,0-1-1 0 0,-1 0 0 0 0,0 0 0 0 0,0 0 0 0 0,0-1 0 0 0,-1 0 0 0 0,0 0 0 0 0,0-1 0 0 0,-1 0 0 0 0,0 0 0 0 0,0 0 0 0 0,-1 0 0 0 0,0-1 0 0 0,-1 0 0 0 0,0 0 0 0 0,0 0 0 0 0,-1 0 0 0 0,0 0 0 0 0,0 0 1 0 0,0-10 81 0 0,2 1 123 0 0,1 3 1060 0 0,2 76-153 0 0,6 3-688 0 0,9-11 44 0 0,-19-49-403 0 0,0 0-1 0 0,0-1 1 0 0,0 1 0 0 0,0-1-1 0 0,1 1 1 0 0,-1-1 0 0 0,1 0-1 0 0,0-1 1 0 0,0 1 0 0 0,0-1 0 0 0,0 1-1 0 0,1-1 1 0 0,-1-1 0 0 0,0 1-1 0 0,1 0 1 0 0,-1-1 0 0 0,1 0-1 0 0,0 0 1 0 0,0 0 0 0 0,-1-1-1 0 0,1 0 1 0 0,0 0 0 0 0,0 0-1 0 0,-1 0 1 0 0,1-1 0 0 0,0 0 0 0 0,-1 0-1 0 0,1 0 1 0 0,0 0 17 0 0,4-3-67 0 0,0 1 0 0 0,-1-1 1 0 0,0 0-1 0 0,0-1 0 0 0,0 0 1 0 0,0 0-1 0 0,-1-1 0 0 0,0 0 0 0 0,0 0 1 0 0,0 0-1 0 0,4-7 67 0 0,20-37-329 0 0,-3-20 136 0 0,-28 71 215 0 0,-1-1 0 0 0,1 0 0 0 0,0 0 0 0 0,0 1 0 0 0,0-1 0 0 0,0 0 0 0 0,0 0 0 0 0,0 0 0 0 0,0 1 0 0 0,0-1 1 0 0,0 0-1 0 0,0 0 0 0 0,1 1 0 0 0,-1-1 0 0 0,0 0 0 0 0,0 0 0 0 0,0 1 0 0 0,0-1 0 0 0,0 0 0 0 0,0 0 0 0 0,0 0 0 0 0,0 1 0 0 0,1-1 0 0 0,-1 0 0 0 0,0 0 1 0 0,0 0-1 0 0,0 0 0 0 0,1 1 0 0 0,-1-1 0 0 0,0 0 0 0 0,0 0 0 0 0,0 0 0 0 0,1 0 0 0 0,-1 0 0 0 0,0 0 0 0 0,0 0 0 0 0,0 1 0 0 0,1-1 0 0 0,-1 0 1 0 0,0 0-1 0 0,0 0 0 0 0,1 0 0 0 0,-1 0 0 0 0,0 0 0 0 0,0 0 0 0 0,1 0 0 0 0,-1 0 0 0 0,0 0 0 0 0,0-1 0 0 0,1 1 0 0 0,-1 0-22 0 0,-1 38 327 0 0,1-25-134 0 0,0-4-143 0 0,1 0-1 0 0,0 0 1 0 0,1 0-1 0 0,0 0 1 0 0,0-1-1 0 0,1 1 0 0 0,0 0 1 0 0,0-1-1 0 0,1 0 1 0 0,0 0-1 0 0,2 1-49 0 0,-4-4-57 0 0,1-1-1 0 0,1 0 1 0 0,-1-1-1 0 0,1 1 0 0 0,-1-1 1 0 0,1 1-1 0 0,0-1 0 0 0,0 0 1 0 0,1 0-1 0 0,-1-1 1 0 0,0 1-1 0 0,1-1 0 0 0,0 0 1 0 0,-1 0-1 0 0,1-1 1 0 0,0 1-1 0 0,0-1 0 0 0,0 0 1 0 0,0-1-1 0 0,0 1 1 0 0,0-1-1 0 0,0 0 0 0 0,0 0 1 0 0,0 0-1 0 0,2-1 58 0 0,49-18-843 0 0,-44 12 646 0 0,0 0 0 0 0,0-1 0 0 0,-1 0-1 0 0,0-1 1 0 0,0 0 0 0 0,-1-1 0 0 0,-1 0-1 0 0,1-1 1 0 0,-2 0 0 0 0,1 0 0 0 0,-1-1-1 0 0,-1 0 1 0 0,0 0 0 0 0,-1-1 0 0 0,4-11 197 0 0,4 7 2673 0 0,-13 20-2377 0 0,12 64 871 0 0,13 40-638 0 0,-22-98-730 0 0,44 73-705 0 0,-45-79 639 0 0,-1 0 0 0 0,1-1 1 0 0,0 1-1 0 0,0-1 0 0 0,0 0 0 0 0,0 0 0 0 0,0 0 0 0 0,1 0 1 0 0,-1-1-1 0 0,0 1 0 0 0,1-1 0 0 0,-1 0 0 0 0,1 0 0 0 0,0 0 1 0 0,-1 0-1 0 0,1-1 0 0 0,0 1 0 0 0,-1-1 0 0 0,1 0 0 0 0,0 0 1 0 0,-1-1-1 0 0,1 1 0 0 0,0-1 0 0 0,-1 0 0 0 0,3 0 267 0 0,75-29-3557 0 0,-59 20 2531 0 0</inkml:trace>
  <inkml:trace contextRef="#ctx0" brushRef="#br0" timeOffset="1991.389">3719 486 888 0 0,'20'-117'6471'0'0,"-20"116"-6392"0"0,0 0 0 0 0,0 0 0 0 0,0 0 0 0 0,0 0 0 0 0,1 0 0 0 0,-1 0 0 0 0,0 0 0 0 0,0 0-1 0 0,0 1 1 0 0,1-1 0 0 0,-1 0 0 0 0,1 0 0 0 0,-1 0 0 0 0,0 0 0 0 0,1 1 0 0 0,-1-1 0 0 0,1 0 0 0 0,0 0-1 0 0,-1 1 1 0 0,1-1 0 0 0,0 1 0 0 0,-1-1 0 0 0,1 0 0 0 0,0 1 0 0 0,0-1 0 0 0,-1 1 0 0 0,1-1 0 0 0,0 1-1 0 0,0 0 1 0 0,0-1 0 0 0,0 1 0 0 0,0 0 0 0 0,0 0 0 0 0,-1 0 0 0 0,1 0 0 0 0,0-1 0 0 0,0 1 0 0 0,0 0 0 0 0,0 0-1 0 0,0 1 1 0 0,0-1 0 0 0,0 0 0 0 0,0 0 0 0 0,0 0 0 0 0,0 1 0 0 0,0-1-79 0 0,43 24 770 0 0,-35-18-641 0 0,19 11-18 0 0,-2 2-1 0 0,0 2 0 0 0,-1 0 0 0 0,-1 1 0 0 0,-1 2 0 0 0,-1 0 0 0 0,-1 1 0 0 0,-1 1 1 0 0,-2 1-1 0 0,0 1 0 0 0,13 30-110 0 0,-17-20 294 0 0,-2 1 0 0 0,-2 1 1 0 0,-1 0-1 0 0,-2 0 0 0 0,-1 1 0 0 0,-2 2-294 0 0,3 14 360 0 0,-5-31-174 0 0,1-1 0 0 0,2 0-1 0 0,0 0 1 0 0,2-1-1 0 0,1 1 1 0 0,1-2 0 0 0,0 1-1 0 0,10 14-185 0 0,-13-28 1 0 0,0-1 1 0 0,1 0-1 0 0,0-1 0 0 0,0 1 0 0 0,1-1 0 0 0,0 0 1 0 0,1-1-1 0 0,-1 0 0 0 0,2-1 0 0 0,-1 0 1 0 0,1 0-1 0 0,-1 0 0 0 0,1-2 0 0 0,1 1 0 0 0,-1-1 1 0 0,1-1-1 0 0,0 0 0 0 0,-1 0 0 0 0,1-1 0 0 0,0 0 1 0 0,1-1-1 0 0,-1-1-1 0 0,-6 0-16 0 0,0 0 1 0 0,-1-1-1 0 0,1 0 1 0 0,0 0-1 0 0,-1 0 0 0 0,1 0 1 0 0,-1-1-1 0 0,1 0 1 0 0,-1 0-1 0 0,0 0 1 0 0,0 0-1 0 0,0-1 0 0 0,1 0 16 0 0,0 0-53 0 0,0-1-41 0 0,1 0 0 0 0,-1-1 0 0 0,-1 0 0 0 0,1 1 0 0 0,-1-2 0 0 0,0 1 0 0 0,0 0 0 0 0,0-1 0 0 0,-1 0 0 0 0,1 0 0 0 0,-2 0 0 0 0,1 0 0 0 0,-1 0 0 0 0,0-1 0 0 0,0 1 0 0 0,0-1 0 0 0,-1 1 0 0 0,0-1 0 0 0,0 1 0 0 0,-1-1 0 0 0,0 0 0 0 0,-1-6 94 0 0,-15-54-488 0 0,12 53 422 0 0,-1 1 0 0 0,0 1 0 0 0,-1-1 1 0 0,-1 1-1 0 0,0 0 0 0 0,0 0 1 0 0,-1 1-1 0 0,-1 0 0 0 0,0 0 0 0 0,0 1 1 0 0,-1 0-1 0 0,0 1 0 0 0,-1 0 1 0 0,0 1-1 0 0,0 0 0 0 0,-5-2 66 0 0,-151-82-162 0 0,36 27 629 0 0,80 44 531 0 0,54 16-570 0 0,23-5-271 0 0,0 1 0 0 0,1 1 0 0 0,0 1 0 0 0,0 1 0 0 0,1 2 0 0 0,-1 1 0 0 0,5 1-157 0 0,20-4 175 0 0,67-9 83 0 0,364-33 549 0 0,-202 42-493 0 0,-224 23-388 0 0,-51-14 8 0 0,-38 8-6307 0 0,-13-15 3434 0 0,-111-38-1924 0 0,108 33 3677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3:57.98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3 271 888 0 0,'0'-1'213'0'0,"0"1"1"0"0,1 0-1 0 0,-1 0 1 0 0,0-1-1 0 0,0 1 0 0 0,0 0 1 0 0,0-1-1 0 0,0 1 1 0 0,0 0-1 0 0,0 0 0 0 0,0-1 1 0 0,0 1-1 0 0,0 0 0 0 0,0 0 1 0 0,0-1-1 0 0,0 1 1 0 0,-1 0-1 0 0,1-1 0 0 0,0 1 1 0 0,0 0-1 0 0,0 0 0 0 0,0-1 1 0 0,0 1-1 0 0,0 0 1 0 0,-1 0-1 0 0,1 0 0 0 0,0-1 1 0 0,0 1-1 0 0,0 0 1 0 0,-1 0-1 0 0,1 0 0 0 0,0-1 1 0 0,0 1-214 0 0,30-2 1288 0 0,335 3 1246 0 0,-224-21-3326 0 0,-49 7-2599 0 0,-76-7-1420 0 0,-16 14 3729 0 0</inkml:trace>
  <inkml:trace contextRef="#ctx0" brushRef="#br0" timeOffset="326.407">437 24 1508 0 0,'-54'-24'8922'0'0,"53"24"-8295"0"0,1 0-46 0 0,173 48 1848 0 0,-151-40-2334 0 0,0-3 2 0 0,1 2 0 0 0,-1 1 0 0 0,0 0 0 0 0,-1 2 0 0 0,0 0 0 0 0,-1 2 0 0 0,0 0 0 0 0,-1 1 0 0 0,0 1 0 0 0,-1 1 0 0 0,8 8-97 0 0,-23-19 15 0 0,0-1 0 0 0,-1 1 0 0 0,1 0 1 0 0,0 1-1 0 0,-1-1 0 0 0,0 0 0 0 0,0 1 0 0 0,0-1 0 0 0,-1 1 0 0 0,0 0 0 0 0,1-1 0 0 0,-2 1 0 0 0,1 0 0 0 0,0 0 0 0 0,-1-1 0 0 0,0 1 0 0 0,0 0 0 0 0,-1 0 0 0 0,1 0 0 0 0,-1 0 0 0 0,0-1 0 0 0,0 1-15 0 0,-2 2 10 0 0,1-1 0 0 0,-1 0 1 0 0,-1 1-1 0 0,1-1 0 0 0,-1-1 0 0 0,0 1 0 0 0,-1 0 1 0 0,1-1-1 0 0,-1 0 0 0 0,0 0 0 0 0,0 0-10 0 0,-97 82-353 0 0,85-78 63 0 0,-37 23-1519 0 0,25-5-2635 0 0,29-27 4042 0 0,-1 4 192 0 0,4-1-4276 0 0,12 3 3308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3:55.58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50 111 3148 0 0,'7'17'4086'0'0,"42"345"-478"0"0,-48-228-4600 0 0,-1-76-1900 0 0,0-57 1669 0 0,-4 9-1066 0 0,2-11 1171 0 0</inkml:trace>
  <inkml:trace contextRef="#ctx0" brushRef="#br0" timeOffset="451.202">1 240 1964 0 0,'4'-75'2437'0'0,"-1"66"-2195"0"0,0 0-1 0 0,1 0 1 0 0,-1 1 0 0 0,2 0-1 0 0,-1-1 1 0 0,1 2 0 0 0,0-1-1 0 0,1 0 1 0 0,0 1 0 0 0,0 0-1 0 0,6-5-241 0 0,-2 5 234 0 0,0 0-1 0 0,0 0 1 0 0,1 1-1 0 0,-1 0 1 0 0,2 0-1 0 0,-1 2 1 0 0,0-1-1 0 0,1 1 1 0 0,0 1-1 0 0,0 0 1 0 0,0 1-1 0 0,0 0 1 0 0,0 1-1 0 0,1 0 1 0 0,9 1-234 0 0,-15 1 70 0 0,0 0 1 0 0,0 0 0 0 0,0 1-1 0 0,0-1 1 0 0,0 1 0 0 0,-1 1-1 0 0,1-1 1 0 0,-1 1 0 0 0,1 1-1 0 0,-1-1 1 0 0,0 1 0 0 0,0 0-1 0 0,4 4-70 0 0,-7-4 53 0 0,0-1 0 0 0,0 1 0 0 0,-1-1 0 0 0,1 1 0 0 0,-1 0 0 0 0,0 0 0 0 0,0 0 0 0 0,0 0 0 0 0,-1 0-1 0 0,0 0 1 0 0,1 1 0 0 0,-1-1 0 0 0,-1 0 0 0 0,1 1 0 0 0,-1-1 0 0 0,1 1 0 0 0,-1 3-53 0 0,-1 0 29 0 0,0-1 1 0 0,0 1-1 0 0,0 0 1 0 0,-1-1-1 0 0,0 1 1 0 0,0-1-1 0 0,-1 0 0 0 0,0 0 1 0 0,0 0-1 0 0,-1 0 1 0 0,-1 2-30 0 0,-72 83 274 0 0,65-80-219 0 0,0 0 0 0 0,-1 0 0 0 0,0-1-1 0 0,-1-1 1 0 0,0-1 0 0 0,-8 5-55 0 0,-3-2 66 0 0,39-21-157 0 0,132-7 61 0 0,-72 31 16 0 0,-65-13 25 0 0,0 0 0 0 0,-1 1 0 0 0,1-1 0 0 0,-1 2 0 0 0,0-1 1 0 0,0 1-1 0 0,0 1 0 0 0,0-1 0 0 0,-1 1 0 0 0,0 1 0 0 0,0-1 0 0 0,0 1 0 0 0,-1 0 0 0 0,0 1 0 0 0,0-1 1 0 0,0 1-1 0 0,-1 1 0 0 0,0-1 0 0 0,0 1 0 0 0,-1-1 0 0 0,0 1 0 0 0,-1 1 0 0 0,1-1 0 0 0,-2 0 0 0 0,1 1 1 0 0,-1 0-1 0 0,0-1 0 0 0,-1 1 0 0 0,0 5-11 0 0,-17 38 197 0 0,6-34-144 0 0,6-8-136 0 0,0-1-1 0 0,-1 0 1 0 0,-1 0 0 0 0,0 0-1 0 0,0-1 1 0 0,0 0 0 0 0,-1 0-1 0 0,0-1 1 0 0,-1 0 0 0 0,0 0-1 0 0,0 0 1 0 0,0-1-1 0 0,-1 0 1 0 0,0-1 0 0 0,0 0-1 0 0,0-1 1 0 0,-1 1 0 0 0,1-2-1 0 0,-1 1 1 0 0,0-2 0 0 0,0 1-1 0 0,0-1 1 0 0,-1-1 0 0 0,1 1 83 0 0,7-4-159 0 0,1 1-1 0 0,-1 0 1 0 0,1 0 0 0 0,-1-1 0 0 0,1 1-1 0 0,0-1 1 0 0,0 0 0 0 0,0 0 0 0 0,0 0-1 0 0,0 0 1 0 0,0 0 0 0 0,0 0 0 0 0,1 0-1 0 0,-1-1 1 0 0,1 1 0 0 0,-1 0 0 0 0,1-1-1 0 0,0 1 1 0 0,0-1 0 0 0,0 0 0 0 0,1 1-1 0 0,-1-1 1 0 0,0 0 0 0 0,1 0 0 0 0,0 1-1 0 0,0-1 160 0 0,15-50-2669 0 0,13-10 421 0 0,-15 29 1040 0 0</inkml:trace>
  <inkml:trace contextRef="#ctx0" brushRef="#br0" timeOffset="969.519">645 190 1240 0 0,'57'-49'4474'0'0,"23"-3"-2"0"0,-51 44-4048 0 0,0 1 0 0 0,0 2 0 0 0,1 1 1 0 0,0 1-1 0 0,-1 1 0 0 0,1 2 1 0 0,1 1-425 0 0,-23-1 115 0 0,-2 0-76 0 0,0 1 1 0 0,0 0 0 0 0,0 0 0 0 0,0 0 0 0 0,-1 1 0 0 0,1 0 0 0 0,-1 0 0 0 0,1 0 0 0 0,-1 1 0 0 0,0 0 0 0 0,0 0 0 0 0,1 1-40 0 0,-4-3 15 0 0,0 1 0 0 0,0 0 0 0 0,0 0 0 0 0,0 0-1 0 0,0 0 1 0 0,-1 0 0 0 0,1 1 0 0 0,-1-1 0 0 0,1 0 0 0 0,-1 1 0 0 0,0-1 0 0 0,0 1 0 0 0,0 0 0 0 0,0-1 0 0 0,0 1 0 0 0,-1 0-1 0 0,1-1 1 0 0,-1 1 0 0 0,0 0 0 0 0,0-1 0 0 0,0 1 0 0 0,0 0 0 0 0,0 0 0 0 0,-1-1 0 0 0,1 2-15 0 0,0-2 16 0 0,-19 42-23 0 0,14-37 4 0 0,-86 89 206 0 0,27-38-114 0 0,56-51-24 0 0,8-7-68 0 0,1 1 0 0 0,-1-1 0 0 0,0 0 0 0 0,1 0 0 0 0,-1 0 0 0 0,0 0 0 0 0,1 0 0 0 0,-1 0 0 0 0,0 1 0 0 0,0-1 0 0 0,1 0 0 0 0,-1 0 0 0 0,0 0 0 0 0,1 1 0 0 0,-1-1 0 0 0,0 0-1 0 0,0 0 1 0 0,0 1 0 0 0,1-1 0 0 0,-1 0 0 0 0,0 1 0 0 0,0-1 0 0 0,0 0 0 0 0,0 1 0 0 0,0-1 0 0 0,1 0 0 0 0,-1 1 0 0 0,0-1 0 0 0,0 0 0 0 0,0 1 0 0 0,0-1 0 0 0,0 0 0 0 0,0 1 0 0 0,0-1-1 0 0,0 0 1 0 0,0 1 0 0 0,0-1 0 0 0,-1 0 0 0 0,1 1 0 0 0,0-1 0 0 0,0 0 0 0 0,0 1 0 0 0,0-1 0 0 0,0 0 0 0 0,-1 0 0 0 0,1 1 0 0 0,0-1 0 0 0,0 0 0 0 0,-1 1 3 0 0,77 1-106 0 0,60 27 36 0 0,-125-27 74 0 0,0 1 1 0 0,0 0-1 0 0,0 0 1 0 0,0 1-1 0 0,-1 0 0 0 0,1 1 1 0 0,-1 0-1 0 0,0 1 1 0 0,-1 0-1 0 0,1 1 1 0 0,-1 0-1 0 0,-1 0 1 0 0,1 1-1 0 0,5 7-4 0 0,-12-12 19 0 0,0 0 0 0 0,0 0-1 0 0,0 0 1 0 0,-1 0 0 0 0,1 1-1 0 0,-1-1 1 0 0,0 1 0 0 0,0-1-1 0 0,0 1 1 0 0,-1-1 0 0 0,1 1-1 0 0,-1 0 1 0 0,0-1 0 0 0,0 1-1 0 0,0 3-18 0 0,-21 50 180 0 0,17-45-187 0 0,-2 0 0 0 0,0 0 0 0 0,0-1 0 0 0,-1 0 0 0 0,0 0 0 0 0,-1-1 0 0 0,0 0 0 0 0,0 0 1 0 0,-1-1-1 0 0,-1 0 0 0 0,0-1 0 0 0,0 0 0 0 0,0 0 0 0 0,-1-1 0 0 0,0 0 0 0 0,-1-1 0 0 0,1-1 0 0 0,-1 0 1 0 0,0 0-1 0 0,-9 2 7 0 0,19-7-474 0 0,-12-3-3117 0 0,13 1 3463 0 0,0 1-1 0 0,1 0 0 0 0,-1 0 0 0 0,0 0 1 0 0,1 0-1 0 0,-1 0 0 0 0,1 0 0 0 0,-1-1 1 0 0,1 1-1 0 0,-1 0 0 0 0,1-1 0 0 0,0 1 1 0 0,0 0-1 0 0,0 0 0 0 0,-1-1 0 0 0,1 1 1 0 0,1 0-1 0 0,-1-1 0 0 0,0 1 1 0 0,0 0-1 0 0,0-1 0 0 0,1 1 0 0 0,-1 0 1 0 0,1 0-1 0 0,-1-1 0 0 0,1 1 0 0 0,-1 0 1 0 0,1 0-1 0 0,0 0 0 0 0,-1 0 0 0 0,1 0 1 0 0,0 0-1 0 0,0 0 0 0 0,1-1 129 0 0,29-36-2434 0 0,-14 13 1145 0 0</inkml:trace>
  <inkml:trace contextRef="#ctx0" brushRef="#br0" timeOffset="1402.336">1668 122 2904 0 0,'29'-38'10856'0'0,"-20"32"-9462"0"0,0 18-4208 0 0,-2 18-3001 0 0,-2 19 2201 0 0,0-24 2379 0 0</inkml:trace>
  <inkml:trace contextRef="#ctx0" brushRef="#br0" timeOffset="1772.12">1821 518 1312 0 0,'-26'130'11401'0'0,"26"-129"-11665"0"0,-1 1 0 0 0,1-1 0 0 0,0 0-1 0 0,0 1 1 0 0,0-1 0 0 0,0 1 0 0 0,0-1-1 0 0,0 0 1 0 0,0 1 0 0 0,0-1 0 0 0,1 1 0 0 0,-1-1-1 0 0,0 0 1 0 0,1 1 0 0 0,-1-1 0 0 0,1 0-1 0 0,0 0 1 0 0,-1 1 0 0 0,1-1 0 0 0,0 0 0 0 0,0 0-1 0 0,0 0 1 0 0,0 0 0 0 0,0 0 0 0 0,0 0 0 0 0,0 0-1 0 0,0 0 1 0 0,0 0 0 0 0,0-1 0 0 0,0 1-1 0 0,0 0 1 0 0,1-1 0 0 0,-1 1 0 0 0,0-1 0 0 0,1 1-1 0 0,-1-1 1 0 0,0 0 0 0 0,1 1 264 0 0,9 1-1081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49:17.495"/>
    </inkml:context>
    <inkml:brush xml:id="br0">
      <inkml:brushProperty name="width" value="0.2" units="cm"/>
      <inkml:brushProperty name="height" value="0.2" units="cm"/>
      <inkml:brushProperty name="color" value="#F6630D"/>
    </inkml:brush>
    <inkml:brush xml:id="br1">
      <inkml:brushProperty name="width" value="0.2" units="cm"/>
      <inkml:brushProperty name="height" value="0.2" units="cm"/>
    </inkml:brush>
  </inkml:definitions>
  <inkml:trace contextRef="#ctx0" brushRef="#br0">43 1520 2440 0 0,'0'-15'729'0'0,"0"12"-138"0"0,0 3-39 0 0,0-3-64 0 0,0-11-33 0 0,-5 6-19 0 0,-25-15 268 0 0,26 31 841 0 0,0 191-233 0 0,4 163-820 0 0,0-330-481 0 0,1 0 0 0 0,2 0 0 0 0,1 0 0 0 0,5 14-11 0 0,-8-40 1 0 0,38 302 152 0 0,3 43-93 0 0,-15-75-8 0 0,18 331-68 0 0,-29-258 222 0 0,-6 161-45 0 0,-10 687 325 0 0,-10-1020-465 0 0,-14 63 165 0 0,8 366-420 0 0,14-347-5314 0 0,-17-166 3320 0 0,5-61 1104 0 0</inkml:trace>
  <inkml:trace contextRef="#ctx0" brushRef="#br0" timeOffset="1209.59">149 2680 2472 0 0,'0'0'840'0'0,"0"0"-165"0"0,0 0-64 0 0,0 0-91 0 0,0 0-72 0 0,0 0 7 0 0,0 0 9 0 0,0 0-7 0 0,0 0-42 0 0,0 0-9 0 0,0 0-12 0 0,1 5-30 0 0,-1-2-288 0 0,0-3-62 0 0,0 1-1 0 0,0 0 0 0 0,-1 0 0 0 0,1 0 0 0 0,0-1 0 0 0,0 1 0 0 0,0 0 1 0 0,0 0-1 0 0,0-1 0 0 0,1 1 0 0 0,-1 0 0 0 0,0 0 0 0 0,0 0 1 0 0,0-1-1 0 0,1 1 0 0 0,-1 0 0 0 0,0-1 0 0 0,1 1 0 0 0,-1 0 0 0 0,1-1 1 0 0,-1 1-1 0 0,1 0 0 0 0,-1-1 0 0 0,1 1 0 0 0,-1-1 0 0 0,1 1 1 0 0,0-1-1 0 0,-1 1 0 0 0,1-1 0 0 0,0 1 0 0 0,-1-1 0 0 0,1 0 0 0 0,0 1 1 0 0,-1-1-1 0 0,1 0 0 0 0,0 0 0 0 0,0 1 0 0 0,-1-1 0 0 0,1 0 1 0 0,0 0-14 0 0,90-4 940 0 0,5-12-606 0 0,40 4 23 0 0,58-2 58 0 0,60 7 5 0 0,97 7-171 0 0,-333 0-243 0 0,0-1 0 0 0,-1-1-1 0 0,1 0 1 0 0,-1-1 0 0 0,0-1-1 0 0,0-1 1 0 0,5-2-6 0 0,43-13 85 0 0,-64 20-55 0 0,-1 0-10 0 0,10 0 7 0 0,0 0 0 0 0,-8 0 10 0 0,-2 0 0 0 0,0 0-7 0 0,0 0 25 0 0,8 1 9 0 0,6 22-3 0 0,-11-20-89 0 0,-3-3 6 0 0,0 0-34 0 0,-17 8-1918 0 0,-10-1-4776 0 0,22-9 5488 0 0</inkml:trace>
  <inkml:trace contextRef="#ctx0" brushRef="#br0" timeOffset="1611.668">1567 2104 2400 0 0,'1'40'3965'0'0,"25"104"-1767"0"0,-7 1 0 0 0,-1 76-2198 0 0,42 371 951 0 0,-48-490-1811 0 0,-5-72 154 0 0,-1 7-4134 0 0,-6-36 3694 0 0,-1-1 75 0 0,-8-1 46 0 0</inkml:trace>
  <inkml:trace contextRef="#ctx0" brushRef="#br0" timeOffset="1975.195">1832 2299 3224 0 0,'2'-53'5299'0'0,"9"62"-3659"0"0,2 30-1313 0 0,-1 0 0 0 0,-2 1 0 0 0,-2 0 1 0 0,-1 0-1 0 0,-2 1 0 0 0,-1 30-327 0 0,1-6 142 0 0,32 297 575 0 0,4-132-1728 0 0,-22-166-987 0 0,-9-33-2001 0 0,-9-24 1679 0 0,-1-7 1243 0 0</inkml:trace>
  <inkml:trace contextRef="#ctx0" brushRef="#br0" timeOffset="2376.902">1977 2973 2528 0 0,'8'-6'413'0'0,"1"1"-1"0"0,0 0 1 0 0,-1 0 0 0 0,2 1-1 0 0,-1 1 1 0 0,0-1-1 0 0,1 1 1 0 0,-1 1-1 0 0,1 0 1 0 0,7-1-413 0 0,3-1 438 0 0,253-33 2380 0 0,-194 30-2304 0 0,171-14 668 0 0,-62 6-284 0 0,0-7 1 0 0,50-19-899 0 0,44-6 408 0 0,-125 27-972 0 0,-135 35-353 0 0,-22-14 657 0 0,0 1 0 0 0,0-1 0 0 0,0 1 0 0 0,0 0 0 0 0,0-1 0 0 0,0 1 0 0 0,0-1 1 0 0,0 1-1 0 0,-1-1 0 0 0,1 1 0 0 0,0-1 0 0 0,-1 1 0 0 0,1-1 0 0 0,-1 1 0 0 0,0-1 0 0 0,1 0 0 0 0,-1 1 0 0 0,0-1 0 0 0,0 0 0 0 0,0 0 0 0 0,0 1 0 0 0,0-1 0 0 0,-1 0 260 0 0,-50 46-3369 0 0,31-33 2363 0 0</inkml:trace>
  <inkml:trace contextRef="#ctx0" brushRef="#br0" timeOffset="2928.438">426 4863 1400 0 0,'-108'16'3877'0'0,"51"-3"-1252"0"0,51-9-2071 0 0,6-4-528 0 0,0 0 1 0 0,0 0-1 0 0,1 0 1 0 0,-1 0 0 0 0,0 0-1 0 0,0 1 1 0 0,1-1 0 0 0,-1 0-1 0 0,0 0 1 0 0,0 0-1 0 0,0 0 1 0 0,0 1 0 0 0,1-1-1 0 0,-1 0 1 0 0,0 0 0 0 0,0 1-1 0 0,0-1 1 0 0,0 0-1 0 0,0 0 1 0 0,0 1 0 0 0,0-1-1 0 0,1 0 1 0 0,-1 1-1 0 0,0-1 1 0 0,0 0 0 0 0,0 0-1 0 0,0 1 1 0 0,0-1 0 0 0,0 0-1 0 0,0 0 1 0 0,0 1-1 0 0,-1-1 1 0 0,1 0 0 0 0,0 1-1 0 0,0-1 1 0 0,0 0 0 0 0,0 0-1 0 0,0 1 1 0 0,0-1-1 0 0,0 0 1 0 0,-1 0 0 0 0,1 0-1 0 0,0 1 1 0 0,0-1-1 0 0,0 0 1 0 0,-1 0 0 0 0,1 0-1 0 0,0 1 1 0 0,0-1 0 0 0,0 0-1 0 0,-1 0 1 0 0,1 0-1 0 0,0 0 1 0 0,0 0 0 0 0,-1 0-1 0 0,1 1-26 0 0,21 5 298 0 0,0-1 1 0 0,1-1-1 0 0,-1-1 0 0 0,1-1 0 0 0,0 0 1 0 0,0-2-1 0 0,19-2-298 0 0,1 2 264 0 0,105-3 353 0 0,-6-18-303 0 0,345-29 389 0 0,-245 20-2634 0 0,-168 27-3076 0 0,-48-14 1403 0 0,-22 12 2534 0 0</inkml:trace>
  <inkml:trace contextRef="#ctx0" brushRef="#br0" timeOffset="3275.06">1647 4410 3024 0 0,'5'-42'6356'0'0,"5"53"-4336"0"0,30 111-521 0 0,-12 13-436 0 0,-6 0 0 0 0,3 115-1063 0 0,7 50-782 0 0,-4-195-3219 0 0,-26-108-1749 0 0,0-24 3918 0 0,-3 0 748 0 0</inkml:trace>
  <inkml:trace contextRef="#ctx0" brushRef="#br0" timeOffset="3706.834">2140 4385 1636 0 0,'87'-161'6569'0'0,"-87"160"-6337"0"0,0 0-163 0 0,0 1-1 0 0,0-1 1 0 0,0 1 0 0 0,0-1-1 0 0,0 1 1 0 0,1-1-1 0 0,-1 1 1 0 0,0 0 0 0 0,0-1-1 0 0,0 1 1 0 0,1-1-1 0 0,-1 1 1 0 0,0-1-1 0 0,0 1 1 0 0,1 0 0 0 0,-1-1-1 0 0,0 1 1 0 0,1 0-1 0 0,-1-1 1 0 0,0 1 0 0 0,1 0-1 0 0,-1-1 1 0 0,1 1-1 0 0,-1 0 1 0 0,1 0 0 0 0,-1 0-1 0 0,0-1 1 0 0,1 1-1 0 0,-1 0 1 0 0,1 0 0 0 0,-1 0-1 0 0,1 0 1 0 0,-1 0-1 0 0,1 0 1 0 0,-1 0 0 0 0,1 0-1 0 0,-1 0 1 0 0,1 0-1 0 0,-1 0 1 0 0,1 0 0 0 0,-1 0-1 0 0,1 0 1 0 0,-1 1-1 0 0,1-1 1 0 0,-1 0 0 0 0,0 0-1 0 0,1 0 1 0 0,-1 1-69 0 0,6 8 149 0 0,0 0 0 0 0,-1 1 1 0 0,-1 0-1 0 0,1 0 0 0 0,-2 0 0 0 0,1 1 1 0 0,-1-1-1 0 0,1 9-149 0 0,6 90 1221 0 0,-5 0 1 0 0,-6 63-1222 0 0,0-59 266 0 0,1 183 302 0 0,0-265-594 0 0,1 0 0 0 0,1-1 0 0 0,2 1 0 0 0,1 0 0 0 0,3 4 26 0 0,16 71-1422 0 0,-23-102 1064 0 0,-1 1 1 0 0,1 0-1 0 0,0 0 0 0 0,1 0 1 0 0,-1-1-1 0 0,1 1 1 0 0,-1-1-1 0 0,1 1 1 0 0,1-1-1 0 0,-1 1 0 0 0,1-1 1 0 0,-1 0-1 0 0,2 0 358 0 0,-1-4-4217 0 0,0-12 3322 0 0,-3 12 621 0 0,1-12-866 0 0,4-8-62 0 0</inkml:trace>
  <inkml:trace contextRef="#ctx0" brushRef="#br0" timeOffset="4046.178">2470 5025 2700 0 0,'43'-15'3127'0'0,"45"-3"-1181"0"0,1 3 1 0 0,0 4 0 0 0,50 2-1947 0 0,-49 3 745 0 0,819-36 2506 0 0,-654 30-3027 0 0,-58 7-1290 0 0,-108-15-874 0 0,-89 20 1826 0 0,0 0 1 0 0,1 0-1 0 0,-1 0 0 0 0,1 0 1 0 0,-1 0-1 0 0,1 0 0 0 0,-1 0 1 0 0,0 0-1 0 0,1 0 0 0 0,-1 0 1 0 0,1 0-1 0 0,-1 0 0 0 0,0-1 1 0 0,1 1-1 0 0,-1 0 0 0 0,1 0 1 0 0,-1 0-1 0 0,0-1 0 0 0,1 1 1 0 0,-1 0-1 0 0,0-1 0 0 0,1 1 1 0 0,-1 0-1 0 0,0-1 0 0 0,0 1 0 0 0,1 0 1 0 0,-1-1-1 0 0,0 1 0 0 0,0 0 1 0 0,0-1-1 0 0,1 1 0 0 0,-1-1 1 0 0,0 1-1 0 0,0 0 0 0 0,0-1 1 0 0,0 1-1 0 0,0-1 0 0 0,0 1 1 0 0,0-1-1 0 0,0 1 0 0 0,0 0 1 0 0,0-1-1 0 0,0 1 0 0 0,0-1 1 0 0,0 1-1 0 0,0-1 0 0 0,-1 1 1 0 0,1 0-1 0 0,0-1 0 0 0,0 1 0 0 0,0 0 1 0 0,-1-1-1 0 0,1 1 114 0 0,-25-10-3572 0 0,-3 8 2532 0 0</inkml:trace>
  <inkml:trace contextRef="#ctx0" brushRef="#br0" timeOffset="4760.576">173 7028 2620 0 0,'0'14'718'0'0,"-1"-10"-598"0"0,1 0 0 0 0,-1 0 0 0 0,1-1 0 0 0,0 1 0 0 0,0 0 0 0 0,1 0 0 0 0,-1 0 0 0 0,1 0 0 0 0,0 0 0 0 0,0 0 0 0 0,0-1 0 0 0,0 1-1 0 0,1 0 1 0 0,-1-1 0 0 0,1 1 0 0 0,0-1 0 0 0,0 1 0 0 0,1-1 0 0 0,-1 0 0 0 0,3 2-120 0 0,12 8 321 0 0,0-2-1 0 0,0 0 1 0 0,2-1 0 0 0,-1-1-1 0 0,1-1 1 0 0,0 0 0 0 0,1-1-1 0 0,0-2 1 0 0,0 0 0 0 0,0-1-1 0 0,1 0 1 0 0,-1-2 0 0 0,2-1-321 0 0,290 7 1648 0 0,-44-31-931 0 0,221 9 70 0 0,-354 31-1205 0 0,-8 18-1725 0 0,-86-22-2203 0 0,-34-12 1956 0 0,-5 1 1273 0 0</inkml:trace>
  <inkml:trace contextRef="#ctx0" brushRef="#br0" timeOffset="5117.786">1763 6733 3540 0 0,'-13'-37'5481'0'0,"12"258"610"0"0,0 21-5384 0 0,8-45-259 0 0,7-44-230 0 0,0-58-80 0 0,19 110-669 0 0,-28-178 275 0 0,1 5-706 0 0,1-1 0 0 0,2 0 0 0 0,0 0 0 0 0,7 10 962 0 0,0-23-4270 0 0,-15-18 2967 0 0,9-30-2213 0 0,-4 7 2277 0 0</inkml:trace>
  <inkml:trace contextRef="#ctx0" brushRef="#br0" timeOffset="5393.094">2236 7127 1820 0 0,'3'-4'399'0'0,"-2"3"-280"0"0,-1 0 1 0 0,0 0-1 0 0,1 0 0 0 0,-1-1 1 0 0,1 1-1 0 0,-1 0 0 0 0,1 0 0 0 0,-1 0 1 0 0,1 0-1 0 0,0 0 0 0 0,0 0 1 0 0,-1 0-1 0 0,1 1 0 0 0,0-1 1 0 0,0 0-1 0 0,0 0 0 0 0,0 0 0 0 0,0 1 1 0 0,0-1-1 0 0,0 1 0 0 0,0-1 1 0 0,0 1-1 0 0,0-1 0 0 0,1 1 1 0 0,-1 0-1 0 0,0-1 0 0 0,0 1 0 0 0,0 0 1 0 0,1 0-1 0 0,-1 0 0 0 0,0 0 1 0 0,0 0-1 0 0,0 0 0 0 0,1 0 0 0 0,-1 0 1 0 0,0 0-1 0 0,0 1 0 0 0,0-1 1 0 0,0 1-1 0 0,0-1 0 0 0,1 0 1 0 0,-1 1-1 0 0,0 0 0 0 0,0-1 0 0 0,0 1 1 0 0,0 0-1 0 0,0 0-119 0 0,8 14 412 0 0,-2 0 1 0 0,0 1-1 0 0,0 0 0 0 0,-1 0 0 0 0,-1 0 0 0 0,-1 1 1 0 0,-1 0-1 0 0,0 0 0 0 0,-1 0 0 0 0,0 15-412 0 0,10 207 1955 0 0,-13-176-2218 0 0,3 0 0 0 0,2 1 0 0 0,4-1 0 0 0,2-1 0 0 0,3 1-1 0 0,5 7 264 0 0,8 13-5585 0 0,-20-57 2148 0 0,-5-23 2503 0 0</inkml:trace>
  <inkml:trace contextRef="#ctx0" brushRef="#br0" timeOffset="5797.886">2478 7889 2880 0 0,'39'-31'3435'0'0,"-18"22"-2821"0"0,0 0-1 0 0,1 1 1 0 0,0 1 0 0 0,1 1-1 0 0,0 1 1 0 0,-1 1 0 0 0,2 1-1 0 0,22 0-613 0 0,-30 2 196 0 0,470-19 2351 0 0,-310 17-2141 0 0,2 0-47 0 0,277-14-2293 0 0,-288-12-4810 0 0,-157 26 4426 0 0,-14 4 1290 0 0</inkml:trace>
  <inkml:trace contextRef="#ctx0" brushRef="#br0" timeOffset="6668.486">3006 3289 2492 0 0,'0'0'948'0'0,"0"0"-121"0"0,0 0-128 0 0,-7-5-52 0 0,-25-16-82 0 0,13 17-29 0 0,-19 11 396 0 0,27-2-795 0 0,0 0 0 0 0,0 0 0 0 0,1 1 0 0 0,-1 0 1 0 0,2 1-1 0 0,-1 0 0 0 0,1 0 0 0 0,0 1 0 0 0,0 0 0 0 0,1 1 0 0 0,0 0 0 0 0,1 0 0 0 0,-1 1 0 0 0,2 0 1 0 0,0 0-1 0 0,0 1 0 0 0,1-1 0 0 0,0 1 0 0 0,0 4-137 0 0,-4 78 697 0 0,28-23-461 0 0,-15-62-210 0 0,8 13 31 0 0,0-1 0 0 0,2-1 0 0 0,0 0 0 0 0,2-1 0 0 0,0 0 0 0 0,0-2 0 0 0,2 0 0 0 0,0 0 0 0 0,1-2 0 0 0,0 0 0 0 0,11 4-57 0 0,95 80 197 0 0,-121-94-193 0 0,0 0 1 0 0,0 1 0 0 0,0-1-1 0 0,0 1 1 0 0,-1 0 0 0 0,1 0-1 0 0,-1 0 1 0 0,-1 1 0 0 0,1-1-1 0 0,-1 1 1 0 0,0-1 0 0 0,0 1-1 0 0,0 0 1 0 0,-1 0 0 0 0,0 0-1 0 0,0 0 1 0 0,0 3-5 0 0,-6 12 1 0 0,-4-6-46 0 0,0 0 0 0 0,-2 0 1 0 0,0-1-1 0 0,0 0 0 0 0,-1-1 0 0 0,-1 0 1 0 0,0-1-1 0 0,-1 0 0 0 0,0-1 0 0 0,-1-1 1 0 0,-9 5 44 0 0,-49 5-406 0 0,72-21 397 0 0,-1 0 1 0 0,0 0 0 0 0,1 0-1 0 0,-1-1 1 0 0,0 1-1 0 0,1 0 1 0 0,0-1 0 0 0,-1 1-1 0 0,1-1 1 0 0,0 1 0 0 0,0-1-1 0 0,0 1 1 0 0,0-1 0 0 0,0 0-1 0 0,0 0 1 0 0,0 1-1 0 0,0-1 1 0 0,1 0 0 0 0,-1 0-1 0 0,1 0 1 0 0,-1 0 0 0 0,1 0-1 0 0,0 0 1 0 0,0 0-1 0 0,0 0 1 0 0,0 0 0 0 0,0 0-1 0 0,0 0 1 0 0,1 0 0 0 0,-1 0-1 0 0,1 0 1 0 0,-1 1-1 0 0,1-1 1 0 0,0 0 0 0 0,0 0-1 0 0,0 0 9 0 0,-1 0-6 0 0,43-135-209 0 0,8 31 4 0 0,22-61 81 0 0,-2 0 412 0 0,22-87 1663 0 0,-89 235-1308 0 0,-4 30 156 0 0,-8 44-572 0 0,12 127 262 0 0,18-62-384 0 0,-17-76-117 0 0,2-1-1 0 0,2 0 1 0 0,2-1-1 0 0,2 0 1 0 0,1 0 0 0 0,2-2-1 0 0,9 13 19 0 0,42 57-1701 0 0,-67-109 1640 0 0,0-1-1 0 0,0 0 1 0 0,0 1 0 0 0,0-1-1 0 0,1 1 1 0 0,-1-1-1 0 0,0 0 1 0 0,0 1 0 0 0,0-1-1 0 0,1 0 1 0 0,-1 1 0 0 0,0-1-1 0 0,1 0 1 0 0,-1 0 0 0 0,0 1-1 0 0,1-1 1 0 0,-1 0 0 0 0,0 0-1 0 0,1 0 1 0 0,-1 1 0 0 0,0-1-1 0 0,1 0 1 0 0,-1 0 0 0 0,1 0-1 0 0,-1 0 1 0 0,0 0 0 0 0,1 0-1 0 0,-1 0 1 0 0,1 0 0 0 0,-1 0-1 0 0,0 0 1 0 0,1 0 0 0 0,-1 0-1 0 0,1 0 1 0 0,-1 0 0 0 0,1 0-1 0 0,-1 0 1 0 0,0 0 0 0 0,1 0-1 0 0,-1-1 1 0 0,0 1 0 0 0,1 0-1 0 0,-1 0 1 0 0,0 0 0 0 0,1-1-1 0 0,-1 1 1 0 0,0 0 0 0 0,1 0-1 0 0,-1-1 1 0 0,0 1 0 0 0,1 0-1 0 0,-1-1 1 0 0,0 1 0 0 0,0 0-1 0 0,0-1 1 0 0,1 1 0 0 0,-1-1-1 0 0,0 1 1 0 0,0 0 0 0 0,0-1-1 0 0,0 1 1 0 0,0-1 0 0 0,0 1-1 0 0,0 0 1 0 0,0-1 61 0 0,1-31-3759 0 0,-14-16 1403 0 0,3 23 1368 0 0</inkml:trace>
  <inkml:trace contextRef="#ctx0" brushRef="#br0" timeOffset="7012.436">3210 3854 1564 0 0,'-105'-12'3436'0'0,"22"12"-1419"0"0,28 12-1042 0 0,19 2 319 0 0,20-5-35 0 0,28-9 112 0 0,300-123-2439 0 0,-302 119 819 0 0,22-7-962 0 0,0 1 0 0 0,0 1 1 0 0,1 2-1 0 0,0 2 0 0 0,0 0 0 0 0,11 2 1211 0 0,-17 3-1130 0 0</inkml:trace>
  <inkml:trace contextRef="#ctx0" brushRef="#br0" timeOffset="7318.06">3780 3797 2436 0 0,'0'1'146'0'0,"1"-1"0"0"0,-1 0 0 0 0,1 0 0 0 0,0 1-1 0 0,-1-1 1 0 0,1 0 0 0 0,0 0 0 0 0,-1 0 0 0 0,1 0 0 0 0,0 0-1 0 0,-1 0 1 0 0,1 0 0 0 0,0 0 0 0 0,-1 0 0 0 0,1 0-1 0 0,0 0 1 0 0,-1 0 0 0 0,1-1 0 0 0,0 1 0 0 0,-1 0 0 0 0,1 0-1 0 0,0-1 1 0 0,-1 1 0 0 0,1 0 0 0 0,-1-1 0 0 0,1 1 0 0 0,-1-1-1 0 0,1 1 1 0 0,-1-1 0 0 0,1 1 0 0 0,-1-1 0 0 0,1 1 0 0 0,-1-1-1 0 0,0 1 1 0 0,1-1 0 0 0,-1 0 0 0 0,0 1 0 0 0,1-1 0 0 0,-1 1-1 0 0,0-1 1 0 0,0 0 0 0 0,0 1 0 0 0,0-1 0 0 0,0 0 0 0 0,0 1-1 0 0,1-1 1 0 0,-1 0 0 0 0,-1 0-146 0 0,3-3 46 0 0,7-18 602 0 0,-1 0 0 0 0,-2-1 0 0 0,0 0 0 0 0,-1 0-1 0 0,-1-1 1 0 0,0-18-648 0 0,-2 28 328 0 0,-2 3 199 0 0,-4 19-207 0 0,0 71 79 0 0,3-1-301 0 0,-5 25-40 0 0,8-22-721 0 0,48 202-5196 0 0,-26-55 663 0 0,-24-169 4195 0 0</inkml:trace>
  <inkml:trace contextRef="#ctx0" brushRef="#br0" timeOffset="7682.297">3218 5651 2952 0 0,'0'-38'6819'0'0,"6"45"-4992"0"0,22 169 895 0 0,4 92-1879 0 0,-29-158-5203 0 0,-6-107 2888 0 0,1-3 1213 0 0,0 0-1 0 0,0 0 1 0 0,-1 1 0 0 0,1-1-1 0 0,0-1 1 0 0,0 1 0 0 0,-1 0 0 0 0,1 0-1 0 0,0-1 1 0 0,0 1 0 0 0,0-1-1 0 0,-1 0 1 0 0,1 0 0 0 0,0 0-1 0 0,0 0 1 0 0,0 0 0 0 0,0 0 0 0 0,1 0-1 0 0,-1-1 1 0 0,-1 0 259 0 0,-19-13-1121 0 0,-4-3 5 0 0</inkml:trace>
  <inkml:trace contextRef="#ctx0" brushRef="#br0" timeOffset="8115.569">2812 5807 1372 0 0,'-39'-25'6324'0'0,"51"10"-3342"0"0,144-60-297 0 0,-92 50-2356 0 0,2 3 0 0 0,0 2 0 0 0,15 1-329 0 0,111-4-2314 0 0,-119 21-680 0 0,12 17 233 0 0,-85-15 2756 0 0,6 1-340 0 0,1 1 0 0 0,-1-1 0 0 0,1 1 0 0 0,-1 1 0 0 0,0-1-1 0 0,0 1 1 0 0,0 0 0 0 0,0 1 0 0 0,0-1 0 0 0,4 4 345 0 0,4 8-1113 0 0</inkml:trace>
  <inkml:trace contextRef="#ctx0" brushRef="#br0" timeOffset="8402.143">3711 5795 1336 0 0,'15'43'7741'0'0,"1"8"-6840"0"0,-3 1 0 0 0,-2 1 1 0 0,-2 1-1 0 0,-2-1 0 0 0,-1 37-901 0 0,-3 153-4167 0 0,-3-193 2202 0 0,-17 84-624 0 0,8-74 1521 0 0,-4-12-154 0 0</inkml:trace>
  <inkml:trace contextRef="#ctx0" brushRef="#br0" timeOffset="8712.169">3454 8272 2844 0 0,'-23'-31'5501'0'0,"22"50"-3504"0"0,6 124 528 0 0,13-22-1831 0 0,-9 297-1985 0 0,-31-305-2547 0 0,22-112 3719 0 0,0 0 1 0 0,0 0-1 0 0,0-1 0 0 0,0 1 1 0 0,0 0-1 0 0,0-1 0 0 0,0 1 1 0 0,0 0-1 0 0,0-1 0 0 0,-1 1 0 0 0,1 0 1 0 0,0-1-1 0 0,-1 1 0 0 0,1 0 1 0 0,0-1-1 0 0,-1 1 0 0 0,1-1 1 0 0,-1 1-1 0 0,1-1 0 0 0,-1 1 1 0 0,1-1-1 0 0,-1 1 0 0 0,1-1 0 0 0,-1 1 1 0 0,1-1-1 0 0,-1 0 0 0 0,0 1 1 0 0,1-1-1 0 0,-1 0 0 0 0,0 1 1 0 0,1-1-1 0 0,-1 0 0 0 0,0 0 1 0 0,1 0-1 0 0,-1 0 0 0 0,0 0 0 0 0,1 0 1 0 0,-1 0-1 0 0,0 0 0 0 0,0 0 1 0 0,1 0-1 0 0,-1 0 0 0 0,0 0 1 0 0,1 0-1 0 0,-2-1 119 0 0,-5-4-1295 0 0</inkml:trace>
  <inkml:trace contextRef="#ctx0" brushRef="#br0" timeOffset="9049.091">2973 8453 2096 0 0,'-73'-70'6069'0'0,"79"62"-2548"0"0,30-4-3191 0 0,-16 7 174 0 0,176-53 1097 0 0,190-30-1601 0 0,-335 81-1732 0 0,1 2 0 0 0,-1 2 0 0 0,14 3 1732 0 0,3 15-2630 0 0,-64-13 2410 0 0,-1-1 1 0 0,1 1 0 0 0,-1 0-1 0 0,0-1 1 0 0,0 2 0 0 0,1-1-1 0 0,-2 0 1 0 0,1 1 0 0 0,0-1-1 0 0,0 1 1 0 0,-1 0 0 0 0,1 0 0 0 0,-1 0-1 0 0,0 0 1 0 0,0 0 0 0 0,0 0 219 0 0,5 9-1290 0 0</inkml:trace>
  <inkml:trace contextRef="#ctx0" brushRef="#br0" timeOffset="9411.078">3905 8430 1472 0 0,'14'52'3130'0'0,"-10"213"3940"0"0,-26-104-5625 0 0,13 21 595 0 0,8-179-2019 0 0,1 0-1 0 0,0 0 0 0 0,0 0 1 0 0,1 0-1 0 0,-1 0 0 0 0,0-1 1 0 0,1 1-1 0 0,0 0 0 0 0,0 0 1 0 0,0-1-1 0 0,0 1 0 0 0,0 0 1 0 0,0-1-1 0 0,1 1 0 0 0,-1-1 1 0 0,1 0-1 0 0,0 1 0 0 0,0-1 0 0 0,-1 0 1 0 0,2 0-1 0 0,-1 0-20 0 0,1 0-10 0 0,0-2-1 0 0,0 1 0 0 0,0 0 1 0 0,0-1-1 0 0,-1 1 1 0 0,1-1-1 0 0,0 0 1 0 0,0 0-1 0 0,0 0 1 0 0,0 0-1 0 0,0 0 1 0 0,0-1-1 0 0,0 1 1 0 0,0-1-1 0 0,-1 0 1 0 0,1 0-1 0 0,0 0 0 0 0,0 0 1 0 0,-1 0-1 0 0,1-1 1 0 0,-1 1-1 0 0,1-1 1 0 0,-1 0-1 0 0,2-1 11 0 0,-1 1-8 0 0,15-10-176 0 0,-1-2 0 0 0,0 0 0 0 0,-2 0 0 0 0,1-2 1 0 0,-2 0-1 0 0,0 0 0 0 0,-1-1 0 0 0,2-6 184 0 0,23-25-515 0 0,-37 46 494 0 0,29-36-404 0 0,2 1 0 0 0,1 1 0 0 0,24-17 425 0 0,0 24-9 0 0,-54 28 128 0 0,2 5 84 0 0,0-1-141 0 0,0 1 0 0 0,0 0-1 0 0,-1 0 1 0 0,1 1-1 0 0,-1 0 1 0 0,0-1 0 0 0,0 1-1 0 0,-1 0 1 0 0,0 1-1 0 0,0-1 1 0 0,0 1 0 0 0,0-1-1 0 0,-1 2-61 0 0,13 45 749 0 0,-2 1 0 0 0,-2 0-1 0 0,2 47-748 0 0,-4-31 556 0 0,-5-41-796 0 0,1-1 0 0 0,2 0 0 0 0,0 0 0 0 0,2 0 0 0 0,1-1 0 0 0,1-1 0 0 0,2 0 0 0 0,13 22 240 0 0,-23-42-515 0 0,0 0 1 0 0,1-1-1 0 0,-1 1 1 0 0,1 0-1 0 0,0-1 1 0 0,1 0-1 0 0,-1 0 1 0 0,1 0-1 0 0,-1-1 1 0 0,1 1-1 0 0,0-1 1 0 0,3 1 514 0 0,-7-4-1323 0 0,1-2 27 0 0,1-36-895 0 0,-6 12 1190 0 0</inkml:trace>
  <inkml:trace contextRef="#ctx0" brushRef="#br0" timeOffset="10531.254">4145 7657 2104 0 0,'13'4'656'0'0,"1"-1"-1"0"0,0-1 1 0 0,0 0-1 0 0,0-1 1 0 0,0 0 0 0 0,0-1-1 0 0,6-1-655 0 0,8 0 666 0 0,58-12 197 0 0,-28-1-345 0 0,314-76 1799 0 0,-368 89-2300 0 0,36-8 168 0 0,-1-1 0 0 0,-1-2-1 0 0,1-1 1 0 0,17-11-185 0 0,-49 21 48 0 0,0-1 0 0 0,0 0 1 0 0,0 0-1 0 0,-1-1 0 0 0,0 0 0 0 0,1 0 0 0 0,-2-1 0 0 0,1 0 0 0 0,-1 1 1 0 0,0-2-1 0 0,0 1 0 0 0,0-1 0 0 0,-1 0 0 0 0,0 0 0 0 0,0 0 0 0 0,-1 0 1 0 0,0 0-1 0 0,0-1 0 0 0,1-7-48 0 0,1-11 160 0 0,-1 1 0 0 0,-1-1 0 0 0,-1 1 0 0 0,-1-1 0 0 0,-1 0 1 0 0,-4-23-161 0 0,-43-200 460 0 0,-2 30-55 0 0,-2-2-148 0 0,2-60-257 0 0,8-21 142 0 0,3 64-73 0 0,10 57 25 0 0,-35-111-94 0 0,13 113-185 0 0,-34-66 185 0 0,8 35 4 0 0,-28-94 97 0 0,-6 6-105 0 0,84 174 30 0 0,8 18-70 0 0,16-42 27 0 0,2 7-236 0 0,0 140 318 0 0,0-1-45 0 0,0-6 19 0 0,0-21-1571 0 0,0 27 1093 0 0,0 2-68 0 0,0 0-65 0 0,3-3 2 0 0,31-16-2623 0 0,-14 10-1748 0 0,-16 7 3907 0 0</inkml:trace>
  <inkml:trace contextRef="#ctx0" brushRef="#br0" timeOffset="11278.917">3809 2717 1808 0 0,'0'-1'171'0'0,"1"0"-1"0"0,-1 0 1 0 0,0-1-1 0 0,1 1 1 0 0,-1 0-1 0 0,0 0 0 0 0,1 0 1 0 0,0 0-1 0 0,-1 0 1 0 0,1 0-1 0 0,-1 1 1 0 0,1-1-1 0 0,0 0 1 0 0,0 0-1 0 0,0 0 1 0 0,-1 1-1 0 0,1-1 1 0 0,0 0-1 0 0,0 1 1 0 0,0-1-1 0 0,0 0 1 0 0,0 1-1 0 0,0 0 1 0 0,0-1-1 0 0,0 1 1 0 0,1 0-1 0 0,-1-1 0 0 0,0 1 1 0 0,0 0-1 0 0,0 0 1 0 0,1 0-171 0 0,3-2-179 0 0,156-31 1498 0 0,22 13-394 0 0,-106 35-743 0 0,-71-13-160 0 0,1 1 0 0 0,-1 0-1 0 0,0 0 1 0 0,0 0 0 0 0,0 1-1 0 0,0 0 1 0 0,-1 0 0 0 0,0 0-1 0 0,0 1 1 0 0,0 0 0 0 0,0 0-1 0 0,0 0 1 0 0,-1 0 0 0 0,0 1-1 0 0,0 0 1 0 0,-1 0 0 0 0,0 0-1 0 0,0 0 1 0 0,0 0 0 0 0,0 1-1 0 0,-1-1 1 0 0,0 3-22 0 0,3 14 71 0 0,-1 1-1 0 0,-1 0 0 0 0,-1 0 1 0 0,-2 0-1 0 0,0 14-70 0 0,-1-14 75 0 0,1 43-29 0 0,10 253 268 0 0,-1-264-434 0 0,4-1 1 0 0,1 0-1 0 0,4-1 0 0 0,1 0 1 0 0,3-1-1 0 0,2-2 1 0 0,9 12 119 0 0,-18-34-535 0 0,-7-16-148 0 0,-1 0-1 0 0,0 1 1 0 0,-1 0-1 0 0,0 0 1 0 0,-1 0-1 0 0,-1 1 1 0 0,0 0-1 0 0,-1-1 1 0 0,0 11 683 0 0,-3-13-1149 0 0</inkml:trace>
  <inkml:trace contextRef="#ctx0" brushRef="#br0" timeOffset="11902.141">4318 2903 2396 0 0,'-1'0'66'0'0,"1"-1"0"0"0,-1 1 0 0 0,1 0 0 0 0,-1-1-1 0 0,1 1 1 0 0,-1 0 0 0 0,1-1 0 0 0,-1 1 0 0 0,1 0 0 0 0,0-1-1 0 0,-1 1 1 0 0,1-1 0 0 0,0 1 0 0 0,-1-1 0 0 0,1 1-1 0 0,0-1 1 0 0,0 1 0 0 0,-1-1 0 0 0,1 1 0 0 0,0-1 0 0 0,0 1-1 0 0,0-1 1 0 0,0 1 0 0 0,0-1 0 0 0,0 0 0 0 0,0 1 0 0 0,0-1-1 0 0,0 1 1 0 0,0-1 0 0 0,0 1 0 0 0,0-1 0 0 0,0 1 0 0 0,0-1-1 0 0,0 1 1 0 0,1-1 0 0 0,-1 1 0 0 0,0-1 0 0 0,0 1 0 0 0,1-1-1 0 0,-1 1 1 0 0,0-1 0 0 0,1 1 0 0 0,-1-1 0 0 0,0 1 0 0 0,1-1-1 0 0,-1 1 1 0 0,1 0 0 0 0,-1-1 0 0 0,1 1 0 0 0,-1 0 0 0 0,1 0-1 0 0,-1-1 1 0 0,1 1 0 0 0,-1 0 0 0 0,1 0 0 0 0,-1 0-1 0 0,1-1 1 0 0,-1 1 0 0 0,1 0 0 0 0,-1 0 0 0 0,1 0-66 0 0,39-6 961 0 0,-36 5-949 0 0,308-6 1744 0 0,-35 5-1078 0 0,-29-13-357 0 0,619-64 1026 0 0,-708 61-1198 0 0,269-17 272 0 0,-380 33-190 0 0,-46 2-364 0 0,-2 0-104 0 0,10-2-2525 0 0,-9 2 2765 0 0,0-1-200 0 0,-1 1 0 0 0,1-1 0 0 0,0 1-1 0 0,0-1 1 0 0,0 0 0 0 0,0 0 0 0 0,-1 1 0 0 0,1-1-1 0 0,0 0 1 0 0,-1 0 0 0 0,1 0 0 0 0,0 0 0 0 0,-1 0-1 0 0,1 0 1 0 0,-1 0 0 0 0,0 0 0 0 0,1 0 0 0 0,-1 0-1 0 0,0 0 1 0 0,1 0 0 0 0,-1 0 0 0 0,0 0 0 0 0,0 0-1 0 0,0 0 1 0 0,0 0 0 0 0,0 0 0 0 0,0 0 0 0 0,0 0 0 0 0,-1-1-1 0 0,1 1 1 0 0,0 0 0 0 0,-1 0 197 0 0,1-4-1057 0 0</inkml:trace>
  <inkml:trace contextRef="#ctx0" brushRef="#br0" timeOffset="12282.059">6952 1997 1100 0 0,'-1'7'325'0'0,"1"0"-1"0"0,-1-1 1 0 0,1 1-1 0 0,0 0 1 0 0,1 0-1 0 0,-1-1 0 0 0,2 1 1 0 0,-1 0-1 0 0,0-1 1 0 0,1 1-1 0 0,1-1 1 0 0,-1 0-1 0 0,2 2-324 0 0,-1 3 267 0 0,28 81 1466 0 0,-4 2 0 0 0,4 43-1733 0 0,58 465 2131 0 0,-52-403-2496 0 0,9-22-2716 0 0,-22-135-1714 0 0,-21-39 3786 0 0</inkml:trace>
  <inkml:trace contextRef="#ctx0" brushRef="#br0" timeOffset="12708.394">7561 1798 2628 0 0,'4'-14'2511'0'0,"-6"29"-283"0"0,3 91-225 0 0,45 102-349 0 0,68 146 305 0 0,31 83-845 0 0,-81-198-2028 0 0,-52-183 269 0 0,10 93-6504 0 0,-18-141 4927 0 0,-2-8 1191 0 0</inkml:trace>
  <inkml:trace contextRef="#ctx0" brushRef="#br0" timeOffset="13250.329">8333 2017 2644 0 0,'-46'7'2628'0'0,"11"6"-1956"0"0,1 1-1 0 0,0 2 0 0 0,1 2 0 0 0,1 1 0 0 0,-15 12-671 0 0,35-24 101 0 0,-119 86 1229 0 0,4 6-1 0 0,-66 68-1329 0 0,176-151 76 0 0,-105 92 353 0 0,-197 174 1372 0 0,-150 90-1801 0 0,206-186 128 0 0,148-124-1137 0 0,105-59 59 0 0,16-8-89 0 0,15-8-636 0 0,120-71-4422 0 0,-108 65 4989 0 0</inkml:trace>
  <inkml:trace contextRef="#ctx0" brushRef="#br0" timeOffset="13817.349">7804 4149 3108 0 0,'-1'-20'3640'0'0,"1"30"-942"0"0,0 188-518 0 0,12-100-1802 0 0,1-34-130 0 0,22 144-837 0 0,-23-153-959 0 0,-12-53 563 0 0,0-2-376 0 0,0 1 18 0 0,0 0 1264 0 0,0 0 0 0 0,0-1 1 0 0,0 1-1 0 0,0 0 0 0 0,-1 0 1 0 0,1-1-1 0 0,0 1 0 0 0,0 0 0 0 0,-1-1 1 0 0,1 1-1 0 0,0 0 0 0 0,-1-1 1 0 0,1 1-1 0 0,-1-1 0 0 0,1 1 0 0 0,0-1 1 0 0,-1 1-1 0 0,0-1 0 0 0,1 1 1 0 0,-1-1-1 0 0,1 1 0 0 0,-1-1 0 0 0,1 0 1 0 0,-1 1-1 0 0,0-1 0 0 0,1 0 0 0 0,-1 1 1 0 0,0-1-1 0 0,0 0 0 0 0,1 0 1 0 0,-1 0-1 0 0,0 0 0 0 0,1 0 0 0 0,-1 0 1 0 0,0 0-1 0 0,0 0 0 0 0,1 0 1 0 0,-1 0-1 0 0,0 0 0 0 0,1 0 0 0 0,-1 0 1 0 0,0 0-1 0 0,0-1 79 0 0,-5-4-965 0 0</inkml:trace>
  <inkml:trace contextRef="#ctx0" brushRef="#br0" timeOffset="14203.705">7363 4217 2748 0 0,'-45'-29'4362'0'0,"64"19"-1402"0"0,305-43-1355 0 0,-101 38-3703 0 0,-124 19-606 0 0,21 19 211 0 0,-93-10 1375 0 0,-1 8-16 0 0</inkml:trace>
  <inkml:trace contextRef="#ctx0" brushRef="#br0" timeOffset="14519.384">8144 4559 2928 0 0,'0'1'96'0'0,"-1"0"-1"0"0,1-1 0 0 0,-1 1 1 0 0,1 0-1 0 0,0 0 1 0 0,-1-1-1 0 0,1 1 0 0 0,0 0 1 0 0,0 0-1 0 0,-1 0 0 0 0,1-1 1 0 0,0 1-1 0 0,0 0 1 0 0,0 0-1 0 0,0 0 0 0 0,0 0 1 0 0,0-1-1 0 0,0 1 1 0 0,0 0-1 0 0,1 0 0 0 0,-1 0 1 0 0,0-1-1 0 0,0 1 0 0 0,1 0 1 0 0,-1 0-1 0 0,0-1 1 0 0,1 1-1 0 0,-1 0 0 0 0,1-1 1 0 0,-1 1-1 0 0,1 0 0 0 0,-1-1 1 0 0,1 1-1 0 0,-1-1 1 0 0,1 1-1 0 0,0 0 0 0 0,-1-1 1 0 0,1 0-1 0 0,0 1 1 0 0,0-1-1 0 0,-1 1 0 0 0,1-1 1 0 0,0 0-1 0 0,0 0 0 0 0,-1 1 1 0 0,1-1-1 0 0,0 0 1 0 0,0 0-1 0 0,0 0 0 0 0,0 0 1 0 0,-1 0-1 0 0,1 0 0 0 0,0 0 1 0 0,0 0-1 0 0,0 0 1 0 0,-1 0-1 0 0,1-1 0 0 0,0 1 1 0 0,0 0-1 0 0,0 0 0 0 0,-1-1 1 0 0,1 1-1 0 0,0-1 1 0 0,-1 1-1 0 0,1-1 0 0 0,0 1 1 0 0,-1-1-1 0 0,1 1 1 0 0,0-1-96 0 0,42-5 668 0 0,80-14 268 0 0,-97 19-736 0 0,-18 0-167 0 0,-1 0 0 0 0,1 1-1 0 0,0-1 1 0 0,0 1 0 0 0,-1 1 0 0 0,1 0 0 0 0,0 0-1 0 0,-1 0 1 0 0,1 1 0 0 0,-1 0 0 0 0,0 1 0 0 0,1 0-1 0 0,-1 0 1 0 0,0 0 0 0 0,-1 1 0 0 0,1 0 0 0 0,-1 0-1 0 0,1 1-32 0 0,-3 1 20 0 0,-1-1-1 0 0,0 1 1 0 0,0 0-1 0 0,-1 0 1 0 0,1 1-1 0 0,-2-1 1 0 0,1 0-1 0 0,-1 1 1 0 0,0-1-1 0 0,0 1 0 0 0,0 0 1 0 0,-1-1-1 0 0,0 1 1 0 0,0-1-1 0 0,-1 1 1 0 0,0 0-1 0 0,0-1 1 0 0,-1 1-1 0 0,0-1 1 0 0,0 0-1 0 0,0 0 0 0 0,-2 4-19 0 0,-4 11 25 0 0,0 0 0 0 0,-1-1 0 0 0,-1-1 0 0 0,-1 0 0 0 0,-12 17-25 0 0,-52 89 570 0 0,66-109-498 0 0,1 1 0 0 0,0 0 0 0 0,2 0 1 0 0,0 0-1 0 0,0 1 0 0 0,2 0 1 0 0,-1 6-73 0 0,4-20 18 0 0,1-1 0 0 0,0 0 0 0 0,0 1 1 0 0,0-1-1 0 0,0 1 0 0 0,1-1 0 0 0,-1 1 1 0 0,1-1-1 0 0,0 1 0 0 0,0-1 0 0 0,0 0 1 0 0,0 0-1 0 0,1 1 0 0 0,-1-1 1 0 0,1 0-1 0 0,0 0 0 0 0,0 0 0 0 0,0-1 1 0 0,0 1-1 0 0,0 0 0 0 0,1-1 0 0 0,-1 1 1 0 0,3 0-19 0 0,2 2-11 0 0,1-2 0 0 0,0 1 1 0 0,-1-1-1 0 0,1 0 1 0 0,0-1-1 0 0,1 0 1 0 0,-1 0-1 0 0,0-1 0 0 0,0 0 1 0 0,1 0-1 0 0,-1-1 1 0 0,1 0-1 0 0,-1-1 0 0 0,1 0 11 0 0,7 1-163 0 0,82-17-867 0 0,-76 14 250 0 0,1-1 1 0 0,-1-1-1 0 0,1-2 0 0 0,-1 0 0 0 0,-1-1 1 0 0,0-1-1 0 0,0-1 0 0 0,-1-1 1 0 0,0 0-1 0 0,0-2 0 0 0,-2 0 0 0 0,15-14 780 0 0,-11 3-1054 0 0</inkml:trace>
  <inkml:trace contextRef="#ctx0" brushRef="#br0" timeOffset="15175.729">7893 2741 2452 0 0,'37'-12'3806'0'0,"19"8"-2842"0"0,-25 3-339 0 0,264-18 1675 0 0,314-29-505 0 0,24 18-983 0 0,-447 30-256 0 0,-48 1-1356 0 0,-46-2-3727 0 0,-79 1-430 0 0,-16-2 3867 0 0</inkml:trace>
  <inkml:trace contextRef="#ctx0" brushRef="#br0" timeOffset="15754.474">10011 2247 1568 0 0,'0'-68'6791'0'0,"0"67"-6307"0"0,0 1-45 0 0,1-12 963 0 0,1 7-1009 0 0,2 17 126 0 0,60 392 1856 0 0,-3-23-1681 0 0,-1-56-4243 0 0,-39-232-2037 0 0,-17-84 3330 0 0,-1-7 1210 0 0</inkml:trace>
  <inkml:trace contextRef="#ctx0" brushRef="#br0" timeOffset="16111.561">10453 2095 3232 0 0,'-6'-23'1855'0'0,"4"15"261"0"0,5 25-750 0 0,21 76 149 0 0,47 162 387 0 0,-29-110-1383 0 0,-6 2 0 0 0,5 79-519 0 0,-10 33-3549 0 0,-9-109-1655 0 0,-19-125 4092 0 0,-1-10 109 0 0</inkml:trace>
  <inkml:trace contextRef="#ctx0" brushRef="#br0" timeOffset="16430.677">11303 2122 2384 0 0,'1'-13'3321'0'0,"-17"30"-1018"0"0,5-6-2238 0 0,-152 108 2772 0 0,61-49-1993 0 0,-451 304 1426 0 0,102-74-2340 0 0,302-179-1469 0 0,68-23-3129 0 0,68-70 2059 0 0,12-26 1351 0 0,1-2 96 0 0,0 0 68 0 0</inkml:trace>
  <inkml:trace contextRef="#ctx0" brushRef="#br0" timeOffset="17058.747">10842 2868 2092 0 0,'-5'-2'5131'0'0,"27"8"-3311"0"0,33 0-658 0 0,30-1-345 0 0,83-9 181 0 0,42-17-452 0 0,510-26 777 0 0,-178 15-1648 0 0,-489 27-629 0 0,-21-7-2463 0 0,-32 12 3332 0 0,0 0 1 0 0,0 0-1 0 0,-1 0 0 0 0,1 0 1 0 0,0 0-1 0 0,0 0 0 0 0,-1 0 1 0 0,1 0-1 0 0,0 0 0 0 0,0 0 1 0 0,-1 0-1 0 0,1 0 1 0 0,0 0-1 0 0,0 0 0 0 0,-1 0 1 0 0,1-1-1 0 0,0 1 0 0 0,0 0 1 0 0,0 0-1 0 0,-1 0 0 0 0,1 0 1 0 0,0 0-1 0 0,0-1 0 0 0,0 1 1 0 0,0 0-1 0 0,-1 0 1 0 0,1 0-1 0 0,0-1 0 0 0,0 1 1 0 0,0 0-1 0 0,0 0 0 0 0,0-1 1 0 0,0 1-1 0 0,0 0 0 0 0,0 0 1 0 0,0-1-1 0 0,0 1 1 0 0,0 0-1 0 0,0 0 0 0 0,0-1 1 0 0,0 1-1 0 0,0 0 0 0 0,0 0 1 0 0,0-1-1 0 0,0 1 0 0 0,0 0 1 0 0,0 0-1 0 0,0 0 0 0 0,0-1 1 0 0,0 1-1 0 0,0 0 1 0 0,0 0-1 0 0,1-1 0 0 0,-1 1 1 0 0,0 0-1 0 0,0 0 0 0 0,0 0 1 0 0,0-1-1 0 0,1 1 0 0 0,-1 0 1 0 0,0 0-1 0 0,0 0 1 0 0,0 0-1 0 0,1 0 0 0 0,-1-1 1 0 0,0 1-1 0 0,0 0 0 0 0,1 0 1 0 0,-1 0-1 0 0,0 0 85 0 0,-7-2-186 0 0,-7-1-1000 0 0</inkml:trace>
  <inkml:trace contextRef="#ctx0" brushRef="#br0" timeOffset="17738.441">11270 3989 2816 0 0,'-4'40'4448'0'0,"0"4"-3337"0"0,6 227 1880 0 0,10-146-2505 0 0,5 45 218 0 0,-11-116-710 0 0,-6-53-114 0 0,-4 1-461 0 0,-2-18 286 0 0,-64-301-489 0 0,29 140 874 0 0,-20-95 1566 0 0,55 223-193 0 0,29 18-1271 0 0,-17 27-157 0 0,13-9 63 0 0,1 1 0 0 0,0 1 1 0 0,1 1-1 0 0,1 0 0 0 0,8-1-98 0 0,1-1 49 0 0,24-6-194 0 0,0 3-1 0 0,1 3 1 0 0,1 2-1 0 0,0 2 1 0 0,0 3 0 0 0,1 3-1 0 0,-1 2 1 0 0,4 2 145 0 0,-60-2-22 0 0,67 13-1357 0 0,-67-12 1255 0 0,0-1 0 0 0,0 0 0 0 0,0 1 0 0 0,1-1 0 0 0,-1 1 0 0 0,0-1-1 0 0,0 1 1 0 0,0-1 0 0 0,0 1 0 0 0,0 0 0 0 0,0 0 0 0 0,-1-1 0 0 0,1 1 0 0 0,0 0 0 0 0,0 0 0 0 0,-1 0 0 0 0,1 0 0 0 0,0 0 0 0 0,-1 0 0 0 0,1 0 0 0 0,-1 0 0 0 0,1 0 0 0 0,-1 0 0 0 0,1 0 0 0 0,-1 1 0 0 0,0-1 0 0 0,0 0-1 0 0,1 0 1 0 0,-1 0 0 0 0,0 0 0 0 0,0 1 0 0 0,0-1 0 0 0,0 0 0 0 0,-1 0 0 0 0,1 0 0 0 0,0 0 0 0 0,0 1 0 0 0,-1-1 0 0 0,1 0 0 0 0,-1 0 0 0 0,1 0 0 0 0,-1 0 0 0 0,1 0 0 0 0,-1 0 0 0 0,0 0 0 0 0,1 0 0 0 0,-1 0 0 0 0,0 0-1 0 0,0 0 1 0 0,0-1 0 0 0,1 1 0 0 0,-1 0 0 0 0,0-1 0 0 0,0 1 0 0 0,0 0 0 0 0,0-1 0 0 0,0 1 0 0 0,-1-1 0 0 0,1 1 0 0 0,0-1 0 0 0,-1 0 124 0 0,-2 4-156 0 0,-19 15-969 0 0,-6 1 43 0 0</inkml:trace>
  <inkml:trace contextRef="#ctx0" brushRef="#br0" timeOffset="18072.566">11164 4199 2344 0 0,'-2'0'132'0'0,"1"1"-1"0"0,-1 0 1 0 0,1-1-1 0 0,0 1 1 0 0,0 0-1 0 0,-1 0 1 0 0,1 0-1 0 0,0 0 1 0 0,0 0-1 0 0,0 1 1 0 0,0-1-1 0 0,0 0 1 0 0,0 0-1 0 0,0 1 1 0 0,0-1-1 0 0,1 1 1 0 0,-1-1-1 0 0,0 0 1 0 0,1 1-1 0 0,-1-1 1 0 0,1 1-1 0 0,0-1 1 0 0,-1 1 0 0 0,1 0-1 0 0,0-1 1 0 0,0 1-1 0 0,0-1 1 0 0,0 1-1 0 0,0-1 1 0 0,1 1-1 0 0,-1 0 1 0 0,0-1-1 0 0,1 1 1 0 0,-1-1-1 0 0,1 1 1 0 0,-1-1-1 0 0,1 0 1 0 0,0 1-1 0 0,-1-1 1 0 0,1 1-1 0 0,0-1 1 0 0,0 0-1 0 0,0 0 1 0 0,0 0-1 0 0,0 1 1 0 0,1-1-1 0 0,-1 0 1 0 0,1 0-132 0 0,19 4 413 0 0,0-2 0 0 0,1 0 0 0 0,-1-1 0 0 0,1-1 0 0 0,0-1-1 0 0,4-1-412 0 0,16 0 508 0 0,85-16-145 0 0,-84 9-349 0 0,326-61-6758 0 0,-282 51 4479 0 0,-43 10 1187 0 0</inkml:trace>
  <inkml:trace contextRef="#ctx0" brushRef="#br0" timeOffset="18466.069">12575 3972 1452 0 0,'1'-3'499'0'0,"0"3"-397"0"0,-1-1 0 0 0,1 1 0 0 0,-1-1 0 0 0,0 0 0 0 0,1 1 0 0 0,-1-1 0 0 0,0 0 0 0 0,1 0 0 0 0,-1 1 0 0 0,0-1 0 0 0,0 0 0 0 0,0 0 0 0 0,1 1 0 0 0,-1-1 0 0 0,0 0 0 0 0,0 0 0 0 0,0 1 0 0 0,0-1 0 0 0,-1 0 0 0 0,1 0 0 0 0,0 1 1 0 0,0-1-1 0 0,0 0 0 0 0,-1 0 0 0 0,1 1 0 0 0,0-1 0 0 0,0 0 0 0 0,-1 1 0 0 0,1-1 0 0 0,-1 0 0 0 0,1 1 0 0 0,-1-1 0 0 0,1 1 0 0 0,-1-1 0 0 0,1 0 0 0 0,-1 1 0 0 0,1-1 0 0 0,-1 1 0 0 0,0 0 0 0 0,1-1 0 0 0,-1 1 0 0 0,0 0 0 0 0,1-1 0 0 0,-1 1 0 0 0,0 0 0 0 0,0 0 0 0 0,1-1 0 0 0,-1 1 0 0 0,0 0 0 0 0,0 0 0 0 0,1 0 0 0 0,-1 0 0 0 0,0 0 0 0 0,0 0 0 0 0,0 0 0 0 0,1 0 0 0 0,-1 0 0 0 0,0 1 0 0 0,0-1 0 0 0,1 0 0 0 0,-1 0 0 0 0,0 1 0 0 0,0-1-102 0 0,-69 7 1551 0 0,22 5-1128 0 0,1 1-1 0 0,0 3 1 0 0,0 2-1 0 0,2 2 1 0 0,0 1-1 0 0,-22 17-422 0 0,60-34 40 0 0,-1-1 0 0 0,1 2 0 0 0,1-1 0 0 0,-1 1 0 0 0,1 0 0 0 0,0 0 0 0 0,0 1 0 0 0,0 0 0 0 0,1 0 0 0 0,-1 0-1 0 0,2 1 1 0 0,-1 0 0 0 0,1 0 0 0 0,0 0 0 0 0,0 0 0 0 0,1 1 0 0 0,0-1 0 0 0,0 1 0 0 0,1 0 0 0 0,0 2-40 0 0,4-3 68 0 0,2-1-53 0 0,0 0-1 0 0,1-1 1 0 0,-1 0-1 0 0,1 0 1 0 0,0 0-1 0 0,0-1 1 0 0,1 1-1 0 0,-1-1 1 0 0,1-1 0 0 0,5 4-15 0 0,182 66 327 0 0,-143-57-285 0 0,-1 2 0 0 0,0 2-1 0 0,34 20-41 0 0,-65-29 60 0 0,-1-1 0 0 0,0 2 0 0 0,-1 0 0 0 0,0 2-1 0 0,-1-1 1 0 0,0 2 0 0 0,9 12-60 0 0,-20-21 60 0 0,-1 0 0 0 0,1 0 0 0 0,-1 1 0 0 0,-1-1-1 0 0,1 1 1 0 0,-1-1 0 0 0,0 1 0 0 0,-1 0 0 0 0,1 0 0 0 0,-2 0 0 0 0,1 0 0 0 0,-1 0 0 0 0,0 1-60 0 0,-4 11 202 0 0,-4-3-201 0 0,-1-2-1 0 0,-1 1 0 0 0,-1-2 0 0 0,0 1 0 0 0,0-1 0 0 0,-1-1 0 0 0,-1 0 1 0 0,0-1-1 0 0,-1 0 0 0 0,0-1 0 0 0,-1-1 0 0 0,0 0 0 0 0,0-1 0 0 0,-1 0 1 0 0,0-2-1 0 0,0 1 0 0 0,0-2 0 0 0,-2 0 0 0 0,-2 0-342 0 0,13-2 44 0 0,0-1 1 0 0,-1 0-1 0 0,1 0 1 0 0,0-1-1 0 0,-1 0 1 0 0,1 0-1 0 0,-1-1 1 0 0,1 0-1 0 0,-1 0 1 0 0,1-1-1 0 0,0 0 1 0 0,-2 0 297 0 0,1-1-357 0 0,2 1 133 0 0,1-1 0 0 0,0 1 0 0 0,0-1 0 0 0,0 0 0 0 0,0 0 0 0 0,0 0 0 0 0,0-1 0 0 0,1 1 0 0 0,-1-1 0 0 0,1-1 0 0 0,-1 1 0 0 0,1-1 224 0 0,-3-3-385 0 0,1-1 0 0 0,0 0-1 0 0,1 0 1 0 0,0-1-1 0 0,0 0 1 0 0,1 0-1 0 0,0 0 1 0 0,1 0 0 0 0,-1 0-1 0 0,2-1 1 0 0,-1 1-1 0 0,2-1 1 0 0,-1-4 385 0 0,-4-30-1009 0 0</inkml:trace>
  <inkml:trace contextRef="#ctx0" brushRef="#br0" timeOffset="19015.412">12670 2710 2644 0 0,'33'-20'5587'0'0,"98"1"-4006"0"0,0 5 0 0 0,0 6-1 0 0,109 9-1580 0 0,-125 0 500 0 0,146-4-72 0 0,-106-13-155 0 0,65-7 221 0 0,-220 23-531 0 0,17-2-164 0 0,-10 1-4506 0 0,-7 18-1692 0 0,0-17 5387 0 0</inkml:trace>
  <inkml:trace contextRef="#ctx0" brushRef="#br0" timeOffset="19782.305">14684 1815 2676 0 0,'0'0'952'0'0,"-7"-1"-102"0"0,5 0-783 0 0,-1 1 0 0 0,1 0 0 0 0,-1-1 0 0 0,0 1 0 0 0,1 0 0 0 0,-1 0 0 0 0,1 1-1 0 0,-1-1 1 0 0,0 0 0 0 0,1 1 0 0 0,-1 0 0 0 0,1 0 0 0 0,-1-1 0 0 0,1 1 0 0 0,-1 1 0 0 0,1-1-1 0 0,0 0 1 0 0,0 1 0 0 0,-1-1 0 0 0,1 1 0 0 0,0-1 0 0 0,0 1-67 0 0,-23 28 368 0 0,1 1-1 0 0,1 1 1 0 0,1 0-1 0 0,2 2 1 0 0,2 1 0 0 0,1 0-1 0 0,2 1 1 0 0,1 1 0 0 0,2 0-1 0 0,1 0 1 0 0,2 2-1 0 0,2-1 1 0 0,1 1 0 0 0,2 0-1 0 0,2 25-367 0 0,3 54 436 0 0,8-75-333 0 0,1-1-1 0 0,2 1 0 0 0,1-2 0 0 0,3 1-102 0 0,-6-20-59 0 0,2 0 0 0 0,0 0 1 0 0,1-1-1 0 0,1-1 0 0 0,0 0 0 0 0,2-1 0 0 0,0-1 1 0 0,2 0-1 0 0,0-1 0 0 0,0-1 0 0 0,2-1 0 0 0,0-1 0 0 0,19 11 59 0 0,-4-6-845 0 0,0-2 0 0 0,2-1 0 0 0,35 10 845 0 0,-45-17-1188 0 0,1-3 0 0 0,0 0 1 0 0,0-2-1 0 0,1-1 0 0 0,25 0 1188 0 0,-28-3-1138 0 0</inkml:trace>
  <inkml:trace contextRef="#ctx0" brushRef="#br0" timeOffset="20114.214">15550 1898 1592 0 0,'1'-1'123'0'0,"0"-1"1"0"0,1 1-1 0 0,-1 0 0 0 0,0 0 1 0 0,1 0-1 0 0,-1 0 1 0 0,1 1-1 0 0,-1-1 0 0 0,1 0 1 0 0,0 1-1 0 0,-1-1 0 0 0,1 1 1 0 0,0-1-1 0 0,-1 1 0 0 0,1 0 1 0 0,0 0-1 0 0,-1 0 0 0 0,1 0 1 0 0,0 0-1 0 0,0 0 0 0 0,-1 0 1 0 0,1 0-1 0 0,0 1 0 0 0,-1-1 1 0 0,1 1-1 0 0,0-1 0 0 0,-1 1 1 0 0,1 0-1 0 0,-1-1 0 0 0,1 1 1 0 0,-1 0-1 0 0,1 0 0 0 0,-1 0 1 0 0,0 0-1 0 0,0 0 0 0 0,1 1 1 0 0,-1-1-1 0 0,0 0 0 0 0,0 1 1 0 0,0-1-1 0 0,0 0 0 0 0,0 1 1 0 0,0-1-1 0 0,-1 1 0 0 0,1 0-123 0 0,7 6 180 0 0,14 13 473 0 0,-1 1 0 0 0,-1 1 0 0 0,-1 0 0 0 0,8 15-653 0 0,-9-13 313 0 0,5 5-26 0 0,-1 2 0 0 0,-2 0 0 0 0,0 2 0 0 0,-3 0 0 0 0,-1 1 0 0 0,-1 0 0 0 0,-2 1 0 0 0,-2 1 0 0 0,-1 0 0 0 0,-2 1 0 0 0,3 29-287 0 0,-12 71 527 0 0,-5-108-626 0 0,0 0 0 0 0,-2-1 1 0 0,-2 0-1 0 0,0-1 0 0 0,-2 0 1 0 0,-1 0-1 0 0,-5 5 99 0 0,6-13-622 0 0,-1-1 1 0 0,-1 0-1 0 0,0-1 1 0 0,-1 0-1 0 0,-1-1 1 0 0,-1-1-1 0 0,0-1 1 0 0,-1 0-1 0 0,-8 4 622 0 0,-7-5-2614 0 0,30-14 1362 0 0,0-2 202 0 0,-10-10 144 0 0</inkml:trace>
  <inkml:trace contextRef="#ctx0" brushRef="#br0" timeOffset="20544.973">16145 2577 1280 0 0,'66'-2'5605'0'0,"49"21"-3210"0"0,175 13 625 0 0,106 8-1246 0 0,-180-34-1461 0 0,-74-5-5514 0 0,-139-11 1169 0 0,-19 6 1844 0 0,5 3 1154 0 0</inkml:trace>
  <inkml:trace contextRef="#ctx0" brushRef="#br0" timeOffset="21577.352">15593 3709 1908 0 0,'-3'-4'348'0'0,"0"1"0"0"0,0-1 0 0 0,0 1 0 0 0,-1 0 0 0 0,1 0 0 0 0,-1 0 0 0 0,0 1 0 0 0,0-1 0 0 0,0 1 0 0 0,0 0 0 0 0,0 0 0 0 0,-1 0 0 0 0,1 1 0 0 0,-1-1 0 0 0,-1 1-348 0 0,-78-2 1996 0 0,67 8-1811 0 0,1 1 1 0 0,-1 0-1 0 0,1 1 0 0 0,1 1 1 0 0,-1 1-1 0 0,1 0 0 0 0,1 1 0 0 0,-5 4-185 0 0,10-7 61 0 0,0 1-1 0 0,1 0 0 0 0,0 0 1 0 0,0 0-1 0 0,1 1 0 0 0,0 0 1 0 0,0 1-1 0 0,1-1 0 0 0,0 1 1 0 0,1 1-1 0 0,0-1 0 0 0,1 1 0 0 0,0-1 1 0 0,0 1-1 0 0,2 1 0 0 0,-1-1 1 0 0,1 0-1 0 0,1 1 0 0 0,0 2-60 0 0,15 29 72 0 0,-9-35-58 0 0,12 14 31 0 0,2-1 0 0 0,0-1-1 0 0,1-1 1 0 0,1-1-1 0 0,0-1 1 0 0,2 0-1 0 0,0-2 1 0 0,0 0-1 0 0,2-2 1 0 0,0-1-1 0 0,0 0 1 0 0,24 6-45 0 0,86 46 65 0 0,-125-60-60 0 0,0 1-1 0 0,-1 1 1 0 0,1 0 0 0 0,-1 0 0 0 0,0 0 0 0 0,-1 1 0 0 0,1 1-1 0 0,-2 0 1 0 0,1 0 0 0 0,-1 0 0 0 0,0 1 0 0 0,0 0-1 0 0,-1 0 1 0 0,-1 0 0 0 0,0 1 0 0 0,0 0 0 0 0,0 0 0 0 0,-1 1-1 0 0,-1-1 1 0 0,0 1 0 0 0,0-1 0 0 0,0 11-5 0 0,-8 1 52 0 0,-1-12-70 0 0,-1 1 1 0 0,-1-1 0 0 0,1-1-1 0 0,-2 1 1 0 0,1-2-1 0 0,-1 1 1 0 0,0-1 0 0 0,-1 0-1 0 0,0-1 1 0 0,0 0-1 0 0,-1-1 1 0 0,0 0 0 0 0,0 0-1 0 0,0-1 1 0 0,-1-1 0 0 0,1 0-1 0 0,-1-1 1 0 0,0 0-1 0 0,0 0 1 0 0,-1-1 0 0 0,1-1-1 0 0,0 0 1 0 0,-9-1 17 0 0,-22-20-38 0 0,42 19 37 0 0,-1-1 1 0 0,1-1-1 0 0,-1 0 0 0 0,1 0 1 0 0,0-1-1 0 0,-1 1 1 0 0,1 0-1 0 0,1 0 0 0 0,-1-1 1 0 0,0 1-1 0 0,1 0 1 0 0,-1-1-1 0 0,1 1 0 0 0,0-1 1 0 0,1 1-1 0 0,-1 0 1 0 0,0-1-1 0 0,1 1 1 0 0,0 0-1 0 0,0-1 0 0 0,0 1 1 0 0,0 0-1 0 0,0 0 1 0 0,1 0-1 0 0,-1 0 0 0 0,1 0 1 0 0,0 0-1 0 0,0 0 1 0 0,0 0-1 0 0,2-2 1 0 0,-3 4-4 0 0,19-27-20 0 0,1 0-1 0 0,1 1 1 0 0,2 2-1 0 0,1 0 1 0 0,6-4 24 0 0,23-23-39 0 0,15-14 55 0 0,-3-4 0 0 0,-4-2 0 0 0,-3-3-1 0 0,42-71-15 0 0,-88 128 86 0 0,-2-1-1 0 0,0 0 1 0 0,-1 0-1 0 0,-1-1 1 0 0,-1 0-1 0 0,-1-1 1 0 0,-1 0-1 0 0,0 0 1 0 0,-2 0-1 0 0,0-1 1 0 0,-1-14-86 0 0,-6 5 262 0 0,3 29-252 0 0,-1 0 1 0 0,0 0-1 0 0,0 0 1 0 0,0 0-1 0 0,-1 1 1 0 0,1-1 0 0 0,0 0-1 0 0,-1 1 1 0 0,1-1-1 0 0,-1 1 1 0 0,1 0-1 0 0,-1-1 1 0 0,0 1-1 0 0,1 0 1 0 0,-1 0 0 0 0,0 0-1 0 0,0 0 1 0 0,0 0-1 0 0,0 0 1 0 0,0 1-1 0 0,0-1 1 0 0,0 1 0 0 0,0-1-1 0 0,0 1 1 0 0,0 0-1 0 0,0 0 1 0 0,-1 0-1 0 0,1 0 1 0 0,0 0 0 0 0,0 0-1 0 0,0 1 1 0 0,0-1-1 0 0,0 1 1 0 0,0 0-1 0 0,0-1 1 0 0,0 1-1 0 0,0 0 1 0 0,0 0 0 0 0,0 0-11 0 0,-2 2 11 0 0,-1 0 0 0 0,1 1 1 0 0,0 0-1 0 0,0-1 1 0 0,0 1-1 0 0,0 1 0 0 0,0-1 1 0 0,1 1-1 0 0,0-1 1 0 0,0 1-1 0 0,0 0 0 0 0,1 0 1 0 0,-1 0-1 0 0,1 0 1 0 0,1 1-1 0 0,-1-1 0 0 0,1 0 1 0 0,-1 1-1 0 0,2 0-11 0 0,-7 38 187 0 0,3 0 1 0 0,1 1-1 0 0,3 21-187 0 0,21 51 271 0 0,35 145 287 0 0,4 1-105 0 0,-34-169-1640 0 0,-26-93 814 0 0,-14-76-3193 0 0,6 56 3284 0 0,-1 1 0 0 0,0 0 0 0 0,-1 1 0 0 0,-1 0 0 0 0,-1 1 0 0 0,0 0 0 0 0,-1 1 0 0 0,-2-1 282 0 0,-5-3 233 0 0,0 1 0 0 0,-1 1 0 0 0,0 1 0 0 0,-1 1 0 0 0,-1 0 0 0 0,-1 2 0 0 0,0 1 0 0 0,0 1 0 0 0,-22-7-233 0 0,2 3 1612 0 0,63 7 621 0 0,98-17-1258 0 0,208-30-1910 0 0,-149 26-1924 0 0,0 10-3387 0 0,-136 19 4021 0 0,-26 0 1098 0 0</inkml:trace>
  <inkml:trace contextRef="#ctx0" brushRef="#br0" timeOffset="21843.365">16802 4081 1780 0 0,'12'2'1455'0'0,"-10"-2"-1134"0"0,0 1 0 0 0,0-1 0 0 0,1 0 0 0 0,-1 1 0 0 0,0 0 0 0 0,0-1 0 0 0,0 1 0 0 0,0 0 0 0 0,0 0 0 0 0,0 0 0 0 0,0 0 0 0 0,0 1 0 0 0,-1-1 0 0 0,1 0 0 0 0,0 1 0 0 0,-1-1 0 0 0,1 1 0 0 0,-1 0 0 0 0,1-1 0 0 0,-1 1 0 0 0,0 0-321 0 0,4 9 504 0 0,-1-1 0 0 0,0 1 1 0 0,-1 0-1 0 0,0 1 0 0 0,0-1 0 0 0,-1 1 0 0 0,-1-1 0 0 0,0 1 0 0 0,-1-1 0 0 0,0 1 0 0 0,-1 0 0 0 0,0 2-504 0 0,0 21 489 0 0,-15 104 564 0 0,16-31-2261 0 0,20-5-1185 0 0,-16-92 2072 0 0,16 43-1953 0 0,-15-42 1433 0 0,0 1 0 0 0,0 0 0 0 0,-1 1 0 0 0,-1-1 0 0 0,-1 1 0 0 0,1 0 1 0 0,-2-1-1 0 0,0 5 841 0 0,-5 6-1161 0 0,-14 17 118 0 0</inkml:trace>
  <inkml:trace contextRef="#ctx0" brushRef="#br0" timeOffset="22893.001">17570 1677 1956 0 0,'-18'-55'1527'0'0,"1"17"368"0"0,9 12 1262 0 0,75 292-1460 0 0,123 712-71 0 0,4 304-349 0 0,-110-476-837 0 0,-45-245-113 0 0,-4 147 38 0 0,-28-387-1978 0 0,-7-239-3166 0 0,0-80 4593 0 0,-1 0 0 0 0,-1 0 0 0 0,1-1-1 0 0,0 1 1 0 0,0 0 0 0 0,-1 0-1 0 0,1 0 1 0 0,-1-1 0 0 0,1 1 0 0 0,-1-1-1 0 0,0 1 1 0 0,0-1 0 0 0,1 0 0 0 0,-1 0-1 0 0,0 0 1 0 0,0 0 0 0 0,0 0-1 0 0,0 0 1 0 0,-1 0 0 0 0,1-1 0 0 0,0 1-1 0 0,0-1 1 0 0,0 1 0 0 0,-1-1 0 0 0,1 0-1 0 0,-1 0 187 0 0,-27 4-1260 0 0</inkml:trace>
  <inkml:trace contextRef="#ctx0" brushRef="#br0" timeOffset="28882.712">19029 3919 3116 0 0,'-4'0'1009'0'0,"-10"0"-82"0"0,10 0-110 0 0,4 0-94 0 0,0 0-98 0 0,-3 0 7 0 0,-32 18 462 0 0,58-10 1227 0 0,109-7-750 0 0,74-1-775 0 0,54 0-5680 0 0,-260 0 4822 0 0,1 0-1 0 0,-1 0 1 0 0,1 0-1 0 0,0-1 0 0 0,-1 1 1 0 0,1 0-1 0 0,-1 0 0 0 0,1 0 1 0 0,0 0-1 0 0,-1 0 1 0 0,1 0-1 0 0,-1 0 0 0 0,1 0 1 0 0,-1 0-1 0 0,1 0 0 0 0,0 0 1 0 0,-1 0-1 0 0,1 1 1 0 0,-1-1-1 0 0,1 0 0 0 0,-1 0 1 0 0,1 1-1 0 0,-1-1 0 0 0,1 0 1 0 0,-1 1-1 0 0,1-1 1 0 0,-1 0-1 0 0,1 1 0 0 0,-1-1 1 0 0,1 1-1 0 0,-1-1 0 0 0,0 1 1 0 0,1-1-1 0 0,-1 1 1 0 0,0-1-1 0 0,1 1 0 0 0,-1-1 1 0 0,0 1-1 0 0,0-1 0 0 0,0 1 1 0 0,1-1-1 0 0,-1 1 1 0 0,0 0-1 0 0,0-1 0 0 0,0 1 1 0 0,0-1-1 0 0,0 1 0 0 0,0 0 1 0 0,0-1-1 0 0,0 1 0 0 0,0-1 1 0 0,0 1-1 0 0,-1 0 1 0 0,1-1-1 0 0,0 1 0 0 0,0-1 1 0 0,-1 1-1 0 0,1-1 0 0 0,0 1 1 0 0,-1 0 62 0 0,-24 30-2082 0 0,4-14 1018 0 0</inkml:trace>
  <inkml:trace contextRef="#ctx0" brushRef="#br0" timeOffset="29230.658">19090 4370 1152 0 0,'-19'21'1230'0'0,"-23"38"3853"0"0,42-58-4337 0 0,4 2-22 0 0,3 1-493 0 0,-1 0 0 0 0,0 0-1 0 0,1-1 1 0 0,0 0 0 0 0,0-1-1 0 0,0 1 1 0 0,0-1-1 0 0,0-1 1 0 0,0 1 0 0 0,6-1-231 0 0,96-3 1799 0 0,179-42-1833 0 0,-213 43-5007 0 0,-45 1 249 0 0,-28 0 3754 0 0</inkml:trace>
  <inkml:trace contextRef="#ctx0" brushRef="#br0" timeOffset="29581.327">19875 3707 2492 0 0,'-23'-36'7718'0'0,"54"51"-4745"0"0,-7-5-2720 0 0,71 35 528 0 0,77 43 3 0 0,-162-81-735 0 0,25 15 85 0 0,-2 2 1 0 0,0 1-1 0 0,-2 1 1 0 0,15 17-135 0 0,-33-29 11 0 0,0 1 0 0 0,0 0 0 0 0,-2 1 0 0 0,0 0 0 0 0,-1 1 0 0 0,0 0 0 0 0,-1 1 0 0 0,-1 0 0 0 0,-1 0 0 0 0,-1 1 0 0 0,0 0 0 0 0,-2 0 0 0 0,0 0 0 0 0,-1 1 0 0 0,0 10-11 0 0,-3-12 6 0 0,0-1 1 0 0,-2 0-1 0 0,0 0 1 0 0,-1 0-1 0 0,-1 0 1 0 0,0-1-1 0 0,-1 1 1 0 0,-1 0-7 0 0,-4 7-162 0 0,-1 0 1 0 0,-1-1 0 0 0,-1 0-1 0 0,-1-1 1 0 0,0 0 0 0 0,-2-2-1 0 0,-1 1 1 0 0,-16 14 161 0 0,-11 8-1216 0 0,-2-3 1 0 0,-2-1-1 0 0,-9 3 1216 0 0,16-11-1123 0 0,-9 6-179 0 0,-2-2 0 0 0,-2-3 0 0 0,0-2 0 0 0,-2-2 0 0 0,-44 15 1302 0 0,26-16-1106 0 0</inkml:trace>
  <inkml:trace contextRef="#ctx0" brushRef="#br0" timeOffset="30158.642">18921 3746 2336 0 0,'-11'-9'4241'0'0,"-17"24"-3080"0"0,26-13-964 0 0,-17 13 183 0 0,0 0-1 0 0,1 2 1 0 0,1 0 0 0 0,1 1 0 0 0,-5 8-380 0 0,-15 14 372 0 0,13-14-219 0 0,1 1 1 0 0,1 1 0 0 0,2 0 0 0 0,0 2 0 0 0,2 0-1 0 0,2 1 1 0 0,0 1 0 0 0,2 0 0 0 0,2 1 0 0 0,-6 26-154 0 0,11-27 58 0 0,1 0 1 0 0,2 1-1 0 0,1-1 1 0 0,2 24-59 0 0,16 22 66 0 0,46 27-20 0 0,-46-84-43 0 0,110 110-78 0 0,-119-125 74 0 0,133 102 91 0 0,106 45-937 0 0,-151-75-6682 0 0,-90-67 6566 0 0</inkml:trace>
  <inkml:trace contextRef="#ctx0" brushRef="#br1" timeOffset="-189400.153">14058 681 1388 0 0,'0'0'893'0'0,"-4"0"-169"0"0,-12 0 517 0 0,16 0-697 0 0,0 0-10 0 0,0 0-26 0 0,0 0-101 0 0,-3 1-85 0 0,1 2-261 0 0,1 0-1 0 0,-1 0 0 0 0,0 0 0 0 0,1 0 1 0 0,-1 1-1 0 0,1-1 0 0 0,0 0 1 0 0,0 1-1 0 0,1-1 0 0 0,-1 1 0 0 0,1-1 1 0 0,-1 1-1 0 0,1 0 0 0 0,0-1 0 0 0,1 1 1 0 0,-1-1-1 0 0,0 1 0 0 0,1-1 1 0 0,1 3-61 0 0,-2 13 183 0 0,0 169 648 0 0,0-109-3570 0 0,0-77 1759 0 0,-2-1-158 0 0,-6 5 34 0 0,3-6-32 0 0</inkml:trace>
  <inkml:trace contextRef="#ctx0" brushRef="#br1" timeOffset="-188853.72">13909 733 1496 0 0,'-8'-25'1047'0'0,"2"1"0"0"0,1-1 0 0 0,1 0 0 0 0,1 0 0 0 0,2-1 0 0 0,0-1-1047 0 0,1 23 85 0 0,0 0-1 0 0,1 0 0 0 0,-1 0 1 0 0,1 1-1 0 0,0-1 1 0 0,0 0-1 0 0,1 0 1 0 0,-1 0-1 0 0,1 1 1 0 0,0-1-1 0 0,-1 0 1 0 0,2 1-1 0 0,-1 0 1 0 0,0-1-1 0 0,1 1 1 0 0,-1 0-1 0 0,1 0 0 0 0,1 0-84 0 0,5-8 285 0 0,2 0-119 0 0,0 1 1 0 0,1 1-1 0 0,0 0 1 0 0,0 1-1 0 0,1 0 1 0 0,0 1-1 0 0,0 0 1 0 0,1 1-1 0 0,0 1 1 0 0,13-4-167 0 0,116-20 818 0 0,-140 29-799 0 0,0 0 1 0 0,1 0 0 0 0,-1 0-1 0 0,0 0 1 0 0,0 0 0 0 0,1 0-1 0 0,-1 1 1 0 0,0 0 0 0 0,0-1-1 0 0,0 1 1 0 0,0 1 0 0 0,0-1-1 0 0,0 0 1 0 0,0 1 0 0 0,0-1-1 0 0,0 1-19 0 0,3 2 35 0 0,-2-3-21 0 0,-1 1 0 0 0,1 0 0 0 0,-1 0 0 0 0,0 0 0 0 0,0 0-1 0 0,0 0 1 0 0,0 1 0 0 0,0-1 0 0 0,-1 1 0 0 0,1 0 0 0 0,-1 0 0 0 0,0 0 0 0 0,0 0 0 0 0,0 0-1 0 0,0 1 1 0 0,0-1 0 0 0,-1 1 0 0 0,1 0-14 0 0,-1 1 14 0 0,-1 1 0 0 0,1-1 0 0 0,-1 0 0 0 0,-1 0 0 0 0,1 0 0 0 0,-1 0-1 0 0,1 0 1 0 0,-2 0 0 0 0,1 0 0 0 0,0 0 0 0 0,-1 0 0 0 0,0 0 0 0 0,0-1 0 0 0,0 1 0 0 0,-2 1-14 0 0,1 1 18 0 0,-10 16 13 0 0,0-1 0 0 0,-2 0 0 0 0,0-1-1 0 0,-1 0 1 0 0,-2-2 0 0 0,-6 7-31 0 0,-32 25 58 0 0,50-47-176 0 0,6-3-7 0 0,15-11-159 0 0,41 6-32 0 0,-49 6 311 0 0,0-1-1 0 0,0 1 0 0 0,0 0 0 0 0,0 0 0 0 0,-1 1 0 0 0,1 0 0 0 0,-1 0 0 0 0,0 1 0 0 0,0 0 0 0 0,0 0 0 0 0,0 0 0 0 0,-1 1 0 0 0,3 2 6 0 0,-3-4 2 0 0,0 1-1 0 0,0 1 1 0 0,0-1 0 0 0,-1 1-1 0 0,0 0 1 0 0,0 0 0 0 0,0 0-1 0 0,0 1 1 0 0,-1-1 0 0 0,0 1-1 0 0,0 0 1 0 0,0 0 0 0 0,-1 0-1 0 0,0 0 1 0 0,0 0 0 0 0,0 0-1 0 0,-1 1 1 0 0,0-1 0 0 0,0 1-1 0 0,-1 1-1 0 0,-21 84 182 0 0,-28-23 214 0 0,43-64-359 0 0,0-1 1 0 0,0 0 0 0 0,0 0-1 0 0,-1 0 1 0 0,0-1-1 0 0,1 0 1 0 0,-1 0 0 0 0,0-1-1 0 0,0 0 1 0 0,0 0-1 0 0,-1 0 1 0 0,1-1 0 0 0,-1 0-38 0 0,-36 2-3541 0 0,43-3 3436 0 0,0-1 0 0 0,0 1 1 0 0,1 0-1 0 0,-1 0 0 0 0,0-1 1 0 0,1 1-1 0 0,-1-1 0 0 0,0 1 1 0 0,1 0-1 0 0,-1-1 0 0 0,0 1 1 0 0,1-1-1 0 0,-1 0 0 0 0,1 1 1 0 0,-1-1-1 0 0,1 1 0 0 0,-1-1 1 0 0,1 0-1 0 0,-1 1 0 0 0,1-1 1 0 0,0 0-1 0 0,-1 0 0 0 0,1 1 1 0 0,0-1-1 0 0,0 0 0 0 0,-1 0 1 0 0,1 1-1 0 0,0-1 0 0 0,0 0 1 0 0,0 0-1 0 0,0 0 0 0 0,0 1 1 0 0,0-1-1 0 0,0 0 0 0 0,0 0 1 0 0,1 1-1 0 0,-1-1 0 0 0,0 0 1 0 0,0 0-1 0 0,1 1 0 0 0,-1-1 1 0 0,0 0-1 0 0,1 0 0 0 0,-1 1 1 0 0,1-1-1 0 0,-1 0 0 0 0,1 1 1 0 0,-1-1-1 0 0,1 1 0 0 0,-1-1 1 0 0,1 1-1 0 0,0-1 0 0 0,-1 1 1 0 0,1-1-1 0 0,0 1 0 0 0,-1 0 1 0 0,1-1-1 0 0,0 1 105 0 0,15-17-1047 0 0</inkml:trace>
  <inkml:trace contextRef="#ctx0" brushRef="#br1" timeOffset="-188235.955">14507 510 2784 0 0,'3'-6'300'0'0,"0"1"0"0"0,0-1-1 0 0,1 1 1 0 0,-1 0 0 0 0,1 0 0 0 0,1 0-1 0 0,-1 0 1 0 0,0 1 0 0 0,1 0-1 0 0,0 0 1 0 0,0 0 0 0 0,0 0 0 0 0,5-2-300 0 0,8-6 530 0 0,64-26 979 0 0,-66 33-1221 0 0,-1 0-1 0 0,1 1 0 0 0,-1 1 1 0 0,1 0-1 0 0,0 1 1 0 0,1 1-1 0 0,8 0-287 0 0,-19 4 154 0 0,10 10 26 0 0,-15-11-146 0 0,0-1 0 0 0,0 1 0 0 0,0-1 0 0 0,0 1 1 0 0,0-1-1 0 0,0 1 0 0 0,0 0 0 0 0,-1 0 0 0 0,1-1 1 0 0,0 1-1 0 0,-1 0 0 0 0,0 0 0 0 0,1 0 0 0 0,-1-1 1 0 0,0 1-1 0 0,0 0 0 0 0,0 0 0 0 0,0 0 0 0 0,0 0 1 0 0,-1 0-1 0 0,1-1 0 0 0,-1 1 0 0 0,1 0-34 0 0,-2 13 160 0 0,-18 44 47 0 0,8-37-154 0 0,-48 74 165 0 0,44-79-178 0 0,12-8-669 0 0,10-10 598 0 0,-1-1-1 0 0,1 1 1 0 0,0 1-1 0 0,0-1 1 0 0,-1 1 0 0 0,1 0-1 0 0,0 0 1 0 0,0 0-1 0 0,-1 1 1 0 0,1 0-1 0 0,0 0 1 0 0,-1 1 0 0 0,1-1-1 0 0,-1 1 1 0 0,0 1-1 0 0,1-1 1 0 0,-1 1 0 0 0,3 1 31 0 0,-6-3-6 0 0,4 1 0 0 0,-1 1 0 0 0,1-1-1 0 0,-1 1 1 0 0,0-1 0 0 0,1 1-1 0 0,-1 1 1 0 0,-1-1 0 0 0,1 1-1 0 0,0 0 1 0 0,-1 0 0 0 0,0 0-1 0 0,0 1 1 0 0,0-1 0 0 0,-1 1-1 0 0,1 0 1 0 0,-1 0-1 0 0,-1 1 1 0 0,1-1 0 0 0,0 0-1 0 0,-1 1 1 0 0,0 0 0 0 0,-1-1-1 0 0,1 1 1 0 0,-1 0 0 0 0,0 5 6 0 0,-5 49 161 0 0,-1-50-85 0 0,0 1-1 0 0,-1-1 1 0 0,0 0-1 0 0,0 0 1 0 0,-1-1 0 0 0,-1 0-1 0 0,0 0 1 0 0,0-1-1 0 0,0 0 1 0 0,-1 0 0 0 0,0-1-1 0 0,-1 0 1 0 0,-5 3-76 0 0,-71 18 1083 0 0,29-21-251 0 0,64-18-3022 0 0,81-65-6931 0 0,-69 60 8093 0 0</inkml:trace>
  <inkml:trace contextRef="#ctx0" brushRef="#br1" timeOffset="-187748.481">15167 451 2080 0 0,'11'-8'7817'0'0,"-5"14"-5751"0"0,-6-5-2005 0 0,0 0 0 0 0,1 0 0 0 0,-1-1 0 0 0,0 1-1 0 0,1 0 1 0 0,-1 0 0 0 0,1-1 0 0 0,-1 1 0 0 0,1 0 0 0 0,0-1 0 0 0,-1 1 0 0 0,1 0 0 0 0,0-1 0 0 0,-1 1 0 0 0,1-1 0 0 0,0 1 0 0 0,-1-1 0 0 0,1 0 0 0 0,0 1 0 0 0,0-1 0 0 0,0 0-1 0 0,-1 1 1 0 0,1-1 0 0 0,0 0 0 0 0,0 0 0 0 0,0 0 0 0 0,0 0 0 0 0,0 0 0 0 0,-1 0 0 0 0,1 0 0 0 0,0 0 0 0 0,0 0 0 0 0,0 0 0 0 0,0 0 0 0 0,0-1 0 0 0,-1 1 0 0 0,1 0 0 0 0,0-1-1 0 0,0 1 1 0 0,0 0 0 0 0,0-1-61 0 0,3-2 61 0 0,3-12 342 0 0,-25 2-565 0 0,11 10 4 0 0,-15 1-1091 0 0,17 20-6995 0 0,9-9 6115 0 0,-2-5 1154 0 0</inkml:trace>
  <inkml:trace contextRef="#ctx0" brushRef="#br1" timeOffset="-187409.765">15204 871 2344 0 0,'2'8'1029'0'0,"-2"-7"-853"0"0,0 0-1 0 0,0 0 1 0 0,0 1 0 0 0,0-1 0 0 0,0 0-1 0 0,1 0 1 0 0,-1 1 0 0 0,0-1 0 0 0,1 0 0 0 0,-1 0-1 0 0,1 0 1 0 0,-1 1 0 0 0,1-1 0 0 0,0 0-1 0 0,-1 0 1 0 0,1 0 0 0 0,0 0 0 0 0,0 0 0 0 0,0 0-1 0 0,0 0 1 0 0,0 0 0 0 0,-1-1 0 0 0,2 1-1 0 0,-1 0 1 0 0,0-1 0 0 0,0 1 0 0 0,0 0 0 0 0,0-1-1 0 0,0 1 1 0 0,2-1-176 0 0,3-10 2707 0 0,-29-6-573 0 0,49-5-10557 0 0,-12 11 7385 0 0,4-5 0 0 0,2 1-58 0 0</inkml:trace>
  <inkml:trace contextRef="#ctx0" brushRef="#br1" timeOffset="-186948.979">15522 514 2252 0 0,'0'-1'113'0'0,"0"1"-1"0"0,0-1 1 0 0,0 1-1 0 0,0-1 0 0 0,0 1 1 0 0,0-1-1 0 0,0 1 1 0 0,-1-1-1 0 0,1 1 1 0 0,0 0-1 0 0,0-1 1 0 0,-1 1-1 0 0,1-1 1 0 0,0 1-1 0 0,0 0 0 0 0,-1-1 1 0 0,1 1-1 0 0,0 0 1 0 0,-1-1-1 0 0,1 1 1 0 0,-1 0-1 0 0,1 0 1 0 0,0-1-1 0 0,-1 1 1 0 0,1 0-1 0 0,-1 0 0 0 0,1 0 1 0 0,-1 0-1 0 0,1-1 1 0 0,-1 1-1 0 0,1 0 1 0 0,0 0-1 0 0,-1 0 1 0 0,1 0-1 0 0,-1 0 1 0 0,1 0-1 0 0,-1 0 0 0 0,1 0 1 0 0,-1 0-1 0 0,1 1 1 0 0,-1-1-1 0 0,1 0 1 0 0,-1 0-1 0 0,1 0 1 0 0,0 0-1 0 0,-1 1 1 0 0,1-1-1 0 0,-1 0 1 0 0,1 0-1 0 0,0 1 0 0 0,-1-1 1 0 0,1 0-1 0 0,0 1 1 0 0,-1-1-1 0 0,1 0 1 0 0,0 1-1 0 0,0-1 1 0 0,-1 1-1 0 0,1-1 1 0 0,0 0-1 0 0,0 1 0 0 0,0-1 1 0 0,-1 1-1 0 0,1-1 1 0 0,0 1-1 0 0,0-1 1 0 0,0 1-1 0 0,0-1 1 0 0,0 1-113 0 0,-10 34 2066 0 0,24 51-678 0 0,-11-78-1353 0 0,0-1 0 0 0,1 1 0 0 0,0-1 0 0 0,1 1 0 0 0,0-1 0 0 0,0-1 0 0 0,0 1 0 0 0,1-1 0 0 0,0 0 0 0 0,0 0 0 0 0,0 0 1 0 0,1-1-1 0 0,0 0 0 0 0,3 1-35 0 0,-5-3-31 0 0,-1-1 0 0 0,1 0 0 0 0,0 0 1 0 0,-1-1-1 0 0,1 1 0 0 0,0-1 0 0 0,0 0 1 0 0,0-1-1 0 0,0 1 0 0 0,0-1 0 0 0,0 0 1 0 0,0 0-1 0 0,2-1 31 0 0,6 1-113 0 0,45-15-120 0 0,-53 13 218 0 0,-1 0 1 0 0,1-1-1 0 0,-1 1 1 0 0,0-1 0 0 0,0 0-1 0 0,0 0 1 0 0,0 0 0 0 0,0-1-1 0 0,-1 1 1 0 0,1-1 0 0 0,-1 0-1 0 0,0 0 1 0 0,0 0 0 0 0,0 0-1 0 0,-1-1 1 0 0,0 1-1 0 0,0-1 1 0 0,0 0 0 0 0,0 1-1 0 0,-1-1 1 0 0,1 0 0 0 0,-1 0-1 0 0,0 0 1 0 0,-1 0 0 0 0,1 0-1 0 0,-1 0 1 0 0,0 0 0 0 0,0 0-1 0 0,-1 0 1 0 0,0-1 14 0 0,-17-45 104 0 0,13 41-80 0 0,-2-2 80 0 0,-1 1 0 0 0,0-1 1 0 0,0 1-1 0 0,-1 0 0 0 0,0 1 1 0 0,-1 0-1 0 0,0 0 0 0 0,-1 1 1 0 0,0 1-1 0 0,0 0 0 0 0,-1 0 0 0 0,0 1 1 0 0,-1 1-1 0 0,-11-5-104 0 0,21 10 8 0 0,-33 1 353 0 0,-20 51-835 0 0,33-10-692 0 0,19-10-3222 0 0,5-28 4196 0 0,0 0-1 0 0,0 0 0 0 0,0 0 0 0 0,0 0 0 0 0,1-1 0 0 0,-1 1 0 0 0,1-1 0 0 0,0 1 0 0 0,0-1 0 0 0,0 1 0 0 0,0-1 0 0 0,0 0 1 0 0,0 0-1 0 0,1 0 0 0 0,-1 0 0 0 0,1-1 0 0 0,-1 1 0 0 0,1-1 0 0 0,0 1 0 0 0,1 0 193 0 0,11 5-1148 0 0,1-2 45 0 0</inkml:trace>
  <inkml:trace contextRef="#ctx0" brushRef="#br1" timeOffset="-186640.18">16202 9 3276 0 0,'3'-9'4024'0'0,"-2"24"-1489"0"0,-3-1-2113 0 0,-26 190 3260 0 0,-35 103-2324 0 0,-4-72-2638 0 0,64-224 1066 0 0,-24 83-1696 0 0,20-30-2679 0 0,7-62 3350 0 0,0-2 71 0 0,0 2 111 0 0,0 5 41 0 0</inkml:trace>
  <inkml:trace contextRef="#ctx0" brushRef="#br1" timeOffset="-186001.851">16394 561 2396 0 0,'55'-82'5395'0'0,"39"-55"-2235"0"0,-82 118-2865 0 0,0 0 0 0 0,-1-1 0 0 0,-2-1 0 0 0,0 0-1 0 0,-1 0 1 0 0,-1 0 0 0 0,2-10-295 0 0,5 6 1761 0 0,-12 103-1287 0 0,23 23-365 0 0,26 55 2 0 0,-14-14-864 0 0,-36-86-355 0 0,-27 8-502 0 0,24-60 1507 0 0,0-1 0 0 0,0 1-1 0 0,0-1 1 0 0,-1 0 0 0 0,0 0 0 0 0,1 0-1 0 0,-1 0 1 0 0,0-1 0 0 0,0 1 0 0 0,0-1-1 0 0,-1 1 1 0 0,1-1 0 0 0,-1 0 0 0 0,1 0-1 0 0,-1-1 1 0 0,0 1 0 0 0,1-1 0 0 0,-1 0 0 0 0,0 0-1 0 0,0 0 1 0 0,0 0 0 0 0,0-1 0 0 0,0 1-1 0 0,0-1 1 0 0,0 0 0 0 0,-1-1 103 0 0,-12 6 2501 0 0,69-6-2048 0 0,53-22-165 0 0,138-27 282 0 0,-184 39 306 0 0,-58 10-714 0 0,-1 1-2 0 0,12 0 249 0 0,-8 1-69 0 0,21-2-534 0 0,-9-9-3521 0 0,-26-2-1553 0 0,-19 9 3803 0 0,27 3 1207 0 0,-26 0-835 0 0,7 0 76 0 0</inkml:trace>
  <inkml:trace contextRef="#ctx0" brushRef="#br1" timeOffset="-184177.316">1023 1115 2692 0 0,'0'0'973'0'0,"0"0"-170"0"0,0 0-89 0 0,0 0-44 0 0,-4 3-111 0 0,2-2-495 0 0,0 1 0 0 0,0 0 1 0 0,0 0-1 0 0,0-1 0 0 0,0 1 1 0 0,0 0-1 0 0,1 1 1 0 0,-1-1-1 0 0,1 0 0 0 0,0 0 1 0 0,-1 1-1 0 0,1-1 1 0 0,0 0-1 0 0,0 1 0 0 0,1-1 1 0 0,-1 1-1 0 0,0 0 0 0 0,1-1 1 0 0,0 1-1 0 0,0-1 1 0 0,-1 1-1 0 0,1 0 0 0 0,1-1 1 0 0,-1 1-1 0 0,1 2-64 0 0,-1 159 1874 0 0,0-162-1961 0 0,0-2 10 0 0,0 2-3 0 0,1 4-108 0 0,-5-28 19 0 0,-49-262 274 0 0,52 225 131 0 0,2 53-213 0 0,0-1 0 0 0,1 1 0 0 0,0-1 0 0 0,0 1 0 0 0,0 0 0 0 0,1-1 1 0 0,0 1-1 0 0,1 1 0 0 0,-1-1 0 0 0,1 0 0 0 0,0 1 0 0 0,0 0 0 0 0,1 0 1 0 0,1-2-24 0 0,-1 2 41 0 0,0 0 0 0 0,0 1 1 0 0,0-1-1 0 0,1 1 0 0 0,-1 0 1 0 0,1 1-1 0 0,0-1 1 0 0,0 1-1 0 0,0 0 0 0 0,0 1 1 0 0,0-1-1 0 0,1 1 0 0 0,-1 1 1 0 0,1-1-1 0 0,0 1 1 0 0,0 0-1 0 0,-1 1 0 0 0,1 0 1 0 0,4 0-42 0 0,-8 1 16 0 0,1 1 1 0 0,-1-1 0 0 0,1 1 0 0 0,-1 0 0 0 0,0 1-1 0 0,1-1 1 0 0,-1 0 0 0 0,0 1 0 0 0,0 0-1 0 0,-1 0 1 0 0,1 0 0 0 0,-1 0 0 0 0,1 0 0 0 0,-1 0-1 0 0,0 1 1 0 0,0-1 0 0 0,0 1 0 0 0,-1-1 0 0 0,1 1-1 0 0,-1 0 1 0 0,0 0 0 0 0,0-1 0 0 0,0 1-1 0 0,-1 0 1 0 0,1 0 0 0 0,-1 0 0 0 0,0 0 0 0 0,0 0-1 0 0,-1 3-16 0 0,-13 73 18 0 0,-18-2 73 0 0,32-76-97 0 0,0-1 0 0 0,0 1 0 0 0,-1 0 0 0 0,1 0 0 0 0,1-1 0 0 0,-1 1 0 0 0,0 0 0 0 0,0 0 0 0 0,1-1 0 0 0,-1 1 0 0 0,1 0 0 0 0,-1-1 0 0 0,1 1 0 0 0,0-1 0 0 0,-1 1 0 0 0,1-1 0 0 0,0 1 0 0 0,0-1 0 0 0,0 1 0 0 0,0-1 0 0 0,0 0 0 0 0,1 1 0 0 0,-1-1 0 0 0,0 0 0 0 0,1 0 0 0 0,-1 0 0 0 0,1 0 0 0 0,-1 0 0 0 0,1 0 0 0 0,-1-1 0 0 0,1 1 0 0 0,-1 0 0 0 0,1-1 0 0 0,0 1 0 0 0,-1-1 0 0 0,1 0 0 0 0,0 1 0 0 0,0-1 0 0 0,-1 0 0 0 0,1 0 0 0 0,0 0 0 0 0,0 0 0 0 0,-1-1 0 0 0,2 1 6 0 0,3 1-8 0 0,128 39 123 0 0,-130-39-108 0 0,-1 1 1 0 0,0 0 0 0 0,0-1-1 0 0,0 1 1 0 0,-1 0 0 0 0,1 1 0 0 0,0-1-1 0 0,-1 0 1 0 0,1 1 0 0 0,-1-1-1 0 0,0 1 1 0 0,0 0 0 0 0,0 0 0 0 0,0 0-1 0 0,0 0 1 0 0,-1 0 0 0 0,1 0-1 0 0,-1 0 1 0 0,0 1 0 0 0,0-1-1 0 0,0 0 1 0 0,0 1 0 0 0,-1-1 0 0 0,0 1-1 0 0,1-1 1 0 0,-1 1 0 0 0,0-1-1 0 0,-1 1 1 0 0,1 1-8 0 0,-2 6 15 0 0,1-1 1 0 0,-2 1-1 0 0,0-1 0 0 0,0 0 0 0 0,-1 1 1 0 0,0-1-1 0 0,0-1 0 0 0,-1 1 1 0 0,-5 6-16 0 0,-3 8 3 0 0,10-18-37 0 0,-2 1-1 0 0,1-1 1 0 0,-1 0-1 0 0,0 0 1 0 0,0 0-1 0 0,-1 0 0 0 0,1-1 1 0 0,-1 0-1 0 0,-1 0 1 0 0,1-1-1 0 0,-1 0 1 0 0,1 0-1 0 0,-5 2 35 0 0,10-6-128 0 0,0 0 0 0 0,-1 0 0 0 0,1 0 0 0 0,0 0 0 0 0,0 0 0 0 0,-1 0 0 0 0,1 0 0 0 0,0 0 0 0 0,0 0 0 0 0,0-1 0 0 0,-1 1 0 0 0,1 0 0 0 0,0-1 0 0 0,0 1 0 0 0,0-1 0 0 0,0 1 0 0 0,0-1 0 0 0,0 0 0 0 0,0 0 0 0 0,0 1 0 0 0,0-1 0 0 0,0 0 0 0 0,0 0 0 0 0,0 0 0 0 0,0 0 0 0 0,1 0 0 0 0,-1 0 0 0 0,0 0 0 0 0,1 0 0 0 0,-1 0 0 0 0,1 0 0 0 0,-1 0 0 0 0,1 0 0 0 0,-1-1 0 0 0,1 1 0 0 0,0 0 0 0 0,0 0 0 0 0,0-1 0 0 0,0 1 0 0 0,-1 0 0 0 0,2 0 0 0 0,-1 0 0 0 0,0-1-1 0 0,0 1 1 0 0,0 0 0 0 0,0 0 0 0 0,1-1 0 0 0,-1 1 0 0 0,1 0 0 0 0,-1 0 0 0 0,1 0 0 0 0,0-1 128 0 0,1-16-1036 0 0,10-20 44 0 0</inkml:trace>
  <inkml:trace contextRef="#ctx0" brushRef="#br1" timeOffset="-183635.708">1361 1038 2064 0 0,'40'-45'4601'0'0,"-27"35"-4084"0"0,108-55 2257 0 0,-42 47-925 0 0,-74 21-1695 0 0,14 40 314 0 0,-22 13-154 0 0,-26 17 19 0 0,26-53-695 0 0,112 11 4 0 0,-104-29 354 0 0,0 0 0 0 0,-1 0-1 0 0,1 0 1 0 0,-1 1 0 0 0,0-1-1 0 0,0 1 1 0 0,0 0-1 0 0,0 0 1 0 0,0 1 0 0 0,0-1-1 0 0,-1 1 1 0 0,0 0 0 0 0,0 0-1 0 0,0 0 1 0 0,0 0-1 0 0,0 0 1 0 0,-1 1 0 0 0,0-1-1 0 0,0 1 1 0 0,0 0 0 0 0,-1-1-1 0 0,1 1 1 0 0,-1 3 4 0 0,3 54 239 0 0,-27 1-71 0 0,10-38-34 0 0,10-19-77 0 0,-1 0-1 0 0,0 0 1 0 0,-1 0-1 0 0,1 0 1 0 0,-1-1-1 0 0,0 0 1 0 0,0 0-1 0 0,-1 0 1 0 0,0-1-1 0 0,0 1 1 0 0,-3 1-57 0 0,-35 13-489 0 0,34-17-5274 0 0,16-18 1404 0 0,4 0 3401 0 0</inkml:trace>
  <inkml:trace contextRef="#ctx0" brushRef="#br1" timeOffset="-183272.935">1997 976 2896 0 0,'-4'-12'7508'0'0,"4"5"-5226"0"0,26 3-8416 0 0,-18 12 2739 0 0,-5-3 2234 0 0</inkml:trace>
  <inkml:trace contextRef="#ctx0" brushRef="#br1" timeOffset="-183271.935">2154 1309 2748 0 0,'2'5'1412'0'0,"-2"1"-288"0"0,0-3-127 0 0,0 5 3 0 0,0-5-272 0 0,0 5-16 0 0,2-3-112 0 0,-4-1-200 0 0,2 2-172 0 0,0-5-240 0 0,-2 3-232 0 0,4 0 16 0 0,-2-2-940 0 0,0-1-156 0 0,4-2 80 0 0,-2-5 123 0 0,2 4 77 0 0,0 0 16 0 0</inkml:trace>
  <inkml:trace contextRef="#ctx0" brushRef="#br1" timeOffset="-182838.271">2419 1152 3240 0 0,'5'26'5847'0'0,"-4"-8"-4780"0"0,0-16-954 0 0,0 2-3 0 0,0 0 0 0 0,0 0 0 0 0,1 0 0 0 0,0 0 0 0 0,-1 0 0 0 0,1-1 0 0 0,0 1 0 0 0,1-1 0 0 0,-1 1 0 0 0,1-1 0 0 0,0 0 0 0 0,-1 0 0 0 0,1 0 0 0 0,0 0 0 0 0,1-1 0 0 0,2 3-110 0 0,54 26 563 0 0,-57-30-546 0 0,1 0-1 0 0,0-1 0 0 0,0 1 1 0 0,0-1-1 0 0,0 0 0 0 0,0 0 0 0 0,0 0 1 0 0,0 0-1 0 0,0-1 0 0 0,0 1 1 0 0,-1-1-1 0 0,1 0 0 0 0,0 0 0 0 0,0-1 1 0 0,-1 1-1 0 0,1-1 0 0 0,-1 0 0 0 0,2-1-16 0 0,3-1 18 0 0,6-2 16 0 0,0-2 0 0 0,-1 1 0 0 0,0-2-1 0 0,-1 0 1 0 0,0 0 0 0 0,0-1 0 0 0,-1-1-1 0 0,0 0 1 0 0,3-6-34 0 0,-8 10 29 0 0,0 0 1 0 0,-1-1-1 0 0,-1 0 0 0 0,1 0 1 0 0,-1-1-1 0 0,-1 1 0 0 0,1-1 0 0 0,-2 0 1 0 0,1 0-1 0 0,-1 0 0 0 0,0 0 1 0 0,-1 0-1 0 0,0-5-29 0 0,-17-36 151 0 0,14 43-109 0 0,-1-1 0 0 0,0 1 0 0 0,-1 0 0 0 0,0 0 0 0 0,0 0 0 0 0,0 0 0 0 0,-1 1 0 0 0,0 0 0 0 0,0 0 0 0 0,0 0 0 0 0,-1 0 0 0 0,0 1 0 0 0,0 0 0 0 0,-1 0 0 0 0,1 1 0 0 0,-1 0 0 0 0,0 0 0 0 0,0 0 0 0 0,0 1 0 0 0,-1 0 0 0 0,1 1 0 0 0,-1-1 0 0 0,0 2 0 0 0,1-1 0 0 0,-1 1 0 0 0,0 0 0 0 0,-5 0-42 0 0,-36 21 150 0 0,40-14-131 0 0,-2 2-117 0 0,1 0 0 0 0,0 0 0 0 0,1 1-1 0 0,-1 1 1 0 0,2-1 0 0 0,-1 1 0 0 0,1 1 0 0 0,1 0 0 0 0,0 0-1 0 0,1 0 1 0 0,0 1 0 0 0,0 0 0 0 0,-2 9 98 0 0,6-16-240 0 0,0 1 0 0 0,0 0 0 0 0,1 0 0 0 0,-1 0 0 0 0,1 0 0 0 0,1 0 0 0 0,-1 0 0 0 0,1 0-1 0 0,0 1 1 0 0,0-1 0 0 0,1 0 0 0 0,0 0 0 0 0,0 0 0 0 0,0 0 0 0 0,1 0 0 0 0,0 0 0 0 0,0 0 0 0 0,0-1 0 0 0,1 1 0 0 0,0-1 0 0 0,0 1 0 0 0,0-1 0 0 0,4 4 240 0 0,-3-5-326 0 0,1 1-1 0 0,-1-2 1 0 0,1 1 0 0 0,0 0 0 0 0,0-1 0 0 0,0 0 0 0 0,0 0-1 0 0,1 0 1 0 0,-1-1 0 0 0,1 0 0 0 0,0 0 0 0 0,-1 0 0 0 0,1-1-1 0 0,2 1 327 0 0,8-1-1004 0 0</inkml:trace>
  <inkml:trace contextRef="#ctx0" brushRef="#br1" timeOffset="-182460.094">3244 611 2972 0 0,'2'-3'496'0'0,"9"-13"3214"0"0,-9 25-18 0 0,-51 261 1177 0 0,26-136-4476 0 0,-21 160-4990 0 0,33-216-981 0 0,11-76 4265 0 0,0-1 107 0 0,4 5 8 0 0</inkml:trace>
  <inkml:trace contextRef="#ctx0" brushRef="#br1" timeOffset="-182132.178">3416 1055 3584 0 0,'35'-56'4763'0'0,"1"-26"-2301"0"0,13-8 596 0 0,-40 91-2453 0 0,6 29-545 0 0,-1 0 0 0 0,-1 2 0 0 0,-2-1 0 0 0,1 10-60 0 0,-7-22 14 0 0,20 76 39 0 0,-13-53-872 0 0,-3 1 0 0 0,-1-1 0 0 0,0 27 819 0 0,-2-24-1581 0 0,-5-44 1322 0 0,-1 1 1 0 0,0 0-1 0 0,1 0 1 0 0,-1 0-1 0 0,0-1 1 0 0,0 1-1 0 0,0 0 1 0 0,0 0-1 0 0,0-1 1 0 0,0 1-1 0 0,-1 0 1 0 0,1 0-1 0 0,0 0 1 0 0,-1-1-1 0 0,0 1 1 0 0,1 0-1 0 0,-1-1 1 0 0,0 1-1 0 0,0-1 1 0 0,0 1-1 0 0,0-1 1 0 0,0 1-1 0 0,0-1 1 0 0,0 0-1 0 0,-1 1 1 0 0,1-1-1 0 0,0 0 1 0 0,-1 0 258 0 0,-4 3-1183 0 0</inkml:trace>
  <inkml:trace contextRef="#ctx0" brushRef="#br1" timeOffset="-181922.048">3585 1397 2848 0 0,'-48'-2'5476'0'0,"48"2"-5419"0"0,1 0 1 0 0,-1 0-1 0 0,0 0 1 0 0,0 0-1 0 0,0 0 0 0 0,1 0 1 0 0,-1 0-1 0 0,0 0 1 0 0,0 0-1 0 0,1 0 0 0 0,-1 0 1 0 0,0 0-1 0 0,0 0 1 0 0,0 0-1 0 0,1 0 0 0 0,-1 0 1 0 0,0 1-1 0 0,0-1 0 0 0,0 0 1 0 0,1 0-1 0 0,-1 0 1 0 0,0 0-1 0 0,0 0 0 0 0,0 0 1 0 0,0 1-1 0 0,1-1 1 0 0,-1 0-1 0 0,0 0 0 0 0,0 0 1 0 0,0 1-1 0 0,0-1 0 0 0,0 0 1 0 0,0 0-1 0 0,1 0 1 0 0,-1 1-1 0 0,0-1 0 0 0,0 0 1 0 0,0 0-1 0 0,0 0 1 0 0,0 1-1 0 0,0-1 0 0 0,0 0 1 0 0,0 0-1 0 0,0 1 1 0 0,0-1-1 0 0,0 0 0 0 0,0 0 1 0 0,0 0-1 0 0,0 1 0 0 0,0-1 1 0 0,-1 0-1 0 0,1 0 1 0 0,0 0-1 0 0,0 1 0 0 0,0-1-57 0 0,84-29-601 0 0,119-58-6440 0 0,-167 76 6091 0 0</inkml:trace>
  <inkml:trace contextRef="#ctx0" brushRef="#br1" timeOffset="-181921.048">4329 1189 3204 0 0,'51'12'9673'0'0,"-84"-35"-16617"0"0,-18 0 4712 0 0,14 15 1187 0 0</inkml:trace>
  <inkml:trace contextRef="#ctx0" brushRef="#br1" timeOffset="-180097.783">6638 1073 2408 0 0,'0'0'903'0'0,"0"0"-68"0"0,0 0-88 0 0,0 0-87 0 0,0 0-78 0 0,0 0-62 0 0,5 3-9 0 0,-3-2-471 0 0,0 0 0 0 0,0 0 0 0 0,0 0 0 0 0,0 0 0 0 0,-1 1 0 0 0,1-1 0 0 0,0 1 0 0 0,-1-1 0 0 0,1 1 0 0 0,-1 0 0 0 0,0-1 0 0 0,0 1 0 0 0,1 0 0 0 0,-1 0 0 0 0,0 0 0 0 0,0 0 0 0 0,-1 0 0 0 0,1 0 0 0 0,0 0 0 0 0,-1 0 0 0 0,1 2-40 0 0,23 168 1248 0 0,-18-81-2980 0 0,-3-71-2719 0 0,-3-18 3392 0 0</inkml:trace>
  <inkml:trace contextRef="#ctx0" brushRef="#br1" timeOffset="-179539.054">6558 1044 1976 0 0,'-1'-9'310'0'0,"1"1"0"0"0,1 0-1 0 0,-1 0 1 0 0,2 0 0 0 0,-1-1-1 0 0,1 1 1 0 0,0 0 0 0 0,0 1-1 0 0,1-1 1 0 0,0 0 0 0 0,1 1 0 0 0,0-1-1 0 0,0 1 1 0 0,0 0 0 0 0,1 1-1 0 0,0-1 1 0 0,0 1 0 0 0,1 0-1 0 0,0 0 1 0 0,0 0 0 0 0,0 1-1 0 0,5-3-309 0 0,-1 1 191 0 0,0 0-1 0 0,0 1 0 0 0,1 0 0 0 0,0 1 0 0 0,0 0 0 0 0,0 1 0 0 0,0 0 0 0 0,1 1 0 0 0,0 0 0 0 0,9 0-190 0 0,-17 2 49 0 0,0 0 0 0 0,1 1 0 0 0,-1 0 0 0 0,0 0 0 0 0,0 0 0 0 0,0 0 0 0 0,0 1 0 0 0,0 0 0 0 0,0-1 0 0 0,0 2 0 0 0,0-1 0 0 0,-1 0 0 0 0,1 1 0 0 0,0-1 0 0 0,-1 1 0 0 0,1 0 0 0 0,-1 0 0 0 0,1 1-1 0 0,-1-1 1 0 0,0 1 0 0 0,0 0 0 0 0,0-1 0 0 0,0 1 0 0 0,-1 0 0 0 0,1 1 0 0 0,-1-1 0 0 0,0 0 0 0 0,2 4-49 0 0,-2-1 26 0 0,0 1 1 0 0,0-1-1 0 0,-1 0 0 0 0,0 0 0 0 0,0 1 1 0 0,-1-1-1 0 0,0 0 0 0 0,0 1 0 0 0,0-1 1 0 0,-1 0-1 0 0,0 0 0 0 0,0 1 1 0 0,-1-1-1 0 0,0 0 0 0 0,0 0 0 0 0,0 0 1 0 0,0 0-1 0 0,-2 1-26 0 0,-10 18 94 0 0,0-1 0 0 0,-2-1-1 0 0,0-1 1 0 0,-1 0 0 0 0,-19 17-94 0 0,21-27 30 0 0,17-16-384 0 0,35-8-46 0 0,-32 10 371 0 0,1 0 1 0 0,0 1-1 0 0,-1 0 0 0 0,1 0 1 0 0,0 0-1 0 0,-1 1 0 0 0,1 0 1 0 0,0 0-1 0 0,0 0 0 0 0,-1 1 1 0 0,1 0-1 0 0,0 0 0 0 0,4 2 29 0 0,61 37-82 0 0,-67-38 82 0 0,-1 1-1 0 0,1 0 1 0 0,-1 0-1 0 0,0 0 1 0 0,-1 1 0 0 0,1-1-1 0 0,0 1 1 0 0,-1 0-1 0 0,0-1 1 0 0,0 1-1 0 0,0 0 1 0 0,0 0-1 0 0,-1 0 1 0 0,0 1-1 0 0,1-1 1 0 0,-2 0-1 0 0,1 1 1 0 0,0-1-1 0 0,-1 0 1 0 0,0 1-1 0 0,0-1 1 0 0,0 1 0 0 0,-2 4-2 0 0,0 1 0 0 0,-1-1 1 0 0,0 1-1 0 0,-1-1 0 0 0,0 0 0 0 0,0 0 1 0 0,-1-1-1 0 0,0 1 0 0 0,0-1 0 0 0,-1 0 1 0 0,0-1-1 0 0,-1 1 0 0 0,1-1 0 0 0,-2 0 1 0 0,1-1-1 0 0,-1 0 0 0 0,0 0 0 0 0,0 0 1 0 0,0-1-1 0 0,-1 0 0 0 0,-4 1 2 0 0,-46 21-1143 0 0,48-33-5985 0 0,10 0 7303 0 0,3-1-1252 0 0</inkml:trace>
  <inkml:trace contextRef="#ctx0" brushRef="#br1" timeOffset="-179014.285">7080 966 2724 0 0,'26'-64'5269'0'0,"-20"55"-5062"0"0,2 0 1 0 0,0 1-1 0 0,0 0 0 0 0,0 0 0 0 0,1 0 0 0 0,0 1 0 0 0,0 1 0 0 0,1 0 0 0 0,0 0 0 0 0,0 0 0 0 0,0 2 0 0 0,1-1 0 0 0,0 1 0 0 0,0 1 1 0 0,0 0-1 0 0,0 0 0 0 0,3 1-207 0 0,13 4 602 0 0,-21 2-570 0 0,-2-2-1 0 0,-1 0 0 0 0,1 0 0 0 0,-1 1 0 0 0,0 0 0 0 0,1-1 0 0 0,-1 1 0 0 0,0 0 0 0 0,-1 0 0 0 0,1 1 0 0 0,0-1 0 0 0,-1 0 0 0 0,0 1 0 0 0,0 0 0 0 0,0-1 0 0 0,0 1 0 0 0,-1 0 0 0 0,1 0 0 0 0,-1 2-31 0 0,-4 57 390 0 0,-66 56-218 0 0,70-119-183 0 0,-1 0 0 0 0,0 0 0 0 0,0-1 0 0 0,1 1 0 0 0,-1 0 0 0 0,0 0 0 0 0,1 0 0 0 0,-1 0 0 0 0,0 0 0 0 0,0 0 0 0 0,1 0-1 0 0,-1 0 1 0 0,0 0 0 0 0,1 0 0 0 0,-1 0 0 0 0,0 0 0 0 0,1 0 0 0 0,-1 0 0 0 0,0 0 0 0 0,1 0 0 0 0,-1 0 0 0 0,0 0 0 0 0,0 0 0 0 0,1 0 0 0 0,-1 0 0 0 0,0 1 0 0 0,0-1 0 0 0,1 0 0 0 0,-1 0 0 0 0,0 0 0 0 0,0 0 0 0 0,1 1 0 0 0,-1-1 0 0 0,0 0 0 0 0,0 0 0 0 0,0 1 0 0 0,1-1 0 0 0,-1 0 0 0 0,0 0 0 0 0,0 1-1 0 0,0-1 1 0 0,0 0 0 0 0,0 1 0 0 0,0-1 0 0 0,1 0 0 0 0,-1 0 0 0 0,0 1 0 0 0,0-1 0 0 0,0 0 0 0 0,0 1 0 0 0,0-1 0 0 0,0 0 0 0 0,0 1 11 0 0,9-4-7 0 0,83-6-308 0 0,-50 21 278 0 0,-23-1 4 0 0,-14-9 33 0 0,0 0 0 0 0,0 1 1 0 0,-1-1-1 0 0,0 1 0 0 0,1 0 0 0 0,-1 0 0 0 0,0 1 1 0 0,-1-1-1 0 0,1 1 0 0 0,0 0 0 0 0,-1 0 0 0 0,0 0 0 0 0,0 0 1 0 0,0 1-1 0 0,1 2 0 0 0,1 24 129 0 0,-5-30-28 0 0,0 13 35 0 0,-1-12-126 0 0,1 1 0 0 0,0 0 0 0 0,0 0 0 0 0,-1-1 1 0 0,0 1-1 0 0,1 0 0 0 0,-1-1 0 0 0,0 1 0 0 0,-1-1 0 0 0,1 1 1 0 0,0-1-1 0 0,-1 0 0 0 0,1 1 0 0 0,-1-1 0 0 0,0 0 0 0 0,1 0 0 0 0,-3 2-10 0 0,-12 17 52 0 0,9-12-36 0 0,0-1 1 0 0,-1 0-1 0 0,0 0 0 0 0,0 0 1 0 0,0-1-1 0 0,-1-1 0 0 0,0 1 1 0 0,-2 0-17 0 0,-36 2-2947 0 0,47-9 1741 0 0,0 0-159 0 0,0-28-3232 0 0,5 20 3593 0 0</inkml:trace>
  <inkml:trace contextRef="#ctx0" brushRef="#br1" timeOffset="-178531.387">7793 762 2240 0 0,'-2'-25'10681'0'0,"2"24"-10033"0"0,5-1 1843 0 0,5 7-8239 0 0,-6 28-756 0 0,-4-23 5480 0 0</inkml:trace>
  <inkml:trace contextRef="#ctx0" brushRef="#br1" timeOffset="-178530.387">7838 1136 2380 0 0,'4'44'5280'0'0,"0"-16"-2683"0"0,-4-27-2178 0 0,0-1-277 0 0,0 0-361 0 0,0 0-228 0 0,0 7-1557 0 0,-4-2-2086 0 0,-9 7 3074 0 0,6-8 38 0 0</inkml:trace>
  <inkml:trace contextRef="#ctx0" brushRef="#br1" timeOffset="-178086.043">8219 917 3016 0 0,'-9'4'4607'0'0,"10"-13"-810"0"0,19-57-1883 0 0,22-82-694 0 0,-18 66-507 0 0,-24 82-701 0 0,0 0 0 0 0,1 1 0 0 0,-1-1 0 0 0,0 0-1 0 0,0 1 1 0 0,1-1 0 0 0,-1 0 0 0 0,0 0-1 0 0,1 1 1 0 0,-1-1 0 0 0,0 0 0 0 0,1 0 0 0 0,-1 0-1 0 0,1 1 1 0 0,-1-1 0 0 0,0 0 0 0 0,1 0 0 0 0,-1 0-1 0 0,1 0 1 0 0,-1 0 0 0 0,0 0 0 0 0,1 0-1 0 0,-1 0 1 0 0,1 0 0 0 0,-1 0 0 0 0,0 0 0 0 0,1 0-1 0 0,-1 0 1 0 0,1 0 0 0 0,-1 0 0 0 0,0 0-1 0 0,1-1 1 0 0,-1 1 0 0 0,1 0 0 0 0,-1 0 0 0 0,0 0-1 0 0,1-1 1 0 0,-1 1 0 0 0,0 0 0 0 0,1 0 0 0 0,-1-1-1 0 0,0 1 1 0 0,0 0 0 0 0,1-1 0 0 0,-1 1-1 0 0,0-1-11 0 0,33 142 176 0 0,-7-19 18 0 0,-17-91-559 0 0,-2 1 1 0 0,-1 0-1 0 0,-1 0 0 0 0,-1 28 365 0 0,-7 2-1688 0 0,-14-13 280 0 0,16-46 1104 0 0,0 0 0 0 0,0 0-1 0 0,0 0 1 0 0,0 0 0 0 0,0 0 0 0 0,0 0 0 0 0,-1 0 0 0 0,0 0 0 0 0,1 0 0 0 0,-1-1 0 0 0,0 1 0 0 0,0-1-1 0 0,-1 0 1 0 0,1 1 0 0 0,0-1 0 0 0,-1 0 0 0 0,1 0 0 0 0,-1 0 0 0 0,0-1 0 0 0,0 1 0 0 0,0-1-1 0 0,0 1 1 0 0,0-1 0 0 0,0 0 0 0 0,0 0 0 0 0,0 0 0 0 0,-2 0 304 0 0,-1-1-437 0 0</inkml:trace>
  <inkml:trace contextRef="#ctx0" brushRef="#br1" timeOffset="-177722.45">8303 1241 3428 0 0,'-31'0'3514'0'0,"32"-1"-3427"0"0,-1 1 1 0 0,1 0-1 0 0,-1 0 0 0 0,1 0 1 0 0,-1 0-1 0 0,1 0 1 0 0,-1 0-1 0 0,1 0 0 0 0,-1 0 1 0 0,1 0-1 0 0,-1 0 0 0 0,1 0 1 0 0,-1 0-1 0 0,1 0 1 0 0,-1 0-1 0 0,1 1 0 0 0,-1-1 1 0 0,1 0-1 0 0,-1 0 0 0 0,1 0 1 0 0,-1 1-1 0 0,0-1 1 0 0,1 0-1 0 0,-1 1 0 0 0,1-1 1 0 0,-1 0-1 0 0,0 1 0 0 0,1-1 1 0 0,-1 0-1 0 0,0 1 1 0 0,0-1-1 0 0,1 1 0 0 0,-1-1 1 0 0,0 1-1 0 0,0-1 0 0 0,1 0 1 0 0,-1 1-1 0 0,0-1 0 0 0,0 1 1 0 0,0-1-1 0 0,0 1 1 0 0,0-1-1 0 0,0 1 0 0 0,0-1 1 0 0,0 1-1 0 0,0-1 0 0 0,0 1 1 0 0,0-1-1 0 0,0 1 1 0 0,0-1-1 0 0,0 1 0 0 0,-1-1 1 0 0,1 1-1 0 0,0-1 0 0 0,0 1 1 0 0,0-1-1 0 0,-1 1 1 0 0,1-1-1 0 0,0 0 0 0 0,-1 1 1 0 0,1-1-1 0 0,0 1 0 0 0,-1-1 1 0 0,1 0-1 0 0,0 1-87 0 0,39-6 825 0 0,50-21-515 0 0,75-36-1752 0 0,-53 5-3325 0 0,-35 3 432 0 0,-61 37 3383 0 0</inkml:trace>
  <inkml:trace contextRef="#ctx0" brushRef="#br1" timeOffset="-177298.332">8941 493 2464 0 0,'-7'-50'8551'0'0,"13"81"-5292"0"0,3 18-3103 0 0,-5 297 1306 0 0,-29-159-1239 0 0,15 143-2737 0 0,27-258-684 0 0,-13-64 2416 0 0,16 6-5085 0 0,-18-14 4921 0 0</inkml:trace>
  <inkml:trace contextRef="#ctx0" brushRef="#br1" timeOffset="-176960.418">9161 893 2452 0 0,'6'-12'429'0'0,"0"1"0"0"0,1 0-1 0 0,0 0 1 0 0,1 1 0 0 0,0 0-1 0 0,1 0 1 0 0,0 1 0 0 0,1 0 0 0 0,-1 0-1 0 0,2 1 1 0 0,-1 0 0 0 0,1 1-1 0 0,0 1 1 0 0,1 0 0 0 0,1-1-429 0 0,91-11 2427 0 0,-100 19-2392 0 0,0 1-1 0 0,0 0 1 0 0,-1 0-1 0 0,1 0 0 0 0,-1 0 1 0 0,0 1-1 0 0,1-1 1 0 0,-1 1-1 0 0,0 0 1 0 0,0 0-1 0 0,-1 0 0 0 0,1 0 1 0 0,0 1-1 0 0,-1-1 1 0 0,0 1-1 0 0,0-1 0 0 0,0 1 1 0 0,-1 0-1 0 0,1 0 1 0 0,-1 0-1 0 0,1 0-34 0 0,0 2 32 0 0,0-1-1 0 0,0 1 0 0 0,0 0 1 0 0,-1 0-1 0 0,0-1 1 0 0,0 1-1 0 0,-1 0 1 0 0,1 0-1 0 0,-1 0 0 0 0,-1 0 1 0 0,1 0-1 0 0,-1 0 1 0 0,0 0-1 0 0,0 0-31 0 0,-44 113 179 0 0,-4-19 80 0 0,42-64 76 0 0,32-9-157 0 0,-22-25-160 0 0,3 1-32 0 0,1 0 0 0 0,-1-1 0 0 0,1 1 0 0 0,0-1 0 0 0,0-1 0 0 0,0 1 0 0 0,0-1 0 0 0,0-1 0 0 0,0 1 0 0 0,0-1 1 0 0,0 0-1 0 0,1-1 14 0 0,-7 1-13 0 0,110-20-1239 0 0,44-22-7119 0 0,-149 40 7420 0 0</inkml:trace>
  <inkml:trace contextRef="#ctx0" brushRef="#br1" timeOffset="-157269.643">7638 9483 2680 0 0,'0'0'763'0'0,"0"0"-101"0"0,0 0-90 0 0,0 0-49 0 0,-3 4-29 0 0,1 3-364 0 0,0 0 0 0 0,1 0 1 0 0,0 1-1 0 0,0-1 0 0 0,0 0 0 0 0,1 0 1 0 0,0 1-1 0 0,1-1 0 0 0,-1 0 1 0 0,1 0-1 0 0,1 2-130 0 0,0 8 80 0 0,20 287 566 0 0,-22-219-1721 0 0,-17-31-310 0 0,8-37 86 0 0,3-10 15 0 0,1-3-10 0 0</inkml:trace>
  <inkml:trace contextRef="#ctx0" brushRef="#br1" timeOffset="-156696.12">7522 9533 1688 0 0,'-6'-127'6116'0'0,"7"125"-6064"0"0,0-1 0 0 0,0 1-1 0 0,0-1 1 0 0,0 1 0 0 0,1-1 0 0 0,-1 1-1 0 0,1 0 1 0 0,-1 0 0 0 0,1-1 0 0 0,0 1-1 0 0,0 0 1 0 0,0 1 0 0 0,0-1 0 0 0,0 0-1 0 0,0 1 1 0 0,1-1 0 0 0,-1 1 0 0 0,1-1-1 0 0,-1 1 1 0 0,1 0 0 0 0,-1 0 0 0 0,1 0-1 0 0,0 1 1 0 0,-1-1 0 0 0,1 1 0 0 0,0-1 0 0 0,0 1-52 0 0,29-5 317 0 0,1 1 0 0 0,-1 1 0 0 0,1 2 0 0 0,9 2-317 0 0,-12-1 138 0 0,62 22 69 0 0,-87-21-190 0 0,0 1 0 0 0,0-1 1 0 0,0 1-1 0 0,0 0 0 0 0,0 0 0 0 0,0 0 0 0 0,0 0 1 0 0,0 1-1 0 0,-1 0 0 0 0,1 0 0 0 0,-1 0 0 0 0,0 1 1 0 0,0 0-1 0 0,0-1 0 0 0,-1 1 0 0 0,1 1 0 0 0,-1-1 1 0 0,0 0-1 0 0,0 1 0 0 0,-1-1 0 0 0,1 1 0 0 0,-1 0 1 0 0,0 0-1 0 0,0 0 0 0 0,0 2-17 0 0,-1-2 12 0 0,-1 0 0 0 0,0-1 0 0 0,0 1 0 0 0,0 0 0 0 0,0 0 0 0 0,-1-1 0 0 0,0 1 0 0 0,0 0 0 0 0,0-1 0 0 0,0 1 0 0 0,-1-1 0 0 0,0 1 0 0 0,0-1 0 0 0,0 0 0 0 0,0 0 0 0 0,-2 2-12 0 0,3-4 3 0 0,-9 12 12 0 0,1-1 0 0 0,-2 0 0 0 0,0-1 0 0 0,0 0 0 0 0,-1-1 0 0 0,-1 0 0 0 0,0-1 0 0 0,0 0 0 0 0,-1-2 0 0 0,0 1 0 0 0,-1-1 0 0 0,-12 4-15 0 0,-15 10 40 0 0,23-16 135 0 0,82-11-264 0 0,-51 5 85 0 0,-1 1-1 0 0,0 1 1 0 0,0-1-1 0 0,0 2 1 0 0,0 0-1 0 0,0 0 1 0 0,0 1 0 0 0,-1 0-1 0 0,0 0 1 0 0,0 2-1 0 0,8 4 5 0 0,-8-6-4 0 0,0 2-1 0 0,0-1 1 0 0,-1 1-1 0 0,0 0 1 0 0,0 1-1 0 0,0 0 1 0 0,-1 1-1 0 0,0 0 1 0 0,0 0-1 0 0,-1 0 1 0 0,0 1-1 0 0,0 0 1 0 0,-1 1-1 0 0,-1-1 1 0 0,1 1-1 0 0,-2 0 1 0 0,1 1-1 0 0,-1-1 1 0 0,2 11 4 0 0,-5 55 78 0 0,-5-65-39 0 0,-1 0 1 0 0,0 0-1 0 0,0 0 1 0 0,-1 0 0 0 0,0-1-1 0 0,-1 0 1 0 0,0 0-1 0 0,-1-1 1 0 0,0 0 0 0 0,0 0-1 0 0,-4 2-39 0 0,2-4 19 0 0,-1-1-1 0 0,0 0 1 0 0,-1-1-1 0 0,1-1 1 0 0,-1 1-1 0 0,0-2 1 0 0,0 1-1 0 0,0-2 1 0 0,-1 0-1 0 0,1 0 1 0 0,-1-1-1 0 0,1-1 1 0 0,-1 0-1 0 0,1 0 1 0 0,-7-2-19 0 0,-8 1-949 0 0,13 5-1609 0 0,27-4-2158 0 0,-2-3 3508 0 0,12-5 68 0 0</inkml:trace>
  <inkml:trace contextRef="#ctx0" brushRef="#br1" timeOffset="-155947.749">8427 9542 928 0 0,'-13'-20'4995'0'0,"10"1"-1245"0"0,30 4-2428 0 0,-20 13-1335 0 0,24-8 178 0 0,0 3 1 0 0,1 0 0 0 0,0 2-1 0 0,1 2 1 0 0,-1 1-1 0 0,1 1 1 0 0,6 2-166 0 0,-35 0 15 0 0,0-1-1 0 0,-1 1 1 0 0,1 0-1 0 0,0 0 1 0 0,0 1-1 0 0,-1-1 1 0 0,1 1-1 0 0,-1 0 1 0 0,0 0-1 0 0,1 0 1 0 0,-1 0-1 0 0,0 0 1 0 0,0 1-1 0 0,0 0 1 0 0,0-1-1 0 0,-1 1 1 0 0,1 0-1 0 0,-1 0 1 0 0,0 0-1 0 0,0 1 1 0 0,0-1-1 0 0,0 1 1 0 0,0-1-1 0 0,-1 1 1 0 0,0-1-1 0 0,1 1 1 0 0,-1 0-1 0 0,-1 0 1 0 0,1 0-15 0 0,-20 39 100 0 0,10-27-84 0 0,0 0 0 0 0,-2-1 0 0 0,0 0 0 0 0,0-1 0 0 0,-2-1 1 0 0,1 0-1 0 0,-2 0 0 0 0,0-1 0 0 0,0-1 0 0 0,-1 0 0 0 0,-12 5-16 0 0,-59 46 84 0 0,127-56-14 0 0,-19-4-81 0 0,1 1-1 0 0,-1 1 1 0 0,0 1-1 0 0,0 1 0 0 0,-1 1 1 0 0,2 2 11 0 0,-14-6-12 0 0,6 1 10 0 0,0 0 1 0 0,0 1 0 0 0,0 1-1 0 0,-1 1 1 0 0,0 0 0 0 0,-1 1-1 0 0,1 0 1 0 0,-1 1-1 0 0,-1 0 1 0 0,0 1 0 0 0,0 1-1 0 0,-1 0 1 0 0,0 0 0 0 0,6 10 1 0 0,-15-18 2 0 0,-1 0 0 0 0,0 0 0 0 0,0 0 0 0 0,0 1 0 0 0,0-1 0 0 0,0 0 0 0 0,-1 0 0 0 0,1 1 0 0 0,-1-1 0 0 0,0 0 0 0 0,0 1 0 0 0,0-1 0 0 0,0 0 0 0 0,-1 1 0 0 0,1-1 0 0 0,-1 0 0 0 0,0 0 0 0 0,0 1 0 0 0,0-1 0 0 0,-1 0 0 0 0,1 0 0 0 0,-1 0 0 0 0,1 0 0 0 0,-1-1 0 0 0,0 1 0 0 0,0 0 0 0 0,0-1 0 0 0,0 1 0 0 0,-2 0-2 0 0,-3 6 20 0 0,-1 1-1 0 0,-1-1 0 0 0,0-1 1 0 0,0 0-1 0 0,0 0 0 0 0,-1-1 1 0 0,0 0-1 0 0,-1 0 1 0 0,0-1-1 0 0,0-1 0 0 0,0 0 1 0 0,0 0-1 0 0,-1-1 0 0 0,0 0 1 0 0,0-1-1 0 0,0-1 1 0 0,-10 1-20 0 0,-123 1-385 0 0,143-4-130 0 0,-1-2-82 0 0,3 1 486 0 0,-1 0 0 0 0,0 1 0 0 0,1-1 1 0 0,-1 0-1 0 0,1 1 0 0 0,-1-1 0 0 0,1 0 0 0 0,-1 1 0 0 0,1-1 0 0 0,0 0 0 0 0,-1 0 0 0 0,1 0 0 0 0,0 1 0 0 0,0-1 0 0 0,0 0 0 0 0,-1 0 0 0 0,1 0 0 0 0,0 0 0 0 0,0 1 0 0 0,0-1 0 0 0,0 0 0 0 0,0 0 0 0 0,1 0 0 0 0,-1 0 0 0 0,0 0 0 0 0,0 1 0 0 0,0-1 0 0 0,1 0 0 0 0,-1 0 0 0 0,1 0 0 0 0,-1 1 0 0 0,0-1 0 0 0,1 0 0 0 0,-1 1 0 0 0,1-1 0 0 0,-1 0 0 0 0,1 1 0 0 0,0-1 0 0 0,-1 0 0 0 0,1 1 0 0 0,0-1 0 0 0,-1 1 0 0 0,1 0 0 0 0,0-1 0 0 0,0 1 1 0 0,-1-1-1 0 0,1 1 0 0 0,0 0 0 0 0,0 0 0 0 0,0-1 0 0 0,0 1 0 0 0,-1 0 0 0 0,1 0 0 0 0,0 0 0 0 0,0 0 0 0 0,0 0 0 0 0,0 0 0 0 0,0 0 111 0 0,49-23-2336 0 0,-23 9 1288 0 0</inkml:trace>
  <inkml:trace contextRef="#ctx0" brushRef="#br1" timeOffset="-155483.818">9273 9568 3220 0 0,'8'-33'5984'0'0,"-4"13"-1661"0"0,0 22-3597 0 0,12 33-7360 0 0,13 18 2742 0 0,-27-50 3633 0 0,10 14-837 0 0</inkml:trace>
  <inkml:trace contextRef="#ctx0" brushRef="#br1" timeOffset="-155008.763">9424 9826 2992 0 0,'-23'65'6301'0'0,"9"-23"-2031"0"0,14-41-3478 0 0,0 1-123 0 0,0 46 1387 0 0,2-43-2674 0 0,12 6-296 0 0,-13-10 473 0 0,1 0 0 0 0,0 0 0 0 0,0-1 1 0 0,0 1-1 0 0,0-1 0 0 0,0 1 0 0 0,1-1 1 0 0,-1 0-1 0 0,0 0 0 0 0,0 0 0 0 0,0 0 1 0 0,0 0-1 0 0,0 0 0 0 0,0-1 0 0 0,0 1 1 0 0,0-1-1 0 0,0 1 0 0 0,0-1 0 0 0,0 0 1 0 0,0 0-1 0 0,0 0 0 0 0,1 0 441 0 0,34-19-2213 0 0,-21 8 1175 0 0</inkml:trace>
  <inkml:trace contextRef="#ctx0" brushRef="#br1" timeOffset="-155007.763">9886 9667 3716 0 0,'6'-6'2094'0'0,"-6"6"-1984"0"0,0 1-1 0 0,0-1 1 0 0,0 0 0 0 0,0 1 0 0 0,0-1-1 0 0,0 0 1 0 0,0 1 0 0 0,0-1-1 0 0,0 0 1 0 0,0 0 0 0 0,0 1-1 0 0,0-1 1 0 0,0 0 0 0 0,0 1-1 0 0,0-1 1 0 0,0 0 0 0 0,0 0-1 0 0,1 1 1 0 0,-1-1 0 0 0,0 0-1 0 0,0 0 1 0 0,0 1 0 0 0,0-1-1 0 0,1 0 1 0 0,-1 0 0 0 0,0 0-1 0 0,0 1 1 0 0,1-1 0 0 0,-1 0-1 0 0,0 0 1 0 0,0 0 0 0 0,1 0 0 0 0,-1 1-1 0 0,0-1 1 0 0,0 0 0 0 0,1 0-1 0 0,-1 0 1 0 0,0 0 0 0 0,1 0-1 0 0,-1 0 1 0 0,0 0 0 0 0,1 0-1 0 0,-1 0 1 0 0,0 0 0 0 0,0 0-1 0 0,1 0 1 0 0,-1 0 0 0 0,0 0-1 0 0,1 0 1 0 0,-1 0 0 0 0,0 0-1 0 0,0-1 1 0 0,1 1 0 0 0,-1 0-1 0 0,0 0 1 0 0,0 0 0 0 0,1 0-1 0 0,-1-1 1 0 0,0 1-110 0 0,7 29 525 0 0,2 0 0 0 0,0 0 0 0 0,2-1 1 0 0,1 0-1 0 0,2-1 0 0 0,0-1 0 0 0,11 15-525 0 0,-17-32 40 0 0,0 1 0 0 0,1-1 1 0 0,0-1-1 0 0,1 0 0 0 0,0 0 0 0 0,0-1 1 0 0,0 0-1 0 0,1 0 0 0 0,0-1 0 0 0,1-1 1 0 0,-1 0-1 0 0,1-1 0 0 0,9 3-40 0 0,65 0 122 0 0,-79-8-114 0 0,1 0-1 0 0,0-1 1 0 0,0 1-1 0 0,-1-2 1 0 0,1 1-1 0 0,-1-1 1 0 0,0 0-1 0 0,0 0 1 0 0,5-4-8 0 0,0 1 12 0 0,-4 2-4 0 0,0-1 1 0 0,0-1 0 0 0,0 0-1 0 0,-1 0 1 0 0,1 0 0 0 0,-2-1-1 0 0,1 0 1 0 0,-1 0 0 0 0,0 0-1 0 0,0-1 1 0 0,-1 0 0 0 0,0-1-1 0 0,-1 1 1 0 0,1-1 0 0 0,-2 1-1 0 0,1-1 1 0 0,1-7-9 0 0,-4-43 111 0 0,-1 48-119 0 0,-1 1-1 0 0,0-1 1 0 0,0 1-1 0 0,-1 0 0 0 0,-1 0 1 0 0,1 0-1 0 0,-2 0 1 0 0,-3-8 8 0 0,1 1-4 0 0,3 8 24 0 0,0 0 1 0 0,-1 0 0 0 0,0 0-1 0 0,0 1 1 0 0,-1 0 0 0 0,0 0 0 0 0,-1 0-1 0 0,1 0 1 0 0,-2 1 0 0 0,1 0-1 0 0,-1 0 1 0 0,0 1 0 0 0,0-1 0 0 0,-1 2-1 0 0,1-1 1 0 0,-1 1 0 0 0,-1 0 0 0 0,1 1-1 0 0,-1 0 1 0 0,1 0 0 0 0,-1 1-1 0 0,0 0 1 0 0,-1 0 0 0 0,1 1 0 0 0,0 1-1 0 0,-5-1-20 0 0,-39 5 114 0 0,-78 43-537 0 0,123-42 115 0 0,1 0 0 0 0,0 0 0 0 0,-1 1 0 0 0,2 0 0 0 0,-1 0 0 0 0,1 1-1 0 0,-1-1 1 0 0,2 2 0 0 0,-1-1 0 0 0,1 0 0 0 0,0 1 0 0 0,0 0 0 0 0,0 0 0 0 0,1 1 0 0 0,-3 7 308 0 0,7 14-5123 0 0,2-25 4800 0 0,0 0 1 0 0,0 1-1 0 0,1-2 1 0 0,-1 1-1 0 0,1 0 1 0 0,0 0-1 0 0,0-1 1 0 0,1 0-1 0 0,-1 1 1 0 0,1-1-1 0 0,-1-1 1 0 0,1 1-1 0 0,2 1 323 0 0,5 4-1068 0 0</inkml:trace>
  <inkml:trace contextRef="#ctx0" brushRef="#br1" timeOffset="-154608.53">11780 9848 3172 0 0,'-1'-6'4978'0'0,"19"5"-3502"0"0,232 2 1581 0 0,-33-19-2127 0 0,98 0-614 0 0,-162 4-2506 0 0,-129 6 228 0 0,-16-12-3369 0 0,-8 19 4119 0 0,0 1 178 0 0</inkml:trace>
  <inkml:trace contextRef="#ctx0" brushRef="#br1" timeOffset="-154156.687">12460 9509 3240 0 0,'-97'-2'6182'0'0,"95"2"-5626"0"0,0 2-64 0 0,0-1-450 0 0,2-1-24 0 0,0 0-1 0 0,1 0 0 0 0,-1 0 0 0 0,1 1 0 0 0,-1-1 0 0 0,0 0 1 0 0,1 0-1 0 0,-1 0 0 0 0,0 0 0 0 0,1 0 0 0 0,-1 0 1 0 0,0 0-1 0 0,1 1 0 0 0,-1-1 0 0 0,0 0 0 0 0,0 0 0 0 0,1 0 1 0 0,-1 1-1 0 0,0-1 0 0 0,1 0 0 0 0,-1 0 0 0 0,0 1 1 0 0,0-1-1 0 0,0 0 0 0 0,1 1 0 0 0,-1-1 0 0 0,0 0 0 0 0,0 1 1 0 0,0-1-1 0 0,0 0 0 0 0,0 1 0 0 0,0-1 0 0 0,1 0 0 0 0,-1 1 1 0 0,0-1-1 0 0,0 0 0 0 0,0 1 0 0 0,0-1 0 0 0,0 1 1 0 0,0-1-1 0 0,0 0 0 0 0,-1 1 0 0 0,1-1 0 0 0,0 0 0 0 0,0 1 1 0 0,0-1-1 0 0,0 0 0 0 0,0 1 0 0 0,0-1 0 0 0,-1 0 1 0 0,1 1-1 0 0,0-1 0 0 0,0 0 0 0 0,-1 0 0 0 0,1 1 0 0 0,0-1 1 0 0,0 0-1 0 0,-1 0 0 0 0,1 1 0 0 0,0-1 0 0 0,-1 0 1 0 0,1 0-1 0 0,0 0 0 0 0,-1 0 0 0 0,1 1 0 0 0,0-1 0 0 0,-1 0 1 0 0,1 0-1 0 0,-1 0-17 0 0,23 7 214 0 0,0 0 0 0 0,0-1 0 0 0,0-2 0 0 0,0 0 0 0 0,1-1-1 0 0,4-1-213 0 0,36 5 348 0 0,6 2-64 0 0,-19-4-40 0 0,0 3 1 0 0,-1 1-1 0 0,0 3 0 0 0,35 14-244 0 0,-74-23 37 0 0,-1 0 0 0 0,1 1 0 0 0,-1-1 0 0 0,0 2 0 0 0,0 0 0 0 0,-1 0 0 0 0,1 0 0 0 0,-1 1 0 0 0,0 0 0 0 0,-1 1 0 0 0,1-1 0 0 0,-1 2 0 0 0,-1-1 0 0 0,1 1 0 0 0,-1 0 0 0 0,-1 0 0 0 0,3 5-37 0 0,-10 8 185 0 0,-2-10-150 0 0,-1 1 0 0 0,-1-1 0 0 0,0 0 0 0 0,-1 0 1 0 0,1-1-1 0 0,-2 0 0 0 0,0 0 0 0 0,-2 2-35 0 0,-131 91 126 0 0,58-49-959 0 0,62-40 434 0 0,-62 55-6159 0 0,64-51 1825 0 0,19-17 3601 0 0</inkml:trace>
  <inkml:trace contextRef="#ctx0" brushRef="#br1" timeOffset="-153484.327">15016 9069 2908 0 0,'-9'-8'327'0'0,"-1"1"-1"0"0,1 0 1 0 0,-1 0-1 0 0,-1 1 1 0 0,1 1-1 0 0,-1 0 1 0 0,0 0-1 0 0,0 1 1 0 0,-7-2-327 0 0,2 4 283 0 0,0 0 0 0 0,-1 1 0 0 0,1 1 0 0 0,-1 1 0 0 0,1 0 0 0 0,0 1 0 0 0,-1 0 1 0 0,1 2-1 0 0,-10 3-283 0 0,12-4 143 0 0,0 0 0 0 0,0 1 0 0 0,1 0 1 0 0,-1 1-1 0 0,1 1 0 0 0,0 0 0 0 0,1 1 1 0 0,-1 0-1 0 0,1 1 0 0 0,1 1 0 0 0,0-1 0 0 0,0 2 1 0 0,0 0-1 0 0,1 0 0 0 0,1 0 0 0 0,-2 4-143 0 0,4-5 76 0 0,3-3-29 0 0,0-1-1 0 0,1 0 1 0 0,-1 1-1 0 0,1 0 0 0 0,0 0 1 0 0,0 0-1 0 0,1 0 0 0 0,0 1 1 0 0,0-1-1 0 0,1 1 0 0 0,-2 5-46 0 0,8 60 352 0 0,5-51-284 0 0,1 0-1 0 0,1-1 1 0 0,1 0 0 0 0,1-1 0 0 0,1-1 0 0 0,0 0-1 0 0,14 11-67 0 0,16 7 143 0 0,1-3 0 0 0,49 27-143 0 0,-22-15 22 0 0,-48-30 1 0 0,0 2 0 0 0,-1 1 0 0 0,0 1 0 0 0,-2 0 0 0 0,0 2 0 0 0,0 2-23 0 0,-21-21 8 0 0,1-1 0 0 0,-1 1 0 0 0,1-1 0 0 0,-1 1-1 0 0,0 0 1 0 0,0 0 0 0 0,0 0 0 0 0,0 0-1 0 0,0 0 1 0 0,0 0 0 0 0,0 0 0 0 0,0 0-1 0 0,-1 0 1 0 0,1 0 0 0 0,-1 0 0 0 0,0 0 0 0 0,1 0-1 0 0,-1 1 1 0 0,0-1 0 0 0,0 0 0 0 0,-1 0-1 0 0,1 0 1 0 0,0 0 0 0 0,-1 1 0 0 0,1-1 0 0 0,-1 1-8 0 0,-5 5 9 0 0,-1 0 0 0 0,1 0 0 0 0,-1-1 0 0 0,-1 0 0 0 0,1-1 0 0 0,-1 0 1 0 0,0 0-1 0 0,-1 0 0 0 0,1-1 0 0 0,-1-1 0 0 0,0 1 0 0 0,0-1 1 0 0,-1-1-1 0 0,1 0 0 0 0,-5 1-9 0 0,0 0 23 0 0,9-2-35 0 0,0 0 0 0 0,-1 0 0 0 0,1-1 0 0 0,-1 0 0 0 0,0 0 0 0 0,1 0 0 0 0,-1-1 1 0 0,0 0-1 0 0,0 0 0 0 0,1 0 0 0 0,-1-1 0 0 0,0 1 0 0 0,-4-3 12 0 0,7 3-3 0 0,1-1-1 0 0,0 0 1 0 0,0 0 0 0 0,0 0-1 0 0,1 0 1 0 0,-1 0 0 0 0,0 0 0 0 0,0 0-1 0 0,0-1 1 0 0,1 1 0 0 0,-1-1-1 0 0,1 1 1 0 0,-1-1 0 0 0,1 0 0 0 0,0 1-1 0 0,0-1 1 0 0,-1 0 0 0 0,1 0-1 0 0,0 0 1 0 0,1 0 0 0 0,-1 0 0 0 0,0 0-1 0 0,0 0 1 0 0,1 0 0 0 0,0 0-1 0 0,-1 0 1 0 0,1-1 3 0 0,2-7-4 0 0,1 0 0 0 0,1 0 0 0 0,-1 0-1 0 0,2 0 1 0 0,-1 1 0 0 0,1 0 0 0 0,1 0-1 0 0,0 0 1 0 0,0 1 0 0 0,0 0 0 0 0,1 0 0 0 0,0 0-1 0 0,9-6 5 0 0,-9 7-5 0 0,109-112-34 0 0,-55 60-17 0 0,-4-2-1 0 0,-2-3 1 0 0,0-6 56 0 0,-39 47 50 0 0,0 0-1 0 0,-2-1 0 0 0,-1-1 1 0 0,-1 0-1 0 0,-1-1 1 0 0,-1 0-1 0 0,-1-1 1 0 0,-1 0-1 0 0,-2-1 1 0 0,-1 1-1 0 0,-1-1 1 0 0,-1-3-50 0 0,-2-38 468 0 0,-20 20-229 0 0,19 48-232 0 0,0 0 0 0 0,0 1 0 0 0,0-1 0 0 0,0 0 0 0 0,0 1 1 0 0,-1-1-1 0 0,1 0 0 0 0,0 1 0 0 0,0-1 0 0 0,-1 1 0 0 0,1-1 0 0 0,0 0 0 0 0,-1 1 0 0 0,1-1 1 0 0,-1 1-1 0 0,1-1 0 0 0,-1 1 0 0 0,1-1 0 0 0,-1 1 0 0 0,1-1 0 0 0,-1 1 0 0 0,1 0 0 0 0,-1-1 0 0 0,1 1 1 0 0,-1 0-1 0 0,0-1 0 0 0,1 1 0 0 0,-1 0 0 0 0,0 0 0 0 0,1 0 0 0 0,-1 0 0 0 0,0-1 0 0 0,1 1 0 0 0,-1 0 1 0 0,0 0-1 0 0,1 0 0 0 0,-1 0 0 0 0,0 1 0 0 0,1-1 0 0 0,-1 0 0 0 0,0 0 0 0 0,1 0 0 0 0,-1 0 1 0 0,0 1-1 0 0,1-1 0 0 0,-1 0 0 0 0,1 1 0 0 0,-1-1 0 0 0,0 0 0 0 0,1 1 0 0 0,-1-1 0 0 0,1 1 0 0 0,-1-1 1 0 0,1 1-1 0 0,-1-1 0 0 0,1 1 0 0 0,0-1 0 0 0,-1 1 0 0 0,1-1 0 0 0,0 1 0 0 0,-1 0 0 0 0,1-1 1 0 0,0 1-1 0 0,0-1 0 0 0,-1 1 0 0 0,1 0 0 0 0,0 0-7 0 0,-5 13 46 0 0,0 1 1 0 0,2 0-1 0 0,-1 0 0 0 0,2 0 1 0 0,0 1-1 0 0,1-1 1 0 0,0 1-1 0 0,2-1-46 0 0,-1-13 6 0 0,2 94 6 0 0,21 18-23 0 0,31 99 191 0 0,-3-11-93 0 0,-5-57-872 0 0,-39-127-1623 0 0,1-27-2146 0 0,-15-25 2097 0 0,-2 11 1329 0 0,-2-4 67 0 0</inkml:trace>
  <inkml:trace contextRef="#ctx0" brushRef="#br1" timeOffset="-153025.336">15116 9434 3036 0 0,'-72'-28'4837'0'0,"170"42"-1456"0"0,125-10-2152 0 0,-75 13-850 0 0,-117-11-263 0 0,-3-1 7 0 0,0 2 0 0 0,0 0 0 0 0,0 2 0 0 0,23 12-123 0 0,-43-18 21 0 0,-1 1 0 0 0,0 0 0 0 0,0 0 0 0 0,0 1 0 0 0,0 0 0 0 0,-1 0 0 0 0,0 1 0 0 0,0 0 1 0 0,0 0-1 0 0,-1 0 0 0 0,0 0 0 0 0,0 1 0 0 0,-1 0 0 0 0,0 0 0 0 0,0 1 0 0 0,0-1 0 0 0,-1 1 0 0 0,0-1 1 0 0,1 5-22 0 0,1 11 65 0 0,-5-18-35 0 0,0-1 1 0 0,0 0-1 0 0,1 0 1 0 0,0 0-1 0 0,0 0 0 0 0,0 0 1 0 0,0 0-1 0 0,1 0 1 0 0,-1 0-1 0 0,1 0 0 0 0,0-1 1 0 0,0 1-1 0 0,1 0 1 0 0,-1-1-1 0 0,1 0 0 0 0,-1 1 1 0 0,1-1-1 0 0,0 0 1 0 0,0-1-1 0 0,0 1 1 0 0,1-1-1 0 0,-1 1 0 0 0,1-1 1 0 0,-1 0-1 0 0,1 0 1 0 0,0 0-1 0 0,0-1 0 0 0,2 1-30 0 0,-1-1 8 0 0,0 0-1 0 0,1 0 0 0 0,-1-1 1 0 0,1 0-1 0 0,0 0 0 0 0,-1 0 1 0 0,1-1-1 0 0,-1 0 0 0 0,0 0 1 0 0,1 0-1 0 0,-1-1 0 0 0,0 1 1 0 0,0-1-1 0 0,1-1 0 0 0,-2 1 1 0 0,4-2-8 0 0,2-1 14 0 0,-4 2 0 0 0,-1-1 0 0 0,1 0 0 0 0,0 0 0 0 0,-1 0 0 0 0,0-1 0 0 0,0 0 0 0 0,0 0 0 0 0,-1 0 0 0 0,0 0 0 0 0,0-1 0 0 0,1-2-14 0 0,2-42 181 0 0,-23 1-148 0 0,9 38-16 0 0,4 4 8 0 0,-1 1 0 0 0,0-1 0 0 0,0 1 0 0 0,0 0-1 0 0,-1 0 1 0 0,0 1 0 0 0,0-1 0 0 0,0 1 0 0 0,-1 0 0 0 0,0 0 0 0 0,1 1-1 0 0,-2 0 1 0 0,1 0 0 0 0,-1 0 0 0 0,1 1 0 0 0,-1 0 0 0 0,0 0 0 0 0,0 0 0 0 0,0 1-1 0 0,-6-1-24 0 0,-75-1 244 0 0,80 6-228 0 0,0 1 1 0 0,0 0-1 0 0,-1 1 0 0 0,2 0 1 0 0,-1 0-1 0 0,0 0 0 0 0,1 1 1 0 0,0 0-1 0 0,0 1 1 0 0,1 0-1 0 0,-1 0 0 0 0,1 0 1 0 0,0 1-1 0 0,1-1 0 0 0,0 1 1 0 0,0 1-1 0 0,0-1 0 0 0,0 2-16 0 0,3-5-4 0 0,1 0-1 0 0,0 1 0 0 0,-1-1 0 0 0,1 0 0 0 0,1 0 0 0 0,-1 0 0 0 0,1 1 0 0 0,-1-1 0 0 0,1 0 1 0 0,0 1-1 0 0,1-1 0 0 0,-1 0 0 0 0,1 0 0 0 0,0 1 0 0 0,0-1 0 0 0,0 0 0 0 0,0 0 0 0 0,1 0 1 0 0,0 0-1 0 0,0 0 0 0 0,0 0 0 0 0,0-1 0 0 0,1 1 0 0 0,0 1 5 0 0,3 1-158 0 0,1 0 0 0 0,0 0-1 0 0,0 0 1 0 0,0-1 0 0 0,0 0-1 0 0,1 0 1 0 0,0-1 0 0 0,0 0 0 0 0,0 0-1 0 0,0-1 1 0 0,1 0 0 0 0,-1 0 0 0 0,1-1-1 0 0,0 0 1 0 0,0-1 0 0 0,4 0 158 0 0,91 4-4927 0 0,-94-5 4135 0 0,70-19-1606 0 0,-70 15 2132 0 0,55-28-1941 0 0,-39 17 1055 0 0</inkml:trace>
  <inkml:trace contextRef="#ctx0" brushRef="#br1" timeOffset="-152682.907">16225 9126 3064 0 0,'-10'-21'875'0'0,"8"13"-571"0"0,0-1-1 0 0,-1 1 1 0 0,-1 0 0 0 0,1 0-1 0 0,-2 1 1 0 0,1-1 0 0 0,-1 1-1 0 0,0 0 1 0 0,0 0 0 0 0,-1 0-1 0 0,1 1 1 0 0,-2 0 0 0 0,1 0-1 0 0,-1 0 1 0 0,0 1 0 0 0,0 0-1 0 0,0 1 1 0 0,-1-1 0 0 0,1 1-1 0 0,-7-2-303 0 0,-22 20 968 0 0,30-9-856 0 0,2-1-212 0 0,0 0-1 0 0,0 0 1 0 0,0 0-1 0 0,1 0 1 0 0,-1 1 0 0 0,1 0-1 0 0,1-1 1 0 0,-1 1-1 0 0,0 0 1 0 0,1 0-1 0 0,0 1 1 0 0,1-1-1 0 0,-1 0 1 0 0,1 1-1 0 0,0-1 1 0 0,0 1-1 0 0,0-1 1 0 0,1 1-1 0 0,0-1 1 0 0,0 1-1 0 0,1 0 1 0 0,-1-1 0 0 0,1 2 100 0 0,-1-5-115 0 0,21 84-2458 0 0,12-13 241 0 0,-14-40 1286 0 0</inkml:trace>
  <inkml:trace contextRef="#ctx0" brushRef="#br1" timeOffset="-152188.462">16320 9647 2088 0 0,'64'107'6107'0'0,"-60"-100"-5458"0"0,-3-6-526 0 0,-1 1-1 0 0,1-1 1 0 0,0 1 0 0 0,0-1-1 0 0,-1 1 1 0 0,1-1 0 0 0,0 1-1 0 0,0-1 1 0 0,0 0-1 0 0,1 0 1 0 0,-1 1 0 0 0,0-1-1 0 0,0 0 1 0 0,1 0 0 0 0,-1 0-1 0 0,0 0 1 0 0,1-1 0 0 0,-1 1-1 0 0,1 0 1 0 0,-1 0 0 0 0,1-1-1 0 0,-1 1 1 0 0,1-1-1 0 0,0 0 1 0 0,-1 1 0 0 0,1-1-1 0 0,0 0 1 0 0,-1 0 0 0 0,1 0-1 0 0,0 0 1 0 0,-1 0 0 0 0,1 0-1 0 0,0-1 1 0 0,-1 1 0 0 0,2-1-123 0 0,5-3 48 0 0,-1-1 1 0 0,1-1-1 0 0,-1 1 1 0 0,0-1-1 0 0,-1-1 1 0 0,1 1 0 0 0,-1-1-1 0 0,-1 0 1 0 0,1 0-1 0 0,-1-1 1 0 0,0 0-1 0 0,-1 0 1 0 0,0 0 0 0 0,0 0-1 0 0,-1 0 1 0 0,0-1-1 0 0,0 0 1 0 0,-1 0-1 0 0,0 0 1 0 0,-1 1-1 0 0,0-2 1 0 0,0 1 0 0 0,-1 0-1 0 0,0 0 1 0 0,-1 0-1 0 0,-1-7-48 0 0,-1-64 86 0 0,-45-42 132 0 0,35 98 280 0 0,91 27-114 0 0,50 11-503 0 0,17 5-104 0 0,-132-16 236 0 0,0-1 1 0 0,0 1 0 0 0,0 1 0 0 0,0 1-1 0 0,-1 0 1 0 0,0 0 0 0 0,0 1-1 0 0,0 0 1 0 0,-1 1 0 0 0,1 1-1 0 0,-2 0 1 0 0,1 0 0 0 0,-1 1 0 0 0,-1 1-1 0 0,1-1 1 0 0,-2 1 0 0 0,1 1-1 0 0,-1 0 1 0 0,-1 0 0 0 0,3 7-14 0 0,4 7 89 0 0,-3-3-5 0 0,1-1 1 0 0,1 0 0 0 0,0-1 0 0 0,2-1-1 0 0,0 0 1 0 0,1-1 0 0 0,2 1-85 0 0,-13-16 20 0 0,1 0 1 0 0,-1 0-1 0 0,0-1 1 0 0,1 0 0 0 0,-1 0-1 0 0,1-1 1 0 0,0 1-1 0 0,0-1 1 0 0,-1-1-1 0 0,1 1 1 0 0,0-1-1 0 0,0 0 1 0 0,0 0-1 0 0,0 0 1 0 0,-1-1-1 0 0,1 0 1 0 0,0 0 0 0 0,0-1-1 0 0,-1 0 1 0 0,1 0-1 0 0,-1 0 1 0 0,1 0-1 0 0,-1-1 1 0 0,0 0-1 0 0,0 0-20 0 0,12-4-24 0 0,4-2-1 0 0,-1-2-1 0 0,0-1 1 0 0,-1 0-1 0 0,0-1 1 0 0,-1-1-1 0 0,8-8 26 0 0,17-12-77 0 0,-4 4 310 0 0,-39 30-151 0 0,0 0 11 0 0,1 2 13 0 0,59 105 1154 0 0,-44-89-1257 0 0,2 0 0 0 0,0-1 0 0 0,0-1 0 0 0,2 0 0 0 0,0-2 0 0 0,0 0 0 0 0,2-2 0 0 0,18 9-3 0 0,1-7-1753 0 0,-12-17-3388 0 0,-22-4 4613 0 0,0 0 0 0 0,-1 0 0 0 0,0-1 1 0 0,0 0-1 0 0,-1 0 0 0 0,0 0 0 0 0,-1-1 0 0 0,1 1 0 0 0,-2-1 0 0 0,1 0 0 0 0,-1 0 0 0 0,0 0 0 0 0,-1-1 0 0 0,0 1 0 0 0,-1-2 528 0 0,6-22-1071 0 0</inkml:trace>
  <inkml:trace contextRef="#ctx0" brushRef="#br1" timeOffset="-151823.399">17922 9056 4172 0 0,'-14'-28'1710'0'0,"-1"0"-1"0"0,-1 1 0 0 0,-1 1 1 0 0,-1 0-1 0 0,-22-22-1709 0 0,17 36 1147 0 0,22 12-1230 0 0,-2 0-293 0 0,-53 23-1203 0 0,32-8 213 0 0,-173 102-5486 0 0,140-84 5802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41:24.93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471 391,'-7'-12,"-2"0,0 1,0 0,-1 1,0 0,-1 0,-10-7,16 17,1-1,0 0,0 1,0 0,-1 0,1 0,0 0,0 1,-1-1,1 1,0 0,0 0,0 1,0-1,0 1,1 0,-1 0,0 1,1-1,-1 1,1-1,0 1,0 0,0 0,0 0,1 1,-1-1,1 1,0-1,0 1,0 1,-30 41,3 2,2 1,2 1,2 1,3 1,1 0,3 2,3 0,1 1,-3 54,-8 126,10 1,11 49,0-230,2 0,3-1,2 1,2-1,3 0,2 0,2-1,3-1,2-1,16 29,29 26,4-3,4-4,23 19,-48-59,4-2,2-2,2-3,2-3,3-1,2-3,8-2,1-4,2-2,2-4,0-3,20 2,242 97,-276-103,0-4,2-2,0-3,1-2,1-4,0-2,38-1,156-1,1-11,86-19,-90-9,-1-11,35-21,-119 24,-2-8,-2-7,-3-7,107-60,-133 47,-4-5,75-64,-172 116,-2-2,-1-1,-2-2,-1-1,-1-1,-2-2,-2-1,-1-1,-2-1,-2-1,11-31,-8 5,-2-1,-4-1,-2-1,-4 0,-2-1,-4 0,-3-1,-3 1,-3 0,-11-61,-28-260,41 360,-2 0,-1 0,-1 1,-2-1,-1 1,-2 1,-1-1,-1 2,-5-8,-4 5,-1 2,-1 0,-2 2,-1 0,-1 2,-2 1,-15-11,-49-30,-84-45,111 74,-1 3,-1 4,-2 2,-1 3,0 3,-2 4,-21-1,0 2,-66-12,-56-22,188 44,-50-18,-2 4,0 4,-1 3,0 4,-18 2,5 13,-1 4,1 4,1 4,-40 15,-213 34,-308-5,13 54,13 28,615-140,-2-1,1 0,0-1,0 0,0-1,-1-1,1 0,0-1,-6-2,16 3,0 0,-1 0,1 1,-1-1,1 1,0 0,-1 0,1 1,-1-1,1 1,0 0,-1 0,1 1,0-1,0 1,0 0,-1 0,-9 6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41:26.18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19 6,'0'-2,"-2"-1,-1 3,0 2,1 5,-2 0,0-1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41:38.68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176 434,'41'-56,"-40"55,-1 1,1-1,0 1,-1 0,1 0,-1-1,1 1,0 0,-1 0,1 0,0 0,-1-1,1 1,0 0,-1 0,1 0,0 1,-1-1,1 0,0 0,-1 0,1 0,0 1,-1-1,1 0,-1 0,1 1,-1-1,1 1,-1-1,1 0,-1 1,1-1,-1 1,1-1,-1 1,1-1,-1 1,0 0,1-1,-1 1,0-1,0 1,0 0,1-1,-1 1,0 0,0-1,0 1,0 0,0-1,0 1,0 0,0-1,0 1,-1 0,1-1,0 1,0 0,0-1,-1 1,4 37,-2 0,-2 0,-1-1,-2 3,1-5,-21 207,4-54,4 131,16-298,1 1,1-1,1 0,1 0,1 0,1 0,1 2,-5-17,1 1,0-1,0 0,0 0,1 0,-1 0,1 0,1-1,-1 0,1 0,0 0,0-1,1 1,-1-1,1 0,0-1,0 0,0 0,0 0,1 0,-1-1,1 0,4 0,11 1,-1-2,1-1,0-1,-1 0,14-4,49-2,-42 9,1 1,-1 2,40 12,23 2,40-5,0-7,86-8,-110 0,148-6,177 4,71 23,39-28,40 5,-573 2,0-1,0 0,0-2,-1-1,1 0,1-3,-20 6,0-1,0 0,-1 0,1 0,-1 0,0-1,0 0,0 1,0-1,-1 0,1 0,-1-1,0 1,-1 0,1-1,-1 1,0-1,0 1,0-1,0 0,-1 1,0-1,0 0,0 1,0-1,-1 0,0 1,0-1,-2-4,2-27,9-126,24-118,3-44,-29 239,3-36,-7-117,-2 236,0 0,0-1,0 1,0 0,-1 0,1 0,-1 0,1-1,-1 1,0 0,0 0,0 0,0 0,0 1,0-1,0 0,-1 0,1 1,-1-1,1 0,-1 1,0 0,0-1,1 1,-1 0,0 0,0 0,0 0,0 0,0 1,0-1,-1 0,1 1,0 0,-2-1,-184-8,-341-37,-323 34,407 10,-230-12,-635 14,1308 0,0-1,0 1,0 0,0-1,0 1,0 0,0 1,0-1,0 0,0 0,0 1,0 0,0-1,0 1,0 0,0 0,1 0,-1 0,0 0,0 0,1 0,-1 1,1-1,-1 1,1-1,0 1,-1-1,1 1,0 0,0 0,0-1,0 1,1 0,-1 0,0 0,1 0,0 0,-1 0,1 2,11 148,-4 55,-19 164,3-292,-3 0,-22 69,14-62,18-78,1-5,-1 0,1 0,0 0,0 0,0 0,0 0,1 0,-1 0,1 0,0 0,0 1,0-1,0 0,0 0,1 0,-1 0,1 1,0-1,0 0,0 0,1 0,-1-1,1 1,-1 0,1 0,0-1,0 1,0-1,0 0,1 1,1 0,81 4,-49-9,267 25,-44 2,108 5,203-21,-328-4,-46-2,-1 8,20 11,-115-11,1-5,59-6,8 1,213 27,-227-4,-96-13,0-3,0-2,2-2,144-5,-202 1,-1 0,1 0,0 0,0 0,-1 0,1 0,0-1,0 1,0 0,-1-1,1 0,0 1,-1-1,1 0,-1 0,1 0,-1 0,1 0,-1 0,1 0,-1 0,0-1,0 1,0-1,0 1,0-1,0 1,0-1,0 1,0-1,-1 0,1 1,-1-1,1 0,-1 0,11-132,39-503,-49 557,-1-4,3 0,4 1,15-67,-14 124,-6 21,0 0,0-1,0 1,-1 0,0-1,0 1,-1-1,1 0,-1 1,0-1,-1 1,0-1,0 0,-1 4,-1 0,0 0,0 0,0 0,0 0,0 1,0 0,0 0,0 0,-1 0,1 0,0 0,-1 1,1 0,-1-1,1 1,0 1,-1-1,1 0,-1 1,1 0,0 0,-2 0,-4 0,-446 56,154-44,-29-14,130-1,-254 4,-21 22,-369 71,451-48,82-41,217-30,94 23,0 1,1 0,-1 0,0 0,1-1,-1 1,0 0,1 0,-1-1,0 1,0 0,1-1,-1 1,0 0,0-1,1 1,-1 0,0-1,0 1,0 0,0-1,0 1,1-1,-1 1,0 0,0-1,0 1,0-1,0 1,0 0,-1-1,1 1,0-1,0 1,0 0,0-1,0 1,0 0,-1-1,1 1,0 0,0-1,-1 1,1 0,0-1,0 1,-1 0,1 0,0-1,-1 1,1 0,0 0,-1 0,1-1,0 1,-1 0,1 0,-1 0,1 0,0 0,-1 0,1 0,-1 0,1 0,35-12,-34 11,367-76,-274 51,-94 26,1 0,-1 0,0 0,1 0,-1 0,1 0,-1 0,0 0,1 0,-1 0,1-1,-1 1,0 0,1 0,-1 0,1 0,-1-1,0 1,1 0,-1-1,0 1,1 0,-1 0,0-1,0 1,1 0,-1-1,0 1,0-1,0 1,1 0,-1-1,0 1,0-1,0 1,0 0,0-1,0 1,0-1,0 1,0-1,0 1,0 0,0-1,0 1,0-1,0 1,-1 0,1-1,0 1,0-1,0 1,-1 0,1-1,0 1,0 0,-1-1,1 1,0 0,-1 0,1-1,0 1,-1 0,1 0,0-1,-1 1,0 0,-29-11,-13 4,0 2,0 2,-1 1,1 3,-6 2,1 5,48-8,0 0,-1 0,1 0,-1 0,1 0,0 1,-1-1,1 0,0 0,-1 0,1 0,0 1,0-1,-1 0,1 0,0 1,-1-1,1 0,0 1,0-1,0 0,-1 1,1-1,0 0,0 1,0-1,0 0,0 1,0-1,0 1,0-1,0 0,0 1,0-1,0 0,0 1,0-1,0 1,0-1,0 0,0 1,0-1,1 0,-1 1,0-1,0 0,0 1,1-1,-1 0,0 0,0 1,1-1,-1 0,0 0,0 1,1-1,-1 0,0 0,1 0,-1 1,1-1,-1 0,0 0,1 0,-1 0,27 11,16-3,0-3,0-1,0-2,17-2,-17 0,266-8,62-19,-51 3,20 13,-184 19,98 19,92 5,182-30,-229 12,-99-7,-60 4,-136-8,-1-1,1 1,-1 0,0 0,0 0,0 0,0 0,-1 1,1-1,-1 1,0 0,0-1,0 1,-1 0,1 0,-1 0,0 1,0-1,0 0,-1 0,1 1,-1-1,0 0,0 1,-1-1,0 0,1 0,-1 1,-1 1,1 13,-26 359,10-195,-20 232,38-528,14-13,26-106,-1 15,-22 93,-6 0,-4-40,-15 83,-1 73,1 23,-18 142,23-125,-17 296,17 99,5-351,2-65,-2-29,0-438,-3 422,0 34,-1 0,1 0,0 0,0 0,-1 0,1 1,0-1,0 0,-1 0,1 0,0 0,-1 0,1 0,0-1,0 1,-1 0,1 0,0 0,0 0,-1 0,1 0,0 0,0 0,-1-1,1 1,0 0,0 0,0 0,-1-1,-14 65,2 1,3 0,2 3,8-64,-15 243,16-241,-1 0,0 0,-1 0,0 0,1-1,-2 1,1 0,-1 0,0-1,0 1,0-1,-1 0,0 1,0-1,0 0,-1-1,1 1,-1-1,0 1,-1-1,1 0,-1-1,1 1,-1-1,0 0,-2 0,-19 7,0-2,-1-1,0-1,-1-1,1-2,-1-1,0 0,-6-3,23 2,-267-3,-44-14,-98-4,-417 40,368-3,303-9,0 8,-66 17,209-29,-274 61,278-59,13-4,0 1,0-1,-1 0,1-1,-1 0,1 0,-1 0,0-1,1 1,-1-2,-2 1,7-2,0 1,1-1,-1 1,1-1,-1 1,1-1,0 0,0 0,0 0,0 0,0 0,0 0,0 0,1 0,-1 0,1 0,-1 0,1 0,0 0,0-1,0 1,0 0,0 0,0 0,1 0,-1-1,0-4,-2-497,-16-497,15 916,3 85,0 0,0-1,0 1,0 0,0-1,0 1,0 0,-1-1,1 1,0 0,1 0,-1-1,0 1,0 0,0-1,0 1,0 0,0-1,0 1,0 0,0 0,1-1,-1 1,0 0,0 0,0-1,1 1,-1 0,0 0,0 0,0-1,1 1,-1 0,0 0,1 0,-1 0,0-1,0 1,1 0,-1 0,0 0,1 0,-1 0,0 0,1 0,-1 0,0 0,0 0,1 0,-1 0,0 0,1 0,-1 0,0 1,1-1,-1 0,0 0,0 0,1 0,-1 1,0-1,0 0,1 0,-1 0,0 1,0-1,0 0,22 23,-12-12,0-4,1-1,-1-1,1 0,0 0,0-1,1 0,-1-1,1 0,0-1,0 0,2-1,-5 1,173 18,1-7,82-9,-260-4,1328-58,-919 30,787-20,-998 50,-185-7,-18 5,-1 0,1 1,0-1,0 0,-1 0,1 0,0 1,0-1,0 0,0 1,-1-1,1 0,0 0,0 1,0-1,0 0,0 1,0-1,0 0,0 1,0-1,0 0,0 0,0 1,0-1,0 0,0 1,0-1,0 0,1 1,-1-1,0 0,0 0,0 1,0-1,1 0,-1 0,0 1,0-1,0 0,1 0,-1 0,0 1,0-1,1 0,-1 0,0 0,1 0,-1 0,0 0,0 1,1-1,-1 0,0 0,1 0,-1 0,0 0,1 0,-1 0,-42 223,21-134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41:41.10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3745 0,'-16'1,"-181"112,68-38,4 6,4 5,-4 11,-630 523,489-385,12 12,-124 161,194-195,9 7,-122 206,137-155,11 7,-109 289,143-275,85-243,30-49,-1 0,1 0,0 0,-1 0,1 0,-1 0,1 0,0 0,-1 0,1 0,0 0,-1 0,1 0,0 0,-1-1,1 1,0 0,-1 0,1 0,0-1,-1 1,1 0,0 0,0-1,-1 1,1 0,0-1,0 1,0 0,0-1,-1 1,1 0,0-1,0 1,0 0,0-1,0 1,0-1,0 1,0 0,0-1,0 1,0 0,0-1,0 1,0 0,0-1,0 1,1-1,-1 1,0 0,0 0,0-1,0 1,1 0,-1-1,0 1,0 0,1 0,-1-1,0 1,1 0,15-59,-5 25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41:43.06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437 97,'6'19,"-1"34,-3 0,-2-1,-2 1,-2-1,-3 1,-2-1,-13 42,-17 35,-6-1,-28 52,39-95,33-84,1-1,-1 1,1-1,0 1,-1-1,1 1,-1-1,1 1,0-1,-1 1,1 0,0-1,0 1,0-1,-1 1,1 0,0-1,0 1,0 0,0-1,0 1,0 0,0-1,0 1,1 0,-1-1,0 1,0 0,0-1,1 1,-1 0,0-1,1 1,-1-1,0 1,1-1,-1 1,1-1,-1 1,1-1,-1 1,1-1,-1 0,1 1,0-1,-1 0,1 1,-1-1,1 0,0 0,-1 0,1 0,0 1,-1-1,1 0,0 0,-1 0,1 0,0 0,0-1,39-20,221-160,-227 162,0 1,1 1,1 2,1 2,0 1,0 2,1 2,0 1,7 1,-39 5,-4 2,-1 0,1-1,-1 0,1 1,-1-1,1 0,-1 0,1 1,-1-1,1 0,-1-1,1 1,-1 0,1 0,-1-1,0 1,1-1,-1 1,1-1,-1 1,0-1,1 0,-1 0,0 0,0 0,0 0,1 0,-1 0,0 0,-1 0,1 0,0-1,0 1,0 0,-1-1,1 1,-1 0,1-1,-1 1,1-1,-1 1,0-1,0 1,0-1,0 1,0-2,-95-139,-12-17,7-3,-8-35,57 96,42 98,9 24,1-15,-3 41,-3 0,-1 0,-2-1,-2 1,-3-2,-15 39,-115 291,132-345,12-20,8-22,13-31,-1-1,-3-1,-1 0,-2-1,4-31,74-297,-84 345,-10 39,-12 52,-42 121,-8-3,-53 100,44-109,58-129,23-20,-10-14,1-8,1 0,-1 0,1-1,-1 1,1 0,-1 0,1 0,-1 0,1 0,-1 0,0 0,1 0,-1 0,1 0,-1 0,1 0,-1 0,1 0,-1 0,1 1,-1-1,1 0,-1 0,1 1,-1-1,0 0,1 0,-1 1,0-1,1 0,-1 1,0-1,1 1,-1-1,0 0,1 1,-1-1,0 1,0-1,0 1,0-1,0 1,1-1,-1 1,0-1,0 1,0-1,0 1,0-1,0 1,0-1,-1 1,1-1,0 1,0-1,0 1,0-1,-1 0,1 1,0-1,0 1,-1-1,1 0,0 1,-1-1,1 1,0-1,-1 0,1 1,89-79,-49 52,2 2,0 2,2 2,0 2,1 1,0 3,2 2,-1 1,49-3,-28 1,-21 0,-46 12,0 0,0 1,0-1,0 0,-1 1,1-1,0 0,0 1,-1-1,1 0,0 1,-1-1,1 1,0-1,-1 1,1-1,-1 1,1-1,-1 1,1-1,-1 1,1 0,-1-1,1 1,-1 0,0-1,1 1,-1 0,0 0,1 0,-1 0,1-1,-1 1,0 0,1 0,-1 0,0 0,1 1,-1-1,0 0,0 0,0 0,-12-4,9 4,-1-1,1 0,-1 0,1-1,-1 1,1-1,-1 0,1-1,0 1,0-1,0 1,1-1,-1 0,1-1,-1 1,1 0,0-1,0-1,-5-10,0-1,2 1,0-1,1-1,0 1,1-1,1 0,1 0,0-4,-1-5,-21-129,24 154,0 0,0 0,0 0,1 0,-2 0,1 0,0 0,0 0,0 0,0 0,-1 0,1 0,0 0,-1 0,1 0,-1 0,1 0,-1 1,1-1,-1 0,0 0,1 0,-1 1,0-1,0 0,1 1,-1-1,0 0,0 1,0 0,0-1,0 1,0-1,0 1,0 0,0 0,0-1,0 1,0 0,0 0,0 0,0 0,0 0,0 0,0 1,0-1,0 0,0 0,0 1,-57 62,-54 69,-6-4,-112 90,103-106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43:31.81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2494 135,'-46'-21,"-2"3,-1 1,0 2,-1 3,0 2,0 2,-1 2,-43 1,19-1,-49-4,-1 6,-1 6,2 5,-1 5,1 6,-75 22,102-16,0 5,2 3,-14 11,70-26,1 2,0 2,2 2,0 1,2 1,0 2,2 2,-20 23,23-17,3 0,0 2,3 0,1 2,2 0,1 2,3 0,1 1,2 0,1 1,3 0,2 1,1 0,3 0,1 1,2-1,3 0,1 1,2-1,2-1,2 0,2 0,1-1,3 0,1-1,2-1,2-1,1 0,16 17,-16-30,1-1,1-1,2 0,0-2,2-2,0 0,1-2,1-1,0-1,1-1,6 0,51 16,0-4,2-4,50 5,192 26,189 1,-424-45,1-4,0-4,0-5,-1-4,1-4,-2-4,0-4,91-32,-107 18,-1-3,-2-4,-2-3,-1-3,-3-4,-2-3,-3-2,4-9,-40 37,-2-1,-1-1,-1-1,-2-1,-1-2,-1 0,-2-2,-1 0,-2-1,-2 0,-1-2,-2 0,-1 0,-2-1,-1-9,-5 5,-3-1,-1 0,-3 0,-1 0,-2 1,-2 0,-2 0,-2 1,-2 1,-1 0,-2 1,-2 1,-2 1,-1 1,-2 0,-1 2,-2 1,-17-15,10 16,-2 2,-1 2,-1 1,-2 2,0 2,-2 1,0 3,-2 1,0 3,-29-7,-107-24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10:32:30.80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10:39:18.62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10:39:25.14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44:17.03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137 143,'-5'10,"1"0,0 1,0-1,2 0,-1 1,1 0,1 0,0-1,0 1,1 8,-2 14,-6 60,-4-1,-13 45,24-133,0 0,0 1,0 0,0-1,0 1,-1-1,0 1,0-1,0 0,-1 0,1 1,-1-2,0 1,0 0,-3 2,5-6,0 0,0 0,0 0,0-1,0 1,0 0,0-1,0 1,0-1,0 1,0-1,0 1,0-1,0 1,1-1,-1 0,0 0,0 1,0-1,1 0,-1 0,1 0,-1 0,1 0,-1 0,1 0,-1 0,1 0,0 0,-1 0,1 0,0 0,0 0,0 0,0 0,0 0,0 0,0-1,0 1,0 0,1 0,-5-56,3 0,2 0,3 1,2-1,2 1,9-23,-13 55,1 0,1 1,1 0,1 0,1 1,12-21,-18 38,0 1,0 0,1-1,0 1,0 1,0-1,0 1,0-1,1 1,0 1,-1-1,1 1,0-1,0 1,1 1,-1-1,0 1,1 0,-1 0,0 0,1 1,-1 0,1 0,-1 0,1 1,-1 0,0 0,9 2,0 0,0 1,-1 0,0 1,0 1,0 0,0 0,-1 2,10 7,44 55,-63-67,-1 0,-1 1,1-1,0 1,-1-1,0 1,0-1,0 1,0 0,0-1,-1 1,0 0,0 0,0-1,0 1,0 0,-1 0,1-1,-1 1,0 0,-1-1,1 1,0-1,-2 1,-5 7,-1-1,0 0,-1-1,0 0,-1-1,0 0,0-1,-1 0,0 0,0-1,0-1,-1 0,0-1,0 0,-22 7,0-2,-1-2,0-1,0-1,0-3,-6 0,62 13,13 3,0 1,-1 2,-1 2,-2 0,0 2,-1 1,17 22,-37-38,0 0,1-1,0 0,0 0,1-1,0 0,1-1,0 0,0-1,0 0,1-1,0 0,0-1,0 0,0-1,1 0,-1-1,1-1,7 0,13-4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44:18.24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 0,'-10'72,"6"-52,0 1,1 0,1 0,1 0,1 0,1 0,1 0,1 0,4 16,-6-34,-1 0,1-1,0 1,0-1,0 1,0-1,1 0,-1 1,1-1,-1 0,1 0,0 0,0 0,0 0,0 0,0-1,0 1,0 0,1-1,-1 0,0 0,1 0,-1 0,1 0,0 0,-1 0,1-1,0 0,-1 1,1-1,0 0,-1 0,1 0,0-1,-1 1,1-1,0 1,-1-1,3-1,9-7,0-1,0-1,0 0,-2 0,1-2,-2 1,1-2,-2 1,0-2,0 1,-2-1,0-1,0 1,2-12,-6 20,23-50,-52 193,24-129,0 1,0 0,1 0,0-1,0 1,1 0,0-1,1 1,-1 0,1-1,1 0,-1 1,1-1,1 0,-1 0,3 3,10 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44:18.65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0,'53'261,"-52"-255,-2-5,1 0,-1-1,1 1,0 0,-1 0,1 0,0 0,0 0,0 0,0 0,0 0,0 0,0 0,0 0,0 0,0 0,0 0,1 0,-1 0,0-1,1 1,-1 0,1 0,-1 0,1 0,-1-1,1 1,0 0,-1 0,1-1,0 1,0 0,-1-1,1 1,0-1,0 1,0-1,0 0,-1 1,1-1,0 0,0 0,0 1,0-1,0 0,0 0,0 0,0 0,0 0,0 0,8-7,-1 1,0-1,-1 0,0-1,0 0,0 0,-1-1,0 1,0-2,5-7,111-151,-110 161,-17 25,-12 19,11-26,0 0,1 0,0 1,1 0,0 0,1 0,0 0,1 1,0-1,1 1,1 4,0-13,1 0,0 0,0-1,0 1,1 0,-1-1,1 1,0-1,0 1,0-1,0 0,1 0,-1 0,1 0,0 0,0 0,0-1,0 1,0-1,0 0,1 0,-1 0,3 0,91 22,68-23,-85-9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44:19.32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121 0,'-3'21,"-2"17,-3 15,-5 8,0 7,0-1,2-1,4-6,6-6,9-8,9-9,11-9,10-9,8-8,2-10,1-10,-5-8,-8-1</inkml:trace>
  <inkml:trace contextRef="#ctx0" brushRef="#br0" timeOffset="268.287">0 361,'14'9,"18"3,17 0,14-5,7-6,4-5,-6-5,-16 1</inkml:trace>
  <inkml:trace contextRef="#ctx0" brushRef="#br0" timeOffset="527.591">41 27,'25'-3,"21"-2,22-1,15 1,5 1,-13 2</inkml:trace>
  <inkml:trace contextRef="#ctx0" brushRef="#br0" timeOffset="757.559">522 374,'-8'24,"1"-1,2 1,0 1,2-1,0 1,2-1,0 1,2 0,1-1,1 1,6 23,-9-48,0 0,0 1,-1-1,1 1,0-1,0 0,0 1,0-1,0 0,0 1,0-1,0 0,0 1,1-1,-1 0,0 1,0-1,0 0,0 1,0-1,1 0,-1 1,0-1,0 0,0 0,1 1,-1-1,0 0,0 0,1 1,-1-1,0 0,1 0,-1 0,0 0,1 1,-1-1,0 0,1 0,-1 0,0 0,1 0,-1 0,0 0,1 0,-1 0,0 0,1 0,-1 0,1 0,-1 0,0 0,1-1,-1 1,0 0,0 0,1 0,-1 0,0-1,1 1,-1 0,0 0,18-22,-14 15,14-18,20-30,2 1,3 2,13-9,-40 50,-11 17,-14 28,-1-8,5-15,0 0,0 0,2 0,-1 1,1 0,1-1,0 1,1 0,0 0,1 0,0 0,1 1,1-8,1 0,0-1,0 1,1-1,-1 0,1 0,0 0,0-1,0 1,0-1,1 0,0 0,-1 0,1-1,0 0,0 0,0 0,0-1,1 1,-1-1,0 0,1-1,-1 1,1-1,-1 0,3-1,37 5</inkml:trace>
  <inkml:trace contextRef="#ctx0" brushRef="#br0" timeOffset="61359.026">1377 494,'-8'-3,"1"-1,-1 1,1 1,-1-1,0 1,0 1,0 0,0 0,0 0,-1 1,1 0,0 0,0 1,0 0,0 1,0 0,0 0,0 1,1 0,-1 0,1 0,0 1,0 1,0-1,0 1,-4 4,0 5,0 1,1 0,0 1,1 0,1 1,1 0,0 0,1 0,1 1,1 0,0 0,1 5,2-21,1-1,0 1,-1-1,1 1,0-1,0 1,0-1,0 1,0-1,0 1,0-1,1 0,-1 1,1-1,-1 1,1-1,-1 0,1 1,0-1,-1 0,1 1,0-1,0 0,0 0,0 0,0 0,0 0,0 0,0 0,1 0,-1-1,0 1,1 0,-1-1,0 1,1-1,-1 1,1-1,-1 0,1 1,-1-1,1 0,-1 0,0 0,1 0,-1 0,1-1,-1 1,1 0,-1-1,1 1,-1-1,1 0,11-6,0-1,-1 0,1-1,-2 0,1-1,-2 0,1-1,-1-1,-1 1,0-1,-1-1,0 0,3-7,-3-6,-14 37,1 0,0 0,0 0,2 0,-1 1,1-1,1 1,0 0,1 0,-1 11,2-21,0 0,0 0,0 1,0-1,0 0,0 0,1 0,-1 0,1 0,-1 0,1 0,0 0,0 0,0 0,0 0,0 0,0 0,1-1,-1 1,0 0,1-1,0 1,-1-1,1 0,0 1,-1-1,1 0,0 0,0 0,0 0,0-1,0 1,0 0,0-1,0 0,1 1,-1-1,0 0,0 0,0 0,0 0,0-1,1 1,10-6,-1 0,1-1,-1-1,-1 0,0-1,0 0,-1 0,0-1,0 0,-1-1,-1 0,7-11,25-37,-2-2,-3-2,-3-2,-3 0,-2-2,6-33,-13 55,-16 52,-7 130,-3-57,-3-1,-3 0,-4 0,-15 41,25-102,20-24,-3-4,0 1,1 0,0 1,0 0,1 1,-1 1,2-1,1 1,-11 5,-1-1,1 1,0 0,0 0,0 0,0 1,1-1,-1 1,0 0,0 0,0 0,0 1,0 0,0-1,0 1,0 1,0-1,0 1,-1-1,1 1,0 0,-1 0,1 1,-1-1,0 1,0-1,0 1,0 0,-1 0,3 4,-1-3,-1 1,1 0,-1 1,-1-1,1 0,-1 1,0 0,0-1,0 1,-1 0,0 0,0 0,-1 0,1 0,-1 0,0 0,-1 0,0 0,0 0,0 0,-1 0,1-1,-1 1,-1 0,1-1,-1 1,0-1,0 0,-1 0,1 0,-1-1,0 1,0-1,-1 0,0 0,1 0,-1-1,0 0,-1 0,1 0,0 0,-1-1,0 0,-2 1,1-3,1-1,0 1,0-1,0 0,0-1,0 1,1-1,-1 0,0-1,1 0,-1 1,1-2,0 1,0-1,0 1,1-1,-1-1,1 1,0-1,0 1,0-1,1 0,0 0,0-1,0 1,1-1,-1 0,1 1,0-1,1 0,0 0,0 0,0 0,1 0,-1-1,3 3,-1 0,0 0,1 0,0 0,0 0,0 0,0 0,0 1,1-1,0 1,0-1,0 1,0 0,0 0,1 1,-1-1,1 1,0-1,-1 1,1 0,0 1,0-1,1 1,-1 0,0 0,0 0,1 0,-1 1,0-1,3 1,5-3,44-11,-1-2,-1-3,38-19,-77 30,0 0,-1 0,0-2,0 1,-1-2,0 0,0 0,-2-2,1 1,-2-1,0-1,0 0,-1 0,-1-1,0 0,-2 3,-1 0,-1-1,0 1,0-1,-1 0,-1 0,0 0,-1-1,0 1,-1 0,-1 0,0-1,-1 1,0 0,-1 0,-1-2,4 13,-1 1,1-1,-1 0,0 0,1 0,-1 0,0 1,0-1,0 0,-1 1,1-1,0 1,-1-1,1 1,-1 0,1 0,-1-1,1 1,-1 0,0 0,0 1,1-1,-1 0,0 0,0 1,0-1,0 1,0 0,0 0,0 0,0 0,0 0,0 0,0 0,0 0,0 1,1-1,-1 1,0-1,0 1,0 0,0 0,1 0,-1 0,0 0,1 0,-1 0,1 1,-1-1,1 1,0-1,-1 1,-12 17,1 0,0 0,1 1,2 1,0 0,1 0,1 1,1 0,-3 18,-2-1,2 0,2 1,2 0,1 1,2-1,2 1,2 0,2-1,1 1,8 32,-8-60,0-1,0 1,1-1,0 0,1-1,1 1,0-1,1 1,-5-8,1 0,-1 0,1 0,-1-1,1 1,0-1,0 0,1 0,-1-1,1 1,-1-1,1 0,0 0,0 0,-1-1,1 0,1 0,-1 0,0 0,0-1,0 0,0 0,8-3,0-1,-1 0,1-1,-1 0,0 0,0-2,-1 1,0-2,0 1,-1-2,0 1,0-1,-1-1,0 1,-1-2,0 1,0-1,-1 0,0-3,3-2,0 0,-2-1,0 0,0 0,-2-1,5-17,-17-11,6 46,-1-1,0 0,1 0,-1 1,0-1,0 1,0-1,0 0,1 1,-1 0,0-1,0 1,0-1,0 1,0 0,0 0,0 0,0 0,0-1,0 1,0 0,0 1,0-1,0 0,0 0,0 0,0 1,0-1,0 0,0 1,0-1,0 1,0-1,0 1,0-1,1 1,-1 0,0-1,1 1,-1 0,0 0,0 0,-7 8,0 0,0 1,0 0,2 0,-1 1,1 0,1 0,0 0,0 1,1 0,1 0,0 0,0 0,1 0,1 5,0-9,1 0,0 0,1 0,-1 0,2 0,-1-1,1 1,0 0,1-1,0 1,0-1,1 0,-1 1,2-2,-1 1,1 0,0-1,0 0,1 0,-1-1,1 0,1 0,-1 0,1 0,0-1,0 0,0-1,0 0,6 2,56 17,-2-9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10:43:41.32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 0,'-3'0,"3"0,2 0,2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10:47:42.72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1,'4'0,"2"0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46:31.76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1741 97,'-1'-1,"-1"-3,0 1,0 0,0-1,-1 1,1 0,-1 0,0 0,1 1,-1-1,-1 1,1-1,0 1,0 0,-1 0,0 1,1-1,-1 1,0 0,-3-1,-55-5,-42-13,87 15,1 1,-1 0,1 1,-1 1,0 1,0 0,0 1,0 1,-1 1,-24-1,-228 0,21 43,42-1,-16 22,203-57,0 1,0 1,1 1,0 1,1 0,0 1,1 1,1 1,0 0,1 1,0 1,2 0,-8 13,7-5,0 1,2 1,1 0,2 0,0 1,2 0,1 0,1 1,2-1,0 1,2 13,-2-8,0-6,0-1,2 0,1 0,1 0,2 1,0-1,2-1,1 1,1-1,1 0,1 0,2-1,0 0,7 9,33 55,-44-73,0 1,2-2,0 1,0-1,2-1,0 1,0-2,2 0,-1 0,2-1,-1-1,2 0,0 0,53 22,-48-25,0 1,-1 1,-1 1,0 1,13 10,17 22,-33-28,1-1,1-1,1 0,0-1,0-1,2-1,2 1,100 25,-98-32,0 1,0 1,-1 2,0 0,17 10,-24-11,1 0,0-1,1-1,-1-1,1-1,0 0,11 0,35 9,172 58,-207-64,-1-1,1-2,0-1,0-1,0-2,1-1,0-1,34 0,-30 2,1-2,0-1,-1-2,0-2,0-1,24-9,-34 10,-1-1,1 0,-1-2,-1-1,0-1,-1-1,0-1,-1 0,0-2,-1 0,-1-1,3-5,-3-3,-1 0,-1-1,-2 0,0-1,-2-1,-1 0,-1 0,-2-1,0-1,0-15,4-22,-3 0,-3 0,-3-30,-23-195,13 252,-2 1,-2-1,-1 1,-2 1,-1 0,-2 1,-2 1,-2 1,-15-20,24 38,-2 1,0 1,-1 1,-1 0,0 1,-1 0,0 1,0 1,-2 1,1 1,-1 0,-1 1,1 1,-1 1,0 1,-1 1,-12-1,11 2,14 2,-1 0,1 0,-1-1,1 1,0-2,-1 1,1-2,1 1,-1-1,0 0,1 0,0-1,-3-2,-4-9</inkml:trace>
  <inkml:trace contextRef="#ctx0" brushRef="#br0" timeOffset="6671.269">2181 792,'0'0,"3"-2,0-1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46:42.39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183 1,'13'54,"1"80,0-27,10 67,-22 53,-15-133,13 414,-14-380,6-41,-19 83,17-7,-3 3,-4 26,11 53,7-150,-1 241,-27-69,28 334,12-410,-13 40,0-231,-1-1,1 1,0 0,0 0,0 0,-1 0,1 0,0-1,0 1,-1 0,1 0,0 0,0 0,-1 0,1 0,0 0,0 0,-1 0,1 0,0 0,0 0,-1 0,1 0,0 0,0 0,-1 0,1 1,0-1,0 0,0 0,-1 0,1 0,-6-16</inkml:trace>
  <inkml:trace contextRef="#ctx0" brushRef="#br0" timeOffset="938.637">10 1659,'-9'-5,"8"21,6 1,1 1,0-1,1-1,1 1,0-1,1-1,9 12,-16-25,6 13,1-1,0 0,2 0,-1-1,2-1,0 0,0 0,1-1,0-1,1 0,2 0,-14-9,0 0,1 0,-1-1,0 1,1-1,-1 1,1-1,-1 0,1 0,-1 0,1 0,-1 0,1 0,-1-1,1 1,-1-1,0 0,1 0,-1 0,0 0,1 0,-1 0,0-1,0 1,0-1,0 1,0-1,-1 0,1 0,0 0,0-1,43-71,-41 65,97-211,-85 198,-18 31,-7 2,-2 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46:58.14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0 378,'3'-24,"0"1,1-1,1 1,1 0,1 0,1 1,2 0,0 0,1 1,12-19,-15 28,-1 0,1 1,1 0,0 0,1 0,0 2,4-4,-12 11,1 0,-1 0,1 0,0 0,-1 1,1-1,0 1,0 0,0 0,0 0,0 0,0 0,1 1,-1-1,0 1,0 0,0 0,1 0,-1 0,0 1,0-1,0 1,0 0,1 0,-1 0,-1 0,1 0,0 1,0-1,0 1,-1 0,1 0,-1 0,2 1,8 12,-1-1,0 2,-1 0,-1 0,0 0,-1 1,-1 1,-1-1,0 1,-2 0,0 0,0 4,-3-19,1-1,-1 1,0 0,0 0,-1 0,1 0,0 0,-1 0,0 0,0 0,0 0,0 0,0 0,-1 0,1 0,-1 0,0 0,0 0,0 0,0-1,0 1,-1 0,1-1,-1 1,0-1,1 1,-1-1,-1 0,1 0,0 0,0 0,-1 0,1 0,-1 0,0-1,-2 0,0-1,-1 0,1 0,0 0,0-1,0 0,0 0,0 0,0-1,0 0,0 0,1 0,-1 0,1-1,-1 1,1-1,0 0,0-1,0 1,0-1,1 0,0 1,-1-2,1 1,1 0,-1-1,1 1,-1-1,1 0,2 4,0-1,1 1,-1-1,0 0,0 1,1-1,-1 1,1-1,0 1,-1 0,1-1,0 1,0 0,0-1,0 1,0 0,0 0,0 0,0 0,0 0,0 0,1 0,-1 0,0 0,1 0,-1 1,1-1,-1 1,1-1,-1 1,1 0,-1-1,1 1,-1 0,1 0,-1 0,1 0,0 0,-1 0,1 1,-1-1,1 0,1 1,0-1,84-3,-61 4,0-1,0-2,-1 0,1-2,0-1,-1 0,0-2,0-1,-1-1,2-2,27-38,-52 47,0 1,0-1,0 0,0 1,0-1,0 0,-1 0,1 0,0 0,-1 0,0 0,1 0,-1 0,0 0,0 0,0 1,0-1,-1 0,1 0,0 0,-1 0,1 0,-1 0,0 0,0 0,0 0,1 1,-2-1,1 0,0 1,0-1,0 1,-1-1,0 1,0-1,0 0,0 0,0 1,-1-1,1 1,-1-1,1 1,-1 0,1 0,-1 0,0 0,1 1,-1-1,0 1,0-1,0 1,1 0,-1 0,0 0,0 1,0-1,1 1,-1-1,0 1,1 0,-1 0,0 0,1 1,-1-1,1 0,0 1,-1 0,1 0,-1 1,-3 2,0 1,0 0,0 0,1 0,0 1,1 0,0 0,0 0,0 1,1-1,-2 4,3-5,0-1,1 1,-1-1,1 1,0 0,0 0,1 0,-1 0,1 0,1 0,-1-1,1 1,0 0,1 0,-1-1,1 1,0 0,0-1,1 0,0 1,0-1,0 0,0-1,1 1,0 0,0-1,1 2,9 2,-1 0,1-1,0 0,1-1,0-1,-1 0,2-1,-1-1,0 0,1-1,0 0,-1-2,1 0,0 0,15-4,41-4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47:02.7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91 1,'22'9,"-1"0,0 2,-1 0,0 1,-1 1,-1 1,16 15,-27-22,0 0,-1 1,0-1,0 1,0 1,-1-1,-1 1,0 0,0 0,0 0,-1 0,0 1,-1-1,0 1,-1 0,0 0,0 0,-1-1,-1 9,-3 5,-1 0,-1 0,-1 0,-1-1,-2 0,0 0,0-1,-7 8,-37 83,52-109,0 1,1-1,-1 0,1 1,0-1,0 1,0-1,0 1,0 0,1-1,0 1,0 0,0-1,0 1,1 0,-1-1,1 1,0-1,0 1,0-1,0 1,1-1,-1 0,1 1,0-1,0 0,0 0,1 0,-1-1,1 1,-1 0,1-1,1 1,5 1,0 0,0-1,0 0,0-1,1 1,-1-2,1 0,-1 0,1 0,0-1,0-1,-1 0,1 0,-1-1,1 0,-1 0,0-1,1 0,-2-1,1 0,0-1,-1 0,0 0,0 0,0-1,-1 0,7-7,-9 7,-1 0,0-1,0 1,0-1,-1 1,0-1,-1 0,1 0,-1 0,-1-1,1 1,-1 0,0-1,-1 1,0-1,0 1,-1-1,0 1,0 0,0-1,-1 1,0 0,-1 0,-2-5,-2-5,-1 1,-1 0,-1 1,0 0,0 0,-2 1,0 1,0 0,-12-9,-9-3,0 1,-1 2,-1 2,-1 1,-1 2,-1 1,0 2,-1 2,-16-2,39 7,41 7,-23 0,664 7,-612 1,-54-7,1 1,-1-1,1 0,-1 0,1 1,-1-1,0 0,0 1,0-1,0 1,0-1,0 0,0 1,0-1,0 0,0 1,-1-1,1 0,-1 1,1-1,-1 0,1 0,-1 0,0 1,0-1,1 0,-1 0,0 0,0 0,0 0,0 0,-1 0,0 2,-10 12,9-12,-1 1,1 0,-1 1,1-1,0 0,1 1,-1 0,1 0,0 0,0 0,0 0,1 0,0 0,0 0,-1 5,4-8,-1 0,1 1,0-1,-1 0,1-1,0 1,0 0,0 0,0-1,1 1,-1-1,0 0,1 0,-1 0,0 0,1 0,-1 0,1-1,0 1,-1-1,1 0,0 1,-1-1,1-1,-1 1,1 0,0-1,-1 1,1-1,-1 0,1 1,-1-1,3-2,-1 1,0 0,0 0,-1-1,1 1,0-1,-1 0,0-1,0 1,0 0,0-1,0 0,-1 1,1-1,-1 0,0-1,0 1,-1 0,1 0,-1-1,0 1,0-1,-1 1,1-1,-1 1,0-1,0 1,0-1,-1 1,0-1,1 1,-2-1,1 1,0 0,-1-1,0 1,0 0,0 0,-1 0,1 0,-1 1,0-1,0 1,-1-2,-45-38,50 42,-1 0,0 0,1 1,-1-1,1 0,-1 0,1 0,-1 1,1-1,0 0,0 1,-1-1,1 0,0 1,0-1,-1 1,1-1,0 1,0 0,0-1,0 1,0 0,0 0,0-1,0 1,0 0,0 0,0 0,0 0,0 0,-1 0,1 1,0-1,0 0,0 0,0 1,0-1,0 0,0 1,0-1,66 2,0 3,48 10,-109-15,-1 0,0 1,1-1,-1 1,0 0,1 0,-1 0,0 1,0 0,0 0,0 0,0 1,0 0,-1 0,0 0,1 0,-1 1,0-1,0 1,-1 0,1 0,-1 1,0-1,0 1,0-1,-1 1,0 0,0 0,0 0,0 0,-1 1,0 0,-8 38,2 17,7-59,0 1,0-1,0 0,0 0,1 0,-1 0,1 0,0-1,-1 1,1-1,0 0,0 0,0 0,0 0,0 0,0-1,0 1,0-1,0 0,0 1,0-2,0 1,0 0,0-1,0 1,0-1,0 0,3-1,7-1,0 0,0-1,0-1,0 0,-1-1,0 0,0-1,0 0,-1-1,0 0,-1-1,0 0,0-1,-1 0,0-1,-1 1,0-2,0 1,4-11,-13 27,0 0,0 0,0-1,1 1,0 0,0 0,0 0,1 0,0 0,0 0,0 0,0 0,1-1,0 1,0-1,0 1,0-1,2 2,8 5,1-1,0 0,0-1,1-1,0 0,0-1,1 0,0-1,1-1,-1 0,1-2,0 1,-1-2,2 0,6-1,5 4,0-1,0-1,0-2,1-1,-1-1,0-1,0-1,0-2,0-1,14-6,-39 11,1 0,-1 0,0-1,1 1,-1-1,0 0,0 0,0 0,0 0,0-1,0 1,-1-1,1 0,-1 0,0 0,0 0,0 0,0 0,0 0,-1-1,0 1,1-1,-1 1,0-1,-1 1,1-1,-1 0,1 1,-1-1,0 0,-1 0,1 1,-1-1,1 1,-1-1,0 0,0 1,-1-1,1 1,-2-2,0 0,0-1,-1 1,1-1,-1 1,-1 0,1 1,-1-1,0 1,0 0,0 0,0 0,-1 1,0 0,0 0,1 0,-2 1,1 0,0 0,0 1,-1-1,1 1,0 0,-1 1,1 0,-1 0,1 0,-1 1,1 0,-1 0,1 1,0 0,0 0,0 0,0 1,0 0,0 0,1 0,-1 1,1-1,0 1,0 1,0-1,1 1,-1 0,1 0,0 0,1 0,-1 1,1 0,-1 2,3-5,0 0,0 0,1 0,-1 0,1 0,-1 1,1-1,0 0,0 0,1 0,-1 0,1 0,-1 0,1 1,0-1,0 0,0-1,1 1,-1 0,1 0,-1 0,1-1,0 1,0-1,0 0,0 1,1-1,-1 0,1 0,-1 0,1-1,-1 1,1-1,0 1,2-1,4 3,0 0,1-1,-1 0,1-1,0 0,0-1,0 0,0 0,0-1,8-1,-13 0,1 1,0-1,-1 0,1-1,-1 1,0-1,1 0,-1 0,0-1,0 1,0-1,-1 0,1-1,-1 1,0-1,1 0,-2 0,1 0,0-1,-1 1,0-1,0 0,0 0,-1 0,1 0,-1 0,0 0,0-4,-10 66,9-51,0 0,1 0,-1-1,1 1,1 0,-1-1,1 1,0-1,0 0,0 0,1 0,0-1,0 1,0-1,0 0,1 0,0 0,-1-1,2 1,-1-1,0-1,4 2,7 4,1-2,0 0,0-1,1 0,-1-2,1 0,1-1,41 2,-7-5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46:58.63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1172,'35'-38,"2"3,1 0,2 3,43-27,99-86,-154 102,-29 42,0 0,0-1,0 1,-1 0,1 0,0 0,-1 0,1 1,-1-1,1 0,-1 0,1 1,-1-1,0 1,1 0,-1-1,1 1,-1 0,0 0,1 0,-1 0,0 0,1 0,-1 1,0-1,1 1,-1-1,1 1,-1-1,1 1,-1 0,1 0,-2 0,-6 3,0-1,0 1,1 0,0 1,-1 0,1 1,1 0,-1 0,1 0,0 1,-6 7,11-11,-1 0,1 0,0 1,-1-1,1 1,1-1,-1 1,0 0,1-1,0 1,0 0,0 0,0 0,1 0,0 0,-1 0,1 0,1 0,-1 0,0 0,1 0,0 0,0 0,0-1,1 1,-1 0,1-1,0 1,2 2,6 4,0-1,1-1,0 0,1 0,0-1,0 0,0-1,1-1,0 0,0-1,0 0,0-1,1 0,-1-1,1-1,0 0,8-1,28 4</inkml:trace>
  <inkml:trace contextRef="#ctx0" brushRef="#br0" timeOffset="293.217">762 704,'3'18,"9"13,14 10,15 5,11 2,5-1,1-4,-5-7,-10-9,-10-10,-10-7</inkml:trace>
  <inkml:trace contextRef="#ctx0" brushRef="#br0" timeOffset="541.064">1110 730,'-21'11,"-17"14,-12 10,-7 7,-2 6,4 0,12 0,15-2,19-6,11-10</inkml:trace>
  <inkml:trace contextRef="#ctx0" brushRef="#br0" timeOffset="730.803">1324 1024,'77'-102,"-55"77,-2-1,-1 0,0-2,-3-1,0 0,-1-2,-15 30,1-1,0 1,0 0,0 0,0-1,0 1,0-1,-1 1,1-1,-1 1,1-1,-1 1,1-1,-1 1,0-1,0 0,0 1,0-1,0 1,0-1,0 0,0 1,-1-1,1 1,-1-1,1 1,-1-1,0 1,1-1,-1 1,0 0,0-1,0 1,0 0,0 0,0 0,-1-1,-4 3,0 1,1 0,-1 0,0 0,1 1,0 0,0 0,-1 0,2 1,-1 0,0 0,1 0,0 0,0 0,0 1,0 1,-4 2,0 0,1 1,0 0,0 0,1 1,0 0,1 0,0 0,1 1,0 0,0 0,1 0,1 0,0 0,0 0,1 1,1-1,0 1,0-1,2 4,2-7,0-1,1-1,0 1,1-1,0 1,0-2,0 1,0-1,1 0,0 0,0 0,1-1,-1 0,1-1,0 0,-1 0,2-1,-1 1,0-2,0 1,1-1,-1-1,2 1,48 6</inkml:trace>
  <inkml:trace contextRef="#ctx0" brushRef="#br0" timeOffset="1514.586">2059 784,'-11'-3,"0"1,-1 0,1 1,0 0,-1 1,1 1,0 0,0 0,-1 1,1 0,0 1,0 0,1 1,-1 0,1 1,0 0,0 0,0 1,1 1,0-1,0 1,-7 8,14-13,-1 1,1-1,0 0,0 1,0 0,1-1,-1 1,1 0,-1 0,1 0,0 0,0 0,0 0,1 0,-1 0,1 0,0 0,-1 0,1 0,1 1,-1-1,0 0,1 0,0 0,-1 0,1 0,0 0,1 0,-1 0,1 0,-1-1,1 1,0 0,0-1,0 0,0 1,0-1,0 0,1 0,1 1,12 4,-1-1,1 0,0-2,1 0,-1 0,1-2,0 0,0-1,-1 0,1-2,0 0,10-2,-3 0,0 0,0-2,-1 0,0-2,0 0,13-8,-27 12,-1-2,1 1,0-1,-1 0,0-1,0 0,-1 0,0-1,0 0,0 0,-1-1,0 0,-1 0,1 0,-2 0,1-1,1-4,-1-25,-6 37,0 1,0 0,0 0,0 0,0 0,0 0,0 0,0 0,0 0,0 0,0 1,0-1,0 0,0 0,0 1,1-1,-1 1,0-1,0 1,0-1,0 1,1 0,-1-1,0 1,1 0,-1-1,0 1,1 0,-1 0,1 0,-1 0,1-1,0 1,-1 0,1 0,0 1,-29 76,29-76,0 1,0-1,0 1,0-1,0 1,0-1,0 1,1-1,0 1,-1-1,1 0,0 1,0-1,0 0,0 0,1 1,-1-1,1 0,-1 0,1 0,0-1,-1 1,1 0,0-1,0 1,0-1,0 0,1 1,-1-1,0 0,3 0,8 1,0 0,0-1,0-1,1 0,-1-1,0 0,0-1,0 0,0-1,0-1,0 0,-1-1,0 0,0-1,0 0,-1-1,0 0,0-1,4-4,66-71,-81 83,0 1,1-1,-1 0,0 0,0 1,0-1,1 0,-1 0,0 0,0 0,0 1,1-1,-1 0,0 0,1 0,-1 0,0 0,0 0,1 0,-1 0,0 0,0 0,1 0,-1 0,0 0,1 0,-1 0,0 0,0 0,1 0,-1 0,0 0,1 0,-1 0,0-1,0 1,0 0,1 0,-1 0,0 0,0-1,1 1,-1 0,0 0,0-1,0 1,0 0,0 0,1 0,-1-1,0 1,0 0,0-1,0 1,0 0,0 0,0-1,0 1,0 0,-4 27,2-18,2-6,-1 0,1 0,0 0,-1 0,1 0,0-1,1 1,-1 0,1 0,-1 0,1 0,0 0,0-1,0 1,0 0,0-1,1 1,-1-1,1 1,0-1,0 0,0 0,0 1,0-1,0-1,0 1,1 0,-1 0,1-1,-1 0,1 1,0-1,-1 0,1 0,0-1,0 1,0 0,-1-1,1 0,0 0,0 0,0 0,2 0,2-1,0 0,0 0,0 0,0-1,0 0,-1-1,1 1,-1-1,0-1,1 1,-1-1,-1 0,1 0,-1-1,1 0,-1 0,-1 0,1 0,-1-1,0 0,0 1,1-3,10-18,-2-1,0-1,-2 0,5-18,26-89,-6-2,-6-2,-6-3,-13 33,-12 110,1-1,-1 0,1 1,0-1,-1 0,1 1,-1-1,1 0,-1 1,1-1,-1 0,1 0,-1 0,1 1,-1-1,1 0,-1 0,1 0,-1 0,0 0,1 0,-1 0,1 0,-1 0,1 0,-1 0,1-1,-1 1,1 0,-1 0,1-1,-1 1,1 0,-1 0,1-1,-1 1,1 0,0-1,-1 1,1-1,-1 1,1-1,0 1,0 0,-1-1,1 1,0-1,0 1,-1-1,1 0,0 1,0-1,0 1,0-1,0 1,0-1,0 1,0-1,0 1,0-1,0 0,0 1,1-1,-1 1,0-1,0 1,-55 94,36-53,2 1,2 0,2 1,1 1,3-1,1 2,3-1,1 1,2 0,3 0,4 32,-3-59,0-1,1 0,1-1,1 1,0-1,2 0,-1 0,2 0,0-1,1 0,0-1,2 0,-1 0,2-1,-1-1,3 1,9 2</inkml:trace>
  <inkml:trace contextRef="#ctx0" brushRef="#br0" timeOffset="1809.923">2580 316,'23'4,"26"5,24 4,21 3,11 3,-3 3,-10 2,-22-3</inkml:trace>
  <inkml:trace contextRef="#ctx0" brushRef="#br0" timeOffset="2110.889">3102 743,'-1'3,"-2"2,1 0,0 0,0 0,0 1,0-1,1 0,0 1,0-1,1 1,-1-1,1 1,0 0,1-1,-1 1,1-1,0 1,1-1,-1 0,1 1,0-1,1 0,-1 0,1 0,0-1,0 1,0 0,1-1,0 0,4 0,2 0,-1-1,0 0,1-1,-1 0,1-1,-1 0,1 0,0-1,0 0,-1-1,1 0,0 0,-1-1,1 0,-1-1,0 0,0-1,0 1,0-2,0 1,-1-1,0-1,0 0,0 0,-1 0,0-1,1-1,-1 0,0 0,0 0,0-1,-1 0,-1-1,0 0,0 1,-1-1,3-9,-6 16,1-1,-1 0,0 0,0 0,-1 0,1 0,-1-1,0 1,0 0,0 0,-1 0,1 0,-1 0,0 0,0 0,-1 0,1 0,-1 0,0 1,0-1,0 1,0-1,-1 1,1 0,-1 0,0 0,0 0,0 0,-2-1,-4 0,0 0,-1 1,1 1,0-1,-1 1,0 1,1 0,-1 0,0 1,1 0,-1 1,0 0,1 1,-1 0,1 0,-1 1,1 0,0 0,0 1,0 1,1-1,0 2,-1-1,2 1,-1 0,-5 5,10-9,0 1,-1-1,1 0,0 1,0 0,0 0,0 0,1 0,-1 0,1 0,0 1,0-1,0 1,1-1,-1 1,1 0,-1 0,1 0,1 0,-1 0,0 0,1 0,0 0,0 0,0 0,1 0,-1 0,1 0,0 0,0 0,0-1,1 1,-1 0,1 0,0-1,0 1,0-1,0 0,1 1,1 0,27 13,1-6</inkml:trace>
  <inkml:trace contextRef="#ctx0" brushRef="#br0" timeOffset="2421.567">3584 316,'-18'-7,"-16"-2,-8 2,-4 8,1 10,4 12,9 12,10 8,13 7,12 5,6-6</inkml:trace>
  <inkml:trace contextRef="#ctx0" brushRef="#br0" timeOffset="2422.567">3556 984,'19'14,"12"6,12 0,9-3,6-7,5-7,0-9,-9-4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46:57.18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0 147,'21'11,"20"5,19 0,15-1,11-4,5-4,-5-2,-16-3</inkml:trace>
  <inkml:trace contextRef="#ctx0" brushRef="#br0" timeOffset="299.039">468 1,'0'1,"0"0,-1 0,1 1,0-1,0 0,0 1,0-1,0 0,0 0,1 1,-1-1,0 0,1 0,-1 1,0-1,1 0,0 0,-1 0,1 0,0 0,-1 0,1 0,0 0,0 0,0 0,0 0,0 0,0 0,0-1,0 1,0 0,1-1,-1 1,0-1,0 0,1 1,26 13,1-2,0-1,0-1,1-2,11 2,12 3,-23-5,-5-2,0 1,-1 2,0 0,0 1,8 6,-30-15,1 0,-1 0,0 0,1 0,-1 0,0 1,0-1,0 1,0 0,0-1,0 1,-1 0,1 0,-1 0,1 0,-1 0,0 1,0-1,0 0,0 1,0-1,0 1,0-1,-1 1,0-1,1 1,-1-1,0 1,0-1,0 1,-1 0,1-1,-1 1,1-1,-1 1,0-1,0 0,0 1,0-1,0 0,0 0,-9 10,-1-1,0 0,0-1,-1 0,-1-1,1 0,-1-1,-1-1,-7 4,6-3,-187 107,179-97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46:56.60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1 244,'168'-210,"-133"176,-34 34,0 1,0-1,0 0,-1 1,1-1,0 1,-1-1,1 1,0-1,-1 1,1 0,0-1,-1 1,1 0,-1-1,1 1,-1 0,0-1,1 1,-1 0,0 0,1 0,-1 0,0-1,0 1,0 0,0 0,0 0,0 0,0 0,0-1,0 1,0 0,0 0,0 0,0-1,-11 188,-3 75,8-226</inkml:trace>
  <inkml:trace contextRef="#ctx0" brushRef="#br0" timeOffset="276.259">27 592,'21'-3,"17"-2,17-1,12-1,9 0,4-1,1 1,-14 2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46:56.07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1,'20'2,"17"2,12-1,8-1,0 0,-6-1,-13 0</inkml:trace>
  <inkml:trace contextRef="#ctx0" brushRef="#br0" timeOffset="202.971">95 162,'11'9,"18"3,19-1,18-3,-2-5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46:55.63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206 202,'-48'103,"5"1,-20 80,57-168,8-33,124-359,-62 187,-64 188,0 0,0 0,0 0,0 0,0 0,0 0,0 0,1 0,-1 0,0 0,1 0,-1 0,0 0,1 1,-1-1,1 0,-1 0,1 0,0 1,-1-1,1 0,0 0,0 1,-1-1,1 1,0-1,0 1,0-1,0 1,0-1,-1 1,1 0,0 0,0-1,0 1,0 0,0 0,0 0,0 0,0 0,0 0,0 0,0 0,0 1,0-1,0 0,0 1,0-1,0 0,0 1,-1-1,1 1,0-1,0 1,0 0,4 9,0 0,-1 1,0 0,0 0,-1 0,0 0,-1 1,-1-1,0 2,2 6,14 132,-7 1,-7 66,-2-119,6-14,-2-61</inkml:trace>
  <inkml:trace contextRef="#ctx0" brushRef="#br0" timeOffset="250.095">32 470,'-14'-2,"1"-1,8 2,20 2,22 0,26 0,21-2,13-3,5-4,-16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47:04.78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257 567,'-19'-3,"1"1,-1 0,0 1,0 2,1 0,-19 3,31-3,1 0,0 0,0 0,0 1,0 0,0 0,0 0,0 0,0 1,1 0,0 0,-1 0,1 1,0-1,1 1,-1 0,1 0,-1 0,1 1,0-1,1 1,-1 0,1-1,0 1,0 0,0 2,1-5,1 0,-1 0,1 0,0 0,0 1,-1-1,1 0,1 0,-1 0,0 0,0 0,1 0,-1 0,1 0,0 0,-1 0,1 0,0 0,0 0,0-1,1 1,-1 0,0-1,1 1,-1-1,1 1,-1-1,1 0,0 1,-1-1,1 0,0 0,0 0,0 0,0-1,2 1,77 5,-68-8,0-1,0-1,-1 0,1 0,-1-1,0-1,0 0,-1-1,1 0,-2-1,1 0,-1-1,0 0,-1 0,0-1,3-5,-3 0,-20 19,5 3,1 0,1 0,-1 0,1 1,1-1,-1 1,1 0,0 0,1 0,0 1,1-1,-1 1,1-1,1 1,0-1,0 1,1-1,0 1,0-1,3 9,-3-14,1 0,0 0,0 0,0 0,0 0,0 0,1-1,-1 1,1-1,0 0,-1 0,1 0,0 0,1 0,-1 0,0-1,0 1,1-1,-1 0,0 0,1-1,-1 1,1-1,0 1,-1-1,1 0,-1 0,1-1,-1 1,1-1,0 0,8-1,0-1,0 0,0-1,-1-1,0 0,0 0,0-1,6-4,30-26,-6-1</inkml:trace>
  <inkml:trace contextRef="#ctx0" brushRef="#br0" timeOffset="415.887">859 73,'-3'-2,"0"0,1 0,-1 0,0 1,0 0,-1-1,1 1,0 0,0 0,-1 1,1-1,0 1,-1 0,1 0,0 0,-1 0,1 0,0 1,-1-1,1 1,0 0,0 0,-1 0,1 1,0-1,0 1,1-1,-1 1,0 0,0 0,1 1,-1-1,1 0,0 1,0-1,0 1,0 0,0 0,-1 2,-4 14,0 1,1 0,1 1,1 0,1-1,1 1,0 0,2 1,1 6,-1-13,3 288,-9-277,7-30,-1 0,1 1,0-1,0 0,0 1,1-1,-1 1,1-1,0 1,0 0,0-1,0 1,1 0,-1 1,1-1,0 0,0 1,2-3,0 1,1 1,-1-1,0 1,1 0,0 0,0 1,0 0,0 0,0 0,0 1,1 0,-1 0,0 0,1 1,-1 0,1 0,-4 0,0 1,0-1,0 1,0-1,0 1,0 0,0 0,-1 0,1 1,0-1,-1 0,1 1,-1 0,1 0,-1 0,0 0,0 0,0 0,0 0,0 1,0-1,-1 1,1-1,-1 1,0 0,0 0,0-1,0 1,0 0,0 0,-1 0,1 0,-1 0,0 3,-1 1,0 1,0 0,-1-1,0 0,0 1,-1-1,0 0,0 0,0 0,-1 0,0-1,-1 0,1 1,-1-2,0 1,-1 0,0-1,1 0,-2-1,1 1,0-1,-1 0,0-1,0 1,0-1,-7 1,13-3,-1 0,1-1,-1 1,1-1,-1 1,0-1,1 0,-1 0,0 0,1 0,-1 0,0 0,1 0,-1 0,1-1,-1 1,0-1,1 1,-1-1,1 1,-1-1,1 0,0 0,-1 0,1 0,-1-1,-4-6</inkml:trace>
  <inkml:trace contextRef="#ctx0" brushRef="#br0" timeOffset="1353.42">1046 674,'-2'-4,"0"0,0 1,-1-1,0 1,1-1,-1 1,0 0,0 0,-1 0,1 0,-1 1,1-1,-1 1,0 0,0 0,0 0,0 1,0 0,0-1,-1 1,1 1,0-1,-1 1,1-1,0 1,-1 0,1 1,0-1,-1 1,1 0,0 0,0 0,-1 1,1-1,0 1,1 0,-1 0,0 0,-1 2,0 1,0 0,1 0,0 0,0 1,0-1,0 1,1 0,0 0,0 0,1 1,0-1,-2 7,3-11,1 1,-1 0,0 0,1 0,0 0,-1 0,1-1,0 1,1 0,-1 0,0 0,1 0,0 0,-1-1,1 1,0 0,1 0,-1-1,0 1,1-1,-1 1,1-1,0 0,0 0,0 1,0-1,0 0,1-1,-1 1,2 1,3-1,-1 1,1-2,-1 1,1-1,-1 0,1 0,0 0,0-1,-1 0,1-1,0 1,-1-2,1 1,0 0,-1-1,1 0,-1-1,0 0,0 0,0 0,0 0,-1-1,1 0,-1 0,0-1,0 1,0-1,-1 0,1-1,-1 1,-1-1,1 1,0-3,-3 76,1-64,-1 0,1 0,-1 0,1-1,0 1,0-1,1 0,-1 1,1-1,0 0,0 0,0-1,0 1,0 0,0-1,1 0,-1 0,1 0,0 0,0-1,-1 1,1-1,0 0,0 0,0-1,0 1,0-1,0 0,1 0,-1 0,0 0,0-1,0 0,0 1,0-1,0-1,-1 1,1-1,0 1,-1-1,1 0,-1-1,3-1,3-5,0-1,-1 0,0-1,0 0,-1 0,-1-1,0 0,0 0,-1-1,3-10,42-80,-50 102,1-1,0 1,1-1,-1 1,0-1,0 1,1 0,-1 0,0 0,1-1,-1 1,1 0,0 1,-1-1,1 0,0 0,0 1,-1-1,1 1,0 0,0-1,0 1,-1 0,1 0,0 0,0 0,0 0,0 1,-1-1,1 0,0 1,0 0,0-1,-1 1,1 0,-1 0,1 0,0 0,-1 0,1 0,-1 0,0 1,0-1,1 0,0 2,7 6,1 0,-1 1,0 0,-1 0,0 1,-1 0,0 1,0 0,-2 0,1 0,-2 0,1 1,0 5,-6-15,1-1,0 1,-1-1,1 0,-1 1,0-1,0 0,0 1,0-1,0 0,0 0,0 0,-1 0,1 0,-1 0,0 0,0-1,1 1,-1 0,0-1,0 0,0 1,-1-1,1 0,0 0,0 0,-1 0,1-1,0 1,-1-1,1 1,-1-1,1 0,0 0,-1 0,1 0,-1 0,1-1,-1 1,1-1,0 1,-1-1,1 0,0 0,0 0,-2-1,3 1,-1 0,1 0,0 0,0 0,-1 0,1 0,0 0,0 0,0-1,0 1,0 0,0-1,1 1,-1-1,0 1,1-1,-1 1,1-1,0 1,-1-1,1 0,0 1,0-1,0 0,0 1,0-1,0 1,1-1,-1 0,1 1,-1-1,1 1,0-2,28-49,196-186,-201 211,-1-1,-1-1,-1-2,-2 0,-1 0,-1-2,-2 0,-2-1,0-1,-3 0,3-18,-12 50,0 1,0-1,-1 1,1-1,-1 0,0 1,1-1,-1 1,-1-1,1 0,0 1,-1-1,1 1,-1-1,0 1,1-1,-1 1,0-1,-1 1,1 0,0-1,-1 1,1 0,-1 0,0 0,0-1,0 4,0-1,0 1,0-1,1 1,-1 0,0 0,1 0,-1 0,1 0,-1 0,1 0,0 0,-1 1,1-1,0 0,0 1,0-1,0 1,0-1,0 1,0 0,0 1,0-1,-19 35,2 2,2 0,1 1,2 1,2 0,-4 34,4-23,2 0,2 0,3 0,2 1,2 0,3-1,2 1,2-1,3 2,-9-50,0 2,0-1,0 1,1-1,0 0,-1 0,2 1,-1-1,1-1,-1 1,1 0,1-1,-1 1,1-1,-1 0,5 3,7 0</inkml:trace>
  <inkml:trace contextRef="#ctx0" brushRef="#br0" timeOffset="1617.225">1621 273,'9'-5,"14"2,20 4,18 8,14 9,7 5,-12 0</inkml:trace>
  <inkml:trace contextRef="#ctx0" brushRef="#br0" timeOffset="2258.753">1875 888,'74'-117,"-56"82,-1 2,48-70,-62 101,0 0,1 1,-1 0,0 0,0 0,1 0,-1 1,1-1,-1 1,1 0,-1 0,1 0,-1 0,0 1,1-1,-1 1,1 0,-1 0,0 0,0 1,1-1,-1 1,0-1,0 1,-1 0,1 0,0 1,-1-1,1 0,-1 1,1 0,8 5,68 61,-77-66,1 0,-1 1,0 0,0 0,0 0,0 0,-1 0,0 0,0 0,0 0,0 0,0 1,-1-1,0 0,0 0,0 1,-1-1,1 0,-1 0,0 1,0-1,0 0,-1 0,-77 145,79-148,-1 1,1 0,0 0,-1-1,1 1,0 0,0 0,0 0,0-1,1 1,-1 0,0 0,1 0,-1-1,1 1,0 0,0-1,-1 1,1-1,0 1,0-1,0 1,1-1,-1 1,0-1,0 0,1 0,-1 0,1 0,-1 0,1 0,0 0,-1 0,1-1,0 1,0 0,67 12,-57-12,0-1,0 0,0 0,0-2,-1 1,1-2,0 1,3-3,-15 5,1 0,-1-1,1 1,-1 0,1-1,-1 1,1 0,0 0,-1 0,1-1,-1 1,1 0,0 0,-1 0,1 0,-1 0,1 0,0 0,-1 0,1 1,-1-1,1 0,0 0,-1 0,1 1,-1-1,1 0,-1 1,1-1,-1 0,1 1,-1-1,0 1,1-1,-1 0,1 1,-1-1,0 1,1-1,-1 1,0 0,0-1,1 1,-1-1,0 1,0-1,0 1,0 0,0-1,0 1,0-1,0 1,0 0,0-1,0 1,0-1,0 1,0 0,-1-1,1 1,0-1,0 1,-1-1,1 1,0-1,-1 1,0 14,3-13,-1 1,1-1,0 0,-1 1,1-1,1 0,-1 0,0 0,0 0,1-1,-1 1,1-1,-1 1,1-1,0 0,0 0,-1 0,1 0,0-1,0 1,0-1,0 0,0 1,0-1,0-1,0 1,0 0,0-1,-1 1,1-1,0 0,2-1,-1 1,0 0,0 0,1-1,-1 1,0-1,-1 0,1 0,0 0,0-1,-1 1,0-1,1 0,-1 0,0 0,-1-1,1 1,0-1,-1 1,0-1,0 0,0 0,0 0,-1 0,1-3,2-5,-2 0,0 0,0 0,-1 0,-1-1,0 1,0 0,-2-3,3 12,-1 1,0-1,0 1,0-1,-1 1,1-1,0 1,-1-1,0 1,0-1,1 1,-1 0,-1-1,1 1,0 0,-1 0,1 0,-1 0,1 0,-1 0,0 0,0 1,0-1,0 0,0 1,0 0,0-1,-1 1,1 0,0 0,-1 1,1-1,-1 0,1 1,-1-1,1 1,-1 0,1 0,-1 0,1 0,-1 0,1 1,-1-1,-2 1,-2 2,0 0,0 1,0-1,1 1,-1 0,1 1,0 0,0 0,0 0,1 1,0-1,0 1,1 0,-1 1,1-1,0 1,1 0,0 0,0 0,0 0,1 1,0-1,1 1,10 33,3-28</inkml:trace>
  <inkml:trace contextRef="#ctx0" brushRef="#br0" timeOffset="2526.263">2703 607,'-16'-7,"-9"-2,-4 1,4 5,6 11,11 8,11 9,10 8,2 0</inkml:trace>
  <inkml:trace contextRef="#ctx0" brushRef="#br0" timeOffset="2791.555">2664 1035,'13'9,"15"3,1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47:10.22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1 281,'3'9,"1"-1,0 0,0 0,1-1,0 0,0 1,1-2,0 1,0-1,1 1,0-2,0 1,0-1,0 0,1-1,0 1,0-2,0 1,0-1,1 0,-1-1,1 0,0 0,0-1,0 0,0-1,-1 0,1 0,0-1,0 0,0 0,5-2,4 1,-1 0,1-1,-1-1,0-1,0 0,0-1,0-1,-1-1,0 0,-1-1,0 0,0-1,-1-1,-1-1,3-2,-12 9,-1 0,1 0,-1 0,-1-1,1 1,-1-1,1 1,-2-1,1 0,-1 0,1 0,-2 0,1 0,-1 0,0 0,0 0,0 0,-1 0,0 0,0 0,-1 0,0 0,0 1,0-1,0 1,-1-1,-2-2,-1-1,0-1,0 1,-1 0,-1 1,1 0,-2 0,1 0,-1 1,0 1,0-1,-1 2,1-1,-1 1,-7-2,6 3,0 1,0 0,0 0,0 1,-1 1,1 0,-1 0,1 1,-1 1,1 0,-1 0,1 1,0 1,0 0,0 0,0 1,0 0,1 1,0 0,0 1,0 0,0 1,1 0,0 0,1 1,0 0,0 1,1 0,0 0,0 0,1 1,0 0,-3 8,5 47,12-40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47:17.9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238 560,'-9'-5,"0"1,-1 0,0 1,0 0,0 0,0 1,0 0,0 1,0 0,-1 1,1 0,-1 1,1 0,0 0,0 1,0 1,0 0,0 0,0 0,-5 4,14-6,-1 1,0-1,1 0,-1 1,0-1,1 1,0 0,-1-1,1 1,0 0,0 0,0 0,0 0,1 0,-1 0,0 0,1 0,-1 0,1 0,0 0,0 0,0 1,0-1,0 0,0 0,0 0,1 0,-1 0,1 0,-1 0,1 0,0 0,0 0,0 0,0 0,0 0,1 0,-1-1,0 1,1-1,-1 1,1-1,0 1,-1-1,1 0,0 0,0 0,0 0,0 0,1 0,8 3,0-1,1 0,0 0,-1-1,1-1,0 0,0-1,0 0,0-1,0 0,-1-1,1 0,0-1,-1 0,0-1,0 0,0-1,0 0,3-2,-6 2,0 1,-1-1,1-1,-1 1,0-1,0 0,-1-1,0 0,0 0,-1 0,1-1,1-4,-7 13,-1-1,1 1,-1-1,1 0,-1 1,1-1,-1 0,1 1,-1-1,1 0,-1 0,0 1,1-1,-1 0,1 0,-1 0,0 0,1 0,-1 0,0 0,1 0,-1 0,0 0,1 0,-1 0,1 0,-1-1,0 1,1 0,-1 0,1-1,-1 1,1 0,-1-1,1 1,-1-1,1 1,-1 0,1-1,0 1,-1-1,1 1,-1-1,1 0,0 1,0-1,-1 1,1-1,0 1,0-1,0 0,0 1,0-1,0 0,0 1,0-1,0 0,-4 6,0 1,0-1,0 1,1 0,0 0,1 0,-1 0,1 0,0 1,1-1,-1 1,1-1,0 1,1 0,0-1,0 1,0 0,1-1,0 1,0-1,1 1,0-1,2 6,-1-8,0 0,-1 0,1 0,1-1,-1 1,1-1,-1 0,1 0,0-1,0 1,0-1,0 1,0-1,1-1,-1 1,1 0,-1-1,1 0,0 0,-1-1,1 1,0-1,2 0,3 0,0 0,0-1,1 0,-1-1,0 0,-1 0,1-1,0-1,-1 0,6-2,11-12,0 0,-1-2,-1 0,-1-2,-1 0,-1-2,-1-1,-1 0,-1-1,-1-1,-2 0,2-8,-4 12,-2-1,0 0,-2-1,6-23,-15 47,1 0,0 0,-1 0,1 1,-1-1,1 0,-1 0,0 0,1 0,-1 0,0 0,1 0,-1 0,0-1,0 1,0 0,0 0,0 0,0 0,-1 0,1 0,0 0,0 0,-1 0,1 0,-1 0,1 0,-1 0,1 0,-1 0,1 1,-1-1,0 0,1 0,-1 0,0 1,0-1,0 1,0-1,0 0,1 1,-1-1,0 1,0 0,0-1,0 1,0 0,0 0,-1-1,1 1,0 0,0 0,0 0,0 0,0 0,0 1,0-1,0 0,0 0,0 1,-13 6,2 0,-1 1,1 0,0 1,0 0,1 1,1 0,0 1,-3 4,0-2,0-1,1 2,1 0,0 0,1 1,1 0,0 0,1 1,1 1,1-1,0 1,1 0,0 0,2 1,0 0,0 10,3-23,1 1,0 0,1 0,-1 0,1-1,0 1,0-1,1 0,0 1,0-1,0 0,0-1,1 1,0 0,0-1,0 0,0 0,1 0,-1-1,1 1,0-1,0 0,1-1,-1 1,0-1,1 0,0 0,2 0,2 0,0 1,0-2,0 0,0 0,0 0,0-1,0-1,0 0,0 0,0-1,0 0,0-1,0 0,-1-1,1 0,2-2,6-8,-1 0,0-2,-1 0,0-1,-2 0,0-1,-1-1,-1 0,0-1,-2 0,0-1,-1 0,-2 0,2-9,37-105,16-94,-54 195,-8 21,-5 18,-8 20,-16 46,4 2,2 0,5 2,2 0,-3 55,-2-5,83-204,-51 70,1-1,0 2,0-1,1 2,0 0,0 0,0 1,1 1,14-4,-27 8,0 1,0-1,0 1,1-1,-1 0,0 1,0 0,0-1,1 1,-1 0,0 0,1 0,-1 0,0 0,1 0,-1 0,0 0,0 0,1 0,-1 1,0-1,0 1,1-1,-1 1,0-1,0 1,0 0,0-1,0 1,0 0,0 0,0 0,0 0,0 0,0 0,0 0,-1 0,1 0,-1 0,1 1,-1-1,1 0,-1 0,1 1,-1-1,0 0,0 0,0 1,0-1,0 0,0 1,0-1,0 0,0 1,0-1,-1 0,1 0,-1 1,1-1,-1 0,1 0,-1 1,-9 12,0 0,-1-1,0 0,-1 0,0-1,-1-1,0 0,-1-1,0 0,-1-1,0-1,-1 0,-66 39,82-47,0 0,0 1,0-1,0 0,0 1,0-1,0 0,0 1,0-1,0 0,0 1,0-1,0 0,1 1,-1-1,0 0,0 1,0-1,0 0,1 1,-1-1,0 0,0 0,1 1,-1-1,0 0,1 0,-1 0,0 1,1-1,-1 0,0 0,1 0,-1 0,0 0,1 0,-1 0,0 0,1 0,-1 0,0 0,1 0,-1 0,1 0,-1 0,0 0,1 0,-1 0,0 0,1-1,-1 1,0 0,1 0,-1 0,22 1</inkml:trace>
  <inkml:trace contextRef="#ctx0" brushRef="#br0" timeOffset="969.406">1468 600,'0'-5,"-1"0,0 1,-1-1,1 0,-1 1,0-1,0 1,-1 0,1 0,-1 0,0 0,0 0,0 0,0 1,-1-1,1 1,-1 0,0 0,0 0,0 1,-1-1,1 1,0 0,-1 0,0 1,1-1,-1 1,0 0,1 1,-1-1,0 1,0 0,0 0,0 0,0 0,1 1,-1 0,0 0,0 1,1-1,-1 1,-2 1,-1 1,1 0,0 1,1 0,-1 0,1 1,0-1,0 1,0 0,1 1,0 0,1-1,-1 2,1-1,1 0,-1 1,1 0,0 1,1-5,1 1,0-1,0 1,0 0,0-1,1 1,0 0,0-1,0 1,0 0,1 0,0-1,0 1,0-1,1 1,-1-1,1 1,0-1,0 0,1 0,-1 0,1 0,0 0,0 0,0-1,1 0,-1 1,1-1,-1 0,3 0,-1 1,1-1,-1 1,1-1,0-1,0 1,0-1,0 0,1-1,-1 1,0-1,1-1,-1 1,1-1,-1 0,1 0,-1-1,1 0,-1 0,0 0,1-1,-1 0,0 0,0-1,0 0,-1 0,1 0,-1-1,1 1,-1-1,0-1,1 0,53-93,-52 93,-13 28,2-13,1-1,-1 0,1 0,0 1,1 0,0-1,1 1,0 0,0 0,1 1,0-10,0 0,1 0,-1 0,0 0,0 0,1 0,-1 0,0 0,1 0,-1-1,1 1,0 0,-1 0,1 0,-1-1,1 1,0 0,0-1,-1 1,1 0,0-1,0 1,0-1,0 0,0 1,-1-1,1 0,0 1,0-1,0 0,0 0,0 0,0 0,0 0,0 0,0 0,0 0,0 0,0 0,0-1,0 1,0 0,0-1,0 1,0-1,41-23,-20 2,-1-1,-1-1,-1-1,-1-1,-1-1,6-14,6-7,-28 47,-1 0,-1 1,1-1,0 1,0-1,0 1,0-1,0 1,0 0,0-1,0 1,0-1,0 1,0-1,0 1,1-1,-1 1,0-1,0 1,0-1,1 1,-1 0,0-1,0 1,1-1,-1 1,0 0,1-1,-1 1,1 0,-1 0,0-1,1 1,-1 0,1 0,-1-1,1 1,-1 0,1 0,-1 0,0 0,1 0,-1 0,1 0,-1 0,1 0,-1 0,1 0,-1 0,1 0,-1 0,1 0,-1 0,1 1,-1-1,0 0,1 0,-1 1,1-1,-1 0,0 0,1 1,-1-1,0 1,1-1,-1 0,0 1,1-1,-1 1,0-1,0 1,12 136,-8-122,0 1,1-1,0-1,1 1,1-1,1 0,-1-1,2 1,0-2,1 1,3 2,-11-13,-2-2,1 0,-1 0,0 0,1 0,-1 0,1 0,-1 0,0 0,1 0,-1 0,1 0,-1 0,0 0,1 0,-1 1,1-1,-1 0,0 0,1 0,-1 1,0-1,1 0,-1 1,0-1,0 0,1 1,-1-1,0 0,0 1,0-1,1 0,-1 1,0-1,0 0,0 1,0-1,0 1,0-1,0 0,0 1,0-1,0 1,0-1,0 1,0-1,0 0,0 1,0-1,0 1,0-1,-1 0,1 1,0-1,0 0,0 1,-1-1,1 0,0 1,0-1,-1 0,1 0,0 1,-1-1,1 0,0 0,-1 1,-6-3,1 0,-1 0,1 0,0-1,0 1,0-2,0 1,0-1,1 1,-1-2,1 1,0-1,1 1,-4-5,8 8,0-1,0 1,1-1,-1 1,0-1,1 1,-1-1,1 1,-1 0,1-1,0 1,0 0,-1-1,1 1,0 0,0 0,0 0,0 0,1 0,-1 0,0 0,0 0,1 0,-1 1,0-1,1 0,-1 1,0-1,1 1,-1 0,1-1,-1 1,2 0,0-1,16-6,0 0,0-2,-1 0,0 0,-1-2,0 0,-1-1,0-1,-1 0,0-2,-1 1,-1-2,0 0,5-18,-2 0,-1 0,-2-2,-2 0,-1 0,-1-1,-3 0,-1 0,-1-1,-2 1,-3-28,1-6,-2 62,-1 14,-1 18,-52 460,36-231,21-225,2-12</inkml:trace>
  <inkml:trace contextRef="#ctx0" brushRef="#br0" timeOffset="1163.985">1990 252,'-12'-13,"4"-3,12 4,18 9,23 6,18 11,13 6,2 8,-5 5,-15-3</inkml:trace>
  <inkml:trace contextRef="#ctx0" brushRef="#br0" timeOffset="1815.678">2110 801,'69'-151,"-61"134,-4 6,0 1,1-1,1 1,0 1,0-1,1 1,0 0,5-4,-11 12,0 0,0 1,0-1,0 1,-1-1,1 1,1 0,-1-1,0 1,0 0,0 0,0-1,0 1,0 0,0 0,0 0,0 0,0 1,0-1,0 0,0 0,0 1,0-1,0 0,0 1,0-1,0 1,0-1,0 1,0 0,0-1,0 1,-1 0,1 0,0 0,-1-1,1 1,0 0,-1 0,1 1,25 43,-23-37,1-3,-1 0,0 1,-1-1,1 1,-1 0,0-1,-1 1,1 0,-1 0,0 1,-1-1,1 0,-1 0,0 0,-1 0,0 0,0 0,0 0,0 0,-1 0,0 0,0 0,-1-1,0 1,0-1,0 1,-14 10,14-14,-1 1,1 0,0 0,0 0,0 1,0-1,1 1,-1-1,1 1,0 0,0 0,0 0,1 0,-1 1,3-2,0-1,0 0,0 1,0-1,1 0,-1 0,1 0,-1 0,1 0,0 0,0-1,0 1,0 0,0-1,0 0,0 1,1-1,-1 0,0 0,1 0,-1 0,1-1,-1 1,1-1,0 1,8 2,1 0,0 0,0-1,1 0,-1-1,0-1,0 0,1-1,6-1,-19 2,-1 0,1 0,-1 0,0 0,1-1,-1 1,1 0,-1 0,1-1,-1 1,1 0,-1-1,1 1,0-1,-1 1,1 0,-1-1,1 1,0-1,-1 1,1-1,0 1,0-1,-1 1,1-1,0 1,0-1,0 0,0 1,0-1,0 1,0-1,0 0,0 1,0-1,0 1,0-1,0 1,0-1,1 0,-3 2,1-1,0 1,0 0,0 0,0 0,0-1,0 1,0 0,1 0,-1 0,0 1,0-1,1 0,-1 0,1 0,-1 0,1 1,-1-1,1 0,0 0,0 1,-1-1,1 0,0 1,0-1,0 0,0 1,1-1,-1 0,0 0,1 1,-1-1,0 0,1 0,0 1,-1-1,1 0,0 0,-1 0,1 0,0 0,0 0,0 0,0 0,0 0,0-1,0 1,0 0,0-1,0 1,1-1,-1 1,0-1,0 1,1-1,-1 0,0 1,0-1,1 0,-1 0,0 0,1 0,-1 0,0-1,1 1,2 0,0-1,-1 1,1-1,-1 0,1 0,0 0,-1-1,0 1,1-1,-1 0,0 0,0 0,0 0,0-1,0 1,-1-1,1 0,-1 0,1 0,-1 0,0 0,0 0,-1 0,1-1,-1 1,1-1,-1 1,-2 1,0 0,1 1,-1-1,0 0,0 1,0-1,-1 1,1-1,0 1,0-1,-1 1,1 0,-1 0,1 0,-1 0,0 0,1 0,-1 0,0 1,0-1,0 0,1 1,-1-1,0 1,0 0,0 0,0 0,0 0,0 0,0 0,1 0,-1 1,0-1,0 1,0-1,0 1,1 0,-1-1,0 1,1 0,-1 1,-40 33,42-34,-1 0,0 0,1 0,-1 0,1 0,0 0,-1 0,1 1,0-1,0 0,0 0,-1 0,1 0,0 0,0 1,1-1,-1 0,0 0,0 0,1 0,-1 0,0 0,1 0,-1 0,1 0,-1 0,1 0,0 0,-1 0,1 0,0 0,0 0,0-1,-1 1,1 0,0-1,0 1,0 0,0-1,0 1,0-1,1 0,-1 1,0-1,19 7</inkml:trace>
  <inkml:trace contextRef="#ctx0" brushRef="#br0" timeOffset="2021.86">2698 574,'-18'-5,"-9"-1,-1 0,4 6,5 5,9 6,9 6,3 0</inkml:trace>
  <inkml:trace contextRef="#ctx0" brushRef="#br0" timeOffset="2281.169">2591 988,'-4'16,"-2"7,4 3,11-2,11-4,4-6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47:09.40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181 176,'-2'33,"-2"0,-1 0,-2 0,-1-1,-4 10,6-21,-18 56,-3 0,-3-2,-6 4,22-54,8-21,11-19,151-391,-72 138,-59 218,-24 50,0 0,0 0,0 1,0-1,0 1,1-1,-1 1,0-1,0 1,-1 0,1-1,0 1,0 0,0 0,0 0,-1 0,1-1,0 1,-1 0,1 0,-1 1,1-1,-1 0,1 0,-1 0,0 0,0 0,1 0,-1 0,0 1,1 1,29 90,-4 1,1 21,-15-55,-2 0,-2 1,-4 0,-2 49,-11-56,3-40</inkml:trace>
  <inkml:trace contextRef="#ctx0" brushRef="#br0" timeOffset="257.834">61 470,'23'2,"21"1,21-5,20-8,14-8,6-5,-1-1,-12 4,-21 5</inkml:trace>
  <inkml:trace contextRef="#ctx0" brushRef="#br0" timeOffset="544.629">837 349,'18'3,"18"0,13-3,13-1,4 0,1 0,-7 0,-14 0</inkml:trace>
  <inkml:trace contextRef="#ctx0" brushRef="#br0" timeOffset="545.629">904 577,'25'4,"22"0,18-6,18-7,-7-2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47:16.64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10629 728,'7'-8,"1"1,0 1,1-1,-1 1,1 1,0-1,1 2,-1-1,1 1,0 1,0 0,0 0,0 1,1 0,-1 1,0 0,1 0,-1 1,1 1,-1 0,1 0,-1 1,0 1,1-1,2 3,-2-1,0 0,0 1,-1 1,1 0,-1 0,-1 1,1 0,-1 0,0 1,-1 1,0-1,0 1,-1 1,0-1,-1 1,0 1,-1-1,1 1,-2 0,0 0,0 0,-1 0,-1 1,1 0,-2-1,0 1,0 4,-1 25,-2 1,-1-1,-3 0,-1-1,-1 1,-9 18,-16 88,31-132,0 1,0-1,1 1,1 0,1 0,0-1,2 7,-2-17,0-1,0 1,1-1,-1 1,1-1,0 1,0-1,0 0,1 0,-1 0,1 0,0-1,0 1,1-1,-1 1,1-1,-1 0,1 0,0-1,0 1,0-1,1 0,-1 0,0 0,1-1,0 1,1-1,0 0,0-1,-1 0,1 0,0 0,0 0,0-1,0 0,0 0,-1-1,1 1,-1-1,1-1,-1 1,1-1,-1 0,0 0,0 0,-1-1,1 1,-1-1,0 0,0-1,0 1,0-1,-1 0,0 0,0 0,0 0,0 0,-1-1,0 1,0-1,0 1,-1-1,0 0,0 0,-1 0,1-3,-1-4,0 0,-1 0,0 0,-1 1,-1-1,0 0,-1 1,0 0,0 0,-1 0,-1 0,0 1,-1 0,-3-4,-9-11,-1 1,0 1,-2 1,-1 1,-8-6,-33-21,-2 2,-45-22,69 43,18 8,23 18,1-1,-1 1,1 0,0-1,-1 1,1-1,0 1,0 0,-1-1,1 1,0-1,0 1,-1-1,1 1,0-1,0 1,0-1,0 1,0-1,0 1,0-1,0 1,0-1,0 1,0-1,0 1,0-1,0 1,1-1,-1 1,0-1,0 1,1-1,-1 1,0 0,0-1,1 1,-1-1,0 1,1 0,-1-1,1 1,-1 0,1 0,-1-1,0 1,1 0,-1 0,1 0,-1-1,1 1,-1 0,1 0,-1 0,1 0,-1 0,1 0,-1 0,1 0,-1 0,1 0,-1 0,1 0,-1 1,1-1,-1 0,156-15,263 3,-413 12,-4 0,0-1,1 0,-1 1,0-1,0 1,1 0,-1-1,0 1,1 0,-1 1,0-1,1 0,-1 1,0-1,0 1,1 0,-1-1,0 1,0 0,0 1,0-1,0 0,0 0,-1 1,1-1,0 1,-1 0,1-1,-1 1,1 0,-1 0,0 0,0 0,0 0,0 0,0 0,0 1,0-1,-1 0,1 0,-1 1,-1 2,1 0,0 0,0 0,0 0,1 0,0 0,0 0,0 0,0 0,1 0,0 0,0-1,0 1,0-1,1 0,0 1,0-1,0 0,0-1,1 1,-1-1,1 1,0-1,0 0,5 2,-8-3,1 0,0-1,0 1,0-1,1 0,-1 0,0 0,1 0,-1 0,0 0,1 0,-1-1,1 1,-1-1,1 0,-1 0,1 0,-1 0,1 0,-1 0,1-1,-1 1,1-1,-1 0,1 0,-1 1,0-2,0 1,1 0,-1 0,0-1,0 1,0-1,0 0,-1 1,1-1,0 0,-1 0,1 0,-1-1,0-5,-1 0,0 0,0 0,-1 0,0 0,0 0,-1 0,0 1,0-1,-1 0,0 1,0 0,-1-1,0 1,-1 1,1-1,-1 1,0-1,-1 1,1 1,-1-1,-4-2,-54-47,63 55,1-1,0 1,-1-1,1 1,0-1,0 1,-1-1,1 1,0-1,0 1,0-1,-1 0,1 1,0-1,0 1,0-1,0 0,0 1,0-1,0 1,0-1,1 1,-1-1,0 0,0 1,0-1,1 1,-1-1,0 1,1-1,-1 1,0-1,1 1,-1 0,0-1,1 1,-1-1,1 1,-1 0,1-1,-1 1,1 0,-1 0,1-1,-1 1,1 0,0 0,-1 0,1 0,-1 0,1-1,-1 1,1 0,0 0,-1 1,1-1,-1 0,1 0,-1 0,1 0,0 0,-1 1,1-1,-1 0,1 0,-1 1,1-1,-1 0,1 1,250 10,-209-10,75 11,-115-9,1-1,0 0,-1 1,0 0,0 0,0-1,0 1,0 1,0-1,-1 0,1 0,-1 0,0 1,0-1,0 1,-1-1,1 1,-1-1,0 1,0-1,0 1,0-1,-1 1,1-1,-1 1,0-1,0 1,0-1,-1 2,-1 16,3-19,-1 1,1-1,-1 1,1 0,0-1,0 1,0-1,1 1,-1-1,1 1,-1-1,1 0,0 1,0-1,0 1,0-1,0 0,0 0,1 0,-1 0,1 0,0 0,-1 0,1 0,0-1,0 1,0-1,0 1,0-1,1 0,-1 0,0 0,1 0,-1 0,0 0,1-1,-1 1,2-1,4 1,1-2,-1 1,1-1,-1-1,0 1,1-1,-1-1,0 0,0 0,-1 0,1-1,-1 0,0-1,0 1,0-2,0 1,-1-1,0 1,0-2,-1 1,1-1,-1 1,-1-2,1 1,-1 0,-1-1,1 0,-1 0,-1 0,1 0,-2 0,1 0,0-8,3-32,-9 44,0 19,5-8,1 1,0-1,0 1,1-1,0 0,1 0,-1 0,1 0,0-1,1 1,0-1,0 0,0-1,1 1,-1-1,2 0,-1 0,0-1,1 0,0 0,5 2,14 8,1-2,0 0,1-2,0-1,0-1,1-2,0 0,0-2,0-2,1 0,5-2,-28 0,1-1,0 1,-1-1,0-1,1 1,-1-1,0-1,0 1,0-1,0-1,3-1,-8 4,1-1,-1 0,0 0,0 1,0-1,0-1,0 1,0 0,-1 0,1-1,-1 1,1-1,-1 1,0-1,0 0,0 1,0-1,-1 0,1 0,-1 1,1-1,-1 0,0 0,0 0,-1 0,1 0,0 1,-1-1,0 0,0 0,0 0,-1-2,-1 0,0 0,0 1,0-1,-1 1,0 0,0 0,0 0,0 0,-1 1,1-1,-1 1,0 0,0 1,0-1,0 1,0 0,-1 0,1 1,-1-1,1 1,-1 1,1-1,-1 1,0 0,1 0,-1 0,0 1,1 0,-1 0,1 0,-1 1,1 0,0 0,0 0,0 1,0 0,0 0,0 0,1 0,-1 1,1 0,0 0,-3 3,4-3,0-1,1 0,-1 1,1-1,0 1,0-1,1 1,-1 0,1 0,-1 0,1 0,0 0,1 0,-1 1,1-1,0 0,0 0,0 0,0 0,1 1,-1-1,1 0,1 0,-1 0,0 0,1 0,0-1,0 1,0 0,0-1,0 1,1-1,0 0,0 0,0 0,0 0,0 0,0-1,1 1,-1-1,1 0,0 0,-1 0,1-1,0 1,0-1,1 0,2 0,0 0,1 0,-1-1,1 0,-1-1,0 1,1-2,-1 1,0-1,0 0,0 0,0-1,0 0,0 0,-1 0,0-1,1 0,-1-1,-1 1,1-1,-1 0,1 0,-1-1,-1 0,1 0,-1 0,0 0,-1-1,1 1,-1-1,-1 0,1 0,-1 0,0 0,-1 0,0-1,1-4,-6 0,-2 33,5-15,1 0,0-1,1 1,-1 0,1-1,0 1,1 0,-1-1,1 1,0-1,1 0,-1 0,1 0,0 0,0 0,1-1,-1 1,1-1,0 0,0 0,0 0,1 0,0-1,-1 0,6 3,8 4,0-1,1 0,0-1,0-1,1-1,13 3,38 4,-7-4</inkml:trace>
  <inkml:trace contextRef="#ctx0" brushRef="#br0" timeOffset="37937.418">10991 1530,'-12'18,"-3"18,0 13,3 11,4 8,3 4,0 1,-1-2,-3-5,0-7,-3-8,2-9,2-11</inkml:trace>
  <inkml:trace contextRef="#ctx0" brushRef="#br0" timeOffset="38415.657">10616 1837,'20'7,"1"0,-1-2,2-1,-1-1,0 0,5-1,9 1,52 5,-44-6,0 2,0 2,-1 2,0 1,0 2,7 5,-44-14,-1-1,1 1,0 0,-1 0,0 1,1-1,-1 1,0 0,0 0,-1 1,1-1,-1 1,1-1,-1 1,0 0,-1 0,1 1,-1-1,1 0,-1 1,-1 0,1-1,-1 1,0 0,0 0,0 0,0 0,-1 0,0 0,0 4,-63 147,62-154,1 0,-1-1,1 1,0 0,0-1,-1 1,1 0,0 0,1-1,-1 1,0 0,0 0,1-1,-1 1,1 0,0-1,-1 1,1-1,0 1,0-1,0 1,0-1,0 1,0-1,1 0,-1 0,0 1,1-1,-1 0,0 0,1-1,0 1,-1 0,1 0,-1-1,1 1,0-1,-1 1,1-1,0 0,0 1,-1-1,1 0,0 0,80-10,-75 7,1 1,-1-1,0 0,0-1,0 0,0 0,0 0,-1-1,0 0,0 0,0-1,-1 1,0-1,0 0,0-1,-1 1,0-1,0 0,-1 0,0 0,0-1,0 1,-1-1,0 1,-1-1,0 0,0 0,0 1,-1-1,-1-4,0 8,0 1,0 0,-1 0,1 0,-1 0,0 0,0 1,0-1,0 0,-1 1,1-1,-1 1,1 0,-1 0,0 0,0 0,0 1,0-1,0 1,0 0,-1-1,1 1,0 1,0-1,-1 0,1 1,-1 0,1 0,-4 0,-4 0,0 0,-1 1,1 1,0 0,-1 0,1 1,0 1,-4 1,-41 33,54-37,1 1,-1-1,1 0,0 1,0 0,0-1,0 1,0 0,0 0,0-1,0 1,1 0,-1 0,1 0,-1 0,1 0,0 0,0 0,0 0,0 0,0 0,0 0,0 0,1 0,-1 0,1 0,0-1,-1 1,1 0,0 0,0 0,0 0,24 23,7-5</inkml:trace>
  <inkml:trace contextRef="#ctx0" brushRef="#br0" timeOffset="39172.365">11886 2105,'1'-4,"1"0,-1 0,0 0,-1 0,1 0,-1 0,0-1,0 1,0 0,0 0,-1 0,1 0,-1 0,0 0,-1 0,1 0,-1 0,0 0,1 0,-2 1,1-1,0 1,-1-1,1 1,-1 0,0 0,0 0,-1 1,1-1,0 1,-1-1,1 1,-1 0,0 1,0-1,-3 0,0 0,0 1,0 0,0 0,0 1,0 0,-1 0,1 1,0-1,0 2,0-1,0 1,0 0,0 0,1 1,-1 0,1 0,0 1,0 0,0 0,0 0,0 1,1 0,0 0,0 0,0 0,1 1,0 0,0 0,0 0,1 0,0 1,0-1,1 1,-1 0,2 0,-2 6,3-9,0-1,0 1,0-1,1 1,0-1,0 1,0-1,0 0,0 1,0-1,1 0,0 0,0 0,-1 0,2 0,-1-1,0 1,1 0,-1-1,1 0,-1 0,1 0,0 0,0 0,0 0,0-1,1 1,93 22,-84-24,0 0,0-1,-1 0,1-1,0 0,-1-1,1 0,-1-1,0-1,-1 0,1 0,2-3,-9 5,1 0,-1-1,1 1,-1-1,0-1,0 1,-1-1,0 0,1 0,-2 0,1-1,0 1,-1-1,0 0,-1 0,1 0,-1 0,0 0,-1-1,1 1,-1 0,-1-1,1 1,-1-4,-5 4,-1 21,5-11,1 1,-1 0,1 0,0 0,0-1,0 1,1 0,0 0,0 0,0-1,0 1,1-1,0 1,0-1,0 1,0-1,1 0,0 0,-1 0,2 0,-1-1,0 1,1-1,-1 0,1 0,0 0,0-1,0 1,1-1,-1 0,0 0,1 0,-1-1,1 1,0-1,-1 0,1-1,0 1,0-1,0 0,3 0,5-1,0 0,1 0,-1-1,0-1,0 0,0-1,-1-1,1 0,-1 0,0-1,-1-1,1 0,-1 0,-1-1,3-3,9-8,-1-1,-1-1,-1 0,-1-2,-1 0,8-16,-2 0,-2-2,-1 0,-3-1,-1-1,-2 0,-2-1,-2-1,-2 0,-2 0,0-41,-6 82,1 2,-1 0,1 0,-1 0,0 0,0 0,0 0,0 0,0 0,-1 0,1 0,-1 0,1 1,-1-1,1 0,-1 0,0 0,0 1,0-1,0 0,0 1,-1-1,1 0,-1 3,0 0,-1 0,1 1,0-1,0 0,0 1,0-1,1 1,-1-1,0 1,1 0,-1 0,1 0,0 0,-1 0,1 0,0 0,0 0,0 0,0 1,1-1,-18 37,2 2,2 0,2 0,1 2,3-1,1 1,2 0,2 0,2 17,1-35,0-1,2 1,1-1,1 0,0 0,2 0,8 20,-11-35,1 0,0 0,0-1,1 1,0-1,0 0,1-1,0 0,0 1,1-2,0 1,0-1,0 0,1 0,0-1,0 0,1-1,-1 0,1 0,0-1,6 2,-8-4,1 1,0-2,0 1,0-1,0-1,-1 1,1-1,0-1,0 1,-1-1,1-1,-1 1,1-1,-1-1,0 1,0-1,-1 0,1-1,-1 0,0 0,1-1,8-8,0-1,-1-1,-1 0,0-1,-1 0,-1-1,3-7,20-46,-40 87,0-1,1 1,0 0,1 1,1-1,1 1,0-1,1 1,1 0,0 0,1-1,1 1,1 0,0-1,1 0,5 12,-6-22,1 0,-1-1,1 1,0-1,1 0,-1 0,1-1,0 1,0-1,0 0,1 0,-1-1,1 0,0 0,0 0,0-1,0 1,6 0,22 2</inkml:trace>
  <inkml:trace contextRef="#ctx0" brushRef="#br0" timeOffset="39474.557">12341 1744,'-16'-4,"-8"-2,8 0,17-1,30 0,31 0,35-2,29 1,20 2,5 6,-9 8,-20 5,-30 0</inkml:trace>
  <inkml:trace contextRef="#ctx0" brushRef="#br0" timeOffset="-4858.647">1993 781,'-6'-12,"1"-1,1 0,0 0,1 0,0 0,1-1,0 1,1-1,1 1,0-1,1 0,0 1,1-1,1 1,0 0,1 0,0 0,1 0,0 0,1 1,1 0,0 1,0-1,5-3,-9 12,0 0,0 0,1 0,-1 1,1-1,0 1,0 0,0 0,0 0,0 1,0 0,0-1,1 1,-1 1,0-1,1 1,-1 0,0 0,1 0,-1 0,0 1,1-1,-1 1,0 0,0 1,1-1,-1 1,0 0,0 0,-1 0,4 2,11 8,-1 1,0 0,0 1,-2 1,13 14,-7-8,-2 0,0 1,-2 1,0 1,-1 1,-2 0,4 9,-18-33,1 1,0-1,0 0,-1 0,1 1,-1-1,1 1,-1-1,0 0,0 1,1-1,-1 1,0-1,0 1,0-1,-1 0,1 1,0-1,0 1,-1-1,1 0,-1 1,1-1,-1 0,0 1,1-1,-1 0,0 0,0 0,0 1,0-1,0 0,0 0,0-1,0 1,0 0,-1 0,1 0,0-1,0 1,-1-1,1 1,-1-1,1 1,0-1,-1 0,1 0,-1 0,1 0,-1 0,1 0,0 0,-1 0,1 0,-1-1,1 1,-8-1,0 0,1 0,-1-1,0 0,1-1,0 0,-1 0,1 0,0-1,1-1,-1 1,1-1,0 0,0-1,1 0,-3-2,9 7,0 0,-1-1,1 1,0 0,0 0,0 0,0 0,0 0,1-1,-1 1,0 0,0 0,1 0,-1 0,1 0,-1 0,1 0,-1 0,1 0,0 0,-1 0,1 0,0 0,0 1,-1-1,1 0,0 0,0 1,0-1,0 1,0-1,0 1,0-1,0 1,1-1,-1 1,0 0,0 0,0 0,0 0,0 0,0 0,1 0,-1 0,0 0,0 0,0 0,0 1,1-1,262-13,-247 13,-1-1,1-1,-1 0,0-1,0-1,0-1,0 0,-1-1,0-1,0 0,0-1,-1 0,0-1,1-2,-13 9,1-1,-1 1,0 0,1-1,-1 0,0 1,-1-1,1 0,0 0,-1 0,0 0,1 0,-1-1,0 1,-1 0,1 0,-1-1,1 1,-1-1,0 1,0 0,-1-1,1 1,-1 0,1-1,-1 1,0 0,0 0,0 0,-1-1,1 1,-1 1,0-1,0 0,0 0,0 1,0-1,-1 1,1-1,-1 1,1 0,-1 0,0 0,0 1,0-1,0 1,0 1,0-1,0 1,0 0,0-1,0 2,0-1,0 0,1 0,-1 1,0 0,0 0,0-1,0 2,1-1,-1 0,1 0,-1 1,1 0,-1-1,1 1,0 0,0 0,0 0,0 0,0 1,0-1,0 0,1 1,-1-1,1 1,-1 2,-1 1,0 1,0 0,0 0,1 0,0 0,1 0,-1 0,1 1,1-1,-1 1,1-1,1 6,1-6,0 0,0 0,0-1,1 1,0 0,0-1,1 0,0 0,0 0,0 0,1-1,0 1,0-1,0-1,1 1,0-1,-1 1,2-2,-1 1,0-1,1 0,2 1,14 5,1-1,-1-1,1-1,1-1,23 2,64 2,-3-7</inkml:trace>
  <inkml:trace contextRef="#ctx0" brushRef="#br0" timeOffset="26218.501">1793 219,'0'0</inkml:trace>
  <inkml:trace contextRef="#ctx0" brushRef="#br0" timeOffset="-5743.327">228 541,'21'0,"22"0,20 2,17 1,16 0,10-1,4 2,-2 0,-8-1,-15 0,-21-2</inkml:trace>
  <inkml:trace contextRef="#ctx0" brushRef="#br0" timeOffset="-5475.044">897 327,'-13'-3,"9"2,-1 0,1 0,-1 1,1-1,-1 1,1 0,-1 0,1 1,0-1,-1 1,1 0,-1 0,1 0,-1 1,4-1,1 0,-1 0,0 0,1 0,-1 0,1 1,-1-1,1 0,0 0,-1 0,1 0,0 1,0-1,0 0,0 0,0 1,0-1,0 0,0 0,1 0,-1 1,0-1,1 0,-1 0,1 0,-1 0,1 0,-1 0,1 0,0 0,0 0,-1 0,1 0,0 0,0 0,0 0,0-1,0 1,0 0,0-1,0 1,1-1,-1 1,0-1,0 0,1 1,25 13,0 0,0-2,1-1,1-1,26 5,-2 0,-32-8,15 3,0 2,-1 2,-1 1,6 5,-36-18,0-1,0 1,0 0,-1 1,1-1,-1 1,0-1,1 1,-1 0,0 0,-1 1,1-1,-1 0,1 1,-1 0,0-1,0 1,0 0,-1 0,0 0,1 0,-2 1,1-1,0 0,-1 0,1 1,-2 2,-3 4,-1 0,-1-1,1 0,-2 0,0 0,0-1,0 0,-1 0,-1-1,1 0,-1 0,-1-1,0 0,-10 5,8-3,-82 64,88-61,10-5</inkml:trace>
  <inkml:trace contextRef="#ctx0" brushRef="#br0" timeOffset="27794.998">108 607,'-5'7,"0"1,0-1,0 0,1 1,0 0,1 0,0 0,0 1,1-1,0 1,0-1,1 4,1-11,-12 80,4 1,3 0,5 49,0-81,0 119,-2 215,-22 74,13-327,11-130,-1 0,1 0,0 1,0-1,0 0,0 0,0 0,0 0,0 1,1-1,-1 0,0 0,0 0,1 0,-1 0,1 0,-1 0,1 0,0 0,-1 0,1 0,0 0,0 0,0 0,-1 0,1-1,0 1,0 0,0-1,0 1,0-1,0 1,0-1,1 1,-1-1,0 0,0 1,0-1,0 0,0 0,1 0,-1 0,0 0,0 0,0 0,0-1,1 1,-1 0,0-1,0 1,0 0,0-1,0 0,0 1,0-1,0 1,1-2,86-16,0 4,1 3,0 5,32 4,-14-2,251-23,-353 27,-11 2,-15 0,5-5,1-2</inkml:trace>
  <inkml:trace contextRef="#ctx0" brushRef="#br0" timeOffset="28049.85">803 1971,'1'0,"0"1,-1-1,1 1,-1-1,1 1,-1 0,1-1,-1 1,1 0,-1 0,0-1,1 1,-1 0,0 0,0-1,1 1,-1 0,0 0,0 0,0-1,0 1,0 0,0 0,0 0,-1-1,1 1,0 0,0 0,0-1,-1 1,1 0,-1 0,1-1,0 1,-1 0,1-1,-1 1,1 0,-1-1,0 1,1-1,-1 1,0-1,1 1,-1-1,0 0,1 1,-1-1,0 0,0 0,1 1,-1-1,0 0,0 0,0 0,1 0,-1 0,0 0,0 0,0 0,0 0,1 0,-1-1,0 1,0 0,1-1,-1 1,0 0,0-1,90 49,-72-41,37 13,-36-14,1 0,-1 1,-1 0,1 2,-2 0,1 1,-1 1,0 0,-1 1,6 8,-18-17,0 0,-1 1,1-1,-1 1,0-1,0 1,0 0,-1 0,1 0,-1 0,0 0,0 1,-1-1,1 0,-1 0,0 1,0-1,0 0,-1 0,1 0,-1 1,0-1,0 0,-1 0,1 0,-1 0,0 0,0-1,0 1,-1 1,-6 8,-1-1,0 0,0-1,-1 0,-1-1,0 0,0 0,-1-2,-35 23,-2-3,0-1,-15 2,-55 23</inkml:trace>
  <inkml:trace contextRef="#ctx0" brushRef="#br0" timeOffset="29392.26">1859 2318,'15'-63,"-5"25,4-17,1 1,3 0,24-47,3 35,-43 64,0 0,0 1,0-1,0 0,0 1,0-1,1 1,-1 0,0 0,1 0,-1 0,1 0,0 0,-1 1,1-1,-1 1,1 0,0 0,-1 0,1 0,0 0,-1 0,1 1,0-1,-1 1,1 0,-1 0,1 0,10 7,-1 1,0 0,-1 1,0 0,-1 1,0 0,0 1,-2 0,1 0,-1 1,-1 0,1 4,-4-11,0-1,0 1,-1 0,0 0,0 0,0 0,-1 0,0 1,0-1,-1 1,1-1,-1 1,-1 0,0 0,0-1,0 1,0 0,-1 0,0-1,-1 1,0-1,0 1,0-1,-1 0,1 1,-1-1,-1-1,1 1,-1 0,0-1,-3 2,5-4,-1-1,0 1,0-1,-1 0,1 0,0 0,-1 0,1-1,-1 1,1-1,-1 0,0 0,0 0,1-1,-1 1,0-1,0 0,0 0,0 0,0-1,1 1,-1-1,0 0,0 0,1 0,-1 0,1-1,-1 0,1 0,0 0,-1 0,1 0,0 0,0-1,1 0,-1 1,0-1,1 0,0 0,-1 0,1-1,1 1,-1-1,0 1,1-1,0 1,-1-2,2 3,-1 0,1-1,0 1,0 0,0 0,0-1,0 1,0 0,1 0,-1-1,1 1,-1 0,1 0,0 0,0 0,0 0,0 0,0 0,0 0,1 0,-1 0,1 1,-1-1,1 0,0 1,0 0,-1-1,1 1,0 0,0 0,0 0,0 0,0 0,1 0,-1 1,2-1,83-10,205 21,-280-12,0 1,-1-2,1 1,-1-2,1 1,-1-1,-1-1,1 0,0-1,1-2,-7 5,0 0,0-1,-1 1,0-1,0 0,0 0,0-1,0 1,-1-1,0 0,0 0,0 0,-1 0,0-1,0 1,0 0,0-1,-1 0,0 1,0-1,0-5,-1 7,-1 1,1-1,-1 0,0 0,0 0,0 0,0 1,0-1,-1 1,0-1,0 1,0-1,0 1,0 0,-1 0,1 0,-1 0,0 1,0-1,0 1,0-1,0 1,-1 0,1 0,0 1,-1-1,0 1,1-1,-1 1,0 0,0 1,0-1,0 1,1-1,-1 1,0 0,0 1,0-1,0 1,0 0,1 0,-1 0,0 0,0 0,1 1,-1 0,0 0,-4 3,0 0,0 0,1 1,0 0,0 0,0 1,1 0,0 0,0 0,1 1,0-1,0 1,1 1,0-1,0 1,1 0,-1 1,2-3,0-1,1 0,-1 0,1 1,1-1,-1 1,1-1,0 1,0-1,1 1,0-1,0 0,1 1,-1-1,1 0,1 0,-1 0,1 0,0 0,0-1,1 1,0-1,0 0,0 0,1 0,4 2,0 0,0-1,1 0,0-1,0 0,1-1,-1 0,1 0,0-1,0 0,0-1,1 0,9-1,148-5,-66-8</inkml:trace>
  <inkml:trace contextRef="#ctx0" brushRef="#br0" timeOffset="-1709.947">7488 500,'13'315,"-4"-168,-7 1,-7 32,4-158,-1-1,-1 0,-1 0,-1 0,0 0,-5 8,10-28,0-1,0 1,0-1,0 1,0-1,0 1,0-1,0 1,0-1,0 1,0-1,0 1,0-1,-1 1,1-1,0 1,0-1,-1 1,1-1,0 0,-1 1,1-1,0 1,-1-1,1 0,0 1,-1-1,1 0,-1 0,1 1,-1-1,1 0,-1 0,1 0,0 0,-1 1,1-1,-1 0,1 0,-1 0,1 0,-1 0,1 0,-1 0,1 0,-1-1,1 1,-1 0,1 0,-1 0,0-1,-7-26,5-19,3-1,1 1,3 0,1 0,8-25,-5 16,-2 20,2-32,4 1,2 1,4 0,11-27,-28 89,-1-1,1 1,0 0,0 0,0 0,0 0,1 0,-1 0,1 0,0 0,0 0,0 1,0-1,0 1,0 0,1-1,-1 1,1 0,0 0,-1 1,1-1,0 0,0 1,0 0,0 0,0 0,0 0,1 0,-1 1,0-1,0 1,1 0,-1 0,0 0,1 0,6 6,-1-1,1 2,-1-1,-1 1,0 0,0 1,0 0,-1 0,0 1,0 0,3 7,29 65,-38-79,0 0,-1 0,1 0,-1 0,0 0,1 0,-1 0,0 0,0 1,-1-1,1 0,0 0,-1 0,1 0,-1 0,0 0,1 0,-1 0,0 0,0 0,0-1,-1 1,1 0,0-1,-1 1,1-1,-1 1,1-1,-1 0,0 1,0-1,1 0,-1 0,0 0,0 0,0-1,0 1,0-1,-2 1,0 1,-1-1,1 0,-1 0,1-1,-1 1,0-1,1 0,-1 0,0-1,1 1,-1-1,1 0,-1 0,1 0,-1-1,0 0,5 1,-1 0,1-1,0 1,0 0,0 0,0 0,0 0,0 0,0 0,0 0,1 0,-1-1,0 1,0 0,1 0,-1 0,1 0,-1 0,1 0,0 0,-1 1,1-1,0 0,-1 0,1 0,0 1,0-1,0 0,0 1,0-1,0 1,0-1,0 1,0-1,0 1,0 0,0-1,0 1,1 0,115-44,-100 40,0 0,0-2,0 0,-1-1,0-1,0 0,-1-1,0-1,-1 0,11-10,0-21,-25 40,1 0,-1 0,1 0,-1 0,0 0,1 0,-1 0,0 0,0-1,0 1,0 0,0 0,0 0,0 0,0 0,0 0,-1 0,1-1,0 1,-1 0,1 0,-1 0,1 0,-1 0,1 0,-1 0,0 1,0-1,1 0,-1 0,0 0,0 1,0-1,0 0,0 1,0-1,0 1,0-1,0 1,-3 0,1 0,0 1,-1 0,1 0,0 0,0 0,0 0,0 0,0 1,0 0,0-1,0 1,0 0,1 0,-1 1,1-1,0 1,0-1,-1 1,2-1,-1 1,0 0,0 0,1 0,0 0,0 0,-1 1,2-1,-1 0,0 1,1-1,-1 0,1 2,-1 2,-1 0,1 0,0 0,1 0,-1 0,2 0,-1 0,1 0,0 0,0 0,1 0,0 0,0 0,0-1,1 1,0-1,1 0,-1 0,1 0,0 0,1 0,-1-1,1 0,0 0,0 0,1-1,0 0,-1 0,1 0,1 0,-1-1,2 0,2 1,-1-1,2 0,-1 0,0-1,0-1,1 0,-1 0,1-1,-1 0,0-1,1 0,-1-1,0 0,1-1,-1 0,-1 0,1-1,0 0,-1-1,0 0,0 0,0-1,-1-1,0 1,0-1,0 0,-1-1,0 0,1-3,30-37,-31 36,0 2,2-1,-1 1,1 0,1 1,0 0,0 0,9-5,-16 13,0-1,1 1,-1 0,0 0,1 0,-1 1,1-1,-1 1,1 0,-1-1,1 2,-1-1,1 0,-1 1,1 0,-1-1,0 1,1 1,-1-1,0 0,0 1,0 0,0-1,0 1,0 0,0 1,-1-1,1 0,-1 1,0 0,1 1,4 2,-2 2,1-1,-1 1,0 0,-1 0,0 0,0 1,-1-1,0 1,0 0,0 5,-3-11,0 0,0 0,0 0,-1 0,1 0,-1 0,0 0,0 0,0 0,0-1,0 1,-1 0,1-1,-1 1,0-1,0 1,0-1,0 0,0 0,0 0,-1 0,1 0,-1-1,1 1,-1-1,0 1,1-1,-1 0,0 0,0 0,0 0,0-1,0 1,0-1,-2 0,5 0,-1-1,1 1,0-1,0 0,-1 1,1-1,0 1,0-1,0 0,0 1,0-1,0 0,0 1,0-1,0 1,0-1,0 0,1 1,-1-1,0 1,0-1,1 0,-1 1,0-1,1 1,-1-1,0 1,1-1,-1 1,1-1,-1 1,1 0,-1-1,1 1,-1 0,1-1,-1 1,1 0,-1 0,1-1,0 1,-1 0,1 0,-1 0,1 0,0 0,-1 0,1 0,0 0,0 0,0-1,32-21,0-1,-1-1,-2-3,0 0,-2-1,-1-2,-2-1,-1-1,-1-1,-1-2,-2-7,-2 0,-2-2,-2 1,-2-2,-2 0,-2 0,-1-1,-1-44,-13 17,7 73,-1-1,0 0,0 1,0-1,0 0,0 1,0-1,0 1,0 0,0-1,0 1,0 0,0 0,0-1,0 1,0 0,0 0,0 0,0 0,0 0,0 1,0-1,0 0,0 0,0 1,0-1,0 0,0 1,0-1,0 1,0 0,0-1,0 1,1 0,-1-1,0 1,0 0,1 0,-1 0,0 0,1-1,-1 1,1 0,0 0,-1 0,1 0,0 0,-1 0,1 0,0 0,0 1,0-1,0 0,0 0,0 0,0 0,-9 25,2-1,1 1,1 1,1-1,1 1,1 0,2 14,-1-26,-2 27,2-1,2 1,1 0,2 0,2-1,2 0,2 0,1-1,2 0,2-1,11 18,-24-52,0 0,0-1,0 1,1-1,0 0,0 0,0 0,1 0,-1 0,1-1,0 0,0 1,0-1,0-1,0 1,1-1,-1 1,1-1,0-1,0 1,-1-1,1 1,0-1,0-1,0 1,1-1,-1 0,0 0,0 0,0-1,0 0,2 0,4-7,0 0,0-1,-1 0,0-1,0 0,-1 0,0-1,-1 0,-1-1,0 0,0 0,-1 0,4-14,29-59,-54 146,11-44,0-1,2 0,0 1,0-1,2 1,0-1,1 1,0 0,1 0,-1-11,1 0,-1 0,1 0,0 0,0 0,0 0,1-1,0 1,0-1,1 0,-1 0,1 0,0 0,1-1,-1 1,1-1,0 0,0 0,0-1,0 0,1 0,-1 0,1 0,0-1,3 1,-6-2,0 0,0-1,0 1,0-1,0 0,0 0,1 0,-1 0,0 0,0-1,0 1,0-1,0 0,0 0,0 0,0 0,0-1,17-12</inkml:trace>
  <inkml:trace contextRef="#ctx0" brushRef="#br0" timeOffset="-1447.633">8931 393,'-20'-9,"-12"-5,-2-1,4 1,17 2,24 1,33 3,40 2,41 2,39 7,29 5,16 5,-29 1</inkml:trace>
  <inkml:trace contextRef="#ctx0" brushRef="#br0" timeOffset="-3973.17">4467 781,'90'-205,"-44"110,4-7,-50 101,1 1,-1-1,0 1,1-1,-1 1,1-1,-1 1,0-1,1 1,-1 0,1-1,-1 1,1 0,-1-1,1 1,-1 0,1 0,0-1,-1 1,1 0,-1 0,1 0,-1 0,1 0,0 0,-1 0,1 0,-1 0,1 0,0 0,-1 0,1 1,-1-1,1 0,-1 0,1 1,-1-1,1 0,-1 0,1 1,-1-1,1 1,-1-1,1 0,-1 1,0-1,1 1,-1-1,0 1,1-1,-1 1,0-1,0 1,1 0,15 37,-13-31,78 212,-81-217,1-1,0 1,-1 0,1-1,-1 1,0 0,1 0,-1 0,0-1,0 1,0 0,0 0,-1 0,1-1,0 1,-1 0,1 0,-1-1,0 1,0 0,1-1,-1 1,0-1,0 1,0-1,-1 1,1-1,0 0,-1 1,1-1,0 0,-1 0,1 0,-1 0,0-1,1 1,-1 0,0 0,1-1,-1 1,0-1,0 0,0 0,1 1,-1-1,0 0,0 0,0-1,1 1,-1 0,0 0,0 0,0 0,0-1,0 1,0 0,1-1,-1 0,0 1,0-1,0 0,1 0,-1 0,0 0,1 0,-1 0,1 0,0 0,-1-1,1 1,0-1,-1 1,1-1,0 1,0-1,1 0,-1 1,0-1,0 0,1 0,-1 0,1 0,0 1,-1-1,1 0,0 0,0 0,0 0,0 0,1-2,6-8</inkml:trace>
  <inkml:trace contextRef="#ctx0" brushRef="#br0" timeOffset="-3094.996">5068 581,'4'-4,"2"-1,-1 1,0-1,0-1,0 1,-1-1,0 1,0-1,0-1,-1 1,0 0,0-1,0 0,-1 1,2-8,-4 13,-1 0,1-1,0 1,0 0,0-1,-1 1,1 0,-1-1,1 1,-1 0,1-1,-1 1,0 0,0 0,0 0,0 0,1 0,-1 0,0 0,-1 0,1 0,0 0,0 1,0-1,0 0,-1 1,1-1,0 1,-1-1,1 1,0 0,-1-1,1 1,0 0,-1 0,1 0,-1 0,1 0,-1 1,-55 10,50-8,0 1,0-1,0 1,1 1,-1-1,1 1,0 0,1 0,-1 1,1-1,0 1,0 1,1-1,0 1,0-1,0 1,1 0,0 1,0-1,1 0,0 1,1-1,-1 1,1 0,1 0,-1-1,1 1,1 0,0 7,1-12,0 0,-1 0,1 0,0 0,0 0,0 0,1 0,-1-1,1 1,0-1,-1 0,1 0,0 0,0 0,0 0,1-1,-1 1,0-1,0 0,1 0,-1 0,1 0,-1-1,1 1,-1-1,1 0,0 0,0-1,5 1,1-1,-1 0,0 0,0-1,0-1,0 1,0-1,0-1,-1 0,3-1,-2-2,0 1,-1-1,0-1,0 0,0 0,-1-1,-1 1,1-1,-1-1,-1 1,0-1,1-1,3-7,-8 18,-1-1,0 1,1 0,-1 0,0 0,1 0,-1 0,1 0,-1 0,0 0,1 0,-1 0,0 0,1 0,-1 1,0-1,1 0,-1 0,0 0,0 0,1 1,-1-1,0 0,1 0,-1 0,0 1,0-1,1 0,-1 0,0 1,0-1,0 0,0 1,1-1,-1 0,0 1,0-1,0 0,0 1,0-1,0 0,0 1,0-1,0 0,0 1,0-1,0 0,0 1,0-1,0 0,0 1,0-1,0 0,-1 1,1-1,0 0,0 1,0-1,-1 0,1 0,0 1,0-1,-1 0,1 0,0 1,0-1,-1 0,1 0,0 2,-1 4,0 0,1 0,0 1,0-1,1 0,0 0,0 1,0-1,1 0,0 0,0 0,0-1,1 1,0 0,0-1,0 0,1 1,0-2,0 1,0 0,0-1,1 1,0-1,4 3,-4-4,0 0,0-1,0 1,0-1,0 0,0-1,0 1,1-1,-1 0,1 0,-1 0,1-1,-1 0,1 0,-1-1,1 1,-1-1,0 0,1-1,-1 1,0-1,0 0,0 0,0-1,0 0,0 1,-1-2,1 1,-1 0,0-1,0 0,0 0,0 0,-1 0,0-1,0 0,0 1,0-1,0-2,31-210,-33 214,1 1,-1 0,1-1,0 1,-1 0,1 0,0-1,0 2,1-1,-1 0,0 0,1 1,-1-1,1 1,-1 0,1-1,-1 1,1 1,0-1,0 0,-1 1,1-1,0 1,0 0,0 0,0 0,-1 0,1 0,0 1,83 18,-59-10,-1 1,0 1,0 1,-1 1,-1 2,15 11,-35-24,-1 1,1-1,-1 1,0 0,0 1,0-1,0 0,0 1,-1 0,0-1,0 1,0 0,0 0,0 1,-1-1,0 0,0 0,0 1,0-1,-1 0,1 1,-1-1,0 1,-1-1,1 1,-1-1,0 2,-5 16,4-17,0-1,0 0,0 1,0-1,1 1,0-1,0 1,0 0,0-1,1 1,0 0,0 0,0-1,0 1,1 0,0 0,0-1,0 1,1-1,-1 1,1-1,0 1,0-1,1 0,-1 0,1 0,0 0,0-1,0 1,1-1,-1 0,2 1,9 1,0-2,-1 0,2 0,-1-1,0-1,0 0,1-1,-1-1,0 0,0-1,0-1,0 0,0-1,0 0,-1-1,1-1,-2 0,1 0,10-8,-12 8,0-1,-1 0,0 0,0-1,0 0,-1-1,0 0,-1-1,0 0,-1 0,0 0,0-1,-1 0,0 0,-1-1,-1 0,0 0,0 0,-1 0,1-12,-3 23,-1-1,1 1,-1-1,0 1,0-1,1 1,-1-1,0 0,0 1,0-1,0 1,-1-1,1 1,0-1,-1 1,1-1,-1 1,1-1,-1 1,0-1,0 1,1 0,-1 0,0-1,0 1,0 0,-1 0,1 0,0 0,0 0,0 0,-1 0,1 1,-1-1,1 0,0 1,-1-1,1 1,-1-1,1 1,-1 0,0-1,1 1,-1 0,1 0,-1 0,1 1,-1-1,1 0,-1 0,-1 1,-2 3,0 0,1 0,-1 0,1 1,0-1,0 1,1 0,-1 0,1 1,0-1,1 1,-1-1,1 1,0 0,0 0,1 0,0 0,0 0,0 0,1 0,0 0,0 0,1 0,-1 0,1 1,0-1,2 2,0 0,1 0,-1 0,2 0,-1 0,1-1,0 0,1 0,0-1,0 1,0-1,1-1,0 1,0-1,0 0,1-1,-1 1,1-2,0 1,3 0,19 7,1-1,0-1,1-2,15 1,44 6</inkml:trace>
  <inkml:trace contextRef="#ctx0" brushRef="#br0" timeOffset="30676.824">4106 2038,'-6'-3,"0"-1,-1 1,1 0,-1 1,0-1,1 1,-1 1,0-1,0 1,0 1,0-1,0 1,0 0,0 0,0 1,0 0,0 1,0-1,0 1,0 1,1-1,-1 1,1 0,0 0,0 1,0 0,0 0,-5 5,6-3,-1 0,1 1,0-1,0 1,1 0,0 0,0 1,0-1,1 1,1 0,-2 6,3-11,0 0,0 0,1 0,-1 0,1 0,0 0,0 0,0 0,1 0,-1 0,1 0,-1 0,1 0,0 0,0 0,0 0,1 0,-1 0,1-1,-1 1,1-1,0 1,0-1,0 0,0 1,1-1,-1 0,0-1,1 1,0 0,-1-1,3 2,2-2,1 0,-1 0,1 0,-1-1,1 0,0 0,-1-1,1 0,-1 0,1-1,-1 0,0 0,0-1,0 0,0 0,0-1,0 0,-1 0,0 0,0-1,0 0,0 0,3-5,20-18,-2 0,-1-2,-1-1,-2-1,-1-1,-1-1,-3-1,0 0,-2-2,4-18,-9 29,-3-1,0-1,-1 0,-2 0,-1 0,-1 0,-1-10,-1 37,-1-1,0 1,1-1,-1 1,0-1,0 1,1-1,-1 0,0 1,-1-1,1 1,0-1,0 0,-1 1,1-1,-1 1,1-1,-1 1,0-1,0 1,1 0,-1-1,0 1,0 0,0 0,-1 0,1-1,0 1,0 0,-1 1,1-1,0 0,-1 0,1 0,-1 1,1-1,-1 1,1-1,-1 1,1 0,-1-1,0 1,1 0,-1 0,1 0,-1 0,0 1,1-1,-1 0,1 1,-1-1,1 1,-1-1,1 1,-1 0,0 0,-7 9,0-1,1 2,1-1,-1 1,2 0,0 1,0 0,1 0,0 0,1 0,1 1,0-1,-2 13,-3 14,1 0,1 1,3-1,1 1,2 0,1-1,3 1,1-1,3 10,-6-41,-1-1,1 1,0 0,1-1,0 1,0-1,1 0,0 0,0 0,0-1,1 1,0-1,0 0,1-1,-1 1,1-1,1 0,-1 0,1-1,0 0,0 0,0-1,0 1,0-2,1 1,0-1,2 1,2-3,0 0,0-1,-1 0,1-1,0 0,-1-1,0 0,1-1,-1 0,0 0,-1-1,1-1,-1 0,0 0,-1-1,0-1,0 1,0-1,-1-1,0 0,0 0,-1 0,-1-1,1 0,-2 0,1-1,-2 0,1 0,-1 0,-1 0,0 0,0-1,-2 0,1 1,-1-1,-1-3,0 14,1 0,-1 0,0-1,1 1,-1 0,0 0,0 0,0 0,0 0,0 0,-1-1,1 1,0 0,0 0,-1 0,1 0,0 0,-1 0,1 0,-1 0,0 0,1 0,-1 0,0 0,0 1,1-1,-1 0,0 0,0 1,0-1,0 0,0 1,0-1,0 1,0-1,0 1,0 0,0-1,0 1,0 0,0 0,-1 0,1 0,0 0,0 0,0 0,0 0,0 0,0 1,0-1,-1 0,1 1,0-1,0 1,0-1,0 1,0-1,1 1,-1 0,-1 0,-4 6,1 0,0 1,0-1,1 1,0 0,0 1,1-1,0 1,1-1,0 1,0 0,0 0,2 0,-1 0,1 0,0 0,1 0,-1 0,2-1,1 6,0-6,1 1,0-1,0 0,1 0,0 0,0-1,1 1,0-1,0-1,1 1,0-1,0 0,0-1,1 0,0 0,0 0,0-1,1 0,-1-1,1 0,0 0,0-1,0 0,0-1,8 1,32 5</inkml:trace>
  <inkml:trace contextRef="#ctx0" brushRef="#br0" timeOffset="31568.138">4961 1971,'3'-2,"1"1,0 0,0 1,0-1,0 1,0-1,0 1,0 0,0 1,0-1,-1 1,1 0,0 0,0 0,0 0,-1 0,1 1,0 0,0-1,5 2,0 1,1 0,-1 0,-1 1,1 0,-1 0,1 1,-2 0,1 1,-1 0,0 0,0 0,-1 1,0 0,0 0,-1 1,0-1,0 1,-1 0,0 1,-1-1,0 1,-1-1,1 1,-2 0,1 5,-1 21,-2-1,-1 0,-1 1,-3-1,0 0,-3 3,-1 3,3 0,1 1,2 0,2 1,2-36,-1 0,1 0,0 0,1 0,0 0,0 0,1-1,-1 1,1 0,1-1,-1 1,1-1,1 0,-1 0,1 0,0 0,0 0,0-1,1 0,0 0,0 0,1-1,-1 1,1-1,0-1,0 1,0-1,0 0,1 0,-1-1,5 1,-8-2,1-1,0 0,0-1,-1 1,1-1,0 1,-1-1,1 0,0 0,-1-1,0 1,1-1,-1 0,0 0,0 0,0 0,0 0,0-1,0 1,-1-1,1 0,-1 0,0 0,1 0,-1 0,-1 0,1-2,3-4,-1 0,-1 0,0-1,0 1,-1-1,0 0,-1 0,0 0,0-8,-2-2,-1 0,-1 1,-1-1,0 1,-2 0,0 0,-1 0,-1 1,0 0,-2 1,0 0,-1 0,0 1,-2 1,1 0,-2 0,0 2,-1 0,0 0,-1 1,0 1,-1 1,-1 0,1 1,-14-4,-118-33,149 46,1 0,-1 0,0 0,1 0,-1 0,0 0,0 0,1 0,-1 0,0-1,1 1,-1 0,0 0,0 0,1 0,-1-1,0 1,0 0,0 0,1 0,-1-1,0 1,0 0,0 0,0-1,0 1,1 0,-1 0,0-1,0 1,0 0,0-1,0 1,0 0,0-1,0 1,0 0,0 0,0-1,0 1,0 0,0-1,0 1,0 0,-1 0,1-1,0 1,0 0,0 0,0-1,0 1,-1 0,237-19,-124 13,272-27,-373 32,-5 0,0 1,0-1,1 0,-1 0,0-1,-1 0,1 0,0 0,0-1,-1 0,0 0,1 0,0-2,-6 5,1-1,0 0,-1 1,1-1,-1 0,1 0,-1 1,1-1,-1 0,0 0,1 0,-1 1,0-1,0 0,1 0,-1 0,0 0,0 0,0 1,0-1,0 0,0 0,0 0,-1 0,1 0,0 0,0 1,-1-1,1 0,0 0,-1 0,1 1,-1-1,1 0,-1 0,1 1,-1-1,0 1,1-1,-1 0,0 1,0-1,1 1,-1-1,-37-14,30 15,0 0,0 1,1 0,-1 0,0 1,0 0,1 1,0-1,-1 2,1-1,0 1,0 0,1 0,-1 1,1-1,0 2,0-1,1 1,-1-1,1 2,0-1,1 0,0 1,0 0,0 0,1 0,0 1,0-1,1 1,-1 4,2-9,0-1,1 1,-1 0,1 0,0 0,0 0,0 0,0 0,0 0,1 0,-1-1,1 1,0 0,0 0,0 0,0-1,0 1,1-1,-1 1,1-1,0 1,-1-1,1 0,0 0,0 0,1 0,-1 0,0 0,1-1,-1 1,1-1,-1 1,1-1,0 0,-1 0,3 0,2 1,1 0,0-1,-1 0,1 0,0-1,0 0,0 0,0 0,0-1,-1-1,1 1,0-1,1-1,0 0,-1-1,1 0,-1 0,0-1,0 0,0 0,-1-1,0 1,0-2,0 1,-1-1,0 0,0 0,-1-1,0 0,0 0,-1 0,0-1,0 1,-1-1,0 0,0 0,-1 0,-1 0,1-7,-6-12,3 27,1 1,-1 0,1 0,-1-1,1 1,0 0,-1 0,1 0,-1 0,1 0,-1 0,1 0,-1 0,1 0,0 0,-1 0,1 0,-1 0,1 0,-1 0,1 1,-1-1,1 0,0 0,-1 0,1 1,-1-1,1 0,0 0,-1 1,1-1,0 0,-1 1,1-1,0 1,0-1,-1 0,1 1,0-1,0 1,0-1,0 0,-1 1,1-1,0 1,0-1,0 1,0-1,0 1,0-1,0 1,0-1,0 0,1 1,-3 4,0-1,0 1,1-1,0 1,-1 0,2 0,-1-1,1 1,0 0,0 0,0 0,0 0,1-1,0 1,0 0,0 0,1-1,-1 1,1-1,0 1,1-1,-1 0,1 0,0 0,0 0,0 0,0-1,0 1,1-1,0 0,0 0,0 0,0-1,0 1,0-1,1 0,-1 0,1-1,0 1,42 10,-1-5</inkml:trace>
  <inkml:trace contextRef="#ctx0" brushRef="#br0" timeOffset="32196.457">6379 1971,'-6'-3,"1"1,0 0,-1 0,1 1,-1 0,0 0,1 0,-1 1,0-1,0 1,1 1,-1-1,0 1,0 0,1 0,-1 1,1 0,-1-1,1 2,0-1,0 1,0 0,0 0,0 0,1 1,-1-1,1 1,0 0,0 1,1-1,-1 1,-1 3,2-2,1 0,1 0,-1 0,1 0,0 0,1 0,-1 1,1-1,1 0,-1 0,1 1,0-1,0 0,1 0,0 0,0 0,0 0,1-1,0 1,0-1,0 1,0-1,1 0,0 0,0-1,1 1,-1-1,1 0,0 0,0 0,0-1,1 0,-1 0,1 0,0-1,0 0,0 0,0 0,0-1,0 1,0-2,0 1,4-1,2 1,0-1,-1 0,1-1,0 0,0-1,-1 0,1-1,-1 0,0-1,0 0,0-1,0 0,-1-1,0 0,0-1,0 0,-1 0,0-1,-1 0,1-2,10-10,-2 0,0-2,-1 0,-2-1,0-1,-1 0,-2-1,3-8,18-68,-4-1,-4-1,-5-2,-2-17,-5 24,-15 89,-4 23,-12 42,3 1,2 1,2-1,3 2,3 0,2-1,3 20,1-52,0 0,2 0,0 0,2-1,1 1,1-1,1 0,1 0,1-1,2 0,0-1,1 0,2-1,10 14,-22-34,-1 1,1-1,0 0,0 0,0 1,0-1,0-1,0 1,1 0,-1-1,1 1,-1-1,1 1,0-1,-1 0,1 0,0-1,0 1,-1 0,1-1,0 0,0 1,0-1,0-1,0 1,0 0,0-1,-1 1,1-1,0 0,0 0,-1 0,1 0,0 0,-1-1,1 1,-1-1,0 0,2-1,13-13,-1-1,-1 0,0-1,-2-1,0 0,-1-1,0-1,14-22,-2 15,-21 33,-28 114,24-113,0-3,-1 1,1 0,0 0,0 0,0 0,0 1,1-1,-1 0,1 0,0 0,1 0,-1 1,1-1,-1 0,1 0,1 0,-1 0,0 0,1 0,0-1,0 1,0 0,0-1,1 1,0-1,-1 0,1 0,0 0,1 0,15 4</inkml:trace>
  <inkml:trace contextRef="#ctx0" brushRef="#br0" timeOffset="32453.774">7341 1798,'-16'-3,"-8"0,-1 0,0 3,1 2,2 0,-3-1,4 1</inkml:trace>
  <inkml:trace contextRef="#ctx0" brushRef="#br0" timeOffset="32703.103">6525 1650,'16'-7,"21"-2,20-2,19 1,15 3,7 1,3 5,-15 2</inkml:trace>
  <inkml:trace contextRef="#ctx0" brushRef="#br0" timeOffset="32889.602">7394 1958,'1'10,"0"-1,1 1,0 0,1 0,0-1,1 1,-1-1,2 0,-1 0,1-1,1 1,0-1,0 0,0-1,1 1,0-1,1-1,4 4,-9-7,0-1,1 0,-1 0,1 0,-1 0,1-1,0 0,0 1,0-1,0 0,0-1,0 1,0-1,0 0,0 0,0 0,0 0,0-1,0 0,0 0,0 0,0 0,-1 0,1-1,0 0,-1 0,1 0,-1 0,1 0,-1-1,0 1,0-1,0 0,-1 0,1 0,-1 0,1-1,-1 0,14-18,-2-1,-1-1,-1 0,-1-1,1-5,42-84,-53 113,0-1,-1 1,1-1,0 0,0 0,0 1,0-1,0 1,0-1,1 1,-1-1,0 1,1-1,-1 1,1 0,0 0,-1 0,1 0,0 0,0 0,-1 1,1-1,0 0,0 1,0 0,0-1,0 1,7 5</inkml:trace>
  <inkml:trace contextRef="#ctx0" brushRef="#br0" timeOffset="33110.015">7862 2159,'17'-7,"0"-1,-1-1,0 0,-1-1,1-1,-2 0,0-1,0 0,-1-1,-1-1,0 0,-1-1,0 0,-2-1,1 0,-2 0,0-1,-1 0,-1 0,4-16,-10 33,1-1,-1 0,1 0,-1 0,0 0,1-1,-1 1,0 0,0 0,1 0,-1 0,0 0,0 0,0 0,0 0,-1 0,1-1,0 1,0 0,-1 0,1 0,0 0,-1 0,1 0,-1 0,0 0,1 0,-1 1,0-1,1 0,-1 0,0 0,0 1,0-1,0 0,1 1,-1-1,0 1,0-1,0 1,0 0,-1-1,1 1,0 0,0-1,0 1,0 0,0 0,0 0,0 0,0 0,0 1,-1-1,1 0,0 0,0 1,0-1,0 0,0 1,0-1,0 1,0 0,0-1,1 1,-1 0,0-1,0 2,-8 4,2 2,-1-1,1 1,0 0,0 1,1-1,0 1,1 1,0-1,0 1,1 0,0 0,1 0,0 0,1 1,-1 5,3-12,-1-1,1 1,0-1,0 1,1-1,-1 1,1-1,0 1,-1-1,2 1,-1-1,0 0,1 0,-1 0,1 1,0-1,0-1,0 1,0 0,1 0,-1-1,1 0,0 1,-1-1,1 0,0 0,0 0,0-1,1 1,1 0,7 2,0 0,1 0,-1-2,1 1,0-2,0 1,9-2,26 0</inkml:trace>
  <inkml:trace contextRef="#ctx0" brushRef="#br0" timeOffset="34236.759">8437 2038,'9'-8,"0"-1,0-1,-1 0,-1 0,0 0,0-1,-1 0,0 0,-1-1,1-3,-5 14,-1 0,1-1,-1 1,0 0,1 0,-1-1,0 1,0 0,0 0,0-1,0 1,0 0,0-1,-1 1,1 0,0 0,-1-1,1 1,-1 0,1 0,-1 0,0 0,1 0,-1 0,0 0,0 0,0 0,0 0,0 0,0 0,0 0,0 1,0-1,0 1,0-1,0 0,-1 1,1 0,0-1,0 1,-1 0,0-1,-55 5,47 0,1-1,0 1,0 0,1 1,-1 0,1 1,0-1,0 1,1 1,0 0,0 0,1 0,-1 1,2 0,-1 0,1 0,0 1,1 0,0 0,0 0,-1 6,5-12,-1 0,1-1,0 1,0 0,0-1,0 1,1 0,-1-1,1 1,0-1,-1 1,1-1,0 1,1-1,-1 1,0-1,1 0,-1 0,1 0,0 0,-1 0,1 0,0 0,0 0,0-1,1 1,-1-1,0 0,1 1,-1-1,0 0,1 0,-1-1,3 1,4 2,0-1,0 0,1-1,-1 0,1 0,-1-1,1 0,-1-1,3-1,-2 1,0-1,0 0,0-1,-1 0,1 0,-1-1,0-1,0 1,0-1,0-1,-1 0,0 0,0 0,-1-1,0-1,0 1,0-1,-1 0,0 0,-1-1,0 0,2-4,-8 13,1 1,0-1,0 0,0 0,0 0,0 0,0 0,-1 0,1 0,0-1,0 1,0 0,0 0,0 0,0 0,-1 0,1 0,0 0,0 0,0 0,0 0,0 0,0 0,0 0,0 0,0-1,-1 1,1 0,0 0,-9 15,4-5,0 1,1 0,1 0,0 0,0 0,1 1,0-1,1 1,1-1,0 1,0-1,1 1,2 9,-3-20,0 1,1-1,-1 1,1-1,-1 1,1-1,-1 1,1-1,0 1,0-1,0 0,-1 1,1-1,1 0,-1 0,0 0,0 0,0 0,1 0,-1 0,0 0,1 0,-1-1,1 1,-1-1,1 1,-1-1,1 1,-1-1,1 0,-1 0,1 1,0-1,-1 0,1-1,-1 1,1 0,-1 0,1-1,-1 1,1-1,-1 1,1-1,-1 0,1 1,-1-1,0 0,1 0,-1 0,0 0,0 0,0-1,0 1,1-1,11-12,0-1,-1 0,-1-1,-1-1,0 1,-1-2,-1 1,0-1,2-11,12-24,37-47,-56 97,0-1,0 1,0 0,0-1,1 1,-1 1,1-1,0 1,0-1,0 1,0 0,0 0,0 1,0-1,1 1,-1 0,1 0,-1 1,1-1,-1 1,1 0,-1 0,1 0,1 1,2 3,0 0,-1 0,1 0,-1 1,0 0,0 1,0 0,-1 0,0 0,0 1,-1-1,0 2,0-1,0 0,-1 1,0 0,-1 0,1 0,-2 0,1 1,-1 1,4 17,-2 0,-1 1,-1-1,-1 0,-2 1,-1-1,-1 1,-1-1,-1 0,-2 0,0-1,-3 3,-12 61,20-83,-12 103,14-106,0-1,1 1,-1-1,1 1,-1-1,1 1,0-1,0 0,1 1,-1-1,1 0,-1 0,1 0,0 0,0-1,1 1,-1 0,0-1,1 1,0-1,-1 0,1 0,0 0,0 0,0-1,0 1,1-1,-1 1,2-1,4 0,0 0,1 0,-1-1,0 0,1-1,-1 0,1 0,-1-1,0 0,0-1,0 0,0-1,-1 1,1-2,-1 1,0-1,0 0,-1-1,0 0,0 0,0 0,0-1,-1 0,0-1,-1 1,1-1,-2 0,1 0,-1-1,0 0,-1 1,2-9,-2 3,-2 1,1-1,-2 1,0-1,-1 1,0-1,-1 1,0-1,-1 1,-1 0,0 0,-1 0,0 1,-1-1,0 1,-1 0,-1 1,1 0,-2 0,0 1,0 0,-1 0,0 1,0 0,-1 1,0 0,-1 1,0 0,0 1,-3-1,-158-54,160 50,33 3,246-28,-102 15,-163 21,-1 0,0-1,1 1,-1 0,1 0,-1 0,1 0,-1 0,1 0,-1 0,0 0,1 0,-1 0,1 0,-1 0,1 1,-1-1,0 0,1 0,-1 0,1 1,-1-1,0 0,1 0,-1 1,0-1,1 0,-1 1,0-1,1 0,-1 1,0-1,0 0,1 1,-1-1,0 1,0-1,0 0,0 1,0-1,0 1,1-1,-1 1,0-1,0 0,0 1,0-1,-1 1,1-1,0 1,0-1,0 1,0-1,0 0,0 1,-1-1,-16 29,10-18,-13 42,20-51,0-1,-1 0,1 1,0-1,0 1,0-1,0 1,0-1,1 1,-1-1,0 0,1 1,-1-1,1 0,-1 1,1-1,-1 0,1 1,0-1,0 0,0 0,0 0,0 0,0 0,0 0,0 0,0 0,0 0,1-1,-1 1,0 0,0-1,1 1,-1-1,0 1,1-1,0 0,2 1,1 0,0-1,0 0,-1 0,1 0,0-1,-1 1,1-1,-1 0,1 0,-1-1,1 1,-1-1,0 0,1-1,-1 1,0-1,-1 1,1-1,0 0,-1 0,0-1,3-3,0 0,-1 0,1 0,-2 0,1-1,-1 0,0 0,-1 0,1 0,-2-1,1 0,-1 1,0-3,-1 7,-1 1,1-1,-1 1,1-1,-1 1,0-1,0 1,0-1,-1 0,1 1,-1-1,0 1,0 0,0-1,-1 1,1 0,-1 0,1-1,-1 1,0 1,-1-1,1 0,0 0,-1 1,1-1,-1 1,0 0,0 0,0 0,0 0,0 0,0 1,0-1,-1 1,1 0,-1 0,1 0,-1 1,0-1,-5 1,1 1,-1 0,0 1,1 0,-1 0,1 0,0 1,0 1,0-1,0 1,0 1,1-1,0 1,0 0,0 1,0 0,1 0,0 1,0-1,1 1,0 0,0 1,1-1,0 1,-3 6,7-11,-1 1,1-1,0 0,0 0,0 1,0-1,0 0,1 0,-1 1,1-1,0 0,0 0,1 0,-1 0,0 0,1 0,0 0,-1-1,1 1,1-1,-1 1,0-1,0 0,1 1,-1-1,1 0,0-1,0 1,-1 0,1-1,0 0,0 0,1 0,-1 0,0 0,0 0,3-1,31 10</inkml:trace>
  <inkml:trace contextRef="#ctx0" brushRef="#br0" timeOffset="34516.038">9693 1556,'-16'-6,"-12"-3,-8 0,-2 7,0 8,7 7,9 9,7 6,12 7,11 5,8 4,2-7</inkml:trace>
  <inkml:trace contextRef="#ctx0" brushRef="#br0" timeOffset="34818.224">9667 2011,'9'16,"5"8,5 1,6-3,6-5,8-6,10-4,10-7,6-6,-8-4</inkml:trace>
  <inkml:trace contextRef="#ctx0" brushRef="#br0" timeOffset="40846.402">1325 2533,'2'1,"1"0,0 1,-1 0,0-1,1 1,-1 0,0 0,0 0,0 1,0-1,-1 0,1 1,0-1,-1 1,0 0,0-1,0 1,0 0,0 0,0 0,-1 0,9 34,-1 0,-3 0,0 1,-3-1,-1 1,-2 0,-2-1,-4 22,-5 21,15-90,0 0,0 0,1 1,1-1,0 1,0 0,0 0,1 1,0 0,1 0,0 0,0 1,1 0,0 0,0 1,1 0,-1 1,3-1,-8 4,1 1,-1 0,1-1,0 2,-1-1,1 0,0 1,0-1,0 1,-1 0,1 1,0-1,0 1,0-1,-1 1,1 0,0 1,-1-1,1 0,-1 1,0 0,1 0,-1 0,0 0,0 1,0-1,0 1,-1 0,1-1,0 3,4 3,-2 0,1 0,-1 1,-1 0,1 0,-2 0,1 0,-1 1,-1-1,1 1,-1 3,-1-7,0-1,0 0,-1 1,1-1,-1 1,-1-1,1 1,-1-1,0 0,0 1,0-1,-1 0,0 0,0 0,0 0,0 0,-1 0,0-1,0 1,0-1,-1 0,0 0,1 0,-1 0,-1-1,1 1,0-1,-1 0,0 0,0-1,1 0,-1 1,-1-2,1 1,0 0,0-1,-1 0,-2 0,1-1,-1 1,1-1,-1 0,1-1,0 0,-1 0,1-1,0 0,0 0,0 0,0-1,0 0,0-1,1 1,-1-1,1-1,0 1,1-1,-3-2,7 6,0 1,0-1,1 0,-1 0,0 0,1 1,-1-1,1 0,-1 0,1 0,-1 0,1 0,0 0,-1 0,1 0,0 0,0 0,0 0,0 0,0 0,0 0,0 0,0 0,0 0,1 0,-1 0,0 0,1 0,-1 0,0 0,1 0,-1 0,1 0,0 0,-1 0,1 1,0-1,-1 0,1 0,0 1,0-1,0 1,-1-1,1 0,0 1,0 0,0-1,0 1,1-1,55-15,-54 16,120-19,0 5,30 5,-146 7,-1 1,0 1,1-1,-1 1,0 0,1 0,-1 1,1 0,-1 0,0 0,0 1,0 0,0 0,0 0,0 1,0 0,-1 0,1 1,-1-1,0 1,0 0,-1 1,1-1,-1 1,1 1,11 32,-15-33,0 1,1-1,0 0,0 0,0 0,1 0,-1-1,1 1,0-1,1 1,-1-1,1 0,0 0,0-1,0 1,1 0,-1-4,-1 0,1 0,-1 0,1-1,-1 1,0-1,1 0,-1 0,0 0,1-1,-1 1,0-1,0 1,0-1,0 0,0 0,-1-1,1 1,-1-1,1 1,-1-1,0 0,0 1,0-1,0 0,-1-1,1 1,-1 0,0 0,0-1,0 1,0-2,3-5,0 0,-1-1,-1 1,0-1,0 0,-1 1,0-1,-1 0,0 0,-1 0,0 0,0 1,-2-1,1 1,-1-1,-1 1,0 0,0 0,-1 0,0 1,-1-1,0 1,0 0,-6-5,9 11,0 0,0 1,0 0,-1-1,1 1,-1 0,0 0,1 1,-1-1,0 1,0 0,0 0,0 0,0 0,0 1,0 0,0-1,0 2,0-1,0 0,0 1,0 0,0 0,0 0,0 0,0 0,0 1,1 0,-1 0,1 0,-1 0,1 1,0-1,0 1,0 0,0 0,0 0,1 0,-1 0,1 1,-2 2,0-1,0 0,0 0,1 1,0 0,0 0,0-1,1 2,-1-1,1 0,1 0,-1 1,1-1,1 1,-1-1,1 1,0-1,0 1,1-1,0 1,0-1,1 0,-1 1,1-1,1 0,-1 0,1 0,0 0,0-1,1 1,0-1,21 16</inkml:trace>
  <inkml:trace contextRef="#ctx0" brushRef="#br0" timeOffset="41445.289">2488 2533,'-1'-29,"-1"24,0 20,-18 307,11-190,8-131,1 0,0 0,0-1,0 1,0 0,0 0,0 0,0-1,0 1,0 0,0 0,1-1,-1 1,0 0,0 0,1-1,-1 1,1 0,-1-1,0 1,1 0,-1-1,1 1,0-1,-1 1,1-1,-1 1,1-1,0 1,-1-1,1 1,0-1,0 0,-1 0,1 1,0-1,0 0,-1 0,1 0,0 0,0 0,0 0,-1 0,1 0,0 0,0 0,0 0,0-1,34-20,-21 9,70-47,-81 57,0 1,1-1,-1 1,0 0,1-1,-1 2,1-1,-1 0,1 1,-1 0,1-1,0 2,-1-1,1 0,-1 1,1-1,-1 1,1 0,-1 0,0 0,1 1,-1-1,0 1,0 0,0 0,1 0,3 5,-1 1,0-1,0 1,0 0,-1 1,0-1,-1 1,0 0,0 0,-1 1,0-1,0 1,-1-1,-1 1,1 0,-2 0,1 0,-2 8,1-16,0 0,0-1,0 1,-1 0,1 0,-1 0,1 0,-1-1,0 1,0 0,0-1,0 1,0 0,0-1,0 0,0 1,0-1,-1 1,1-1,-1 0,1 0,-1 0,1 0,-1 0,0 0,1 0,-1-1,0 1,0-1,1 1,-1-1,0 0,0 1,0-1,0 0,0 0,1 0,-1 0,-2-1,-2 0,0 0,0 0,0-1,1 0,-1 0,0-1,1 1,-1-1,1 0,0-1,-4-2,7 4,-1 0,1 0,0 0,0-1,-1 1,2-1,-1 1,0-1,0 0,1 1,0-1,-1 0,1 0,0 0,1 0,-1 0,0-1,1 1,0 0,0 0,0 0,0 0,0-1,0 1,1 0,0 0,-1 0,1 0,0 0,1 0,-1 0,1 0,-1 1,1-1,0 0,0 1,0-1,0 1,0 0,0 0,1 0,0-1,14-10,0 1,1 1,0 0,1 1,1 1,-1 1,1 0,1 2,-1 0,1 1,0 2,0 0,16 0,-31 2,0 0,0 0,0 1,0 0,0 0,1 1,-1-1,0 1,0 0,0 1,0 0,0 0,-1 0,1 1,-1-1,1 1,-1 1,0-1,0 1,0 0,0 0,-1 0,0 1,0-1,0 1,0 0,-1 0,0 0,0 1,0-1,-1 1,0 0,1 2,13 106,-1-101,-7-13</inkml:trace>
  <inkml:trace contextRef="#ctx0" brushRef="#br0" timeOffset="42519.473">3089 2653,'49'38,"-19"-19,-2 1,0 2,-2 1,0 1,-2 2,0 0,-2 1,-1 1,-1 1,-2 1,8 19,20 77,-46-125,0 0,1 1,-1-1,0 0,1 0,-1 0,1 0,0 0,-1 0,1 0,0 0,-1 0,1 0,0-1,0 1,0 0,0 0,0-1,0 1,0-1,0 1,0-1,0 1,0-1,0 1,0-1,1 0,-1 0,0 0,0 1,0-1,0 0,1 0,-1-1,0 1,0 0,0 0,0-1,0 1,1 0,-1-1,0 1,0-1,0 0,0 1,0-1,0 0,39-42,-39 40,111-150,-111 152,0 0,-1 0,1 0,-1 0,1 0,0 1,0-1,0 0,-1 0,1 1,0-1,0 0,0 1,0-1,0 1,0-1,0 1,0-1,1 1,-1 0,0 0,0-1,0 1,0 0,0 0,0 0,1 0,-1 0,0 1,0-1,0 0,0 0,0 1,0-1,0 1,0-1,0 1,0-1,0 1,0 0,0-1,0 1,0 0,0 0,-1 0,1 0,0 0,-1-1,1 1,-1 0,1 1,-1-1,1 0,-1 1,16 37,-14-31,1 0,0 0,0 1,0-2,1 1,1 0,-1-1,1 0,0 0,1 0,0-1,0 1,0-2,1 1,0-1,6 5,-4-7,0 1,0-2,0 1,0-1,0 0,1-1,-1 0,1-1,-1 0,1 0,-1-1,1 0,-1-1,0 0,1 0,-1-1,0 0,-1-1,1 0,0 0,-1-1,0 0,0 0,-1-1,1 0,-1 0,-1-1,1 0,-1 0,0-1,-1 0,0 0,0 0,2-6,0 4,-1 0,-1-1,0 1,0-1,-1 0,-1 0,0-1,0 1,-1-1,-1 0,-1 12,0 0,0 1,0-1,0 0,0 0,0 1,0-1,-1 0,1 0,0 0,0 1,0-1,0 0,-1 0,1 0,0 0,0 1,-1-1,1 0,0 0,0 0,-1 0,1 0,0 0,0 0,-1 0,1 0,0 0,0 0,-1 0,1 0,0 0,0 0,-1 0,1 0,0 0,0 0,-1 0,1 0,0 0,0 0,-1-1,1 1,0 0,0 0,0 0,-1 0,1-1,0 1,0 0,0 0,0 0,-1-1,1 1,0 0,0 0,0-1,0 1,0 0,0 0,0-1,0 1,0 0,0 0,0-1,-15 21,10-11,0 1,1 0,0 0,1 0,0 1,0 0,1-1,1 1,0 0,0 0,1 5,0-12,0 1,1-1,-1 0,1 1,0-1,0 0,1 0,-1 1,1-1,0 0,0 0,0-1,1 1,-1 0,1-1,0 0,0 1,0-1,0 0,1 0,-1-1,1 1,-1-1,1 0,0 0,0 0,0 0,0-1,3 1,5-1,1-1,-1 0,1-1,-1 0,1-1,-1 0,0-1,0 0,0-1,0-1,-1 0,1 0,-1-1,0 0,-1-1,0-1,0 1,-1-1,1-1,-2 0,6-7,4-3,-1-2,-1 0,-1 0,-1-2,-1 0,-1 0,-1-1,-1-1,-1 0,-1 0,-1-1,-1 1,-2-2,0 1,-2 0,-1-1,-1-5,-13-63,12 93,1 1,0 0,-1-1,1 1,-1 0,0-1,1 1,-1 0,0 0,0-1,0 1,1 0,-1 0,-1 0,1 0,0 0,0 0,0 1,0-1,-1 0,1 0,0 1,-1-1,1 1,0-1,-1 1,1 0,-1 0,1-1,0 1,-1 0,1 0,-1 0,1 1,-1-1,1 0,-1 0,1 1,0-1,-1 1,1-1,-49 41,34-19,2 0,0 1,1 1,2 0,0 1,2 0,0 1,2 0,1 0,1 0,1 1,2 0,0 0,2 2,0-15,1-1,1 0,0 0,0 0,2 0,-1 0,2 0,0-1,0 0,1 0,0 0,1-1,1 0,0 0,0-1,1 0,0 0,1-1,0 0,0-1,1 0,0-1,0 0,1 0,0-1,0-1,5 1,-7-1,0-2,0 1,1-2,-1 1,1-1,-1-1,1 0,0 0,-1-1,1-1,0 1,-1-2,1 0,-1 0,1-1,-1 0,0 0,0-1,0-1,-1 0,1 0,-1-1,-1 0,1 0,-1-1,0 0,0-1,2-3,-4 3,-1-1,0 1,0-1,-1 0,0 0,-1 0,0-1,-1 1,1-1,-3 7,1 0,0 0,-1 1,0-1,0 0,0 0,0 0,0 0,0 0,-1 0,1 0,-1 0,0 0,0 1,0-1,0 0,-1 1,1-1,-1 0,1 1,-1 0,0-1,0 1,0 0,0 0,0 0,-1 0,1 1,-1-1,1 0,-2 1,2-1,-1 1,1 0,-1 0,0 0,0 1,1-1,-1 1,0-1,0 1,0 0,0 0,1 0,-1 1,0-1,0 0,0 1,1 0,-1 0,0 0,1 0,-1 0,1 1,-1-1,1 1,0-1,-1 1,1 0,0 0,0 0,0 0,0 0,0 2,-1 0,0 1,0 0,1 0,-1 0,1 0,0 0,1 1,-1-1,1 1,0-1,1 1,-1-1,1 1,0-1,1 1,0 3,0-2,2 1,-1-1,1 1,0-1,1 0,-1 0,1 0,1-1,0 1,-1-1,2 0,-1 0,1-1,0 0,0 0,0 0,1-1,0 0,-1 0,2 0,5 2,13 4,0-1,0-1,1-1,0-1,19 1,51 3,-5-4</inkml:trace>
  <inkml:trace contextRef="#ctx0" brushRef="#br0" timeOffset="44213.931">6392 2813,'6'-1,"1"0,-1 0,1 0,-1 0,1 1,0 0,-1 1,1-1,-1 1,1 1,-1-1,1 1,-1 0,0 0,0 1,0 0,0 0,0 0,-1 1,1 0,-1 0,0 1,0-1,-1 1,1 0,-1 0,5 11,-1-1,0 1,-2 1,0-1,-1 1,0 0,-1 0,-1 1,-1-1,0 17,4 12,3-13,-9-32,1-1,-1 0,0 1,1-1,-1 1,1-1,-1 0,1 1,-1-1,1 0,-1 1,1-1,-1 0,1 0,-1 0,1 1,0-1,-1 0,1 0,-1 0,1 0,-1 0,1 0,0 0,-1 0,1 0,-1-1,1 1,-1 0,1 0,0 0,-1-1,1 1,-1 0,1-1,-1 1,1 0,-1-1,0 1,1 0,-1-1,1 1,-1-1,0 1,1-1,-1 1,0-1,0 1,1-1,-1 1,0-1,0 0,88-157,10-26,-77 164,-20 20,-1 0,1 0,-1 0,1 0,0 0,-1 0,1 0,-1 0,1 1,-1-1,1 0,0 0,-1 0,1 1,-1-1,1 0,-1 1,1-1,-1 0,1 1,-1-1,0 1,1-1,-1 0,1 1,-1-1,0 1,1-1,-1 1,0 0,0-1,0 1,1-1,-1 1,0-1,0 1,0 0,0-1,0 1,0-1,0 1,0 0,0-1,2 18,0 0,-1 1,-1-1,0 0,-2 0,-2 12,-1 75,5-102,0 0,0 0,1 0,-1 0,1 0,0 0,0 0,0-1,0 1,0 0,1 0,-1-1,1 1,-1-1,1 1,0-1,0 0,1 0,-1 0,0 0,1 0,-1 0,1-1,-1 1,1-1,0 0,0 1,-1-1,1-1,0 1,0 0,0-1,0 1,0-1,0 0,0 0,0 0,12-2,-1-1,1 0,-1-1,0 0,0-1,0-1,-1 0,0-1,0-1,0 0,-1 0,-1-1,1-1,-1 0,-1 0,0-1,-1-1,8-10,-6 8,-6 42,-6-20,-1-1,2 1,-1 0,1-1,0 1,0 0,1 0,0-1,1 1,-1-1,2 1,-1-1,1 0,0 0,0 0,1 0,0 0,0-1,1 1,-1-1,1 0,1-1,-1 1,1-1,0 0,0-1,1 1,3 1,-2-3,0 0,0 0,0-1,0 0,0 0,0-1,0 0,1 0,-1-1,0 0,0-1,1 0,-1 0,0 0,0-1,0-1,0 1,0-1,-1-1,1 1,-1-1,0-1,0 1,0-1,-1 0,0-1,0 0,0 0,0 0,-1 0,0-1,-1 0,1 0,-1 0,-1-1,1 1,-1-1,-1 0,1 0,-1 0,-1 0,0 0,0 0,0-1,-1-1,0 6,-1 0,0 0,1 0,-2 0,1 0,0 0,-1 0,0 1,1-1,-1 1,-1-1,1 1,-1 0,1 0,-1 0,0 0,0 0,0 0,0 1,-1 0,1-1,-1 1,1 1,-1-1,0 0,0 1,1 0,-1 0,0 0,0 0,0 1,0-1,0 1,-1 0,-2 0,0 0,0 1,1-1,-1 1,0 1,0-1,1 1,-1 1,1-1,0 1,0 0,0 0,0 1,0 0,0 0,1 0,0 0,0 1,0 0,0 1,2-2,0 0,0 0,1 1,-1-1,1 1,0 0,0 0,1-1,-1 1,1 0,0 0,1 0,-1 1,1-1,0 0,0 0,0 0,1 0,0 0,0 0,0 0,1 0,-1 0,1 0,1-1,-1 1,0-1,2 2,18 21</inkml:trace>
  <inkml:trace contextRef="#ctx0" brushRef="#br0" timeOffset="44603.144">7729 3108,'0'-202,"0"199,0 1,-1 0,1 0,0 0,0 0,0 0,0 0,0 0,0 0,1 0,-1 0,0 0,1 1,0-1,-1 0,1 0,0 0,0 1,0-1,0 0,0 1,1-1,-1 1,0 0,1-1,-1 1,1 0,-1 0,1 0,0 0,0 0,0-1,10 2,-1-1,0 2,0-1,1 2,-1-1,0 2,0-1,4 3,14 2,109 27,-135-32,0-1,-1 1,1 0,0 0,-1 0,0 0,1 0,-1 1,0-1,0 1,0-1,-1 1,1 0,0 0,-1 0,0 0,0 0,0 0,0 0,0 0,-1 0,1 0,-1 0,0 1,0-1,0 0,0 0,-1 0,1 0,-1 1,0-1,0 0,0 0,0 0,0 0,-1-1,0 1,-1 2,1 0,0-1,1 1,-1 0,1 0,0-1,0 1,0 0,1 0,0 0,0 0,0 0,1 0,-1 0,1 0,0 0,1 0,0 3,3-4,0 0,1-1,-1 1,1-1,-1-1,1 1,0-1,0 0,0 0,0-1,0 0,0 0,1 0,-1-1,0 0,0 0,1 0,-1-1,0 0,0 0,0-1,6-2,26-5</inkml:trace>
  <inkml:trace contextRef="#ctx0" brushRef="#br0" timeOffset="46208.607">8476 2921,'-4'5,"1"1,-1-1,1 1,0 0,1 0,-1 1,1-1,0 0,1 1,0-1,0 1,0 0,1-1,0 1,0 0,0-1,1 1,0-1,1 1,-1-1,1 1,0-1,1 0,-1 0,1 0,1 0,-1 0,1-1,0 1,0-1,1 0,-1 0,1-1,0 1,0-1,1 0,-1-1,1 1,0-1,4 2,-3-3,0 0,0-1,0 1,0-1,0-1,0 1,1-1,-1 0,0-1,0 0,0 0,0 0,0-1,0 0,0-1,0 1,-1-1,1 0,-1-1,0 0,0 0,0 0,-1-1,1 1,-1-1,0-1,-1 1,1-1,-1 0,0 0,0-1,51-129,-60 225,5-84,0 1,1-1,0 0,0 1,0-1,0 0,1 1,0-1,0 0,1 0,-1-1,1 1,0 0,1-1,-1 0,1 1,-1-2,1 1,0 0,1-1,-1 1,1-1,-1 0,1-1,0 1,0-1,0 0,0 0,0-1,1 0,-1 1,1-2,-1 1,1-1,-1 1,0-2,1 1,-1-1,1 1,-1-1,0-1,1 1,5-5,-1 0,1 0,-1-1,0-1,-1 0,0 0,0-1,-1 0,0 0,0-1,-1 0,0 0,-1-1,0 1,-1-1,0-1,-1 1,0-1,-1 0,2-11,-5 23,0 0,-1 0,1 0,0 0,0 0,0 0,0 0,0 0,0 0,-1 0,1 0,0 0,0 0,0-1,0 1,0 0,0 0,0 0,-1 0,1 0,0 0,0 0,0 0,0 0,0 0,0 0,0-1,0 1,-7 16,5-11,0 1,0-1,0 1,1-1,0 1,1 0,-1-1,1 1,0 0,0-1,1 1,0 0,0-1,0 1,1 0,-1-1,1 0,1 1,-1-1,1 0,0 0,0 0,0-1,1 1,0 0,9 4,1-1,0 0,0-2,1 1,0-2,0 0,0 0,1-2,0 0,-1 0,1-2,0 0,0-1,0 0,13-3,-9 3,0-1,-1-1,1-1,-1 0,0-2,0 0,0-1,-1-1,0 0,0-2,0 0,-1-1,-1-1,0 0,0-1,-1-1,10-12,-23 24,-1-1,1 1,0-1,-1 0,1 1,-1-1,1 0,-1 0,0 0,0 0,0-1,0 1,0 0,-1 0,1 0,-1-1,1 1,-1 0,0-1,0 1,0 0,0-1,0 1,-1 0,1-1,-1 1,1 0,-1 0,0-1,0 1,0 0,0 0,0 0,0 0,-1 0,1 0,-1 1,0-2,-6 1,0 1,0-1,1 1,-1 1,0 0,0 0,0 0,0 1,0 0,0 1,0-1,0 2,1-1,-1 1,1 0,0 0,0 1,0 0,0 1,1-1,-1 1,1 1,0-1,1 1,-2 2,5-6,-1 0,1 1,0-1,1 0,-1 1,0 0,1-1,-1 1,1 0,0 0,0 0,0 0,0 0,1 0,-1 0,1 0,0 0,0 0,0 0,0 0,0 1,1-1,0 0,-1 0,1 0,0 0,0-1,1 1,-1 0,0 0,1-1,0 1,0 0,0-1,0 0,7 5,0-1,1-1,0 0,0 0,0-1,1 0,-1-1,1 0,0-1,0 0,0 0,0-2,0 1,0-1,1-1,-1 0,6-1,-11 1,-1 0,1 0,0 0,-1-1,1 0,-1 0,0 0,1 0,-1-1,0 0,-1 0,1-1,0 1,-1-1,0 0,0 0,0 0,0-1,-1 1,0-1,0 0,0 0,0 0,-1 0,0-1,0 1,0-1,-1 1,0-1,0 0,0 0,-1-32,-3 74,4-28,0 0,0 0,1 0,0 0,0 0,1-1,0 1,0-1,1 0,0 0,0 0,1 0,0-1,0 0,0 0,1 0,0-1,0 1,0-1,1-1,0 1,0-1,0-1,0 1,0-1,1 0,0-1,-1 0,1 0,0 0,0-1,0-1,0 1,0-1,0 0,0-1,0 0,0 0,3-2,11-6,-1-2,0-1,0 0,-1-1,-1-2,0 0,-1-1,0 0,-2-2,0 0,1-2,14-16,-2-2,-1 0,-1-2,-3-1,-1-1,-2-1,-2-1,-2 0,-2-2,-2 1,6-43,-20-9,1 95,-1 0,1-1,-1 1,0 0,0-1,0 1,0 0,0 0,0 0,-1 0,1 0,-1 0,1 0,-1 0,0 1,0-1,0 1,0-1,0 1,0 0,0-1,0 1,0 0,-1 1,1-1,0 0,-1 1,1-1,-1 1,1 0,-1-1,1 1,0 1,-1-1,1 0,-2 1,-6 2,-1 0,1 1,0 0,0 1,1 0,-1 1,1-1,0 2,1 0,-1 0,1 0,1 1,-1 0,1 0,1 1,-3 4,-6 10,0 2,2-1,0 2,2 0,1 0,1 1,1 0,2 1,1 0,0 0,2 0,2 0,0 1,2-1,1 0,3 11,-4-26,1-1,0 1,1 0,1-1,0 1,0-1,1 0,1-1,0 1,1-1,0 0,0-1,1 1,1-2,0 1,0-1,1 0,0-1,0 0,1-1,0 0,0-1,0 0,1-1,0 0,1 0,-1-2,0 1,1-2,8 1,-8-3,1-1,-1 0,0-1,0 0,0-1,-1-1,1 0,-1-1,0 0,0-1,0 0,-1-1,0 0,0-1,-1 0,0-1,0 0,-1 0,0-1,-1-1,0 1,-1-1,0 0,0-1,-2 0,2-3,-1-15,-6 31,-1-1,1 0,0 0,0 1,-1-1,1 0,0 0,0 1,-1-1,1 0,0 0,-1 0,1 0,0 0,-1 0,1 1,0-1,-1 0,1 0,0 0,-1 0,1 0,0 0,-1 0,1 0,0 0,-1-1,1 1,0 0,0 0,-1 0,1 0,0 0,-1 0,1-1,0 1,0 0,-1 0,1-1,0 1,0 0,-1 0,1-1,0 1,0 0,0 0,0-1,-1 1,1 0,0-1,0 1,0 0,0-1,0 1,0 0,0-1,0 1,0 0,0-1,0 1,0 0,0-1,0 1,0 0,-3 2,1 1,-1 0,1 0,0 1,0-1,0 0,0 1,0 0,1-1,-1 1,1 0,0 0,0-1,1 1,-1 0,1 0,0 0,0 0,0 0,0 0,1 0,0 0,0-1,0 1,0 0,0 0,1-1,-1 1,1 0,1-4,-1 1,0-1,0 1,1-1,-1 0,0 0,1 0,-1 0,1 0,-1 0,0-1,0 1,1-1,-1 0,0 1,0-1,1 0,-1 0,0-1,0 1,0 0,-1-1,1 1,0-1,0 1,-1-1,1 0,-1 0,0 0,1 0,-1 0,0 0,0 0,0 0,0 0,-1-1,1 1,0 0,-1-1,0-1,2-2,0-1,0 0,-1 0,0 0,0 0,-1 0,0 0,-1 0,1 0,-1 0,0 0,-1 0,0-2,1 6,0 1,0-1,0 1,-1-1,1 1,-1 0,1-1,-1 1,0 0,0 0,0 0,0 0,0 0,0 1,0-1,-1 1,1-1,-1 1,1 0,-1 0,1 0,-1 0,0 0,0 1,1-1,-1 1,0 0,0 0,1 0,-1 0,0 0,0 0,1 1,-3 0,-8 3,0 1,0 0,0 1,1 0,-1 1,2 0,-1 1,1 0,0 1,1 1,0-1,0 1,1 1,0 0,1 0,1 1,-6 9,11-18,0 0,1 0,-1 0,0 0,1 0,0 0,-1 0,1 0,1 1,-1-1,0 0,1 1,0-1,-1 0,1 1,1-1,-1 1,0-1,1 0,0 1,-1-1,1 0,1 0,-1 0,0 0,1 0,0 0,-1 0,1 0,0 0,1-1,-1 1,0-1,1 1,-1-1,1 0,0 0,0 0,2 0,15 6,1-2,0-1,0 0,1-2,-1 0,1-2,0 0,-1-1,1-1,11-3,-17 4,1-1,-1-1,0 0,0-1,-1-1,1 0,-1-1,0-1,0 0,0-1,10-7,-10-4,-9 3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49:13.13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14,'3'-2,"0"0,0 1,0-1,1 1,-1 0,0 0,1 0,-1 0,0 1,1-1,-1 1,1 0,-1 0,1 0,-1 0,-1 0,46 3,-1 2,1 2,-1 2,21 8,-1-2,196 35,1-11,37-10,502 47,-140-12,-596-55,119 16,1-7,19-9,263-10,-456 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49:15.35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14,'102'-9,"0"5,0 4,23 6,50 0,651-3,469 11,-811 5,675 14,369-34,-1536 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49:51.63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1,'0'0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11:06:00.39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2367 1441,'-34'-19,"52"11,31 8,1 3,-1 2,0 2,25 7,-19-4,248 38,1-13,5-14,311 0,-55 37,-189-52,-234-7,79-12,-129 5,-90 9,0 0,0-1,0 1,-1 0,1 0,0 0,-1 0,1 0,0 0,-1 0,0 1,1-1,-1 1,0-1,1 1,-1-1,0 1,0 0,-1-1,1 1,0 0,0 0,-1 0,1 0,-1-1,0 1,1 0,-1 0,0 1,-2 62,1-55,-6 60,0-21,3 0,3 1,3 45,18 46,6 0,16 37,56 181,-97-354,0-4,0 0,-1 1,1-1,0 0,-1 1,1-1,-1 1,1-1,-1 1,0 0,0-1,0 1,0-1,0 1,0-1,0 1,0-1,0 1,-1 0,1-1,-1 1,1-1,-1 0,0 1,1-1,-1 1,0-1,0 0,0 0,0 1,0-1,0 0,0 0,-1 0,1 0,0 0,-1-1,1 1,-2 0,-15 1,0-1,0-1,0 0,0-1,0-2,-17-3,18 3,-100-17,-23-4,-84-1,-408 18,390 9,191-2,-287-1,-97-22,-80-16,223 34,88 20,163-10,44-3,1-3</inkml:trace>
  <inkml:trace contextRef="#ctx0" brushRef="#br0" timeOffset="1101.419">147 626,'-10'59,"-2"0,-3 0,-3-1,-2-1,-23 43,15-42,33-95,1 14,29-95,18-121,-40 143,-8 48,2 0,2 0,7-18,-15 65,-1-1,0 0,0 1,0-1,0 0,1 1,-1-1,0 0,1 1,0-1,-1 0,1 1,0-1,0 1,0-1,0 1,0 0,0-1,0 1,0 0,0 0,1 0,-1 0,0 0,1 0,-1 0,1 0,-1 0,1 1,0-1,-1 1,1-1,0 1,-1 0,1-1,0 1,0 0,3 4,0 1,-1-1,0 1,1 0,-2 0,1 0,-1 0,1 1,-2-1,1 1,0 0,-1 0,1 5,1 0,26 79,-4 2,-4 2,9 90,8 39,-20-153,-11-50</inkml:trace>
  <inkml:trace contextRef="#ctx0" brushRef="#br0" timeOffset="1348.335">40 852,'-11'0,"0"0,10 0,16 0,19-2,19-3,20-3,14-5,12-2,-11 1</inkml:trace>
  <inkml:trace contextRef="#ctx0" brushRef="#br0" timeOffset="2038.876">922 772,'-180'39,"175"-37,-1-1,1 1,0-1,0 2,0-1,0 0,0 1,1 0,-1 0,1 1,0-1,0 1,0 0,0 0,1 0,-1 0,1 1,0-1,0 1,1 0,0 0,-1 0,2 0,-1 0,0 1,1-1,0 0,1 1,-1-1,1 1,0-1,0 2,3 2,-1-1,1 1,1-1,-1 0,1 0,1 0,0 0,0-1,0 0,1 0,0 0,0-1,1 0,0 0,0 0,0-1,1 0,0-1,0 1,0-2,0 1,0-1,1 0,0-1,-1 0,1 0,0-1,0 0,0-1,0 0,0 0,0-1,0 0,0 0,0-1,-1-1,1 1,0-1,-1-1,0 1,1-2,11-11,0-1,-2-1,0-1,0 0,-2-1,-1-1,0-1,-2 0,0 0,9-25,3-2,-1 0,-3-2,-2-1,-3 0,-1-1,-3-1,-3 0,-1-1,-3 0,-3 0,-2 0,-3-18,2 67,1-2,-1-1,0 1,0 0,-1-1,0 1,-1 0,1 0,-2 1,1-1,-1 1,0-1,-2-1,5 8,0 0,0 1,-1-1,1 1,0 0,0-1,-1 1,1 0,0 0,0 0,-1 0,1 0,0 0,0 0,-1 0,1 1,0-1,0 0,0 1,-1-1,1 1,0-1,0 1,0 0,0-1,0 1,0 0,0 0,0 0,0 0,1 0,-1 0,0 0,0 0,1 0,-1 0,1 0,-1 0,1 0,-1 1,1-1,0 0,-1 0,1 1,0-1,0 0,0 0,0 1,-8 29,2 0,0 0,2 0,2 0,1 1,1-1,1 0,2 1,3 9,10 59,4 0,4-2,34 84,2-48,-56-128,-1 0,1 0,0-1,0 0,1 0,-1 0,1 0,0-1,1 0,-1 0,1 0,0 0,0-1,0 0,0-1,0 1,0-1,1 0,0-1,2 1,-4-2,0 0,0-1,0 0,0 0,-1 0,1 0,0-1,0 1,-1-1,1-1,-1 1,0-1,0 1,0-1,0 0,0-1,0 1,-1-1,1 0,55-79,-15-1,-43 85,0-1,0 0,0 1,0-1,0 1,0-1,0 1,0-1,0 1,0 0,0-1,-1 1,1 0,0 0,-1-1,1 1,0 0,-1 0,1 0,-1 0,1 0,-1 0,1 0,-1 0,0 0,0 0,0 0,1 0,-1 1,0-1,0 0,0 0,-1 0,1 0,0 0,0 0,0 0,-1 0,0 1,2 1,17 165,-18-166,1 1,-1-1,1 1,0-1,0 1,0-1,0 0,0 1,1-1,-1 0,1 0,-1 0,1 0,0 0,0 0,0 0,0-1,0 1,0-1,0 1,0-1,1 0,-1 0,0 0,1 0,-1 0,1-1,-1 1,1-1,0 0,2 1,15-2</inkml:trace>
  <inkml:trace contextRef="#ctx0" brushRef="#br0" timeOffset="2292.231">1792 639,'-14'-2,"-6"-1,-3 0,4 1</inkml:trace>
  <inkml:trace contextRef="#ctx0" brushRef="#br0" timeOffset="2533.554">937 398,'6'-4,"17"-7,22-3,26-2,22 2,15 3,10 4,0 3,-19 2</inkml:trace>
  <inkml:trace contextRef="#ctx0" brushRef="#br0" timeOffset="2855.811">1952 759,'52'171,"-24"-63,-25-99,-1-1,0 0,1-1,-1 1,2-1,-1 0,1 0,0 0,1 0,4 5,-7-11,-1-1,0 1,1-1,-1 1,1-1,-1 1,1-1,-1 0,1 0,-1 0,1 0,-1 0,1 0,-1 0,1-1,-1 1,1-1,-1 1,1-1,-1 1,1-1,-1 0,0 1,1-1,-1 0,0 0,0 0,0 0,0 0,0 0,0-1,0 1,0 0,0 0,0-1,-1 1,1 0,-1-1,1 1,-1-1,1 1,-1-1,0 1,1-1,-1 1,0-1,0 1,-1-2,30-119,-25 98,0 0,2 0,0 1,2 0,0 0,6-8,-10 25,0 0,0 0,0 1,1 0,0-1,0 2,1-1,-1 0,1 1,0 0,0 1,0-1,1 1,-1 0,1 1,0-1,-1 1,1 1,0-1,6 1,23-4</inkml:trace>
  <inkml:trace contextRef="#ctx0" brushRef="#br0" timeOffset="3785.196">2675 826,'-134'-11,"127"12,0 0,0 1,0 0,1 0,-1 0,1 1,-1 0,1 1,0-1,0 1,0 0,1 1,0-1,-1 1,2 0,-1 1,0-1,1 1,0 0,1 0,-1 0,1 0,0 1,1-1,-1 1,1 0,1-1,-1 1,1 0,0 0,1 0,0 0,0 0,0 1,1-1,1 5,-2-9,1 1,-1-1,1 0,0 0,-1 0,1 0,1 0,-1 0,0 0,1 0,0 0,0 0,-1-1,2 1,-1-1,0 1,0-1,1 0,-1 0,1 0,0 0,0 0,-1-1,1 1,0-1,0 0,0 0,1 0,-1 0,0-1,0 1,0-1,1 0,-1 1,0-2,1 1,-1 0,0-1,0 1,0-1,3-1,2 0,0-1,-1 0,0 0,1-1,-1 0,0 0,-1 0,1-1,-1 0,0-1,0 1,-1-1,0 0,0 0,0-1,0 0,-1 0,0 0,-1 0,0 0,0-1,0 1,-1-1,0 0,-1 0,0 0,0 0,0 0,-1-4,-1 12,1 0,0 1,-1-1,1 0,0 0,-1 0,1 0,-1 1,1-1,-1 0,1 0,0 0,-1 0,1 0,-1 0,1 0,-1 0,1 0,-1 0,1-1,0 1,-1 0,1 0,-1 0,1 0,0-1,-1 1,1 0,0 0,-1-1,1 1,0 0,-1 0,1-1,0 1,-1-1,1 1,0 0,0-1,0 1,-1 0,1-1,0 1,0-1,0 1,0-1,0 1,0 0,0-1,0 1,0-1,0 1,0-1,0 1,0 0,0-1,0 1,0-1,0 1,1-1,-1 1,0 0,-4 10,1 0,0 0,1 1,0-1,0 1,1 0,1 0,0-1,0 1,2 10,-2-18,1 1,0 0,0-1,0 1,0-1,0 0,1 1,0-1,-1 0,1 0,0 0,1 0,-1 0,0 0,1-1,0 1,-1-1,1 0,0 0,0 0,1 0,-1 0,0-1,0 1,1-1,-1 0,1 0,-1 0,1 0,0-1,-1 0,1 1,0-1,-1 0,1-1,-1 1,1-1,0 0,-1 0,1 0,5-1,-1 0,0-1,0 0,-1-1,1 1,-1-2,1 1,-1-1,-1 0,1 0,-1-1,0 0,0 0,0 0,-1-1,0 1,0-2,-1 1,0 0,2-7,2-3,-2-1,0 0,-1 0,-1 0,-1-1,0 0,-1 1,-1-18,-2 26,1 9,-1 0,1 0,-1 0,1-1,0 1,0 0,-1-1,1 1,0 0,0-1,0 1,0 0,0 0,1-1,-1 1,0 0,1-1,-1 1,0 0,1 0,0 0,-1-1,1 1,0 0,-1 0,1 0,0 0,0 0,0 0,0 0,0 1,0-1,0 0,0 0,0 1,1-1,-1 1,0-1,0 1,1-1,0 1,94 40,-88-37,0 1,-1-1,0 1,1 1,-2-1,1 1,0 0,-1 1,0 0,0 0,-1 0,1 0,-1 1,-1 0,1 0,-1 0,-1 1,1 0,-1-1,1 7,7 113,-8-124,-1 0,1 0,1 0,-1 0,0-1,1 1,-1-1,1 0,0 0,0 0,0 0,0-1,0 1,0-1,0 0,1 0,-1-1,0 1,0-1,1 0,-1 0,0-1,1 1,-1-1,0 0,0 0,0 0,0-1,0 1,0-1,1 0,7-4,0 1,-1-2,0 1,0-2,0 1,-1-1,0-1,-1 0,0 0,0-1,-1 0,0-1,-1 0,0 0,-1 0,0-1,-1 0,0 0,-1 0,0-1,-1 1,0-1,-1 0,-1 0,0 0,-1 0,0 0,-1 0,-2-13,3 25,1-1,-1 1,0-1,0 1,0-1,0 1,-1-1,1 1,0-1,-1 1,1-1,0 1,-1-1,0 1,1 0,-1-1,0 1,0 0,0 0,0-1,0 1,0 0,0 0,0 0,0 0,0 0,-1 0,1 1,0-1,-1 0,1 1,-1-1,1 1,0-1,-1 1,1 0,-1-1,1 1,-1 0,0 0,1 0,-1 0,1 1,-1-1,1 0,-1 1,1-1,-1 1,-4 6,1 2,0-1,0 0,0 1,1 0,1 0,-1 0,2 1,-1-1,1 1,1 0,-1-1,2 1,-1 0,2 0,-1 0,1 2,1-4,-1-1,1 1,0-1,0 0,1 1,0-1,0 0,1-1,0 1,0-1,1 1,-1-1,1-1,1 1,-1-1,1 0,0 0,0 0,0-1,1 0,0 0,0-1,5 3,6 1,-1-1,1-1,0 0,1-1,-1-2,1 1,-1-2,1-1,6 0,45-7,-9-4</inkml:trace>
  <inkml:trace contextRef="#ctx0" brushRef="#br0" timeOffset="4950.057">5094 465,'-2'2,"1"-1,-1 1,1 0,0 0,-1 0,1 0,0 0,0 0,1 0,-1 1,0-1,1 0,-1 0,1 1,-1-1,1 0,0 1,0-1,0 0,1 1,-1-1,1 0,-1 0,1 1,-1-1,1 0,0 0,0 0,0 0,1 0,-1 0,0 0,1 0,-1 0,1-1,-1 1,1-1,0 1,0-1,6 1,1-2,-1 1,0-1,0 0,1-1,-1 0,0 0,0-1,0 0,0 0,0-1,0 0,-1-1,0 1,18-7,0 0,-1-2,-1 0,0-2,-1-1,-1 0,0-2,-1 0,0-1,10-14,-27 28,1 0,0 0,-1 0,0-1,0 1,-1-1,1 0,-1 1,0-1,0 0,0-1,-1 1,0 0,0 0,0-1,-1 1,0 0,0-1,0 1,0 0,-1-1,0 1,0 0,0 0,-1-1,0 1,0 0,0 1,-2-3,3 5,0 1,-1-1,1 1,-1 0,1 0,-1-1,1 1,-1 0,0 0,0 1,1-1,-1 0,0 1,0-1,0 1,0-1,0 1,0 0,0 0,1 0,-1 0,0 0,0 0,0 0,0 1,0-1,0 1,0-1,0 1,1 0,-1 0,0 0,0 0,1 0,-1 0,1 0,-1 1,0 0,-46 63,34-20,1 1,2 0,2 1,3 1,1-1,3 1,2 24,-1-62,0 583,-6-514,2-60</inkml:trace>
  <inkml:trace contextRef="#ctx0" brushRef="#br0" timeOffset="5473.391">5148 866,'142'-22,"-2"-7,0-5,4-9,-103 31,17-7,-59 15,-9 5,-1 0,1 1,1 0,-1 1,0 0,0 1,1 0,0 0,0 1,0 0,-1 1,5-4,-1 1,1 0,0 0,0 0,0 0,0 1,0 0,0 0,1 0,0 0,0 1,0 0,1 0,0 0,-1 0,2 0,-1 1,1-1,0 1,0 0,0 0,1 0,0-1,0 1,0 1,1-1,0 0,0 0,0 0,1 0,0 0,0 0,1-1,1 4,-2-5,0 0,1 0,0-1,0 1,0-1,0 0,0 1,1-1,0 0,-1 0,1 0,0-1,1 1,-1-1,0 0,1 1,-1-1,1-1,0 1,-1-1,1 1,0-1,0 0,0 0,0-1,0 1,0-1,0 0,0 0,0 0,0-1,0 1,0-1,0 0,0 0,0-1,-1 1,1-1,0 1,-1-1,1 0,0-1,5-7,0 1,-1-1,0-1,0 1,-1-1,-1-1,0 1,0-1,-1 0,-1 0,1-5,18-39,-21 103,-3-41,0 1,0 0,0 0,1 0,0 0,0-1,0 1,1 0,0 0,1 0,0-1,0 1,0-1,1 1,-1-1,2 0,-1 0,1 0,0-1,0 1,0-1,1 0,-1 0,3 1,19 10</inkml:trace>
  <inkml:trace contextRef="#ctx0" brushRef="#br0" timeOffset="5855.67">6230 759,'-8'1,"1"0,-1 0,1 0,-1 1,1 0,0 1,0 0,0 0,0 0,0 1,1 0,-1 0,1 1,0 0,1 0,-1 0,1 1,0 0,0 0,1 0,0 0,0 1,0-1,1 1,0 0,0 0,1 1,0-1,0 0,1 1,0-1,0 1,0 0,1-1,1 3,-1-6,1 0,0 0,1 0,-1-1,0 1,1 0,0-1,0 1,0-1,1 0,-1 1,1-1,-1 0,1-1,0 1,0 0,1-1,-1 0,0 1,1-1,-1-1,1 1,0 0,0-1,-1 0,1 0,0 0,9 2,-1-1,0 0,1-1,-1 0,1-1,0 0,-1-1,3-1,-3 1,0-1,0-1,0 1,-1-2,1 0,-1 0,0-1,0 0,0-1,-1 0,0-1,0 0,-1 0,0-1,0-1,-1 1,0-1,0-1,-1 1,0-1,-1-1,0 1,-1-1,0 0,0 0,-2-1,1 1,0-9,-6 34,1 0,0 0,0 0,2 0,0 0,0 0,1 0,1 0,0 0,1-1,2 4,34 23,-18-29</inkml:trace>
  <inkml:trace contextRef="#ctx0" brushRef="#br0" timeOffset="6113.564">6631 398,'-4'16,"2"14,2 2</inkml:trace>
  <inkml:trace contextRef="#ctx0" brushRef="#br0" timeOffset="6552.936">6939 906,'33'-56,"-3"-1,-2-1,-3-1,-2-1,-3-2,-3 0,-2-1,-4 0,-1-3,-10 59,2-3,-1 0,0 0,-1 1,0-1,-1 0,0 0,0 0,-1 0,0 1,-1-1,0 1,-1-1,4 9,-1 0,1 0,-1-1,1 1,-1 0,0 0,0 0,0 0,0 0,1 1,-1-1,0 0,0 0,-1 1,1-1,0 0,0 1,0-1,0 1,0 0,-1-1,1 1,0 0,0 0,-1-1,1 1,0 0,0 0,-1 0,1 1,0-1,-1 0,1 0,0 1,0-1,0 1,0-1,-1 1,1-1,0 1,0 0,0 0,0-1,0 2,-40 44,24-11,1 0,2 1,1 1,2 0,2 0,1 1,2 0,1 1,3 1,-3-9,3 0,0 1,2 0,1-1,2 1,1-1,2 0,0 0,2-1,2 0,1 1,-9-24,1 0,1 0,-1 0,1 0,0 0,0-1,1 0,0 0,0 0,0-1,1 1,0-1,0-1,0 1,1-1,-1 0,1 0,0-1,0 0,0 0,1-1,-1 0,1 0,-1-1,1 0,0 0,-1 0,1-1,0-1,-1 1,1-1,0 0,-1-1,1 0,-1 0,0-1,0 0,5-2,-2-3,0-1,0-1,-1 0,0 0,0 0,-1-1,-1-1,0 1,0-1,-1 0,-1-1,0 1,-1-1,0 0,-1 0,0-1,-1 1,-1 0,0-8,-13 48,4 1,1 0,2 1,1-1,1 1,1 20,1-47,1 1,0 0,0 0,0-1,1 1,-1 0,0 0,1-1,0 1,0 0,0-1,0 1,0-1,0 1,1-1,-1 0,1 1,0-1,-1 0,1 0,0 0,0 0,0-1,1 1,-1 0,14 2</inkml:trace>
  <inkml:trace contextRef="#ctx0" brushRef="#br0" timeOffset="6805.395">7339 519,'-13'0,"-5"2,5 3,12 1,6-1</inkml:trace>
  <inkml:trace contextRef="#ctx0" brushRef="#br0" timeOffset="7063.259">7794 90,'-27'142,"7"2,6 0,6 0,8 66,2 57,-2-260,0-14,0-14,1-7</inkml:trace>
  <inkml:trace contextRef="#ctx0" brushRef="#br0" timeOffset="7932.269">7674 759,'31'-9,"1"1,-1 2,2 1,-1 1,0 2,9 1,-12 0,-27 1,97-6,0 5,40 7,-118 0,-204 10,178-14,-1-1,1 2,0-1,1 0,-1 1,0 0,1 0,-1 1,1-1,0 1,0 0,1 0,-1 0,1 0,0 1,0-1,0 1,1 0,-1 0,1 0,0 0,1 0,-1 1,1-1,0 0,0 1,1-1,0 1,0-1,0 1,0-1,1 0,0 1,0-1,1 0,-1 1,1-1,0 0,1 0,0 1,1 1,0 0,0 0,1 0,0-1,0 1,1-1,0 0,0-1,0 1,1-1,-1-1,1 1,1-1,-1 0,0-1,3 1,-6-2,0-1,0 1,0-1,0 0,0-1,0 1,1-1,-1 0,0 0,1 0,-1 0,0-1,0 1,1-1,-1 0,0-1,0 1,0-1,0 0,0 0,-1 0,1 0,-1-1,1 1,-1-1,0 0,0 0,0 0,0 0,0-1,1-1,3-9,0 1,-1-1,0 0,-1 0,-1-1,0 0,1-10,7-22,-12 48,0-1,0 0,1 0,-1 0,0 1,1-1,-1 0,0 0,1 0,-1 0,1 1,-1-1,0 0,1 0,-1 0,0 0,1 0,-1 0,1 0,-1 0,0 0,1 0,-1-1,1 1,-1 0,0 0,1 0,-1 0,0 0,1-1,-1 1,0 0,1 0,-1-1,0 1,0 0,1 0,-1-1,0 1,0 0,1-1,-1 1,0 0,0-1,0 1,0-1,0 1,1 0,-1-1,0 1,0 0,0-1,0 1,0-1,0 1,0 0,0-1,0 1,-1-1,1 1,0 0,9 33,-6-18,-1 3,1-1,0 1,2-1,0 0,1 0,0 0,1-1,6 9,-11-22,1-1,-1 1,0-1,1 1,0-1,-1 0,1 0,0 0,0 0,0 0,0-1,0 1,1-1,-1 0,0 0,1 0,-1 0,1-1,-1 0,1 1,-1-1,1 0,-1-1,1 1,-1-1,1 1,-1-1,0 0,1 0,-1 0,0-1,0 1,0-1,0 0,0 0,0 0,0 0,-1-1,1 1,-1 0,2-3,22-23,-3-2,0 0,-2-1,-1-1,-1 0,-2-2,-2 0,1-5,-16 39,38-86,-3-2,-5-1,-3-1,-4-1,2-38,-23 13,-2 115,1-1,-1 1,0 0,0-1,-1 1,1 0,0-1,0 1,-1 0,1-1,-1 1,1 0,-1 0,1 0,-1-1,0 1,0 0,1 0,-1 0,0 0,0 0,0 0,0 0,0 1,0-1,0 0,-1 0,1 1,0-1,0 1,-1-1,1 1,0 0,-1-1,1 1,0 0,-1 0,1 0,0 0,-1 0,1 0,0 0,-1 0,1 1,0-1,-1 0,1 1,0-1,0 1,0 0,-1-1,1 1,0 0,0 0,0 0,0-1,0 1,0 0,0 0,1 1,-1-1,-1 1,-15 19,2 1,0 1,1 1,1 0,1 0,1 1,1 1,2 0,-5 22,1-9,2 1,1 0,2 1,2-1,2 1,1 0,3 0,1 0,2 0,1-1,3 1,1-1,2-1,11 28,-16-54,1 0,0 0,1-1,1 0,0 0,0 0,1-2,1 1,3 2,-9-9,0 0,1 0,0 0,-1-1,1 0,0 0,1 0,-1-1,0 0,1 0,0 0,-1-1,1 0,0-1,-1 1,1-1,0-1,0 1,-1-1,1 0,1-1,0-1,0 0,-1 0,1-1,-1 0,1 0,-1-1,-1 1,1-2,-1 1,0-1,0 0,0 0,-1-1,0 0,0 1,-1-2,0 1,0 0,-1-1,1 0,1-7,1-8,0 0,-1 1,-1-2,-1 1,-1 0,-1-1,-2-6,-9-15,8 45,1 0,0 1,-1-1,1 1,0-1,-1 1,1 0,0-1,0 1,0 0,0 0,-1 0,1 0,0 0,1 0,-1 0,0 0,0 0,0 1,1-1,-1 0,0 1,1-1,0 0,-1 1,1 0,-1-1,-7 19,1 0,0 1,1 0,2 1,0-1,1 1,1 0,1-1,1 1,1 0,1 0,3 11,-4-22,1 0,1 0,0-1,0 1,1-1,0 0,1 0,0 0,0 0,1-1,1 0,-1 0,2-1,-1 0,1 0,0 0,0-1,1 0,0-1,1 0,-1-1,1 0,9 4,-15-8,0 0,0 0,0 0,0-1,0 1,0-1,0 0,0 0,0-1,0 1,0-1,0 0,0 0,0 0,0-1,-1 1,2-1,21-15</inkml:trace>
  <inkml:trace contextRef="#ctx0" brushRef="#br0" timeOffset="8217.552">8663 384,'18'-2,"23"-1,23 0,23 1,16 0,7 1,-16 1</inkml:trace>
  <inkml:trace contextRef="#ctx0" brushRef="#br0" timeOffset="8984.814">6511 1508,'-10'308,"8"-285,2-24,0 1,0 0,0 0,0-1,0 1,0 0,0 0,0-1,0 1,0 0,0 0,0-1,0 1,0 0,0 0,0-1,0 1,0 0,0 0,0-1,0 1,0 0,0 0,0-1,0 1,-1 0,1 0,0-1,0 1,0 0,0 0,-1 0,1 0,0-1,0 1,-1 0,1 0,0 0,0 0,0 0,-1 0,1 0,0-1,0 1,-1 0,1 0,0 0,-1 0,1 0,0 0,0 0,-1 0,1 0,-5-56,3-1,3 0,2 0,2 1,13-56,-8 61,-6 67,-5 38,0-41,0 1,1 0,0-1,1 1,1-1,0 1,1-1,0 0,1 0,2 3,-5-13,1 0,0 0,0-1,0 1,0-1,0 1,1-1,-1 0,1 0,-1 0,1 0,0-1,0 1,-1-1,1 1,0-1,1 0,-1 0,0 0,0-1,0 1,1-1,-1 0,0 1,0-2,1 1,-1 0,0-1,0 1,0-1,1 0,1-1,3 0,1-2,-1 1,1-1,-1 0,0-1,-1 0,1 0,-1-1,0 0,0 0,0-2,5-7,-1-1,0-1,-2 0,0 0,-1-1,0 0,-2 0,0-1,3-18,-24 158,11 33,5-147,0 0,0-1,0 1,1 0,0 0,1-1,-1 1,1-1,1 0,-1 0,1 0,0 0,0-1,1 1,-1-1,1 0,0-1,1 1,-1-1,5 2,18 8</inkml:trace>
  <inkml:trace contextRef="#ctx0" brushRef="#br0" timeOffset="9277.568">7287 1481,'-4'-4,"-1"0,1 1,-1-1,1 1,-1 1,0-1,0 1,-1-1,1 1,0 1,-1-1,1 1,-1 0,1 0,-1 1,0-1,1 1,-1 1,0-1,1 1,-1 0,1 0,-1 0,1 1,0 0,-1 0,1 0,0 1,0 0,0 0,1 0,-1 1,0 0,-3 5,1-1,0 1,0 0,1 1,1 0,-1 0,2 0,-1 0,1 1,1 0,0 0,1 0,-2 10,3-15,1 0,-1 1,1-1,0 0,1 1,-1-1,1 0,1 1,-1-1,1 0,0 0,0 0,1 0,0-1,0 1,0-1,1 1,0-1,0 0,0 0,0-1,1 0,0 1,0-1,0 0,7 2,-1 0,1-1,0 0,0-1,0 0,1-1,-1-1,1 0,0 0,-1-1,1-1,0 0,0-1,6-1,29-5</inkml:trace>
  <inkml:trace contextRef="#ctx0" brushRef="#br0" timeOffset="9853.922">7607 1468,'-8'13,"1"2,1-1,0 1,1 0,0 0,2 0,-1 1,2-1,0 1,1 0,1 2,-1 2,1-1,0 0,2 0,0 1,2-1,0-1,1 1,0 0,4 4,0-5,-9-18,0-1,0 1,0 0,0 0,0 0,-1-1,1 1,0 0,0 0,0-1,1 1,-1 0,0 0,0 0,0-1,0 1,0 0,0 0,0-1,0 1,0 0,0 0,1 0,-1 0,0-1,0 1,0 0,0 0,1 0,-1 0,0-1,0 1,0 0,1 0,-1 0,0 0,0 0,0 0,1 0,-1 0,0 0,0 0,1 0,-1 0,0 0,0 0,0 0,1 0,-1 0,0 0,0 0,1 0,-1 0,0 0,0 0,0 0,1 1,-1-1,0 0,0 0,0 0,0 0,1 0,-1 1,0-1,0 0,8-145,-7 115,2 0,0 0,2 1,1 0,2 0,1 0,1 1,1 0,1 1,5-7,-12 27,1 0,-1 0,1 0,0 1,1 0,-1 0,1 0,0 1,4-2,-9 6,1-1,-1 1,0 0,1 0,-1 0,0 0,1 0,-1 1,1-1,0 1,-1 0,1-1,-1 1,1 0,-1 1,1-1,0 0,-1 1,1-1,-1 1,1 0,-1 0,0 0,1 0,-1 0,0 1,0-1,1 1,-1-1,-1 1,1 0,0 0,1 1,3 6,-1 0,1 1,-2-1,1 1,-1 0,-1 1,0-1,-1 1,0-1,0 1,-1 0,0 0,-1 0,0-1,-1 1,0 0,-1 0,-1 1,0-5,0 0,-1 0,0-1,0 1,0-1,-1 0,0 0,0-1,-1 1,1-1,-1-1,0 1,-1-1,1 0,-1 0,1-1,-1 0,0 0,-1 0,1-1,0 0,-1-1,1 1,-1-2,1 1,-1-1,0 0,-2-1,10 1,-1 0,0 0,1 0,-1 0,0 0,1 0,-1 0,1 1,-1-1,0 0,1 0,-1 0,1 1,-1-1,0 0,1 0,-1 1,1-1,-1 1,1-1,-1 0,1 1,0-1,-1 1,1-1,-1 1,1-1,0 1,0 0,-1-1,1 1,0-1,0 1,-1 0,1-1,0 1,0-1,0 1,0 0,0-1,0 1,0 0,0-1,0 1,1-1,-1 1,0 0,0-1,0 1,1-1,-1 1,0 0,1-1,-1 1,1-1,25 36,-20-28,4 6,0-1,1 0,0-1,1 0,0 0,1-2,0 1,1-2,0 1,0-2,1 0,0-1,1 0,-1-2,1 0,1 0,5 0,16-3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11:06:13.26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4679 39,'-19'-8,"-1"1,0 1,-1 1,1 1,-1 0,0 2,0 0,0 1,0 1,0 1,-19 4,-11 10,1 2,1 2,-32 18,62-28,-22 8,2 1,0 2,1 2,2 2,0 1,2 1,0 2,2 2,1 1,2 1,1 1,1 2,2 1,2 0,1 2,-12 32,21-37,1 2,2-1,2 1,1 1,2 0,1 0,1 0,3 0,1 0,2 5,0-25,0 0,1-1,1 1,1-1,0 0,1-1,1 1,0-1,0-1,2 0,0 0,0-1,1 0,0 0,11 6,9 7,0-2,2-2,1-1,0-1,37 13,48 9,2-5,2-5,1-6,0-5,115 3,-202-19,680 49,101-32,-691-20,0-6,-1-5,29-10,28-13,146-47,-255 57,-1-3,-1-3,-1-4,-2-2,47-33,-100 57,0 0,0-1,-1-1,0-1,-1 0,1-3,-11 12,0 0,0 0,-1-1,0 1,0-1,0 1,-1-1,0 0,0 0,0 0,-1-1,0 1,0 0,-1 0,1-1,-1 1,-1 0,1-1,-1 1,0 0,-1-1,-8-20,-1 1,-2 1,0 0,-2 1,0 0,-2 1,-16-17,21 24,-22-27,-1 2,-1 1,-3 2,-1 1,-2 2,-1 2,-2 2,-40-21,-54-16,-3 6,-3 6,-15 2,22 15,-1 6,-2 6,-1 6,-1 6,-52 5,4 3,-1 7,1 10,0 7,-173 41,107 11,-193 83,301-97</inkml:trace>
  <inkml:trace contextRef="#ctx0" brushRef="#br0" timeOffset="998.151">147 1804,'-7'-12,"-2"0,1 5,0 13,4 15,0 15,5 13,2 10,0 3,-1 1,1-4,-2-8,-2-9,-2-13</inkml:trace>
  <inkml:trace contextRef="#ctx0" brushRef="#br0" timeOffset="1614.553">40 1630,'12'41,"2"-1,2 0,2-1,1-1,2-1,1-1,11 13,-25-37,163 255,-135-167,-36-96,1-1,-1 1,0 0,0-1,0 1,0 0,-1 0,1-1,-1 1,0-1,0 1,-1-1,1 1,-1-1,1 1,-1-1,0 0,0 0,-1 0,1 0,-1-1,1 1,-1 0,0-1,0 0,-3 2,-7 2,0-1,0 0,0-1,-1 0,1-1,-1-1,0 0,0-1,0-1,0 0,0 0,1-2,-1 0,0 0,0-1,-3-2,7 3,0-1,1 0,0 0,-1-1,1 0,1-1,-1 0,1 0,0-1,0 0,0 0,1-1,0 0,-1-1,8 8,-1-1,1 1,-1-1,1 0,-1 1,1-1,-1 1,1-1,-1 0,1 0,0 1,0-1,-1 0,1 1,0-1,0 0,0 0,0 1,0-1,0 0,0 0,0 1,0-1,0 0,0 0,0 1,0-1,1 0,-1 0,0 1,1-1,-1 0,0 1,1-1,-1 0,1 1,-1-1,1 1,-1-1,1 1,0-1,-1 1,1-1,0 1,-1 0,1-1,0 1,-1 0,1-1,40-4,77 7,-53 0,1-2,0-3,16-5,-47 3,0-2,-1-1,0-1,0-2,-1-1,-1-2,0-1,-1-2,8-6,0-16,-38 38,0 0,-1 0,1 0,0 0,-1 0,1 0,0-1,-1 1,0 0,1-1,-1 1,0 0,1 0,-1-1,0 1,0 0,0-1,0 1,0 0,-1-1,1 1,0 0,-1-1,1 1,-1 0,1 0,-1-1,1 1,-1 0,0 0,0 0,1 0,-1 0,0 0,0 0,0 0,0 0,-4-1,0-1,0 1,-1 0,1 0,0 1,-1 0,1 0,0 0,-1 0,0 1,1 0,-1 0,1 1,-1-1,1 1,0 0,-1 1,1 0,0-1,0 1,0 1,0-1,0 1,0 0,1 0,-1 0,1 1,0 0,0 0,0 0,0 0,1 0,-2 3,1-1,1 1,-1 0,1 0,0-1,1 2,0-1,0 0,0 0,1 1,0-1,0 1,1-1,0 1,1-1,-1 1,1-1,1 0,-1 1,1-1,1 0,-1 0,1 0,0 0,2 2,1 1,1 1,0-1,1-1,0 1,0-1,1-1,0 1,1-2,0 1,0-1,0-1,1 0,0 0,6 2,-4-3,1-1,-1 0,1-1,0 0,0-1,0-1,0 0,0-1,0 0,6-2,23-5</inkml:trace>
  <inkml:trace contextRef="#ctx0" brushRef="#br0" timeOffset="2363.496">1083 2218,'10'-2,"1"0,0 0,-1 1,1 0,0 1,0 0,0 1,-1 0,1 1,-1 0,1 1,-1 0,0 0,0 1,0 1,0 0,-1 0,1 0,-2 1,1 1,-1 0,1 0,-2 0,1 1,-1 0,-1 1,1 0,-1 0,-1 0,0 0,0 1,-1 0,0 0,0 0,-1 0,0 7,3 21,-2-1,-1 1,-3 0,-1-1,-1 1,-2-1,-2 1,-1-1,-8 20,-12 80,24-114,0 0,1 0,1 0,2 0,2 18,-3-34,1-1,1 0,-1 1,1-1,0 0,1 0,-1 0,1 0,0 0,1-1,-1 1,1-1,0 0,1 0,-1-1,1 1,0-1,0 0,0 0,1 0,-1-1,4 2,-3-3,0 1,1-1,-1 0,0 0,1-1,0 0,-1 0,1-1,0 1,-1-1,1-1,0 0,-1 1,1-2,-1 1,1-1,-1 0,0 0,0-1,0 0,0 0,0-1,0 1,-1-1,0 0,0-1,0 1,0-1,-1 0,1 0,-1 0,-1-1,1 0,-1 1,2-6,0 0,-1-2,0 1,-1 0,0-1,-1 1,0-1,-1 0,-1 0,0 0,0 1,-1-1,-1 0,0 0,-4-11,-2-1,0 0,-2 1,-1 0,0 1,-2 0,-13-18,15 25,0 1,-2 0,1 1,-2 0,0 1,0 0,-1 1,-1 1,0 1,-1 0,0 1,0 0,-1 2,0 0,0 1,0 1,-1 0,0 2,0 0,0 1,-5 1,13 2,30 2,48-4,0-3,0-3,0-3,-1-3,62-20,-74 19,-9 5,-32 7</inkml:trace>
  <inkml:trace contextRef="#ctx0" brushRef="#br0" timeOffset="2784.073">2032 2379,'-8'-1,"1"0,-1 0,0 1,1 0,-1 1,0 0,1 0,-1 1,1-1,-1 2,1-1,0 1,0 0,0 1,0-1,1 1,0 1,-1-1,1 1,1 0,-1 0,1 1,0 0,0 0,1 0,-1 0,1 1,1 0,-1 0,1 0,1 0,-1 0,1 1,0-1,0 3,2-8,0 0,-1-1,1 1,0 0,0 0,0-1,0 1,1 0,-1 0,0-1,1 1,-1 0,1-1,0 1,-1 0,1-1,0 1,0-1,0 1,0-1,0 0,0 1,1-1,-1 0,0 0,1 0,-1 0,1 0,-1 0,1 0,-1 0,1-1,0 1,-1 0,1-1,0 0,0 1,-1-1,2 0,2 0,1 0,-1 0,0 0,0-1,0 0,0 0,1 0,-1-1,-1 1,1-1,0-1,0 1,-1-1,9-4,-1-1,0-1,0 0,-1-1,0 0,-1-1,0 0,-1 0,0-1,-1 0,0-1,-1 0,0 0,3-9,-10-6,0 28,0 0,-1-1,1 1,0 0,0-1,-1 1,1 0,0-1,0 1,-1 0,1-1,0 1,-1 0,1 0,-1-1,1 1,0 0,-1 0,1 0,-1 0,1 0,0-1,-1 1,1 0,-1 0,1 0,-1 0,1 0,0 0,-1 1,1-1,-1 0,1 0,-1 0,1 0,0 0,-1 0,1 1,-1-1,1 0,0 0,-1 1,1-1,0 0,-1 1,1-1,0 0,0 1,-1-1,1 0,0 1,0-1,0 1,-1-1,1 0,0 1,0-1,0 1,-3 3,-1 1,1 0,1-1,-1 1,1 0,0 0,0 0,0 1,0-1,1 0,0 1,1-1,-1 1,1-1,0 1,0-1,0 1,1-1,0 1,0-1,1 1,-1-1,1 0,0 0,0 0,1 0,0 0,0 0,0-1,0 1,1-1,0 1,3 0,0 0,0 0,0-1,0 0,0-1,1 1,0-1,0-1,4 2,32 6</inkml:trace>
  <inkml:trace contextRef="#ctx0" brushRef="#br0" timeOffset="3449.35">2594 2379,'-5'0,"-2"-1,1 0,0 0,-1 1,1 0,-1 0,1 1,0 0,-1 0,1 0,0 1,0 0,0 0,0 0,0 1,0 0,1 0,-1 1,1 0,0-1,0 2,0-1,1 1,-3 2,3-2,1 0,0 1,0-1,1 1,0-1,0 1,0 0,0-1,1 1,0 0,1 0,-1 0,1 0,0 0,0 0,1 0,0 0,0 0,0 0,1 0,0-1,0 1,0-1,1 1,0-1,0 0,0 0,0 0,1 0,0 0,0-1,0 0,1 0,0 0,-1 0,1-1,0 0,1 0,4 2,-2-3,0 0,0-1,1 0,-1 0,0-1,0 0,0-1,0 0,0 0,0-1,0 0,0 0,0 0,0-1,-1-1,0 1,1-1,-1 0,0-1,1-1,6-4,-1-1,0-1,0 0,-2 0,1-2,-1 1,-1-1,-1-1,1-2,9-25,-1-2,-3 0,-2-1,-1 0,-3-1,-1 0,-3 0,-1-1,-3-20,1 33,0 15,-1-1,-1 1,-1-1,0 1,-1 0,-1 0,-2-2,5 20,0 1,0-1,0 1,0-1,0 0,0 1,0-1,0 1,0-1,0 1,0-1,0 0,-1 1,1-1,0 1,0-1,-1 1,1-1,0 1,-1-1,1 1,-1 0,1-1,-1 1,1-1,0 1,-1 0,1-1,-1 1,0 0,1 0,-1 0,1-1,-1 1,1 0,-1 0,1 0,-1 0,0 0,1 0,-1 0,1 0,-1 0,0 0,1 0,-1 0,1 0,-1 1,1-1,-1 0,1 0,-1 1,1-1,-1 0,1 1,-1-1,1 0,-1 1,1-1,0 1,-1-1,1 1,0-1,-1 1,1-1,0 1,-1 0,-18 40,10-1,1 0,3 1,1 0,2 0,1 0,3 0,5 29,-4-35,2 0,1 0,2-1,1 0,2-1,2 0,0-1,2 0,2-1,1-1,1 0,1-1,14 12,29 11,-60-50,0 0,-1-1,1 1,0-1,0 0,0 0,0 0,0-1,0 1,0-1,0 1,0-1,0 0,1 0,-1-1,0 1,0 0,0-1,0 0,0 0,0 0,0 0,-1 0,4-2,3-6,-1 1,0-1,0-1,-1 0,0 0,-1 0,0-1,0 1,-1-2,-1 1,0 0,1-7,1 2,24-60,-30 76,0 1,0-1,-1 0,1 0,0 1,0-1,0 0,0 0,0 1,0-1,-1 0,1 1,0-1,0 0,0 1,0-1,0 0,0 0,0 1,0-1,0 0,0 1,1-1,-1 0,0 1,0-1,0 0,0 0,0 1,1-1,-1 0,0 0,0 1,0-1,1 0,-1 0,0 0,0 1,0-1,1 0,-1 0,0 0,1 0,-1 0,0 1,0-1,1 0,-1 0,0 0,1 0,-1 0,0 0,1 0,-1 0,0 0,0 0,1 0,-1 0,0 0,1-1,-1 1,0 0,0 0,1 0,-1 0,0-1,2 31,-3-3,0-23,0 1,0-1,0 0,1 0,-1 1,1-1,0 1,0-1,0 0,1 1,0-1,0 0,0 0,0 1,1-1,-1 0,1 0,0 0,0-1,1 1,-1 0,1-1,-1 1,1-1,0 0,1 0,-1 0,0-1,1 1,0-1,0 0,-1 0,4 2,66-5,-36-7</inkml:trace>
  <inkml:trace contextRef="#ctx0" brushRef="#br0" timeOffset="3702.811">3422 2299,'-15'-5,"-11"-1,-5-2,-1-2,4 1</inkml:trace>
  <inkml:trace contextRef="#ctx0" brushRef="#br0" timeOffset="3962.593">2594 2072,'25'0,"24"0,22 0,19 0,16 0,9 2,5 1,-16 0</inkml:trace>
  <inkml:trace contextRef="#ctx0" brushRef="#br0" timeOffset="4117.705">3716 2539,'5'16,"2"11,1 0,1-1,1 0,1-1,2 0,0-1,5 5,-18-27,1-1,-1 0,1 0,0 0,-1 0,1 0,0 1,0-1,0 0,-1-1,1 1,0 0,0 0,1 0,-1 0,0-1,0 1,0-1,0 1,1-1,-1 1,0-1,0 0,1 1,-1-1,0 0,1 0,-1 0,0 0,0 0,1 0,-1-1,0 1,1 0,-1-1,0 1,0 0,1-1,-1 0,0 1,0-1,0 0,0 1,0-1,0 0,0 0,0 0,0-1,12-15,0-1,-2 0,0-1,-1 0,-1-1,4-13,-1 5,12-32,-16 35,2 1,1 0,1 0,1 1,5-5,3 5,-2 8</inkml:trace>
  <inkml:trace contextRef="#ctx0" brushRef="#br0" timeOffset="5016.084">4412 2445,'-8'-3,"0"0,0 1,0 0,-1 0,1 0,-1 1,1 0,-1 1,1 0,-1 0,1 1,0 0,-1 1,1 0,0 0,0 0,0 1,0 0,0 1,1 0,-1 0,1 1,0 0,0 0,1 0,-1 1,1 1,0-1,1 1,0 0,1 1,-1-1,1 1,1 0,0 0,0 0,0 0,1 0,0 1,1-1,0 1,0-1,1 1,0 6,0-13,0 0,1 0,-1 0,0 0,1-1,0 1,-1 0,1 0,0-1,0 1,0 0,0-1,0 1,0-1,1 1,-1-1,0 0,1 0,-1 1,1-1,-1 0,1 0,0 0,-1-1,1 1,0 0,-1-1,1 1,0-1,0 1,0-1,0 0,0 0,-1 0,1 0,0 0,0 0,1-1,67-24,39-61,-89 70,-10 36,-9-3,-2-12,0 0,1-1,0 1,0 0,0 0,1 0,-1 0,1 0,1-1,-1 1,0 0,1-1,0 1,0-1,1 0,-1 1,1-1,0 0,0-1,0 1,0 0,1-1,-1 0,1 0,0 0,4 2,-4-6,0 0,0 0,0-1,0 1,0-1,-1 0,1 0,-1-1,1 1,-1-1,0 0,0 1,0-1,0-1,0 1,-1 0,0-1,1 1,-1-1,-1 0,1 0,0 0,-1 0,0 0,1-2,4-12,-1-1,0 1,-1-1,-1 0,-1-1,-1-14,5-30,-7 62,1-1,0 1,0-1,1 1,-1 0,0-1,1 1,0-1,-1 1,1 0,0 0,0-1,0 1,0 0,1 0,-1 0,1 0,-1 0,1 0,-1 1,1-1,0 0,0 1,0-1,0 1,0 0,0 0,1 0,-1 0,0 0,0 0,1 1,-1-1,1 1,-1-1,0 1,1 0,-1 0,1 0,0 0,9 4,1 1,-1 0,0 0,0 1,-1 1,0 0,0 0,-1 1,0 0,0 1,-1 0,0 1,5 7,-7-8,0-1,-1 1,-1 1,0-1,0 1,0 0,-1 0,-1 0,0 1,0-1,-1 1,-1 0,1-1,-2 1,1 0,-2 0,1 0,-3 7,0 3,0 54,3-73,1 0,-1 0,1 0,0 0,-1 0,1 0,0 0,0-1,0 1,0 0,1-1,-1 1,0-1,1 1,-1-1,1 0,-1 0,1 1,0-1,-1 0,1 0,0-1,0 1,0 0,0 0,0-1,0 0,0 1,0-1,0 0,0 0,0 0,0 0,1 0,13-2,0-1,-1-1,1 0,-1-1,0-1,-1 0,1-1,-1 0,0-1,-1-1,0 0,-1-1,1 0,-1-2,-4 6,0-1,0 1,0-1,-1-1,0 0,-1 0,0 0,0 0,-1-1,0 0,0 0,-1-1,0 1,-1-1,0 0,0 0,-1 0,-1 0,1-1,-2 1,0 0,0 0,0-1,-3-8,2 16,0 0,0 0,-1 1,1-1,-1 0,0 1,0 0,0-1,0 1,0 0,0 0,-1 0,1 0,-1 1,1-1,-1 0,0 1,0 0,1 0,-1 0,0 0,0 0,0 1,0-1,0 1,0-1,0 1,0 0,0 1,0-1,0 0,0 1,0 0,0 0,0-1,0 2,0-1,0 0,1 1,-1-1,1 1,-1 0,1 0,-1 0,1 0,-1 1,-5 4,0 1,1 0,0 0,0 0,1 1,0 0,0 0,1 1,1-1,-1 1,0 4,3-8,0-1,0 1,1 0,0-1,0 1,0 0,1 0,0-1,0 1,0 0,1 0,0 0,0-1,0 1,1 0,0-1,0 1,0-1,0 0,1 0,3 4,4 1,2-1,-1 0,1-1,0 0,1-1,0 0,0-1,0-1,1 0,0 0,0-2,0 0,0 0,0-1,12 0,98 12,0-5</inkml:trace>
  <inkml:trace contextRef="#ctx0" brushRef="#br0" timeOffset="5801.936">6605 2379,'-22'172,"10"-109,-8 89,34-180,-1-20,-3-1,-2 0,-2 0,-2 0,-2-1,-4-30,2 88,0-2,-1-1,1 1,0 0,1-1,-1 1,1-1,0 1,1-1,-1 0,1 1,0-1,0 0,1 0,-1 0,1-1,0 1,1 0,-1-1,1 0,0-1,0-1,0 0,0 0,0 0,0 0,1-1,-1 1,1-1,-1-1,1 1,0 0,-1-1,1 0,-1 0,1-1,0 1,-1-1,1 0,-1 0,1 0,-1-1,0 1,0-1,1 0,2-3,5-1,0-2,-1 1,0-1,0-1,-1 0,0 0,-1-1,3-4,47-101,-64 159,-11 47,5-1,2 28,9-115,-1 0,0 0,1 0,0 0,0 0,0 1,0-1,0 0,1 0,0 0,-1 0,1 0,0 0,0 0,1 0,-1 0,1 0,-1 0,1-1,0 1,0-1,0 1,0-1,1 0,-1 0,1 0,-1 0,1 0,-1 0,1-1,0 0,0 1,0-1,0 0,0 0,1 0,23 0</inkml:trace>
  <inkml:trace contextRef="#ctx0" brushRef="#br0" timeOffset="6115.116">7487 2472,'-113'-74,"107"71,0 1,0-1,0 1,0 1,0-1,0 1,0 0,0 1,-1 0,1 0,0 0,-1 0,1 1,0 0,0 1,0-1,0 1,0 0,0 1,-1 0,-1 1,1 1,1 0,-1 0,0 0,1 1,0 0,1 1,-1-1,1 1,0 0,1 0,0 0,0 1,0-1,1 1,0 0,1 0,0 0,0 1,1-1,0 0,0 1,1-1,0 1,0-1,1 0,0 1,1-1,0 0,0 0,0 1,1-2,1 1,-1 0,1-1,1 1,-1-1,1-1,0 1,1 0,-1-1,1 0,1 0,5 1,0 0,0 0,0-1,1-1,0 0,0-1,1 0,-1-1,1 0,-1-1,1-1,0 0,0-1,0-1,8-1,4-1,-1-1,-1-1,1-1,-1-2,0 0,0-1,-1-2,1-1,26-17</inkml:trace>
  <inkml:trace contextRef="#ctx0" brushRef="#br0" timeOffset="6616.656">7861 2445,'-17'35,"2"1,1 0,2 0,2 1,1 1,2 0,1 0,2 0,2 20,15-118,-8 14,3 1,1 0,3 0,1 1,3 0,1 1,2 1,11-16,-28 55,-1-1,1 1,0 0,-1 0,2-1,-1 1,0 1,0-1,1 0,0 1,-1-1,1 1,0 0,0 0,0 0,1 0,-1 0,0 1,1-1,-1 1,1 0,-1 0,1 1,0-1,-1 1,1-1,0 1,-1 0,1 1,0-1,-1 1,1-1,-1 1,1 0,-1 0,3 2,-1 3,0 0,-1 0,0 1,0 0,0 0,-1 0,0 0,0 1,-1-1,0 1,-1-1,1 1,-1 0,-1 0,1 0,-2-1,1 1,-1 0,0 0,0 0,-1-1,0 1,-1-1,1 1,-2 0,-2 4,-1-1,-1 0,1 0,-2-1,1 1,-2-2,1 0,-1 0,-10 7,-37 36,55-51,1 1,-1-1,1 1,0-1,-1 1,1 0,0 0,0-1,0 1,0 0,0 0,1 0,-1 0,0 0,1 0,0 0,-1 1,1-1,0 0,0 0,0 0,0 0,1 0,-1 0,1 0,-1 0,1 0,-1 0,1 0,0 0,0 0,0 0,0 0,1 0,-1-1,0 1,1-1,-1 1,1-1,1 2,13 7,0-1,0 0,1-1,0-1,1-1,0 0,0-1,0-1,0-1,16 1,-24-3,218 31,-173-25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11:06:50.21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92 748,'201'-6,"40"-14,568-48,-833 68,8 1</inkml:trace>
  <inkml:trace contextRef="#ctx0" brushRef="#br0" timeOffset="666.329">319 535,'-49'13,"0"2,0 3,2 1,-22 14,56-27,-23 16,35-21,1 0,-1-1,1 1,-1 0,1-1,-1 1,1 0,-1 0,1-1,0 1,0 0,-1 0,1 0,0 0,0-1,0 1,0 0,0 0,0 0,0 0,0 0,0-1,0 1,0 0,1 0,-1 0,0 0,0-1,1 1,-1 0,1 0,-1-1,1 1,-1 0,1-1,-1 1,1 0,0-1,-1 1,1-1,0 1,0-1,-1 0,1 1,0-1,107 45,-93-36,1 1,-2 0,1 0,-1 2,-1 0,0 0,1 3,32 29,-43-41,0 1,0-1,1 0,-1 0,1-1,0 1,-1-1,1 1,0-1,0-1,1 1,-1 0,0-1,0 0,1 0,-1 0,1-1,-1 1,1-1,-1 0,1-1,-1 1,1-1,-1 0,0 0,1 0,-1 0,0-1,0 0,0 1,0-2,0 1,0 0,0-1,-1 0,0 0,1 0,-1 0,0 0,0-1,1-1,1-11,0 0,0 1,-2-2,0 1,-1 0,0 0,-2-1,0 1,-1-1,-2-14,1 11,-2 0,0 0,-1 0,-1 1,-1 0,0 0,-2 1,-4-8,2 9</inkml:trace>
  <inkml:trace contextRef="#ctx0" brushRef="#br0" timeOffset="3135.999">1990 655,'0'0</inkml:trace>
  <inkml:trace contextRef="#ctx0" brushRef="#br0" timeOffset="5917.499">2043 602,'-8'-2,"0"0,-1 0,1 1,-1 0,1 1,-1 0,1 0,-1 1,1 0,-1 0,1 1,0 0,0 1,0 0,0 0,0 1,0 0,1 0,0 0,0 1,0 0,0 1,1 0,0 0,0 0,1 0,-1 1,2 0,-1 0,1 1,0-1,0 1,1 0,0 0,0 2,1-3,0-1,1 1,0 0,1-1,0 1,0 0,0 0,1-1,-1 1,2 0,-1-1,1 1,0-1,3 7,-4-10,1 0,0 0,-1-1,1 1,1 0,-1-1,0 1,0-1,1 1,0-1,-1 0,1 0,0 0,0-1,0 1,0-1,0 0,0 1,1-1,-1-1,0 1,1 0,-1-1,0 0,1 1,-1-1,1-1,-1 1,0 0,2-1,7-4,0 1,0-1,0-1,-1-1,0 1,0-2,0 1,-1-1,0-1,-1 0,0 0,-1-1,1 0,-2-1,0 0,0 0,-1 0,0-1,-1 0,0 0,7-23,-2 0,-2 0,-1-1,-1 0,-2 0,-2-1,-2 1,-1-1,-2-10,3 25,-2 1,0 0,-1 0,-1 0,-6-18,10 39,1-1,-1 0,0 1,-1-1,1 0,0 1,0-1,0 0,0 1,0-1,-1 1,1-1,0 0,0 1,-1-1,1 1,-1-1,1 1,0-1,-1 1,1-1,-1 1,1-1,-1 1,1 0,-1-1,0 1,1 0,-1-1,1 1,-1 0,0 0,1 0,-1 0,0-1,1 1,-1 0,1 0,-1 0,0 0,1 0,-1 1,-14 25,2 31,2 0,3 1,2 0,3 24,2-67,0 1,-2 13,1 0,2 0,1 0,1 0,1 0,2 0,1-1,1 1,-6-24,0-1,1 0,-1 0,1 0,0 0,0 0,0 0,1 0,-1 0,1-1,0 0,0 1,0-1,1 0,-1-1,1 1,-1 0,1-1,0 0,0 0,0 0,0 0,0-1,1 0,-1 0,0 0,1 0,-1-1,0 1,1-1,-1 0,5-1,4-4,-1 0,0-1,-1 0,1-1,-1 0,0-1,-1 0,0-1,0 0,-1-1,0 0,-1 0,0-1,0 0,-2 0,4-7,-4 10,-1-1,0 0,0-1,-1 1,0-1,-1 0,0 0,0 0,-1 0,0-1,-1 1,-1-1,1 1,-2 0,1-1,-2-4,2 14,-1 0,1 0,-1-1,0 1,1 0,-1 0,0 0,0 0,1 0,-1 0,0 0,0 1,0-1,0 0,0 0,0 1,-1-1,1 1,0-1,0 1,0-1,-1 1,1 0,0-1,0 1,-1 0,1 0,0 0,0 0,-1 0,1 0,0 1,-1-1,1 0,0 0,0 1,0-1,-1 1,1 0,0-1,0 1,0 0,0-1,0 1,0 0,0 0,0 0,0 0,1 0,-1 0,0 0,1 0,-1 0,0 0,1 0,-1 1,-4 8,0 0,0 1,1 0,0 0,1 0,0 0,1 0,0 0,1 1,0-1,1 1,0-1,1 1,0-1,1 1,0-1,1 2,-1-7,-1 0,1 0,0 0,0-1,1 1,0-1,-1 1,2-1,-1 0,1 0,0 0,0-1,0 1,1-1,-1 0,1 0,0-1,0 1,0-1,1 0,-1 0,1-1,0 0,0 0,-1 0,1-1,0 0,1 0,-1 0,0-1,0 0,5 0,2-5,0 0,-1-1,1 0,-1-1,0 0,-1-1,0 0,0-1,-1 0,0-1,-1 0,0 0,0-1,-1-1,-1 1,0-1,0 0,-1-1,3-9,11-26,-3-2,-1 0,-3-1,-2 0,-2-1,-2-1,-3 1,-2-1,-3-8,1 47,1 7,0 0,-1 1,0-1,-1 0,1 0,-1 0,0 1,-1-1,0 0,0 1,0 0,-1-1,0 1,-1-1,3 7,1-1,-1 1,0-1,0 1,0-1,1 1,-1 0,0 0,0-1,0 1,0 0,0 0,0 0,1 0,-1 0,0 0,0 0,0 0,0 0,0 0,0 1,1-1,-1 0,0 1,0-1,0 0,0 1,1-1,-1 1,0-1,1 1,-1 0,0-1,1 1,-1 0,1-1,-1 1,1 0,-1 0,1-1,-1 1,1 0,0 0,-1 0,-11 19,1 1,1 0,0 0,2 1,0 0,2 1,0-1,2 1,-2 13,0 5,1 0,2 0,2 1,2 8,-1-34,2-1,0 1,1-1,0 1,1-1,1 0,0-1,1 1,1-1,0 0,1 0,7 7,-11-15,0 0,1 0,0-1,1 0,-1 0,1 0,0 0,0-1,0 0,1 0,0-1,-1 0,1 0,0-1,1 1,-1-2,0 1,0-1,1 0,-1 0,1-1,-1 0,1 0,-1-1,1 0,-1 0,0-1,0 0,1 0,-1-1,-1 0,1 0,0-1,-1 1,0-1,6-5,-4 0,0-1,0 1,-1-1,-1-1,0 1,0-1,-1 0,0-1,-1 0,9-18,-6 27,-5 21,-2-16,-1 46,-1-35,2 0,-1-1,1 1,1 0,0-1,1 1,1 0,0-1,0 0,1 0,0 0,3 3,10 4,0-9</inkml:trace>
  <inkml:trace contextRef="#ctx0" brushRef="#br0" timeOffset="6706.138">3019 308,'1'6,"-1"1,1-1,1 1,-1-1,1 0,0 1,0-1,1 0,0 0,0-1,0 1,1 0,-1-1,1 0,1 0,-1 0,1-1,0 1,0-1,111 70,-88-59,-16-10,-1 1,1 0,-1 0,0 1,-1 1,1 0,-2 0,1 1,-1 1,0-1,-1 1,0 1,-1-1,0 1,-1 1,0-1,4 11,-7-8,-3-12,0 0,0 0,0 1,0-1,1 0,-1 0,0 0,1 0,0 0,-1 0,1-1,0 1,0 0,0 0,0 0,0-1,1 1,-1 0,0-1,1 1,-1-1,1 0,-1 1,1-1,0 0,0 0,-1 0,1 0,0 0,0-1,0 1,0-1,0 1,0-1,0 1,0-1,0 0,0 0,1 0,10-5,0 0,0 0,-1-1,0-1,0 0,-1 0,0-1,0-1,-1 0,0 0,0-1,-1 0,-1-1,1 0,-2 0,2-4,22-56,-32 79,0 1,0-1,1 1,1 0,-1-1,2 1,-1 0,1-1,0 0,1 1,0-1,0 0,3 4,-2-7,0 0,0-1,1 0,-1 0,1 0,0 0,0-1,0 1,1-2,-1 1,1 0,0-1,0 0,0 0,0-1,0 0,0 0,0 0,0-1,4 0,1 0,1 0,0-1,-1 0,1-1,-1-1,1 1,-1-2,0 0,0 0,5-3,-7 2,-1 0,1 0,-1-1,0 0,0-1,0 1,-1-1,0-1,-1 1,0-1,0-1,0 1,-1-1,0 0,-1 0,0 0,2-7,-8 89,0-67,1-1,1 0,-1 1,1-1,0 0,0 1,0-1,1 1,0-1,0 0,0 0,1 0,0 1,0-1,0-1,1 1,-1 0,1 0,0-1,0 0,1 0,-1 0,1 0,0 0,0-1,0 1,1-1,-1 0,1 0,2 0,3-2,-1-1,1-1,-1 0,0 0,1 0,-1-2,0 1,0-1,0 0,0-1,-1 0,1 0,-1-1,0 0,0 0,-1-1,0 0,0-1,5-5,-3 4,0-1,0-1,-1 0,-1 0,0 0,0-1,-1 0,0 0,-1-1,0 1,-1-1,0 0,-1-1,1-5,-7-15,3 33,0-1,-1 1,1-1,0 1,0-1,0 1,-1-1,1 1,0 0,0-1,-1 1,1 0,0-1,-1 1,1 0,0-1,-1 1,1 0,-1 0,1-1,-1 1,1 0,0 0,-1 0,1-1,-1 1,1 0,-1 0,1 0,-1 0,1 0,-1 0,1 0,-1 0,1 0,-1 0,1 1,-1-1,1 0,-1 0,1 0,0 1,-1-1,1 0,-1 0,1 1,0-1,-1 0,1 1,0-1,-1 0,1 1,0-1,-1 1,1-1,0 0,0 1,0-1,-1 1,1-1,0 1,-6 9,0 0,0 1,1 0,1 0,0 0,0 0,1 0,1 1,0 0,0-1,2 1,-1 0,1 0,2 11,-2-20,0-1,0 1,0 0,0 0,1-1,-1 1,1 0,0 0,0-1,0 1,0-1,0 1,1-1,-1 1,1-1,-1 0,1 0,0 0,0 0,0 0,0 0,0 0,1-1,-1 1,0-1,1 1,-1-1,1 0,-1 0,1 0,1 0,13-2</inkml:trace>
  <inkml:trace contextRef="#ctx0" brushRef="#br0" timeOffset="6952.482">4277 121,'0'0</inkml:trace>
  <inkml:trace contextRef="#ctx0" brushRef="#br0" timeOffset="8019.452">4610 1,'-2'55,"3"0,3 0,1 0,3 0,5 10,-6-24,-1-7,58 408,-63-392,-6-56,-57-157,-39-13,100 175,0 0,0 0,0 0,0 0,0 0,0-1,1 1,-1 0,0-1,1 1,-1 0,1-1,0 1,-1 0,1-1,0 1,0-1,0 1,0-1,0 1,0-1,0 1,0 0,1-1,-1 1,0-1,1 1,0 0,-1-1,1 1,0 0,-1 0,1-1,0 1,0 0,0 0,0 0,0 0,0 0,0 0,1 1,-1-1,0 0,0 0,1 1,-1-1,0 1,1-1,0 1,22-7,0 2,1 1,0 0,0 2,9 1,13-2,178-8,-222 11,-2-1,0 1,0-1,1 1,-1-1,0 1,1 0,-1 0,0-1,1 1,-1 0,1 0,-1 1,0-1,1 0,-1 0,0 1,1-1,-1 0,0 1,0 0,1-1,-1 1,0 0,0-1,0 1,0 0,0 0,0 0,0 0,0 0,0 0,0 0,-1 0,1 1,0-1,-1 0,1 0,-1 1,1-1,-1 0,1 1,-68 71,53-62,1 2,0 0,1 0,1 1,0 1,1-1,0 2,1 0,-4 11,12-26,0 1,1-1,-1 1,1-1,-1 1,1 0,0-1,0 1,0-1,0 1,0 0,0-1,0 1,0 0,0-1,1 1,-1-1,1 1,-1-1,1 1,0-1,-1 1,1-1,0 1,0-1,0 0,0 0,0 1,0-1,1 0,-1 0,0 0,1 0,-1 0,0-1,1 1,-1 0,1-1,-1 1,1-1,0 1,-1-1,1 0,-1 1,1-1,0 0,-1 0,1 0,0-1,8-2,0 0,0-1,0 0,-1-1,0 0,0-1,0 0,0 0,-1-1,0 0,-1 0,0-1,0 0,5-7,7-5,-20 20,1 1,0 0,0 0,0-1,0 1,0 0,1 0,-1-1,0 1,0 0,0 0,1-1,-1 1,0 0,1-1,-1 1,0 0,1-1,-1 1,1-1,-1 1,1 0,-1-1,1 1,0-1,-1 0,1 1,0-1,-1 1,1-1,0 0,-1 0,1 1,0-1,0 0,-1 0,1 0,0 0,0 0,0 0,-1 0,1 0,0 0,0 0,-1 0,1-1,0 1,-1 0,1 0,0-1,0 1,-1 0,1-1,-1 1,1-1,0 1,-1-1,1 1,-1-1,1 0,-1 1,1-1,-1 1,0-1,1 0,-1 0,0 8,0 0,0-1,0 1,1 0,0-1,1 1,-1-1,1 0,1 1,-1-1,1 0,0 0,0 0,1-1,-1 1,1-1,1 0,-1 0,1 0,0 0,0-1,0 0,0 0,1 0,0-1,4 2,-8-4,0-1,1 0,-1 1,0-1,1 0,-1 0,0 0,1-1,-1 1,1 0,-1-1,0 0,0 1,1-1,-1 0,0 0,0-1,0 1,0 0,0-1,0 1,0-1,-1 1,1-1,0 0,-1 0,0 0,1 0,-1 0,0 0,0 0,0 0,0 0,18-80,-19-103,-1 183,1 0,0 0,0 1,0-1,-1 0,2 0,-1 1,0-1,0 0,0 0,1 1,-1-1,1 0,0 1,-1-1,1 0,0 1,0-1,0 1,0-1,0 1,0 0,0-1,1 1,-1 0,0 0,1 0,-1 0,1 0,0 0,-1 0,1 0,-1 1,1-1,0 1,0-1,-1 1,2 0,12-1,0 1,-1 0,1 2,0 0,0 0,-1 1,0 1,0 1,0 0,11 5,-21-6,1-1,-1 1,1 0,-1 1,0-1,-1 1,1 0,-1-1,0 2,0-1,-1 0,0 0,1 1,-2 0,1-1,-1 1,0 0,0 0,0-1,-1 1,0 0,0 0,0 0,-1 0,0 0,0-1,-1 1,1 0,-3 2,-1 54,6-56,-1-1,0 0,1 0,0 0,0 0,1 0,-1 0,1 0,0 0,1-1,-1 1,1-1,-1 1,2-1,-1 0,0 0,1 0,-1-1,1 1,0-1,1 0,-1 0,0 0,1-1,-1 1,1-1,0 0,0-1,0 1,0-1,0 0,0 0,0 0,0-1,1 0,-1 0,0 0,0-1,2 0,8-3,-1 0,0-1,-1-1,1 0,-1 0,0-2,-1 1,0-2,0 0,-1 0,0-1,0 0,-1-1,-1 0,0-1,0 0,5-11,-11 19,1-1,-1 0,0 0,0 0,-1 0,0 0,0 0,0-1,0 1,-1-1,0 1,0-1,-1 0,1 0,-1 1,0-1,-1 0,1 1,-1-1,-1 0,0-4,1 9,0 0,0-1,-1 1,1 0,0 0,0 0,-1 0,1 0,0 0,-1 0,1 0,-1 1,1-1,-1 1,1-1,-1 1,0-1,1 1,-1 0,0 0,1 0,-1 0,0 0,1 0,-1 0,0 0,1 1,-1-1,1 1,-1-1,1 1,-1 0,1-1,-1 1,1 0,-1 0,0 1,-42 48,42-44,0 0,0 0,0 0,1 1,0-1,0 1,0-1,1 1,0-1,0 1,1-1,0 1,0-1,0 1,1-1,0 0,0 0,1 0,0 0,0 0,0 0,0-1,3 3,3 4,1-1,0 0,1-1,0 0,0-1,1 0,0-1,1 0,-1-1,3 0,135 43,-81-36</inkml:trace>
  <inkml:trace contextRef="#ctx0" brushRef="#br0" timeOffset="8616.796">1536 1417,'2'14,"1"11,0 8,2 3,-1 0,0-4,-1-7</inkml:trace>
  <inkml:trace contextRef="#ctx0" brushRef="#br0" timeOffset="9068.735">1362 1257,'24'-3,"0"2,0 0,0 2,0 0,-1 2,1 1,-1 1,1 0,-2 2,1 1,-1 1,0 0,7 6,-18-8,0 1,-1 1,0-1,-1 2,1-1,-2 1,1 1,-2-1,1 2,-2-1,1 1,-1 0,-1 0,0 0,-1 1,-1-1,1 1,-2 0,0 1,0 6,0 8,13 47,-14-74,1 0,-1-1,1 1,0 0,-1-1,1 1,0 0,0-1,-1 0,1 1,0-1,0 0,0 0,0 0,-1 0,1-1,0 1,0 0,-1-1,1 1,0-1,0 0,-1 1,1-1,-1 0,1 0,-1 0,1 0,-1 0,1-1,-1 1,0 0,0-1,0 1,1 0,-1-1,-1 0,1 1,0-1,12-13,-1 0,-1-1,0-1,-1 0,-1 0,-1 0,0-1,-1-1,-1 1,-1-1,2-17,-6 49,0 0,0 0,1 0,1 0,0 0,1-1,0 1,1-1,0 0,3 2,-4-8,1 0,1-1,-1 1,1-1,0-1,0 1,0-1,1 0,-1 0,1-1,0 0,0 0,1-1,-1 1,0-2,1 1,-1-1,1 0,-1-1,1 0,0 0,35-1</inkml:trace>
  <inkml:trace contextRef="#ctx0" brushRef="#br0" timeOffset="10604.287">2646 1284,'-15'3,"1"1,0 1,1 0,-1 0,1 2,0-1,1 2,0 0,0 0,0 1,1 1,1 0,-1 0,2 1,-1 0,2 1,-1 0,2 0,-1 1,2 0,0 0,0 0,-1 9,6-19,1 0,0 1,-1 0,1-1,1 1,-1-1,0 1,1-1,0 0,-1 1,1-1,1 1,-1-1,0 0,1 0,0 0,0 0,0 0,0 0,0 0,0-1,1 1,-1-1,1 0,0 1,0-1,-1 0,2-1,-1 1,0 0,0-1,0 0,1 0,-1 0,0 0,1 0,1-1,13 4,0 0,0-2,0 0,0-1,0-1,1-1,-1 0,0-2,0 0,0 0,0-2,-1 0,0-2,0 1,0-2,-1 0,0-1,-1-1,0-1,0 0,-1 0,-1-1,0-1,0-1,2-4,-10 11,-1 1,0-1,0 0,-1 0,0 0,0-1,-1 1,0-1,0 0,-1 1,0-1,0 0,-1 0,0-6,0 13,-1 0,1 0,0 0,-1 0,0 0,1 1,-1-1,1 0,-1 0,0 1,1-1,-1 0,0 1,0-1,0 0,1 1,-1-1,0 1,0 0,0-1,0 1,0 0,0-1,0 1,0 0,0 0,0 0,0 0,0 0,0 0,0 0,0 0,0 0,0 1,0-1,0 0,0 1,0-1,0 0,0 1,1-1,-1 1,0 0,0-1,0 1,1 0,-1-1,0 1,1 0,-1 0,0 0,1-1,-1 1,1 0,0 0,-1 0,1 0,0 0,-1 0,1 0,0 0,0 0,-4 4,0 1,0-1,1 0,-1 1,1 0,1 0,-1-1,1 2,0-1,1 0,-1 0,1 1,0-1,1 1,-1-1,1 0,1 1,-1-1,1 1,0-1,1 0,-1 1,1-1,1 0,-1 0,1 0,0 0,0-1,1 1,-1-1,1 0,0 0,1 0,-1-1,4 3,1-3,0 0,0-1,0 0,0 0,1-1,-1 0,1-1,0 0,-1 0,1-1,0-1,-1 1,1-2,0 1,-1-1,1-1,-1 1,0-2,0 1,0-1,0-1,-1 0,0 0,0 0,0-1,0 0,-1-1,0 0,-1 0,1 0,-1-1,-1 0,1 0,-1 0,6-13,-1-1,0 1,-2-1,0-1,-2 0,2-9,-4 14,-6 71,-15 213,12 111,20-91,-23-231,7-56,0 1,-1 0,1-1,-1 1,1-1,0 1,-1-1,1 1,0-1,-1 0,1 0,0 0,0 0,0 0,0 0,0 0,0 0,0 0,0 0,0 0,1-1,-1 1,0 0,1-1,-1 1,1 0,-1-1,-13-30,1-1,1-1,2 0,1 0,2-1,-1-17,8 50,-12-60,4-1,2 0,3 0,2 0,9-60,-8 115,0 0,0 0,1 1,0-1,1 0,0 1,0-1,0 1,1 0,0-1,1 1,-1 1,2-1,-1 0,0 1,1 0,1 0,-1 0,1 1,-1 0,1 0,1 0,-1 1,1 0,0 0,0 1,0 0,2-1,-2 3,0 0,0 0,0 1,0 0,0 0,0 0,0 1,0 0,0 1,0-1,0 1,-1 1,1-1,-1 1,1 0,-1 1,0-1,0 1,0 0,-1 1,0 0,0 0,0 0,0 0,-1 1,1-1,-2 1,1 0,-1 0,1 1,-2-1,1 1,-1 0,0-1,0 1,-1 0,1 7,-3-9,-1-1,0 0,0 1,0-1,0 0,-1 0,0 0,1 0,-2 0,1-1,0 1,-1-1,1 0,-1 0,0 0,0-1,0 1,0-1,0 0,-1 0,1-1,-1 1,1-1,-1 0,0 0,1 0,-1-1,0 0,0 0,4 1,0-1,0 0,0 1,-1-1,1 0,0 0,0 0,0 0,-1 0,1 0,0 0,0 0,0-1,0 1,-1 0,1-1,0 1,0-1,0 1,0-1,0 1,0-1,0 0,0 0,0 1,1-1,-1 0,0 0,0 0,1 0,-1 0,0 0,1 0,-1 0,1 0,0 0,-1 0,1-1,0 1,-1 0,1 0,0 0,0 0,0-1,0 1,0 0,0 0,1 0,-1-1,0 1,1 0,-1 0,1 0,-1 0,1 0,-1 0,1 0,0-1,8-12,1 1,1 0,0 0,0 1,1 1,1 0,0 0,0 1,1 1,1 1,1-1,-9 4,0 0,1 1,-1 0,1 0,0 1,0 0,0 0,0 1,1 0,-1 1,1-1,2 1,-9 3,1-1,0 1,-1 0,1 0,-1 0,1 0,-1 0,0 0,0 1,0-1,0 1,0-1,-1 1,1 0,-1 0,0-1,1 1,-1 0,-1 0,1 0,0 1,-1-1,1 0,-1 0,0 0,0 2,3 10,-3-9,0-1,1 0,-1 0,1 0,1 0,-1-1,1 1,-1 0,1 0,1-1,-1 1,1-1,0 0,0 0,0 0,0 0,1 0,-1-1,1 1,0-1,0 0,0 0,1-1,-1 1,1-1,-1 0,1 0,0 0,0-1,0 0,0 0,0 0,0 0,0-1,5-4,0 0,0-1,-1-1,1 1,-1-1,-1-1,1 0,-1 0,0 0,-1-1,0 0,0-1,0 0,-1 0,-1 0,0-1,0 1,-1-1,3-7,37-106,-41 149,-5 14,1-26,-1 0,2 0,0 0,0 0,1 0,1 0,0-1,1 1,1 0,0-1,6 13,-7-22,0 0,0 0,0 0,1 0,-1-1,1 1,0-1,0 0,0 0,0-1,1 1,-1-1,1 0,0 0,-1 0,1-1,0 1,0-1,0-1,0 1,0-1,0 1,0-1,0-1,0 1,0-1,1 0,4-1,0 0,-1-1,1 0,-1 0,0-1,0 0,0-1,-1 0,1 0,-1-1,0 0,-1 0,4-5,4-6,-1-1,-1-1,0 0,-2-1,0 0,-1-1,-1 0,-1-1,4-19,36-206,-46 230,15-114,-41 287,16-105,3-1,2 1,2 0,2 0,6 32,-6-75,0 0,0 0,1 0,0 0,0-1,1 1,0-1,0 0,0 0,1 0,1 0,-1 0,1-1,0 0,0 0,1 0,0-1,0 0,0 0,0 0,1-1,0 0,0 0,0-1,0 0,1 0,-1 0,1-1,0 0,0-1,-5-2,1 1,-1-1,0-1,0 1,1 0,-1-1,0 0,-1 0,1 0,0 0,0 0,-1 0,1-1,-1 1,0-1,0 0,0 1,0-1,0 0,-1 0,1 0,-1-1,0 1,0 0,0 0,0-1,0 1,-1-1,0 1,0 0,0-1,0 1,0-1,0 1,-1-1,0 1,0 0,0-1,0 1,0 0,-1 0,-1-2,-10-33</inkml:trace>
  <inkml:trace contextRef="#ctx0" brushRef="#br0" timeOffset="10852.673">4183 1216,'-21'-6,"-13"-6,-5 0,7 3,18 1,23 3,27 1,30-3,29-1,25-2,17 1,9-1,-3 2,-26 2</inkml:trace>
  <inkml:trace contextRef="#ctx0" brushRef="#br0" timeOffset="12682.654">1094 2220,'16'-3,"0"1,1 1,-1 0,0 1,0 1,15 2,-26-2,0 0,-1 0,1 1,-1 0,1-1,-1 1,0 1,0-1,0 1,0-1,0 1,0 0,-1 1,1-1,-1 1,0-1,0 1,0 0,-1 0,1 0,-1 1,0-1,0 0,-1 1,1 0,1 15,-1 0,-1 0,0 1,-2-1,0 0,-1 0,-1 0,-1 0,-1-1,-1 0,-1 0,-2 4,4-6,-8 22,6-22,1-1,1 1,1 0,0 0,1 0,1 0,1 1,0-1,1 4,1-16,1 0,-1 0,1 0,0 0,0-1,0 1,1 0,0-1,0 0,0 0,0 1,0-2,1 1,0 0,0-1,0 0,0 0,0 0,1 0,-1-1,1 1,0-1,0 0,0-1,0 1,3 0,3 1,1-1,0 0,1-1,-1 0,0 0,0-1,0-1,1 0,-1-1,11-3,-17 3,0 0,0 0,-1 0,1-1,-1 0,0 0,1-1,-1 1,-1-1,1 0,0-1,-1 1,0-1,0 1,-1-1,1-1,-1 1,0 0,0-1,-1 1,1-1,-1 0,-1 0,1 0,-1 0,0 0,0 0,-1 0,0-1,0 1,0 0,-1 0,0 0,0 0,0 0,-3-6,0 0,-1-1,0 1,-1 0,0 0,-1 0,-1 1,0 0,0 1,-1 0,0 0,0 1,-2 0,1 0,-1 1,0 1,0 0,-1 0,0 1,0 1,-1 0,1 0,-1 1,0 1,0 0,-1 1,-7 0,3 0,-1 0,0 2,0 0,0 1,1 1,-1 0,-3 3,126-33,2 5,27 0,-115 21,-2-1,0 1,0 0,0 1,0 1,0 1,0 0,0 1,3 1,-17-2,0 0,0 0,0 0,0 0,0 0,-1 0,1 1,0-1,-1 0,1 1,-1 0,1-1,-1 1,0 0,0 0,0 0,0 0,0 0,0 0,0 0,0 0,-1 0,0 0,1 0,-1 0,0 1,0-1,0 0,0 0,0 0,-1 1,16 45,-14-46,0-1,0 0,1 0,-1 0,0-1,1 1,-1 0,1 0,-1-1,1 1,0-1,-1 0,1 1,-1-1,1 0,0 0,-1 0,1 0,0 0,-1 0,1 0,-1-1,1 1,0-1,-1 1,1-1,-1 1,1-1,-1 0,0 0,1 0,-1 0,0 0,1 0,-1 0,1-1,37-48,-37 46,-1 0,1 1,-1-1,0 0,0 0,0 0,-1 0,1 0,-1 0,0 0,0 0,0 0,-1 0,1 0,-1 0,0 0,0 0,0 0,-1 0,0 1,1-1,-1 1,0-1,-1 1,1 0,-1-1,1 1,-1 0,0 1,0-1,0 0,-3-1,-3-2,0 0,-1 1,0 0,0 0,0 1,0 1,-1-1,1 1,-1 1,0 0,-7 0,-18 4,36-2,1 0,-1 0,0 0,0 1,0-1,1 0,-1 0,0 0,0 0,1 0,-1 0,0 0,0 0,0 0,1 1,-1-1,0 0,0 0,0 0,1 0,-1 1,0-1,0 0,0 0,0 0,0 1,0-1,1 0,-1 0,0 1,0-1,0 0,0 0,0 1,0-1,0 0,0 0,0 1,0-1,0 0,0 0,0 0,0 1,-1-1,1 0,0 0,0 1,0-1,0 0,0 0,0 0,0 1,-1-1,1 0,0 0,0 0,0 0,-1 1,1-1,0 0,0 0,0 0,-1 0,1 0,0 0,0 0,-1 0,23 7,8-5,1-1,0-2,0-1,0-1,5-2,27-3,-32 4,-16 2,-1-1,0 2,1 0,-1 1,1 1,-1 0,0 0,1 2,-1 0,3 1,-12-1,0 1,0 0,0-1,-1 2,1-1,-1 1,0-1,0 1,-1 0,1 0,-1 1,0-1,-1 1,1 0,-1-1,0 1,-1 0,1 0,-1 0,0 0,-1 1,1 4,24 73,-24-81,1-1,-1 0,1 0,-1 0,1 0,0-1,0 1,-1 0,1-1,1 1,-1-1,0 0,0 0,0 0,1 0,-1 0,0 0,1 0,-1-1,1 1,-1-1,1 0,-1 0,1 0,-1 0,1 0,-1 0,1-1,-1 1,0-1,1 1,-1-1,1 0,-1 0,2-1,4-3,0 1,0-1,0-1,-1 1,0-1,0-1,0 1,-1-1,1-1,1-3,-1-1,0 1,0-1,-1 0,-1-1,0 1,0-1,-2 0,1 0,-2-1,1-7,-5 29,1 1,0-1,0 1,1-1,0 1,1-1,0 1,0-1,1 1,0-1,0 0,1 1,0-1,0-1,1 1,0 0,0-1,1 0,0 0,0 0,1-1,0 0,0 0,0 0,1-1,4 3,-5-5,1 0,1-1,-1 0,0 0,0 0,1-1,-1 0,1-1,-1 1,1-2,0 1,-1-1,0 0,1 0,-1-1,0 0,1-1,5-2,115-74,-127 78,0 0,0 0,0 0,0 0,0 0,0 1,0-1,0 0,0 1,0-1,0 0,1 1,-1 0,0-1,0 1,1 0,-1-1,0 1,1 0,-1 0,0 0,0 0,1 1,-1-1,0 0,1 0,-1 1,0-1,0 1,0-1,1 1,-1-1,0 1,0 0,0 0,0-1,0 1,0 0,0 0,0 0,-1 0,1 0,0 0,0 1,3 4,1 0,-1 0,1-1,1 0,-1 1,1-2,0 1,0-1,0 0,1 0,-1 0,1-1,0 0,0-1,0 1,0-1,1-1,-1 1,0-1,1-1,-1 1,1-1,-1 0,1-1,6-1,-10 1,-1-1,1 1,-1-1,1 0,-1 0,0 0,0 0,0-1,0 1,-1-1,1 0,0 1,-1-1,0 0,0-1,0 1,0 0,0-1,-1 1,1-1,-1 1,0-1,0 0,-1 1,1-1,-1 0,1 0,-1 1,-1-1,1-3,0 1,-1-1,0 1,0-1,-1 1,0 0,0 0,0-1,0 2,-1-1,0 0,-1 0,1 1,-1 0,0 0,0 0,-1 0,-3-3,3 5,1 0,-1 0,0 0,0 0,0 1,0 0,0 0,0 1,-1-1,1 1,-1 0,1 1,-1-1,1 1,-1 0,0 0,1 1,-1 0,1 0,-1 0,1 0,0 1,0 0,-1 0,1 1,1-1,-2 2,-5 2,1 1,1 0,-1 1,1 0,0 0,1 1,0 0,0 0,1 1,0 0,1 1,0 0,-19 71,25-79,0 0,0 0,0 0,1-1,-1 1,0 0,1 0,0 0,0-1,0 1,0 0,0-1,0 1,1-1,-1 0,1 1,0-1,0 0,0 0,0 0,0 0,0 0,0 0,1-1,-1 1,1-1,-1 1,3 0,2 0,1-1,-1 1,1-1,0-1,0 1,-1-1,1-1,0 0,-1 0,1 0,0-1,-1 0,0 0,1-1,6-3,29-12</inkml:trace>
  <inkml:trace contextRef="#ctx0" brushRef="#br0" timeOffset="12986.219">3033 1858,'-6'-2,"-1"1,1 0,0 0,0 0,-1 1,1 0,0 0,-1 0,1 1,0 0,0 0,-1 1,1 0,0 0,1 0,-1 1,0 0,1 0,-1 0,1 1,0 0,0 0,0 0,1 0,0 1,0 0,0 0,0 0,0 0,1 1,0-1,1 1,-1 0,0 2,0 1,1 0,0 0,1 0,0 0,0 1,1-1,0 0,1 1,-1-1,2 0,0 0,0 1,0-1,1-1,1 1,-1 0,1-1,1 0,0 0,1 2,13 18,1-1,1-2,2 0,0-1,2 0,160 142,-173-158,0-1,0 0,0 0,1-2,0 1,1-2,-1 0,1 0,0-1,0-1,0 0,0-1,0-1,0 0,0-1,8-1,180-30,-140 18</inkml:trace>
  <inkml:trace contextRef="#ctx0" brushRef="#br0" timeOffset="13521.622">987 3342,'0'14,"0"13,0 9,0 8,3 3,-1-2,4-7,-1-7,0-9</inkml:trace>
  <inkml:trace contextRef="#ctx0" brushRef="#br0" timeOffset="14334.33">867 3061,'53'7,"0"1,0 3,-1 2,21 10,-57-18,0 1,-1 1,0 1,-1 0,0 1,0 0,0 1,-1 0,-1 1,0 1,-1 0,0 1,0 0,-2 0,1 1,0 4,1 8,-2 0,0 1,-2 0,-1 0,-1 1,-2 0,0 0,0 0,-3-25,-1-1,1 0,0 0,0 0,0 0,0 0,0 1,1-1,-1 0,1 0,-1 0,1 0,0 0,0 0,0 0,0 0,0 0,0 0,0-1,1 1,-1 0,0-1,1 1,0-1,-1 0,1 1,0-1,0 0,0 0,-1 0,1 0,0 0,1-1,-1 1,0 0,0-1,0 0,0 1,0-1,0 0,1 0,0-1,8-5,0 0,-1-1,1-1,-1 0,-1 0,0-1,0 0,0-1,-2 1,1-2,-1 1,0-1,-1 0,0-1,-1 1,1-5,32-93,-34 99,-4 25,0-15,0 10,-1-1,2 0,-1 1,1-1,1 0,0 0,0 0,1 0,0 0,0 0,1-1,0 1,0-1,1 0,1-1,-1 1,1-1,0 0,1 0,-1-1,1 1,1-2,-1 1,1-1,0 0,0-1,0 0,10 3,3 0,1-1,0-1,1-1,-1-1,1-1,0-1,0-1,-1-1,1 0,0-2,-1-1,0-1,0-1,0-1,11-5,-27 10,0 0,0-1,-1 1,1-1,-1 0,1-1,-1 1,0-1,-1 0,1 0,0-1,-1 1,0-1,0 0,-1 0,1 0,-1-1,0 1,-1-1,1 0,-1 0,0 0,-1 0,1 0,-1 0,0 0,-1 0,1-1,-1 1,-1 0,1 0,-1 0,0-1,0 1,-1 0,0-1,-1 3,1 0,-1 0,1 0,-1 1,0-1,0 1,-1 0,1 0,-1 0,0 0,1 1,-1-1,0 1,-1 0,1 0,0 1,0-1,-1 1,1 0,-1 0,1 0,-1 1,1 0,-1 0,0 0,1 0,-1 0,1 1,-1 0,1 0,-1 1,1-1,0 1,-1 0,1 0,0 0,0 0,1 1,-2 0,-4 3,-1 1,1 0,1 0,-1 1,1 0,1 1,0-1,0 1,0 1,1-1,1 1,0 0,0 1,1-1,0 1,0 0,2 0,-1 3,2-12,1-1,0 1,0 0,1-1,-1 1,0-1,0 1,1 0,-1-1,1 1,0-1,-1 1,1-1,0 1,0-1,0 0,0 1,0-1,0 0,0 0,0 1,0-1,1 0,-1 0,1-1,-1 1,0 0,1 0,-1-1,1 1,0-1,-1 1,1-1,-1 0,1 1,0-1,-1 0,1 0,0 0,-1 0,1 0,69-10,-48 2,-20 7,0-1,0 0,0 1,0-1,0 1,0 0,1 0,-1 0,0 1,1-1,-1 1,0 0,1 0,-1 0,1 0,-1 0,0 1,1 0,-1-1,0 1,0 0,1 1,-1-1,0 1,0-1,0 1,-1 0,3 2,3 10,-1 1,-1 1,0-1,-2 1,1 0,-2 0,0 0,-1 0,-1 1,0 1,2 14,14 129,-7 0,-8 88,-3-240,2 9,-2 0,0 0,-1 0,-1-1,-1 1,0-1,-1 0,-1 0,-1 0,6-14,0-1,-1 1,1 0,-1-1,1 1,-1-1,0 1,0-1,0 0,-1 0,1 0,0 0,-1 0,0-1,1 1,-1-1,0 0,1 1,-1-1,0 0,0-1,0 1,0 0,0-1,0 0,0 0,0 0,0 0,0 0,0 0,0-1,0 0,0 1,0-1,0 0,0-1,0 1,1 0,-2-2,-20-13</inkml:trace>
  <inkml:trace contextRef="#ctx0" brushRef="#br0" timeOffset="15134.416">2378 3810,'53'-280,"-40"197,-4 0,-2-47,38 180,10-18,-48-29,0 0,1 0,-1 1,-1 0,1 1,-1 0,1 0,-1 0,-1 0,1 1,-1 0,0 0,0 1,-1-1,2 4,32 170,-37-177,-1-1,1 1,0-1,0 1,0-1,0 0,1 1,-1-1,0 0,1 0,0 0,-1 0,1 0,0 0,0-1,0 1,0-1,1 1,-1-1,0 0,1 0,-1 0,1 0,-1 0,1 0,-1-1,1 1,-1-1,1 0,-1 0,1 0,0 0,-1 0,1 0,-1-1,1 1,0-1,1-1,13-3,-1-1,-1-1,1-1,-1 0,-1-1,1-1,-2 0,4-3,15-11,-31 23,-1 1,1-1,-1 1,1 0,-1-1,1 1,0 0,-1-1,1 1,0 0,-1 0,1-1,0 1,-1 0,1 0,0 0,-1 0,1 0,0 0,-1 0,1 0,0 0,-1 0,1 0,0 1,-1-1,1 0,0 0,-1 1,1-1,0 0,-1 1,1-1,-1 1,1-1,-1 1,1-1,-1 1,1-1,-1 1,0-1,1 1,-1-1,1 1,10 36,-6-18,-4-16,0 0,0 1,0-1,1 0,-1 0,1 0,0 0,0 0,0 0,0 0,0-1,1 1,-1-1,1 1,0-1,-1 0,1 0,0-1,0 1,0 0,1-1,-1 0,0 0,0 0,1 0,-1 0,1-1,-1 1,1-1,-1 0,1 0,-1 0,0-1,1 1,-1-1,1 0,0 0,4-4,0-1,-1 0,1-1,-1 1,0-1,-1-1,0 1,0-1,0-1,-1 1,-1-1,1 1,-1-1,-1 0,0-1,0 1,-1-1,0 1,0-1,-1 0,0 1,-1-1,0 0,-1 0,0 0,-1-3,2 10,-1-1,1 1,-1 0,1 0,-1-1,0 1,0 0,-1 0,1 0,-1 0,1 1,-1-1,0 0,0 1,0-1,0 1,0-1,-1 1,1 0,-1 0,0 0,1 0,-1 1,0-1,0 1,0 0,0 0,0 0,0 0,-1 0,1 1,0-1,0 1,-1 0,1 0,0 0,0 0,-1 1,1-1,0 1,0 0,0 0,0 0,-1 0,-8 7,0 0,1 1,-1 1,2 0,-1 0,2 1,-1 0,1 1,1 0,0 0,1 0,0 1,1 1,0-1,1 1,1 0,-2 12,4-23,1-1,0 1,-1 0,1 0,0 0,1 0,-1 0,1 0,-1 0,1 1,0-1,0 0,0 0,1 0,-1 0,1 0,-1 0,1 0,0 0,0 0,1 0,-1 0,0 0,1-1,0 1,0-1,0 1,0-1,0 1,0-1,0 0,1 0,-1 0,1-1,0 1,0 0,3-2,0 1,0-1,0 0,1-1,-1 0,0 0,0 0,0-1,0 1,-1-1,1-1,0 1,-1-1,1 0,-1 0,0-1,0 0,30-19</inkml:trace>
  <inkml:trace contextRef="#ctx0" brushRef="#br0" timeOffset="15444.253">3220 3008,'-7'-4,"1"1,0 0,-1 0,0 1,1 0,-1 0,0 1,0-1,0 1,0 1,0-1,0 1,0 1,0-1,0 1,0 1,0-1,0 1,0 0,0 1,1-1,-1 1,1 1,0-1,0 1,0 0,1 0,-1 1,1 0,-5 5,7-4,0 0,0 0,0 1,1-1,0 1,0-1,1 1,0 0,0 0,0 0,1 0,0-1,1 1,-1 0,1 0,0 0,1 0,0-1,0 1,3 6,7 12,0-1,2 0,1-1,12 15,-7-10,107 177,-125-202,1 0,-1 1,1-1,0 0,0 0,0-1,0 1,1-1,-1 1,1-1,-1 0,1 0,0-1,-1 1,1-1,0 0,0 0,0 0,0 0,1-1,-1 1,0-1,0 0,0-1,1 1,104-25,-95 20,37-11</inkml:trace>
  <inkml:trace contextRef="#ctx0" brushRef="#br0" timeOffset="16070.586">3795 3315,'-8'-5,"0"1,-1 0,1 1,0 0,-1 0,0 0,0 1,0 1,0-1,0 1,0 1,0 0,0 0,0 1,0 0,0 1,0-1,0 2,1-1,-1 1,1 1,-1 0,-1 1,1 5,0 1,1 0,0 1,1 0,0 0,1 1,0-1,1 1,0 1,1-1,1 1,0-1,1 1,1 0,-1 13,1-23,0-1,1 1,-1 0,1 0,-1-1,1 1,0 0,1 0,-1 0,1 0,-1-1,1 1,0 0,1-1,-1 1,1-1,-1 1,1-1,0 0,0 1,0-1,1 0,-1-1,1 1,0 0,0-1,0 1,0-1,0 0,0 0,4 1,1-3,0 0,-1-1,1 0,0-1,-1 0,1 0,-1-1,1 1,-1-2,0 1,0-1,0 0,-1 0,0-1,1 0,-2 0,1-1,-1 1,1-1,-1-1,10-11,-2 0,0 0,-1-1,-1-1,0 0,-2 0,0-1,-2 0,0-1,-1 0,-2 0,1-7,4-42,-3-1,-4 0,-2-14,-2 15,-2 0,-4 1,-7-25,-6 40,9 59,-18 71,7 22,4 0,5 2,4 0,3 29,7-120,-3 17,2 0,1 0,1 0,1 0,1 0,1 0,1 0,2-1,8 22,-14-42,0 0,1 0,0-1,0 1,0 0,1-1,-1 0,1 1,0-1,0 0,0 0,0-1,0 1,1-1,-1 1,1-1,0 0,-1 0,1-1,0 1,0-1,0 0,0 0,0 0,1 0,-1-1,0 0,0 0,0 0,0 0,1-1,-1 1,0-1,7-6,-1 0,0-1,0 0,-1 0,0-1,-1 0,0 0,0-1,-1 0,0-1,0 0,-2 0,1 0,-1-1,-1 1,0-1,-1 0,0 0,-1-1,0-2,10-49,-16 96,-6 149,10-179,-1 1,1-1,0 1,0-1,0 1,0 0,1-1,-1 1,1-1,0 1,-1-1,1 0,0 1,0-1,1 0,-1 1,0-1,1 0,-1 0,1 0,0 0,0 0,-1-1,1 1,1-1,-1 1,0-1,0 1,0-1,1 0,-1 0,0 0,1-1,-1 1,1 0,-1-1,1 0,0 0,-1 1,1-1,-1-1,2 1,15-8</inkml:trace>
  <inkml:trace contextRef="#ctx0" brushRef="#br0" timeOffset="16239.169">4022 2954,'-16'3,"-5"2,-1 3,2 3,8-1,8-2,4-3</inkml:trace>
  <inkml:trace contextRef="#ctx0" brushRef="#br0" timeOffset="16484.542">4290 2620,'-9'25,"-6"24,-2 22,0 18,2 10,4 6,4 0,2-3,6-9,1-13,4-15,0-17,-3-21,-2-24,-1-12</inkml:trace>
  <inkml:trace contextRef="#ctx0" brushRef="#br0" timeOffset="16736.023">3968 3048,'19'3,"19"0,19-1,16-2,14-3,5-2,1 0,-15 2</inkml:trace>
  <inkml:trace contextRef="#ctx0" brushRef="#br0" timeOffset="16986.546">4677 3276,'-6'12,"2"0,-1 1,2-1,0 1,0 0,1 0,1 1,0-1,0 0,2 0,0 0,0 1,1-1,2 7,-3-17,0-1,1 1,-1 0,0-1,1 1,0-1,-1 1,1-1,0 1,1-1,-1 0,0 0,0 0,1-1,-1 1,1 0,0-1,-1 0,1 1,0-1,0 0,0-1,0 1,0 0,0-1,0 0,0 1,0-1,0 0,0-1,0 1,0 0,0-1,5-1,-1 0,1 0,-1-1,0 0,0 0,0-1,0 0,-1 0,1-1,-1 1,0-1,3-5,0-1,0 0,0-1,-1 0,-1-1,0 0,-1 0,-1-1,0 1,0-1,-1 0,-1-1,-1 1,0 0,-1-1,0 0,-1 1,0-1,-2 1,0-1,0 1,-1 0,-1 0,0 0,-1 0,-1 1,0-1,-1 1,0 1,-1-1,5 9,-1 0,1 0,-1 0,0 1,0-1,-1 1,1 0,0 0,-1 1,0-1,0 1,0 0,0 0,0 1,0 0,0-1,0 2,-1-1,1 0,0 1,-1 0,1 1,0-1,-1 1,1 0,0 0,0 0,0 1,0 0,0 0,0 0,0 1,1 0,-1 0,1 0,-3 2,-42 38,31-23</inkml:trace>
  <inkml:trace contextRef="#ctx0" brushRef="#br0" timeOffset="17244.972">4784 2553,'0'-2,"7"1,9 4,13 3,13 0,11 0,5-1,-7-2</inkml:trace>
  <inkml:trace contextRef="#ctx0" brushRef="#br0" timeOffset="17508.709">5092 3209,'0'18,"9"8,14 1,18-6,16-10,16-12,8-10,-9-3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11:07:10.61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2767,'5'0,"8"0,13 0,18 0,20 0,20 0,18 0,14-3,8 0,2-2,-8-1,-15 2,-20 0,-24 2</inkml:trace>
  <inkml:trace contextRef="#ctx0" brushRef="#br0" timeOffset="1869.591">495 2673,'0'-1,"-1"0,1 0,-1 0,0 1,1-1,-1 0,0 0,1 1,-1-1,0 1,0-1,0 1,1-1,-1 1,0-1,0 1,0 0,0-1,0 1,0 0,0 0,0 0,0 0,0 0,0 0,0 0,0 0,0 0,0 0,0 1,0-1,0 0,1 1,-1-1,0 0,-238 56,132-32,107-23,0-1,0 1,-1 0,1 0,1 0,-1 0,0 0,0 0,0 0,0 0,1 0,-1 0,0 0,1 0,-1-1,1 1,-1 0,1 0,-1 0,1-1,0 1,-1 0,1-1,0 1,-1-1,1 1,0-1,0 1,0-1,0 1,0-1,-1 0,1 1,0-1,0 0,0 0,0 0,0 1,0-1,0 0,0 0,0-1,0 1,0 0,0 0,9 4,150 109,-125-91,1-1,0-1,2-2,0-2,7 0,-44-15,-1-1,1 1,0-1,0 1,-1-1,1 1,0-1,0 1,-1-1,1 0,0 0,0 1,0-1,0 0,0 0,-1 0,1 0,0 0,0 0,0 0,0 0,0-1,-1 1,1 0,0 0,0-1,0 1,-1 0,1-1,0 1,0-1,-1 1,1-1,0 1,-1-1,1 0,-1 1,1-1,-1 0,1 1,-1-1,1 0,-1 0,1 0,-1 1,0-1,0 0,1 0,-1 0,0 0,0 1,0-1,0 0,0 0,0 0,0 0,0 0,-1 1,1-1,0 0,0 0,-1 0,1 0,0 1,-1-1,1 0,-1 0,0 0,-5-19,0 0,2-1,0 0,2 0,0 0,1-6,2-36,0 41,0 1,-1-1,-2 0,0 1,-1-1,-1 1,-1-1,-3-5,8 25,0 1,-1 0,1 0,-1-1,1 1,-1 0,1 0,-1 0,0 0,0 0,0 0,1 0,-1 0,0 0,0 0,0 0,0 1,0-1,-1 0,1 1,0-1,0 1,0-1,-1 1,1-1,0 1,0 0,-1 0,1 0,0 0,-1 0,1 0,0 0,0 0,-1 0,1 0,0 1,0-1,-1 0,1 1,0 0,0-1,0 1,0-1,-1 1,1 0,0 0,0 0,1 0,-1 0,-1 0,-137 96,117-86,-1-1,-1-1,0-1,0-1,-1-1,1-1,-10 0,59-11,-4 0</inkml:trace>
  <inkml:trace contextRef="#ctx0" brushRef="#br0" timeOffset="2418.203">428 2606,'-55'17,"0"2,1 3,-25 15,-2 0,19-8,63-29,-1 0,0 1,0-1,1 0,-1 0,0 0,1 0,-1 1,0-1,0 0,0 0,1 1,-1-1,0 0,0 0,0 1,0-1,1 0,-1 1,0-1,0 0,0 1,0-1,0 0,0 1,0-1,0 0,0 1,0-1,0 0,0 0,0 1,0-1,0 0,-1 1,1-1,0 0,0 1,0-1,0 0,0 0,-1 1,1-1,0 0,0 0,-1 1,1-1,0 0,0 0,-1 0,1 1,0-1,0 0,-1 0,1 0,0 0,-1 0,1 0,0 0,-1 0,1 0,0 0,28 2,-26-2,37-2,-30 1,0 0,0 1,1 0,-1 0,0 1,1 0,-1 0,0 1,3 2,44 14,0-1,1-3,54 6,-72-14,-29-4,42-2,-51-1,0 0,0-1,-1 1,1 0,-1-1,1 1,-1-1,1 1,-1-1,0 1,0-1,0 1,0-1,0 1,0-1,0 1,-1-1,1 1,0-1,-1 1,1-1,-1 1,0 0,1-1,-1 1,-1-4,-1-7</inkml:trace>
  <inkml:trace contextRef="#ctx0" brushRef="#br0" timeOffset="2715.411">629 2752,'149'-15,"749"-58,-868 70,-25 0,-16 3</inkml:trace>
  <inkml:trace contextRef="#ctx0" brushRef="#br0" timeOffset="7713.728">869 1136,'-1'10,"0"0,1 0,0 0,1 0,0 0,1 0,0 0,0 0,1 0,2 3,4 20,93 388,-95-390,2-1,1 0,1 0,1-1,2 0,8 11,-20-36,-1-1,1 0,0 0,0 0,0 0,0 0,1 0,-1 0,1-1,0 0,-1 1,1-1,0 0,1 0,-1 0,0-1,0 1,1-1,-1 0,1 0,-1 0,1 0,-1-1,1 1,0-1,-1 0,1 0,-1 0,1-1,0 1,-1-1,1 0,-1 0,1 0,-1 0,0-1,1 1,-1-1,3-2,6-8,-1 0,0-1,-1 0,-1 0,0-1,0-1,-2 0,0 0,0 0,-1-1,-1 1,1-10,0 5,0-1,-2 0,0 0,-2 0,0 0,-1 0,-1 0,-1-1,-3-14,-18-5,21 40,0 0,0 1,0-1,1 0,-1 1,0-1,0 1,0 0,0-1,0 1,0 0,0-1,0 1,0 0,0 0,0 0,0 0,0 0,0 0,0 0,0 0,0 0,0 1,0-1,0 0,0 1,0-1,0 1,1-1,-1 1,0-1,0 1,0-1,0 1,1 0,-1-1,0 1,1 0,-1 0,1 0,-1 0,1-1,-1 2,-4 7,1 1,0-1,0 1,1 0,1 0,0 1,0-1,1 0,0 1,0-1,2 1,-1-1,1 1,-1-1,0-1,1 0,0 1,0-1,1 0,0 0,1 0,0 0,0-1,1 1,0-1,0 0,1 0,0 0,1-1,0 1,0-1,0-1,1 1,0-1,0 0,0-1,1 0,0 0,0 0,1-1,-1 0,1-1,0 0,-1 0,1-1,1 0,-1-1,6 1,15-7,-5-4</inkml:trace>
  <inkml:trace contextRef="#ctx0" brushRef="#br0" timeOffset="7971.675">816 1456,'13'0,"17"-7,16-11,14-12,13-7,8-5,1 1,-14 7</inkml:trace>
  <inkml:trace contextRef="#ctx0" brushRef="#br0" timeOffset="8596.158">1631 1750,'6'-28,"-2"-1,-1 0,-1 0,-2 0,-1 0,-1 1,-1-1,-2 0,0 1,-2 0,-2 0,-4-9,-31-29,60 70,0 0,0 0,1-2,-1 0,1-1,14-1,-19 0,14 1,-21-2,0 0,1 0,-1 1,0 0,0 0,0 0,0 0,1 1,-1 0,0 0,0 1,0-1,0 1,-1 0,1 0,0 1,-1-1,1 1,-1 0,0 1,0-1,0 0,-1 1,1 0,-1 0,0 0,2 4,5 53,-11-55,1 0,1 0,-1 0,1 0,0-1,0 1,1 0,0-1,0 1,0-1,0 1,1-1,2 3,-1-6,0 1,0-1,1 0,-1 0,0-1,1 0,-1 1,1-1,0-1,-1 1,1-1,0 0,-1 0,1 0,0 0,0-1,-1 0,1 0,-1 0,1-1,-1 0,0 1,1-1,-1-1,0 1,0-1,0 1,-1-1,2-1,23-14</inkml:trace>
  <inkml:trace contextRef="#ctx0" brushRef="#br0" timeOffset="9363.439">2086 1175,'0'7,"0"0,1 1,-1-1,2 0,-1 0,1 0,0 0,1 0,-1-1,1 1,1-1,-1 1,1-1,0 0,1 0,-1-1,1 1,0-1,1 0,0 2,1-1,-1 1,1-2,0 1,0-1,1 0,-1-1,1 1,0-2,0 1,1-1,-1 0,1-1,0 0,-1 0,1-1,0 0,0-1,0 1,0-2,0 1,-1-1,1-1,0 0,0 0,0-1,-2-4,-1 0,0 0,0-1,-1 0,0 0,0 0,-1-1,0 1,0-1,-1 0,0 0,-1 0,0-1,-1 1,0-1,0 1,-1-1,0 1,0-1,-1 1,-1 0,0-4,-8-57,6 87,4-12,0 1,1-1,0 0,0 0,0 0,1 0,0 0,0 0,0 0,0-1,1 1,0-1,0 1,0-1,1 0,-1 0,1-1,0 1,0-1,0 0,0 0,1 0,-1 0,1-1,0 1,-1-1,1-1,0 1,0-1,1 0,-1 0,0 0,0-1,0 1,1-1,-1-1,0 1,0-1,0 0,1 0,5-4,0 0,0-1,-1 0,1-1,-2 0,1-1,-1 0,0 0,0-1,-1 0,-1-1,1 0,-1 0,-1 0,0-1,-1 0,0 0,0-1,-1 1,-1-1,0 0,0 0,-1 0,-1 0,0-12,0 31,0 1,1-1,0 0,0 0,1 0,-1 0,2 0,-1-1,1 1,0-1,0 0,0 0,1 0,0 0,0-1,3 2,-3-4,-1-1,1 1,0-1,1 0,-1 0,0 0,1-1,-1 0,1 0,-1 0,1 0,-1-1,1 0,0-1,-1 1,1-1,-1 0,1 0,-1-1,0 1,1-1,-1 0,0-1,0 1,0-1,-1 0,1-1,-1 1,0-1,1 1,-2-1,1 0,0-1,-1 1,0-1,0 0,0 1,0-1,0-3,3-11,-1 0,-1-1,-1 1,0-1,-2 0,0 1,-1-1,-1 0,-2-6,-4-11,-1 60,8-16,0 1,0 0,1 0,0-1,0 1,0 0,1-1,1 1,-1-1,1 0,0 0,1 0,-1 0,2 0,-1-1,1 0,-1 0,4 3,12 10</inkml:trace>
  <inkml:trace contextRef="#ctx0" brushRef="#br0" timeOffset="10798.223">2794 533,'66'-1,"-27"0,0 1,0 2,-1 1,20 5,-47-5,0 0,-1 1,0 0,1 1,-2 0,1 0,-1 1,1 0,-2 1,1 0,-1 1,0-1,0 1,-1 1,0-1,-1 1,0 1,0-1,-1 1,0 0,-1 0,0 1,0-1,0 5,6 25,-8-28,1-1,0 0,0 0,1 0,1-1,0 1,0-1,1 0,3 4,-8-13,0 0,0 0,0 1,0-1,0 0,1 0,-1-1,0 1,0 0,1 0,-1 0,1-1,-1 1,0-1,1 1,-1-1,1 0,-1 0,1 1,-1-1,1 0,-1 0,1 0,-1-1,1 1,-1 0,1 0,-1-1,1 1,-1-1,1 0,-1 1,0-1,1 0,-1 0,0 1,0-1,1-1,33-48,-30 35,-1-1,-1 1,0-1,-1 0,-1-1,0 1,-2 0,1 0,-2 0,0 0,-4-11,10 36,0-1,1 1,-1-1,2 0,-1-1,1 1,0-1,0 0,1-1,0 1,0-1,1-1,0 1,0-1,6 3,2-5,-1-1,1-1,-1 0,1-1,-1-1,1 0,-1-1,1-1,-1 0,0-1,0 0,-1-2,1 0,5-3,47-19,-1-3,-2-2,-1-3,11-13,-62 42,-3 1,0 1,-1-1,1-1,-1 0,0 0,-1 0,0-1,0 0,-1-1,5-8,-10 16,-1 0,1 0,-1 0,1 0,-1 0,0-1,0 1,0 0,0 0,0-1,0 1,0 0,0 0,0-1,0 1,-1 0,1 0,0 0,-1 0,1-1,-1 1,1 0,-1 0,0 0,0 0,1 0,-1 0,0 1,0-1,0 0,0 0,0 0,0 1,0-1,0 1,0-1,0 1,0-1,-1 1,0-1,-51-9,43 10,-1 0,0 1,0 1,0 0,1 0,-1 1,1 0,0 1,0 0,0 1,0 0,1 0,-1 1,1 1,4-4,0 1,1 0,-1 0,1 0,0 1,0-1,1 1,-1 0,1 0,0 0,1 0,-1 1,1-1,0 1,0-1,1 1,0 0,0 0,0 0,0 0,1-1,0 1,0 0,1 0,0 0,1 3,-2-6,1 0,0 0,0 0,0 0,0 0,1 0,-1 0,1-1,-1 1,1 0,0-1,0 1,1-1,-1 0,0 0,1 0,-1 0,1 0,0 0,-1-1,1 1,0-1,0 0,0 0,0 0,0 0,0-1,0 1,1-1,-1 0,0 1,1-1,3-1,-1 1,1-1,0 0,-1-1,1 1,0-1,-1-1,0 1,0-1,1 0,-2-1,1 1,0-1,3-3,2-4,-1-1,-1 1,1-2,-2 1,0-2,0 1,-1-1,-1 0,0 0,3-15,-6 21,-3 8,1 0,-1 1,0-1,0 0,0 1,1-1,-1 0,0 0,0 1,0-1,1 0,-1 0,0 1,1-1,-1 0,0 0,0 0,1 0,-1 0,0 1,1-1,-1 0,0 0,1 0,-1 0,0 0,1 0,-1 0,1 0,-1 0,0 0,1 0,-1 0,0-1,1 1,-1 0,0 0,0 0,1 0,-1 0,0-1,1 1,-1 0,0 0,0 0,1-1,-1 1,0 0,0-1,0 1,1 0,-1 0,0-1,0 1,0 0,0-1,0 1,0 0,1-1,-1 1,0 0,0-1,0 1,0 0,0-1,0 1,-1 0,1-1,0 1,0-1,12 31,-9-19,-1-7,-2 1,2 0,-1-1,0 1,1-1,0 0,0 1,0-1,1 0,-1 0,1 0,0-1,0 1,0 0,1-1,-1 0,1 0,0 0,-1 0,1-1,1 0,-1 0,0 0,3 1,-5-4,-1 0,1 0,0 0,0 0,0-1,-1 1,1-1,-1 1,1-1,-1 1,0-1,1 0,-1 0,0 1,0-1,0 0,-1 0,1 0,0 0,-1 0,1 0,-1-1,0 1,1 0,-1 0,0 0,0 0,-1 0,1 0,0-1,0 1,0-37,-1 0,-3 1,0-1,-3 1,-1 0,-3-2,5 12,5 27,0 0,1 0,-1-1,0 1,1 0,-1-1,1 1,-1 0,1-1,0 1,0 0,-1-1,1 1,0 0,0-1,0 1,1-1,-1 1,0 0,0-1,1 1,-1 0,1-1,-1 1,1 0,0-1,-1 1,1 0,0 0,0 0,0 0,0 0,0 0,0 0,0 0,0 0,0 0,0 1,1-1,-1 0,0 1,0-1,1 1,-1 0,1-1,-1 1,0 0,1 0,8 1,-1 1,0 1,0 0,0 0,-1 1,1 0,-1 0,0 1,0 0,0 1,-1-1,0 2,0-1,0 1,-1 0,0 0,0 0,-1 1,0 0,-1 0,1 1,-1-1,-1 1,0 0,0 0,0 2,-3-7,1 0,1 0,-1 0,0-1,1 1,0 0,0 0,0-1,0 1,0-1,1 0,0 0,-1 0,1 0,0 0,1 0,-1-1,0 0,1 1,-1-1,1 0,0-1,0 1,0-1,-1 0,1 0,1 0,-1 0,0 0,0-1,0 0,0 0,0 0,0-1,0 1,0-1,1 0,0 0,9-7,1-1,-1 0,-1-1,0 0,0-1,-1 0,0-1,-1-1,0 0,3-6,-4 5,0 0,-1 0,-1-1,0 0,-1 0,-1-1,0 0,-4 10,0 0,-1 0,1 0,-1 0,0 0,-1 0,0 0,0 0,0 0,0 0,-1 0,0 0,-1 0,1 0,-1 0,0 0,0 0,-1 1,0-1,-3-3,5 6,0 1,-1 0,0 0,1-1,-1 1,0 0,0 1,0-1,0 0,0 1,-1-1,1 1,0-1,-1 1,1 0,-1 0,1 0,-1 1,0-1,1 1,-1-1,0 1,1 0,-1 0,0 0,1 0,-1 0,0 1,1-1,-1 1,0 0,1 0,-1 0,1 0,-1 0,1 0,0 1,0-1,-1 1,1 0,0 0,0 0,-2 5,0 0,1 1,-1 0,2 0,-1 0,1 0,0 0,1 1,0-1,0 1,0-1,1 0,1 1,0-1,0 1,0-1,1 0,0 0,1 1,0-2,0 2,1-2,1-1,-1 1,1-1,0 0,0-1,1 1,0-1,0 0,0 0,0-1,1 0,0 0,0 0,0-1,0 0,0-1,1 1,-1-1,4 0,13 2,0 0,1-2,-1 0,0-2,15-1,28-6,-1-2,0-4,27-9,-11-1</inkml:trace>
  <inkml:trace contextRef="#ctx0" brushRef="#br0" timeOffset="12701.439">2019 2218,'15'-13,"0"1,1 0,1 2,0 0,0 0,1 2,0 0,0 1,1 1,0 1,2 0,-12 2,-1 0,0 1,1 0,-1 0,1 1,0 0,-1 1,1-1,0 2,0-1,-1 1,1 1,0 0,-1 0,0 0,1 1,-1 1,0-1,0 1,-1 0,1 1,-1 0,0 0,4 5,-1 5,-1 1,0 1,-2-1,0 1,0 1,-2-1,0 1,-1 0,-1 0,-1 1,0-1,-1 0,-2 17,4 16,-2-27,2 0,0-1,2 1,1-1,6 17,-10-33,1-1,0 1,0-1,1 0,0 0,0 0,0 0,0-1,1 0,0 0,0 0,1 0,-1-1,1 0,0 0,0-1,1 1,-1-1,0-1,1 1,2 0,0-2,-1 1,1-1,-1-1,1 0,0 0,-1 0,1-1,-1 0,1-1,-1 0,1 0,-1-1,0 0,0-1,-1 1,1-2,-1 1,1-1,-1 0,-1 0,1-1,0-1,-2 3,0-1,-1 0,0 0,0 0,0-1,0 1,-1-1,0 0,0 0,-1 0,1 0,-1-1,-1 1,1 0,-1-1,0 0,-1 1,0-1,0 1,0-1,0 0,-1 1,-1-1,1 1,-1-1,0 1,0 0,-1 0,1 0,-3-3,-1 1,0 0,0 0,0 0,-1 1,0 0,0 0,-1 1,0 0,0 0,-1 1,1 0,-1 0,0 1,0 0,-7-1,-12-4,0 2,0 1,-1 1,1 2,-6 0,-215 14,216-13,32 2,1 0,-1 0,1 0,-1-1,1 1,-1 0,1 0,-1-1,1 1,-1 0,1-1,-1 1,1-1,0 1,-1 0,1-1,0 1,-1-1,1 1,0-1,0 1,-1-1,1 1,0-1,0 1,0-1,0 0,0 1,0-1,0 1,0-1,0 1,0-1,0 0,0 1,0-1,0 1,0-1,1 1,-1-1,0 1,0-1,1 1,-1-1,0 1,1-1,-1 1,0 0,1-1,-1 1,1-1,-1 1,72-66,-54 53,37-28,1 2,2 3,1 3,2 2,7 0,7 10,-72 21,-1 0,0-1,1 1,-1 0,1 0,-1 1,0-1,1 0,-1 1,0 0,0-1,1 1,-1 0,0 0,0 0,0 0,0 1,0-1,0 0,0 1,0 0,-1-1,1 1,-1 0,1 0,-1 0,0 0,1 0,-1 0,0 1,6 34,-8-35,1 1,0 0,0 0,0 0,0-1,0 1,0 0,1 0,0 0,-1-1,1 1,0 0,0-1,0 1,1-1,-1 1,1-1,-1 0,1 0,0 1,0-1,0 0,0 0,0-1,0 1,1 0,-1-1,0 0,1 1,0-1,1-2,0 0,0 0,1-1,-1 0,0 1,0-1,0-1,-1 1,1-1,-1 1,1-1,-1 0,0 0,0 0,0-1,0 1,-1-1,1 0,-1 0,0 0,0 0,0 0,-1 0,1 0,-1 0,0-1,1 1,-1 0,1 0,-1 0,0 0,0-1,0 1,0 0,-1-1,0 1,0 0,0-1,0 1,-1-1,0 1,0 0,0 0,0 0,-1-1,1 1,-1 0,0 1,0-1,-1 0,1 0,-1 1,0 0,0-1,0 1,0 0,0 1,-1-1,1 0,-1 1,0 0,0 0,0 0,-3-1,-6-1,1 1,-1 0,0 1,0 1,0 0,0 1,0 0,-1 1,1 0,-4 2,4 2,23-4,146-64,-140 56,12-6,1 1,0 1,1 2,0 1,0 1,8 0,-34 7,0-1,0 1,1 0,-1 1,0-1,0 1,0 0,0 0,0 0,0 0,0 1,0-1,0 1,-1 0,1 0,-1 1,1-1,-1 1,0-1,0 1,0 0,0 1,-1-1,1 0,-1 1,0-1,1 2,-2-4,-1 1,1 0,-1 1,1-1,0 0,0 0,0 0,0 0,1 0,-1 0,0 0,1 0,-1 0,1-1,0 1,-1-1,1 1,0-1,0 0,0 1,0-1,0 0,1 0,-1-1,0 1,0 0,1-1,-1 1,0-1,1 0,-1 0,0 0,1 0,-1 0,0 0,1-1,-1 1,0-1,0 1,1-1,1-1,7-9,0 0,0 0,-1-2,0 1,-1-1,0-1,-1 1,-1-1,0-1,-1 1,-1-1,0 0,-1-1,0 1,-1-1,-1-2,0-49,-1 76,2 0,-1 0,1 0,0-1,1 1,0-1,0 0,1 0,0 0,1-1,0 1,0-1,0-1,1 1,0-1,0 0,0-1,1 0,0 0,0 0,0-1,0-1,1 1,0-1,0-1,0 1,0-1,0-1,0 0,0 0,0-1,4 0,4-4,0 0,0-1,0 0,0-1,-1-1,0-1,-1 0,1-1,-2-1,1 0,-1-1,-1-1,0 0,-1-1,0 0,-1 0,0-2,3-6,29-41,-42 61,1 1,-1 0,0-1,1 1,-1 0,1 0,-1 0,0 0,1 0,-1 0,1 1,-1-1,0 0,1 1,-1-1,0 1,1-1,-1 1,0 0,0-1,0 1,0 0,0 0,1 0,-1 0,-1 0,1 0,0 0,10 6,-4-3,0 0,0-1,0 0,0-1,1 0,-1 0,1 0,0-1,-1 0,1-1,0 0,0 0,-1-1,1 1,0-2,-1 1,1-1,-1 0,1-1,-1 1,0-2,0 1,0-1,-1 0,1 0,-1-1,0 0,0 0,0 0,-1-1,0 0,0 0,-1 0,1 0,-1-1,-1 0,1 0,-3 2,0 1,0-1,0 1,-1-1,0 1,0-1,0 0,-1 1,1-1,-1 1,0-1,0 1,-1-1,1 1,-1 0,0 0,0 0,-1 0,1 0,-1 0,0 0,0 1,0 0,0-1,-1 1,1 0,-1 1,0-1,1 0,-4 0,1-1,0 1,0 0,-1 0,1 0,-1 1,0 0,0 0,0 1,0 0,0 0,0 1,0-1,0 2,0-1,0 1,0 0,0 0,0 1,-4 1,3 1,1 1,1-1,-1 1,1 0,0 0,0 1,0 0,1 0,0 0,0 1,0 0,1-1,0 2,1-1,-1 0,2 1,-1 0,1-1,0 1,0 0,1 0,0 0,0 0,1 0,0 1,1-1,0 3,1-6,0 0,0-1,1 1,-1-1,1 0,0 1,0-1,1 0,-1-1,1 1,0-1,0 0,0 1,0-2,0 1,1 0,0-1,-1 0,1 0,0 0,0-1,0 0,0 0,0 0,0 0,0-1,0 0,0 0,0 0,0-1,1 1,-1-1,0-1,-1 1,1-1,0 1,0-1,-1-1,1 1,-1-1,2 0,32-21,-6-1</inkml:trace>
  <inkml:trace contextRef="#ctx0" brushRef="#br0" timeOffset="12865.572">4279 1028,'-16'-9,"-8"-3,-1 1,0 4,5 8,6 10,5 9,9 7,11 3,11 2,1-5</inkml:trace>
  <inkml:trace contextRef="#ctx0" brushRef="#br0" timeOffset="13053.061">4492 1389,'16'9,"12"3,8-2,10-9,7-7,10-11,6-9,4-7,1-4,-13 3</inkml:trace>
  <inkml:trace contextRef="#ctx0" brushRef="#br0" timeOffset="13600.454">3543 2539,'0'18,"2"11,4 7,4 2,4-1,1-4,0-9,1-7,-4-9,-2-7</inkml:trace>
  <inkml:trace contextRef="#ctx0" brushRef="#br0" timeOffset="15186.744">3396 2299,'59'-15,"0"3,0 3,1 3,0 1,52 5,-101 0,-1 0,1 1,-1 0,0 1,1 0,-1 1,0 0,0 1,0 0,-1 0,1 1,-1 0,0 1,0 0,-1 0,0 1,0 0,0 0,-1 1,0 0,-1 0,0 1,0 0,-1 0,0 0,0 1,0 2,6 61,-11-72,0-1,0 1,0-1,0 0,0 1,0-1,0 1,0-1,0 0,0 1,0-1,0 0,0 1,0-1,0 1,1-1,-1 0,0 1,0-1,0 0,1 1,-1-1,0 0,1 0,-1 1,0-1,0 0,1 0,-1 0,1 1,-1-1,0 0,1 0,-1 0,0 0,1 0,-1 1,1-1,-1 0,0 0,1 0,-1 0,0 0,1 0,-1-1,1 1,-1 0,0 0,1 0,-1 0,0 0,1 0,-1-1,1 1,-1 0,0 0,0-1,1 1,-1 0,0 0,1-1,-1 1,0 0,0-1,19-22,-18 21,15-25,-2 0,-2 0,0-1,-2-1,-1 0,-1 0,2-21,-3 22,-6 28,-1 0,1 0,0 1,0-1,0 0,-1 1,1-1,0 0,0 1,0-1,-1 1,1-1,0 1,-1-1,1 1,-1-1,1 1,-1 0,1-1,-1 1,1 0,-1 0,1-1,-1 1,0 0,1 0,-1 0,0-1,0 1,0 0,0 0,0 0,0 0,0-1,0 1,0 0,0 0,0 0,0 0,3 8,0-3,0 0,1-1,0 1,-1-1,2 0,-1 0,1 0,0 0,0-1,0 0,0 0,1 0,0-1,-1 0,1 0,1 0,-1-1,0 0,0 0,1-1,-1 1,1-1,0-1,5 1,6-1,0 0,0-1,0-1,-1 0,1-2,0 0,-1-1,12-5,-9 4,-1-2,-1 0,0 0,0-2,-1-1,0 0,0-1,-1 0,-1-2,-1 1,1-2,-2 0,0-1,-1 0,-1-1,0 0,1-5,-11 18,1 0,-1 0,1 0,-1 0,0 0,-1-1,1 1,-1 0,0-1,0 1,0 0,-1 0,1-1,-1 1,0 0,0 0,0 0,-1 0,0 0,0 0,0 0,0 1,0-1,-1 1,1-1,-1 1,0 0,0 0,0 0,-1 0,1 1,-1-1,1 1,-1 0,0 0,0 0,0 1,0-1,0 1,-1 0,-3 0,0 0,0 1,1 0,-1 1,0-1,0 2,1-1,-1 1,1 0,-1 0,1 1,0 0,0 1,0-1,0 1,1 0,-1 1,1 0,0 0,1 0,-1 1,1 0,0 0,1 0,-1 0,1 1,0 0,1 0,0 0,0 0,0 0,1 1,0-1,0 4,2-9,0 0,0 0,0 0,0 0,1 1,-1-1,1 0,-1 0,1 0,0 0,0 0,0 0,0-1,0 1,0 0,0 0,1-1,-1 1,1-1,-1 1,1-1,-1 1,1-1,0 0,0 0,0 0,0 0,0 0,0-1,0 1,0 0,0-1,0 1,0-1,0 0,0 0,0 0,0 0,1 0,-1 0,0-1,0 1,0-1,0 1,0-1,0 0,0 0,0 0,0 0,-1 0,1 0,1-1,191-116,-192 117,0 0,0-1,0 1,1 0,-1 0,1 0,-1 1,1-1,-1 1,1-1,-1 1,1 0,-1 0,1 0,-1 0,1 0,-1 1,1-1,-1 1,1-1,-1 1,1 0,-1 0,0 0,1 1,-1-1,0 0,0 1,0-1,0 1,0 0,0 0,-1 0,1 0,-1 0,1 0,0 2,16 24,-2 0,-2 1,0 1,-2 0,1 6,-4-10,15 40,-2 0,-4 2,-2 0,-4 1,0 20,-13-9,-7-63,0-23,-4-32,9 0,2-1,2 0,1 0,2 1,2-1,9-31,-6 27,-2 1,-1-2,-2 1,-2-1,-3-20,-11-15,-3 2,-3 0,-18-43,22 72,-13-32,22 77,9 12,0-7,-1-1,1 1,0-1,-1 0,1 0,0 0,0 0,0-1,0 0,0 1,-1-1,1-1,0 1,0-1,0 1,0-1,2-1,-4 2,231-63,-230 62,-1 0,1 0,0 0,-1 0,1 1,0-1,0 1,0 0,0-1,0 1,0 0,-1 1,1-1,0 1,0-1,0 1,-1 0,1 0,0 0,-1 0,1 0,0 1,-1-1,0 1,1 0,-1 0,0 0,0 0,0 0,0 0,0 0,-1 1,1-1,-1 1,1-1,-1 1,0 0,9 83,6 15,-15-99,0 0,0 1,0-1,0 0,0 0,1 0,-1 0,1-1,-1 1,1 0,0-1,0 1,0-1,0 1,0-1,0 0,0 0,0 0,0 0,1 0,-1-1,0 1,1 0,-1-1,0 0,1 0,-1 0,0 0,1 0,-1 0,1 0,-1-1,0 1,1-1,-1 0,0 0,0 0,2 0,5-3,0-1,0 0,-1 0,1 0,-1-1,0-1,-1 1,5-6,0-2,0-1,-1-1,-1 0,-1 0,0-1,-1-1,4-12,19 85,-29-53,0 0,1 1,0-1,-1 0,1-1,0 1,0 0,0-1,0 0,0 0,0 0,1 0,-1 0,0-1,0 1,1-1,-1 0,0 0,1 0,-1 0,0-1,1 1,-1-1,0 0,0 0,0 0,1 0,-1-1,0 0,4-1,-1 0,1-1,-1 0,0 0,0 0,-1-1,1 0,-1 0,0 0,0-1,-1 0,4-5,-5 6,0 0,-1 0,1 0,-1-1,-1 1,1-1,-1 1,0-1,0 1,0-1,-1 1,0-1,0 0,-1 1,1-1,-1 1,-1-1,1 1,-1-1,1 1,-2 0,1-1,0 1,-1 0,0 1,0-1,-1 1,1-1,-1 1,0 0,0 0,-1 0,3 3,0 0,-1 0,1 0,-1 0,1 0,-1 0,1 1,-1-1,1 1,-1 0,0 0,1 0,-1 0,1 0,-1 1,0-1,1 1,-1-1,1 1,-1 0,1 0,0 0,-1 1,1-1,0 0,0 1,0-1,0 1,0 0,0 0,0 0,0 0,0 2,-46 76,44-70,0 0,0 0,1 0,1 0,0 1,0-1,1 0,0 1,1 0,0-1,1 1,0-1,0 1,1-1,1 1,-2-9,-1 0,1 0,0 0,0 0,0 0,1 0,-1 0,0 0,1-1,-1 1,1-1,0 1,-1-1,1 1,0-1,0 0,0 0,0 0,0 0,0 0,0-1,0 1,0 0,0-1,1 0,-1 1,0-1,0 0,0 0,1 0,-1-1,0 1,0 0,0-1,0 0,1 1,23-11</inkml:trace>
  <inkml:trace contextRef="#ctx0" brushRef="#br0" timeOffset="15411.71">5803 1108,'-14'0,"-9"0,-2 3,2 4,5 7,7 4,6 5,9 2,11 0,2-5</inkml:trace>
  <inkml:trace contextRef="#ctx0" brushRef="#br0" timeOffset="15664.036">6003 1483,'11'14,"11"4,8-3,7-9,5-12,2-9,-5-3</inkml:trace>
  <inkml:trace contextRef="#ctx0" brushRef="#br0" timeOffset="16088.65">6391 1215,'-10'0,"0"0,1 0,-1 1,1 0,-1 0,1 1,-1 1,1-1,0 2,0-1,0 1,1 0,-1 1,1 0,0 1,0-1,1 1,0 1,0-1,0 1,1 1,0-1,0 1,1 0,0 0,0 1,1 0,-2 5,4-7,0 1,0-1,1 1,0 0,0 0,1 0,0 0,0-1,1 1,0 0,0 3,0-8,0 0,0 0,0 0,0 0,0 0,0 0,1 0,0 0,-1 0,1 0,0-1,1 1,-1-1,0 1,1-1,-1 0,1 0,-1 0,1-1,0 1,0 0,0-1,0 0,0 0,0 0,1 0,-1 0,0-1,5-1,-1 0,0-1,0 0,0 0,-1 0,1-1,0 0,-1-1,0 1,1-1,-2-1,1 1,0-1,-1 0,0 0,0 0,0-1,-1 0,0 0,0 0,-1 0,1-1,-1 1,-1-1,1-1,8-23,-1 0,-2-1,-2 0,0-1,-2 1,-2-1,-1 0,-1 1,-2-1,-1 0,-4-14,-1-11,-1 0,-3 0,-3 2,-7-15,-12 8,33 63,0-1,0 1,0 0,1 0,-1 0,0-1,0 1,0 0,0 0,0 0,0 1,0-1,0 0,0 0,0 0,0 1,1-1,-1 0,0 1,0-1,0 1,1-1,-1 1,0-1,0 1,1 0,-1-1,0 1,1 0,-1 0,1-1,-1 1,1 0,-1 0,1 0,0 0,-1-1,1 1,0 0,0 0,0 0,0 0,-1 1,-6 24,1 0,1 1,1 0,1 0,1 0,2 0,2 26,-1-24,2 1,0 0,2-1,1 0,1 0,2 0,2 4,-6-22,0 1,0-1,1 0,1-1,-1 1,2-1,-1 0,2-1,-1 0,1 0,0-1,1 0,0-1,0 0,1-1,0 1,0-2,5 2,-12-5,0 0,1-1,-1 1,1-1,0 0,0 0,-1 0,1-1,0 0,0 0,0 0,-1 0,1-1,0 0,0 0,-1 0,1-1,-1 1,1-1,-1 0,0 0,1-1,-1 1,0-1,-1 0,1 0,0 0,-1-1,0 1,0-1,1-1,1-6,1-1,-2 0,0 0,0 0,-1 0,-1-1,0 1,0-1,-2 0,1 0,-3-12,3 40,-1-1,0 0,1 0,1 0,0 0,1 0,1 0,0-1,0 1,6 7,-10-19,1-1,0 1,0-1,0 0,-1 1,1-1,1 0,-1 0,0 0,0 0,0 0,0 0,1 0,-1 0,1-1,-1 1,0 0,1-1,-1 1,1-1,-1 1,1-1,0 0,-1 0,1 0,-1 0,1 0,-1 0,1 0,0 0,0-1,11-5</inkml:trace>
  <inkml:trace contextRef="#ctx0" brushRef="#br0" timeOffset="16258.936">6564 827,'0'0</inkml:trace>
  <inkml:trace contextRef="#ctx0" brushRef="#br0" timeOffset="16495.242">6738 374,'-2'4,"-1"11,2 14,4 16,6 14,8 10,8 8,7 3,2 1,2-6,0-7,-4-12,-5-10,-6-11,-7-14,-9-15,-6-8</inkml:trace>
  <inkml:trace contextRef="#ctx0" brushRef="#br0" timeOffset="16930.668">6792 868,'15'-16,"1"1,1 1,0 0,1 1,0 1,1 1,0 0,1 2,0 0,1 1,0 1,0 1,6 0,54-1,-79 7,1 0,0 1,-1-1,1 1,-1 0,1 0,-1 0,1 0,-1 0,0 1,1-1,-1 1,0 0,0-1,0 1,0 0,0 0,-1 0,1 0,-1 1,1-1,-1 0,0 1,0-1,0 1,0-1,0 1,0 1,10 127,-11-129,1 0,0 0,0-1,-1 1,1 0,0-1,0 1,0 0,1-1,-1 0,0 1,0-1,1 0,-1 1,1-1,-1 0,1 0,0 0,-1 0,1-1,0 1,0 0,0-1,-1 1,1-1,0 0,0 1,0-1,0 0,0 0,0 0,0-1,-1 1,1 0,2-1,59-29,-57 24,0 0,-1 0,1 0,-1-1,-1 0,1 0,-1 0,0 0,-1-1,0 1,0-1,-1 0,0 0,0 0,0 0,-2 4,1 0,-1 0,0 1,1-1,-2 0,1 0,0 0,-1 1,0-1,0 0,0 1,0-1,-1 1,1-1,-1 1,0-1,0 1,0 0,0 0,-1 0,1 0,-1 0,1 1,-1-1,0 1,0 0,-1 0,1 0,0 0,-1 0,1 1,-1 0,-1-1,1 1,-1-1,0 1,0 0,0 1,0-1,0 1,0 0,0 0,0 1,0-1,0 1,0 0,0 1,1-1,-1 1,0 0,1 0,-1 0,1 1,0 0,0-1,0 1,0 1,0-1,1 1,-1-1,1 1,0 0,-1 2,-3 4,0 1,1 0,0 1,0-1,1 1,1 0,0 0,1 1,0-1,1 1,0 1,1-11,0 1,0-1,1 1,-1-1,1 1,0 0,0-1,0 1,1-1,-1 1,1 0,-1-1,1 1,1-1,-1 1,0-1,1 0,-1 0,1 1,0-1,0 0,1 0,-1-1,0 1,1 0,0-1,0 0,-1 1,1-1,0 0,1-1,-1 1,0 0,1-1,-1 0,0 0,4 1,15-4</inkml:trace>
  <inkml:trace contextRef="#ctx0" brushRef="#br0" timeOffset="17112.362">7232 186,'-18'0,"-10"4,-4 7,3 8,5 5,8 5,8 3,12 0,15-1,4-5</inkml:trace>
  <inkml:trace contextRef="#ctx0" brushRef="#br0" timeOffset="17366.995">7526 894,'16'7,"17"-2,14-10,12-9,6-10,-8-1</inkml:trace>
  <inkml:trace contextRef="#ctx0" brushRef="#br0" timeOffset="17622.052">8116 734,'18'-11,"24"-18,28-28,1-6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51:53.70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479 1,'-70'17,"2"4,0 3,2 3,-52 28,45 6,71-59,0 0,1 1,-1-1,1 0,0 1,0-1,0 1,0-1,0 1,0-1,1 1,-1 0,1-1,0 1,0 0,0 0,0-1,0 1,0 0,1-1,-1 1,1 0,0-1,0 1,0-1,0 1,0-1,1 1,-1-1,1 0,0 0,-1 0,2 1,12 10,1-1,1-1,0-1,0 0,1-1,0-1,1 0,0-2,0 0,0-1,18 2,235 35,-126-23,-116-14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51:52.49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 96,'0'515,"-5"-471,0-46,-5-55,5-39,5-1,3 1,5 0,14-62,-9 107,-6 78,-6-25,0 1,0 0,-1-1,2 1,-1 0,0-1,0 1,1-1,-1 0,1 1,0-1,0 0,0 0,0 0,0 0,0 0,0-1,1 1,-1-1,1 1,-1-1,1 0,0 0,-1 0,1 0,0-1,-1 1,1-1,0 0,0 1,0-1,0 0,-1-1,3 1,95-23,-7-33,-92 55,0 1,0 0,0 0,1 0,-1-1,0 1,0 1,0-1,0 0,0 0,0 0,0 0,0 1,0-1,0 0,0 1,0-1,0 1,0 0,0-1,0 1,0-1,0 1,-1 0,1 0,0 0,0-1,-1 1,1 0,-1 0,1 0,-1 0,1 0,-1 0,1 0,-1 0,0 0,0 0,0 1,1-1,-1 0,0 0,0 0,0 0,-1 0,1 0,0 0,0 0,-1 0,1 0,0 0,-1 0,1 0,-1 0,0 1,1 5,-12 304,10-266,-1-7,2-1,2 1,2 0,2 9,-5-43,0-1,1 0,-1 0,1 0,0 0,0 0,0-1,0 1,0 0,0 0,1 0,-1-1,1 1,0-1,0 0,0 1,0-1,0 0,1 0,-1 0,1 0,-1-1,1 1,-1-1,1 1,0-1,1 1,19-1</inkml:trace>
  <inkml:trace contextRef="#ctx0" brushRef="#br0" timeOffset="268.364">988 149,'-18'-5,"0"2,-1 1,0 0,1 1,-1 1,0 1,1 0,-1 2,1 0,-1 1,1 1,0 0,1 2,-1 0,2 1,-1 0,0 2,11-5,1 0,-1 1,1-1,1 1,-1 1,1-1,0 0,0 1,1 0,0 0,0 0,0 0,1 1,0-1,1 1,0-1,0 1,0-1,1 1,0 0,1-1,-1 1,1-1,1 1,0-1,2 8,0-2,1 0,1 0,0-1,0 1,1-1,1-1,0 0,0 0,1 0,0-1,1 0,1-1,-1 0,8 4,-2-4,1 0,1-2,-1 0,1-1,0 0,1-2,-1 0,1-1,0-1,-1 0,1-2,0 0,0-1,0-1,-1-1,5-2,33-7</inkml:trace>
  <inkml:trace contextRef="#ctx0" brushRef="#br0" timeOffset="786.539">1497 202,'-11'11,"0"0,1 0,1 1,0 0,0 1,1 0,1 0,0 0,1 1,1 0,0 1,-1 5,-4 22,2-1,1 1,1 33,-8 65,14-140,0-1,1 1,-1 0,0-1,0 1,0-1,0 1,0-1,0 1,0 0,0-1,0 1,0-1,0 1,0-1,0 1,-1 0,1-1,0 1,0-1,0 1,-1 0,1-1,0 1,0 0,-1-1,1 1,0 0,-1-1,1 1,0 0,-1 0,1 0,0-1,-1 1,1 0,-1 0,1 0,0 0,-1-1,1 1,-1 0,1 0,-1 0,1 0,0 0,-1 0,1 0,-1 0,1 1,-1-1,1 0,0 0,-1 0,1 0,0 0,-1 1,1-1,-1 0,1 0,0 1,-1-1,-4-36,2 0,1 0,2 0,1 0,2 0,5-26,-4 29,1 1,2 0,0 0,3 1,0 0,2 1,1 0,2 1,7-10,-20 35,0 0,0 1,0-1,1 1,-1-1,1 1,0 0,0 0,0 0,0 1,1-1,-1 1,1-1,0 1,-1 0,1 1,0-1,0 1,0 0,0 0,1 0,-1 0,0 0,0 1,0 0,1 0,-1 0,0 1,0-1,0 1,1 0,-1 0,0 1,0-1,0 1,-1 0,1 0,0 0,-1 0,4 3,-2-1,1 0,-1 1,0 0,0 0,-1 0,1 0,-1 1,0-1,0 1,-1 0,0 1,0-1,0 0,-1 1,0 0,0-1,-1 1,0 0,0 0,-1 0,1 0,-2 0,1 0,-1 0,0 0,0-1,0 1,-1 0,-1 1,-8 7,0 0,-1-2,-1 1,0-2,-1 1,0-2,-1 0,0-1,-1 0,0-1,-5 1,-54 36,4 18,69-63,0 1,0 0,1 0,-1 0,1 0,0 1,-1-1,1 0,0 0,1 1,-1-1,0 1,0-1,1 1,0-1,-1 1,1-1,0 1,0-1,1 1,-1-1,0 1,1-1,-1 1,1-1,0 1,0-1,0 0,0 1,0-1,1 0,-1 0,1 0,-1 0,2 0,7 6,2-1,-1 0,1-1,0 0,0-1,1 0,-1-1,1-1,0 0,0 0,1-2,12 1,-16 0,211 12,-155-15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51:54.59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 1,'-5'2,"2"4,0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51:54.8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52 1,'-13'13,"-5"7,5 1,5-5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51:55.05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40 1,'-7'16,"-2"5</inkml:trace>
  <inkml:trace contextRef="#ctx0" brushRef="#br0" timeOffset="1">27 322,'-12'16,"-3"5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51:55.34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56 0,'-12'14,"-3"6,1 3,5-3,3-5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51:55.9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145 273,'-79'257,"30"-129,38-109,6-19,15-58,16-39,4 3,4 0,4 2,23-35,3 37,-62 87,1 1,-1 0,1 0,0 0,0 0,0 0,0 1,0-1,0 1,0-1,0 1,0 1,1-1,-1 0,1 1,-1-1,0 1,1 0,-1 0,1 0,-1 1,0-1,1 1,-1 0,0 0,0 0,1 0,-1 1,0-1,1 2,2 0,0 0,-1 0,0 1,0 0,0 0,0 0,-1 1,0 0,0 0,0 0,0 0,-1 0,0 1,0-1,0 1,-1 0,0 0,0 0,0 0,-1 0,0 1,0-1,0 0,-1 1,0-1,0 0,-1 1,0-1,0 0,0 0,-1 1,-7 6,1-1,-2 0,0 0,0-1,-1-1,0 0,-1 0,0-1,-1 0,0-1,0-1,-1 0,1 0,-7 0,-43 27,53-29,0 2,1-1,0 1,0 0,1 1,0 0,0 0,-4 8,9-13,1 1,0-1,0 1,0 0,1 0,-1 0,1 0,0 0,0 0,0 0,0 1,1-1,0 0,0 0,0 1,0-1,1 0,0 0,0 0,0 1,0-1,0 0,1 0,1 1,4 5,1 1,0-1,1-1,0 0,1 0,0-1,0 0,1-1,0 0,0 0,1-2,0 1,0-1,0-1,0 0,1-1,0 0,-1-1,1 0,1-1,13 2,-1 0,1-1,0-2,0-1,-1-1,22-4,6-6</inkml:trace>
  <inkml:trace contextRef="#ctx0" brushRef="#br0" timeOffset="765.069">1188 193,'-18'-7,"-1"2,1 0,-1 1,0 0,0 2,0 0,0 1,0 1,0 1,-1 1,1 0,0 2,1 0,-1 1,1 1,-16 7,26-10,0 0,0 1,0 0,0 1,0 0,1 0,0 1,0 0,0 0,1 0,0 1,0 0,1 0,0 1,0 0,1-1,0 2,0-1,1 0,0 1,0-1,1 1,0 0,1 0,0 0,0 0,1 0,0 0,0 0,1 0,1 2,1-1,0 1,1-1,1 0,0-1,0 1,1-1,0 0,0 0,1-1,0 0,0 0,1-1,0 0,1 0,0-1,0 0,0 0,0-1,9 3,4 2,1-1,0-1,1-2,0 0,0-1,0-1,0-2,8 0,-8-1,0-2,-1 0,1-2,-1 0,1-2,-1 0,-1-2,1 0,-1-2,0 0,-1-2,0 0,-1-1,0-1,-1-1,-1-1,0-1,-1 0,0-1,-1-1,-2 0,1-1,-2-1,-1 0,10-22,-21 41,2-4,-1 0,1 0,-1 0,0 0,0-1,0 1,-1 0,0-1,0 1,0-1,-1 0,0 1,0-1,0 1,-1-1,0 1,-1-5,0 9,0 0,1 0,-1 1,0-1,0 1,0-1,0 1,0 0,0-1,0 1,1 0,-1 0,0 1,0-1,0 0,0 1,0-1,0 1,0 0,1-1,-1 1,0 0,0 0,1 0,-1 0,1 0,-1 1,1-1,-1 0,1 1,0-1,0 1,0 0,0-1,0 1,0 0,-15 18,1 1,2 1,0 0,1 0,1 2,1-1,2 1,0 1,1-1,-2 23,-13 113,24-133,-2-27,0-1,0 1,0 0,0-1,0 1,0 0,0-1,0 1,0-1,0 1,1 0,-1-1,0 1,0 0,0-1,1 1,-1 0,0-1,0 1,1 0,-1-1,0 1,0 0,1 0,-1 0,0-1,1 1,-1 0,1 0,-1 0,0 0,1 0,-1-1,0 1,1 0,-1 0,1 0,-1 0,0 0,1 0,-1 0,1 0,-1 1,0-1,1 0,-1 0,0 0,1 0,-1 0,0 1,1-1,-1 0,0 0,1 0,-1 1,0-1,1 0,-1 1,0-1,0 0,0 1,1-1,-1 1,15-34,-2-1,-1 0,-2 0,6-35,-12 49,17-77,-8 33,3 0,2 1,10-18,-27 75,1 1,0-1,0 1,1-1,-1 1,1-1,0 1,0 0,1 1,0-1,-1 0,2 1,-1 0,0 0,1 0,0 1,0-1,0 1,0 0,0 1,1-1,-1 1,1 0,0 1,-1-1,1 1,0 0,0 0,0 1,1 1,0 1,-1 0,1 0,-1 0,0 1,1 0,-1 0,-1 1,1 0,0 0,-1 0,0 0,0 1,1 1,-4-4,1 1,-1-1,0 1,0 0,0 0,0 0,0 1,-1-1,1 0,-1 1,0-1,0 0,0 1,-1-1,1 1,-1 0,0-1,1 1,-2-1,1 1,0 0,-1-1,0 1,0-1,0 1,0-1,-1 2,-7 7,0 0,0 0,-1-1,-1 0,0-1,-1 0,0-1,0 0,-1-1,0-1,0 0,-4 2,-21 12,23-12,1 0,0 1,0 0,1 1,0 1,-3 4,14-14,-1 1,1 0,-1 1,1-1,0 0,0 1,0-1,1 1,-1-1,1 1,0 0,0-1,0 1,1 0,-1 0,1 0,0 0,0 0,0-1,1 1,-1 0,1 0,0 0,0 0,0-1,1 1,-1-1,1 1,0-1,1 2,8 8,2-1,0-1,0 0,1 0,0-2,1 1,0-2,1 0,0-1,0 0,0-2,1 0,-1 0,1-2,1 0,11 0,8 2,0-1,0-1,0-3,1-1,4-2,20-5</inkml:trace>
  <inkml:trace contextRef="#ctx0" brushRef="#br0" timeOffset="1026.06">2338 206,'168'61,"-110"-43,243 87,-300-104,7 1,0 1,-1 1,1 0,-1 0,0 0,0 1,0 0,-1 0,0 1,2 1,-7-5,0-1,0 0,-1 1,1-1,0 1,-1 0,1-1,-1 1,0-1,0 1,1 0,-1-1,0 1,0 0,0-1,-1 1,1 0,0-1,-1 1,1 0,-1-1,1 1,-1-1,0 1,1-1,-1 1,0-1,0 0,0 1,0-1,-1 0,1 0,0 0,0 0,-1 0,1 0,-2 1,-13 9,0-1,-1 0,0-1,-1-1,0-1,-10 3,-124 40,-69 9,200-53,-127 31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11:08:18.76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2908 205,'-188'-27,"63"0,72 14,-1 2,0 2,-6 2,-21-3,1-4,-56-18,-16-2,78 24,-1 3,0 3,-73 7,36-2,-316 2,396-2,1 2,-1 1,1 2,1 1,-1 1,1 2,1 0,0 2,0 2,-95 59,5 5,-21 22,111-73,0 2,2 0,2 2,0 0,2 2,1 1,2 1,2 0,-14 38,20-50,1 2,1-1,1 1,2 1,0 0,2 0,1 0,1 0,1 5,-1-4,1 1,2-1,0 1,2-1,1 0,1 1,2-1,0-1,2 1,1-1,1-1,1 1,1-2,2 0,0 0,5 4,-2-9,2 0,0-2,1 0,0-1,2 0,0-2,0-1,2-1,-1-1,1 0,1-2,0-1,0-1,15 1,38 2,0-4,0-4,32-4,-31 1,13-5,-1-3,0-5,56-17,32-4,117-42,-175 42,152-55,-80 60,-153 25,0 1,0 2,0 2,7 2,25-1,220-1,-276-3,0 1,-1-2,1 0,-1-1,0 0,0-1,-1-1,0-1,0 0,-1 0,1-1,-2-1,0 0,3-4,-6 4,-1 0,0-1,0 0,-1 0,-1-1,0 0,0 0,-1 0,-1-1,0 0,-1 0,1-7,13-163,-16 168,-1 11,2-29,0 1,-2 0,-2-1,-1 1,-1 0,-2 0,-1 0,-5-10,7 31,0 2,-1-1,0 1,0-1,-1 2,0-1,-1 1,0 0,0 0,-1 1,0 0,0 1,-6-3,-133-62,146 70,-39-15,-1 1,-1 1,0 3,-1 2,0 1,0 3,0 1,-1 2,0 3,1 1,-44 8,-38 19,73-15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11:08:26.31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9 218,'6'-22,"1"1,0 0,2 0,0 1,2 0,0 1,1 0,1 0,0 2,2-1,-15 18,0 1,0 0,0-1,0 1,1 0,-1 0,0-1,0 1,0 0,1-1,-1 1,0-1,1 1,-1 0,0-1,1 1,-1-1,1 1,-1-1,1 1,-1-1,1 1,-1-1,1 0,0 1,-1-1,1 0,0 0,-1 1,1-1,0 0,-1 0,1 0,0 0,-1 0,1 0,0 0,-1 0,1 0,0 0,-1 0,1 0,0 0,-1 0,1-1,0 1,-1 0,1-1,0 1,-1 0,1-1,-1 1,1-1,-1 1,1-1,-1 1,1-1,-1 1,0-1,1 1,-1-1,1 0,-22 172,19 27,-7 88,9-284,1 0,-1 0,0 0,0 0,0 0,0 0,-1 0,1 0,0 0,-1 0,1-1,-1 1,0 0,0 0,0 0,0-1,0 1,0 0,0-1,0 1,0-1,-1 1,1-1,-1 0,1 0,-1 1,0-1,1 0,-1 0,0-1,0 1,0 0,1-1,-1 1,0-1,0 1,0-1,0 0,-1 0,-73-18,196 10,213-60,-290 63</inkml:trace>
  <inkml:trace contextRef="#ctx0" brushRef="#br0" timeOffset="250.48">691 618,'7'-2,"2"-1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11:08:25.44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 24,'-2'0,"1"0,3 0,4 0,5 0,8 0,5 0,5-2,5-4,0 0,0 1,-4 1,-7 3,-7 3</inkml:trace>
  <inkml:trace contextRef="#ctx0" brushRef="#br0" timeOffset="256.314">30 211,'7'2,"7"1,5 0,7-1,7 0,6-1,5-1,3-2,2-1,-8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11:08:22.87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3089 0,'-8'224,"3"-38,9-1,19 109,-2-23,-2 851,-20-835,-8-51,-16 56,17-207,-2 110,15 195,2-95,-8 285,-26-302,14-184,5 0,2 32,7 60,-3-198,-1-2</inkml:trace>
  <inkml:trace contextRef="#ctx0" brushRef="#br0" timeOffset="739.408">2822 4854,'7'20,"2"0,0-1,1 1,1-2,1 0,5 6,11 18,-2 1,-2 2,-2 1,-1 1,-3 1,11 45,-23-75,-16-59,-11-30,-2 1,-4 1,-2 2,-3 0,-4 2,-23-32,34 64,33 38,-1 0,1 0,0-1,0 0,0-1,1 0,-1 0,1-1,-1 0,1 0,0-1,0 0,0-1,0 0,0 0,0-1,0 0,-1-1,1 0,0 0,-1-1,2-1,69-20,-62 16,1 1,0 1,0 0,0 2,1 0,0 1,-1 1,1 0,0 2,0 0,0 1,0 1,17 4,-32-4,0-1,1 1,-1 0,0 1,0-1,0 1,0 0,-1 0,1 0,-1 0,0 0,0 1,0 0,0-1,0 1,-1 0,0 0,0 1,0-1,0 0,-1 1,0-1,1 1,-2-1,1 1,0 0,-1 1,0 10,0-1,-1 0,-1 0,0 0,-1 0,-1 0,-5 13,-25 58,-3-2,-4-1,-9 6,45-80,-123 207,113-196,11-22,13-20</inkml:trace>
  <inkml:trace contextRef="#ctx0" brushRef="#br0" timeOffset="5369.932">41 1631,'117'-21,"-112"20,-1 1,1 0,-1 0,1 1,0-1,-1 1,0 0,1 0,-1 1,1-1,-1 1,0 0,0 0,0 0,0 1,0-1,-1 1,1 0,-1 0,0 0,0 1,0-1,0 1,1 1,2 12,0 0,-1 0,-1 0,-1 0,0 1,-1-1,-1 1,0-1,-2 1,0 0,-2 6,-51 359,53-381,1-1,-1 1,0-1,1 1,0-1,-1 1,1-1,0 1,-1-1,1 1,0-1,0 1,0-1,1 1,-1-1,0 1,1-1,-1 1,0-1,1 1,0-1,-1 1,1-1,0 0,0 1,0-1,0 0,0 0,0 0,0 0,0 1,0-2,0 1,1 0,-1 0,0 0,1-1,-1 1,1 0,-1-1,1 1,-1-1,1 0,-1 1,1-1,0 0,8-3,-1 0,0-1,0 0,0 0,-1-1,0 0,1-1,-2 0,3-2,2-1,13-10,-2 0,0-2,-1 0,-2-2,15-19,-13 2,-16 24</inkml:trace>
  <inkml:trace contextRef="#ctx0" brushRef="#br0" timeOffset="6684.942">0 2006,'15'2,"-1"-2,1 0,-1 0,1-2,-1 1,1-2,-1 0,0-1,0 0,-1-1,1-1,-1 0,10-6,-20 10,84-41,-3-4,65-48,-102 66,-45 30,-1-1,0 0,0 1,0-1,1 1,-1-1,0 1,0 0,0-1,0 1,0 0,0 0,0 0,0 0,-1 0,1 0,0 0,0 0,-1 0,1 0,-1 0,1 0,-1 0,1 1,-1-1,0 0,1 0,-1 0,0 1,0-1,0 0,0 0,0 1,0-1,-1 0,1 0,0 1,0-1,-1 0,1 0,-1 0,1 0,-2 2,2 3,-1 13,-1-15,1 1,0-1,0 1,0 0,1-1,-1 1,1 0,0-1,1 1,-1 0,1-1,0 1,0 0,0-1,1 1,-1-1,1 0,0 1,1-1,-1 0,1 0,-1-1,1 1,0 0,1-1,-1 0,1 0,-1 0,1 0,0 0,0-1,0 0,4 2,-2-3,1 0,-1-1,1 1,0-1,-1-1,1 1,-1-1,1-1,-1 1,0-1,1 0,-1 0,0-1,0 0,-1 0,1 0,-1-1,1 0,-1 0,0 0,0-1,-1 1,1-1,-1 0,0-1,-1 1,1-1,-1 1,0-1,0 0,-1 0,0-1,0 1,0 0,-1-1,0 1,0-1,-1 1,0-6,-1 8,0 0,0 1,0-1,0 0,-1 1,0-1,0 1,0 0,0 0,0 0,-1 0,1 0,-1 0,0 0,0 1,0-1,0 1,0 0,-1 0,1 0,-1 1,1-1,-1 1,0 0,1 0,-1 0,-1 0,-7-2,-1 1,-1 0,1 1,0 1,0 0,0 1,-6 1,-10 5,17-4,28-16,1 2,20-16,2 1,2 2,0 1,1 3,26-9,-63 27,0 0,0 0,0 0,0 1,1-1,-1 2,0-1,1 0,-1 1,1 0,-1 0,0 1,1-1,-1 1,0 1,1-1,-1 1,0-1,0 1,0 1,0-1,-1 1,1 0,-1 0,1 0,-1 1,0-1,2 3,-1 3,0 0,0 1,-1 0,0-1,0 1,-1 0,-1 1,0-1,0 3,25 72,-27-84,1 0,-1 0,0-1,1 1,-1 0,1 0,-1 0,1 0,0 0,-1 0,1-1,0 1,-1 0,1 0,0-1,0 1,0-1,0 1,0-1,0 1,0-1,0 0,0 1,0-1,0 0,0 0,0 1,0-1,0 0,0 0,0 0,0 0,0-1,0 1,0 0,0 0,0-1,0 1,0 0,0-1,0 1,0-1,0 0,30-37,-19 11,-2 0,-1 0,0-1,-2-1,-2 1,0-1,-2 0,0-19,0 21,5 37,-7-4,4 16,1 1,1-1,2 0,0 0,4 5,-11-22,0-1,1 1,0-1,0 0,0 0,0 0,1-1,-1 1,1-1,0 0,0 0,0 0,1 0,-1-1,0 1,1-1,0 0,-1-1,1 1,0-1,0 0,0 0,0-1,0 1,0-1,0 0,4-1,6-4,0 0,0-1,0-1,-1 0,0-1,0 0,-1-1,0-1,-1 0,0-1,0 0,2-5,-9 11,21-18,-2 0,-1-2,-1-1,9-16,-29 40,0 1,-1-1,0 1,1-1,-1 0,0 0,0 1,0-1,0 0,0 0,0 0,0 0,-1 0,1 0,-1-1,0 1,1 0,-1 0,0 0,0 0,0 0,-1-1,1 1,0 0,-1 0,1 0,-1 0,0 0,0 0,0 0,0 0,0 0,0 1,0-1,-1 0,1 0,-1 1,1-1,-1 1,0 0,1-1,-1 1,0 0,0 0,0 0,0 0,0 0,-3 0,-1 0,1 0,0 1,0-1,-1 1,1 0,0 1,0-1,-1 1,1 0,0 0,0 1,0-1,0 1,0 0,0 1,1-1,-1 1,1 0,-1 0,1 0,-3 4,-4 3,1 1,1-1,-1 1,2 1,0 0,0 0,1 1,1-1,2-4,1-1,0 1,0-1,1 1,0 0,0 0,1 0,0 0,0 6,1-11,0-1,0 1,1-1,-1 1,1-1,-1 1,1-1,0 0,0 0,0 1,0-1,0 0,1 0,-1 0,1 0,-1 0,1 0,0 0,-1-1,1 1,0-1,0 1,0-1,0 0,1 0,-1 0,0 0,0 0,1 0,-1 0,1-1,-1 1,2-1,5 1,0-1,0 0,0 0,0-1,0 0,0 0,0-1,0 0,0-1,0 0,-1 0,0-1,1 0,-1-1,-1 0,1 0,-1 0,4-5,-5 6,-1 0,0-1,0 0,-1 0,1 0,-1-1,-1 1,1-1,-1 0,1 0,-2 0,1-1,-1 1,0-1,0 1,-1-1,0 0,0 1,0-1,-1 0,0 0,0 0,-1 1,0-1,-1-1,2 8,0 0,0 0,0 1,0-1,0 0,-1 0,1 1,0-1,0 0,0 0,-1 0,1 0,0 1,0-1,-1 0,1 0,0 0,0 0,-1 0,1 0,0 0,0 0,-1 0,1 0,0 0,-1 0,1 0,0 0,0 0,-1 0,1 0,0 0,0 0,-1 0,1 0,0 0,0 0,-1-1,2 7,1 0,-1 0,1 0,0 0,0-1,1 1,0-1,0 0,0 0,0 0,1 0,0 0,0-1,0 0,1 0,-1 0,1 0,0 0,0-1,0 0,1 0,-1-1,1 0,0 1,-1-2,1 1,0-1,0 0,0 0,0 0,0-1,0 0,0 0,0-1,0 0,11-1,-1-2,0 0,0-1,0 0,0-2,-1 1,0-2,5-3,21-14</inkml:trace>
  <inkml:trace contextRef="#ctx0" brushRef="#br0" timeOffset="8089.817">161 3330,'9'-2,"0"0,-1-1,1 0,-1-1,0 0,0 0,0-1,-1 0,1 0,-1-1,0 0,-1 0,0 0,1-1,-2 0,1 0,-1-1,-1 0,1 1,-1-1,0-1,2-7,3-3,-1-1,-1 0,-1 0,0 0,-2-1,0 0,-1 0,-1 0,-1-1,-2-14,-10-2,11 38,0-1,0 0,-1 1,1-1,0 1,-1-1,1 0,0 1,-1-1,1 1,-1-1,1 1,-1 0,1-1,-1 1,0-1,1 1,-1 0,1-1,-1 1,0 0,1 0,-1 0,0 0,1-1,-1 1,0 0,1 0,-1 0,0 0,1 0,-1 0,0 1,1-1,-1 0,0 0,1 0,-1 1,0-1,1 0,-1 1,1-1,-1 0,1 1,-1-1,1 1,-1-1,1 1,-1-1,1 1,-1 0,-3 6,0 0,0 0,1 1,0-1,0 1,1 0,0 0,0 0,1 0,0 0,0 1,1-1,0 0,0 1,0-2,-1-1,2 1,-1 0,1 0,0 0,0-1,0 1,1 0,0-1,1 1,-1-1,1 0,1 0,-1 0,1 0,0-1,0 1,0-1,1 0,0 0,0-1,0 1,1-1,-1 0,1-1,0 1,0-1,1 0,-1-1,0 0,3 1,-3-1,1 0,-1 0,1-1,0 0,-1 0,1 0,0-1,0 0,-1 0,1-1,0 0,0 0,-1-1,1 1,-1-2,0 1,1-1,-1 1,0-2,0 1,-1-1,1 0,-1 0,0 0,0-1,0 0,0 0,-1 0,0 0,0-1,-1 0,1 0,22-119,-26 111,2-1,0 1,0-1,1 1,1 0,0 0,1 1,1-1,0 1,3-3,-8 13,1 1,0-1,0 1,0 0,0 0,0 0,0 0,1 0,-1 0,1 0,-1 1,1-1,0 1,-1 0,1 0,0 0,0 0,0 0,0 1,0-1,0 1,0 0,0 0,0 0,0 0,0 1,0-1,0 1,0 0,0-1,2 2,3 2,-1-1,1 1,-1 1,0-1,0 1,0 0,-1 1,1 0,-1 0,4 6,-1 0,0 0,-1 1,-1 0,0 0,0 1,-1 0,-1 0,-1 0,0 1,0 4,-3-18,-1-1,1 1,-1 0,1-1,-1 1,0 0,1 0,-1-1,0 1,0 0,1 0,-1 0,0 0,0-1,0 1,0 0,0 0,0 0,0 0,-1-1,1 1,0 0,0 0,0 0,-1-1,1 1,-1 0,1 0,0-1,-1 1,1 0,-1-1,0 1,1 0,-1-1,1 1,-1-1,0 1,0-1,1 1,-1-1,0 0,0 1,1-1,-1 0,0 0,0 1,0-1,1 0,-1 0,0 0,0 0,0 0,0 0,0 0,1-1,-1 1,0 0,0 0,0-1,-4-5,0 0,1-1,-1 1,1-1,1 0,-1-1,1 1,1 0,-1-1,1 0,1 0,-1 1,1-8,1 14,-4-32,2 0,2 1,1-1,1 0,2 1,1 0,1-1,5-6,10-70,-18 83,-2 0,-1-1,-1 1,-1 0,-1 0,-1 0,-2 1,0-1,-2 1,-1 1,-2-5,4 13,9 46,16 33,3-1,2-2,3 0,2-1,25 36,-45-79,1-1,0 0,2 0,-1-1,2 0,0-1,0-1,1 0,1 0,0-1,1-1,12 7,-23-15,1-1,-1 0,0 1,1-2,-1 1,1 0,0-1,-1 0,1 0,-1 0,1 0,-1-1,1 0,-1 0,1 0,-1-1,0 1,1-1,-1 0,0 0,0 0,0-1,-1 0,1 1,-1-1,1 0,-1-1,0 1,2-4,6-7,-1 0,-1-1,0 0,-1-1,-1 0,0 0,1-6,-1 1,-1-1,-1 0,-1-1,0 1,-2-1,-1-3,-1 33,0 0,0 1,1-1,0 0,0 0,0 0,1 0,0 0,1 0,0 0,0-1,0 0,0 1,1-1,3 4,-4-7,0-1,1 1,-1-1,1 0,-1 0,1 0,0 0,-1 0,1-1,0 0,0 0,0 0,0 0,0-1,1 1,-1-1,0 0,0 0,0-1,0 1,0-1,0 0,0 0,0 0,0-1,0 1,0-1,-1 0,1 0,-1 0,1-1,-1 1,0-1,0 0,1-1,12-12</inkml:trace>
  <inkml:trace contextRef="#ctx0" brushRef="#br0" timeOffset="8338.446">642 2500,'18'-15,"20"-15,21-14,17-10,14-8,10-4,3-1,-4 7,-19 14</inkml:trace>
  <inkml:trace contextRef="#ctx0" brushRef="#br0" timeOffset="8882.023">375 4024,'5'14,"5"18,9 17,5 14,5 13,3 8,0 4,-3 1,-4-1,-7-7,-5-10,-6-13,-4-15</inkml:trace>
  <inkml:trace contextRef="#ctx0" brushRef="#br0" timeOffset="9902.784">388 4372,'-23'-66,"6"21,2-1,1-1,3 1,-2-27,13 71,-1 0,1 1,0-1,0 0,0 1,0-1,0 0,0 1,1-1,-1 1,0-1,1 0,-1 1,1-1,0 1,-1-1,1 1,0 0,0-1,0 1,0 0,0-1,0 1,1 0,-1 0,0 0,1 0,-1 0,0 0,1 1,-1-1,1 0,-1 1,1-1,0 1,-1-1,1 1,-1 0,1 0,0 0,-1 0,1 0,0 0,-1 0,1 0,0 1,0-1,10 0,1 1,-1 0,0 1,1 1,-1-1,0 2,0 0,0 0,-1 1,0 1,0 0,0 0,0 1,-1 0,2 3,-9-7,0 1,0 1,0-1,0 0,-1 1,0-1,1 1,-2 0,1 0,-1 0,1 0,-1 0,-1 0,1 0,-1 0,0 0,0 0,0 1,-1-1,1 0,-1 0,-1 0,1 0,-1 1,-1 3,-1 1,0-1,0 0,-1 0,0-1,-1 1,0-1,0 0,0-1,-1 0,-1 0,1 0,6-6,1-1,0 1,0 0,-1-1,1 1,0-1,-1 1,1 0,-1-1,1 0,-1 1,1-1,-1 1,1-1,-1 1,1-1,-1 0,1 1,-1-1,0 0,1 0,-1 1,0-1,1 0,-1 0,0 0,1 0,-1 0,0 0,1 0,-1 0,0 0,1 0,-1 0,0-1,1 1,-1 0,1 0,-1-1,0 1,1 0,-1-1,1 1,-1 0,1-1,-1 1,0-1,8-12,0 1,1 1,0-1,0 1,1 1,1-1,0 1,1 0,1-1,19-20,1 0,-2-1,0-1,-3-1,10-18,-36 52,0-1,0 1,0-1,-1 0,1 1,0-1,0 0,-1 0,1 1,-1-1,1 0,-1 0,1 0,-1 0,1 0,-1 0,0 0,0 0,1 0,-1 0,0 0,0 0,0 0,0 0,0 0,0 0,0 0,-1 0,1 0,0 1,0-1,-1 0,1 0,-1 0,1 0,-1 0,1 0,-1 0,1 1,-1-1,0 0,1 0,-1 1,0-1,0 1,0-1,1 0,-1 1,0 0,0-1,0 1,0-1,0 1,0 0,0 0,0 0,0-1,0 1,0 0,0 0,0 0,0 1,0-1,0 0,-6 0,0 0,0 0,0 1,1-1,-1 2,0-1,1 1,-1 0,1 0,-1 1,1 0,0 0,0 0,0 1,1 0,-1 0,1 0,0 1,0 0,1 0,-1 0,1 1,0-1,0 1,1 0,0 0,0 0,0 0,1 1,0-1,0 1,1 0,0-1,0 1,0 0,1 0,0 0,0-1,1 1,-1 0,2 3,-1-7,0 1,0-1,0 1,0-1,1 0,-1 0,1 1,0-1,0 0,0-1,0 1,0 0,1 0,-1-1,1 0,0 1,0-1,0 0,0 0,0-1,0 1,0-1,0 1,1-1,-1 0,1 0,-1-1,1 1,-1-1,1 1,-1-1,1 0,-1-1,1 1,0 0,-1-1,0 0,1 0,-1 0,1 0,-1-1,0 1,0-1,3-2,2-6,0-1,-1 0,0-1,-1 0,0 0,-1 0,-1-1,0 1,0-1,-1 0,-1 0,0 0,-1-13,6-18,0 22,-7 22,0 0,0 0,1-1,-1 1,0 0,0 0,1-1,-1 1,0 0,0 0,1 0,-1 0,0-1,1 1,-1 0,0 0,1 0,-1 0,0 0,1 0,-1 0,0 0,1 0,-1 0,0 0,1 0,-1 0,0 0,1 0,-1 0,0 1,0-1,1 0,-1 0,0 0,1 0,-1 1,0-1,0 0,1 0,-1 1,0-1,0 0,0 0,1 1,-1-1,0 0,0 0,0 1,0-1,0 0,0 1,0-1,1 0,-1 1,0-1,0 0,0 1,0-1,0 0,-1 1,19 36,33 47,-50-83,-1 0,1-1,0 1,-1 0,1 0,0-1,0 1,0 0,-1-1,1 1,0-1,0 1,0-1,0 1,0-1,0 0,0 0,0 1,0-1,0 0,0 0,0 0,0 0,0 0,0 0,0 0,0-1,0 1,0 0,0 0,0-1,0 1,0-1,0 1,0-1,0 1,0-1,0 0,-1 1,1-1,0 0,0 0,-1 1,1-1,-1 0,1 0,-1 0,1 0,-1 0,1 0,-1 0,0 0,1 0,-1 0,0 0,4-15,0-1,-2 1,0 0,0-1,-2 1,0-1,-1-2,1-4,-6-65,6 85,0 0,0 1,0-1,1 0,0 0,-1 1,1-1,0 0,0 1,0-1,1 1,-1-1,0 1,1 0,0-1,0 1,-1 0,1 0,0 0,1 0,-1 1,0-1,0 1,1-1,-1 1,1 0,2-1,75-20,-77 21,-1 0,1 0,-1 0,1 1,-1-1,1 1,-1 0,1 0,0 0,-1 0,1 0,-1 0,1 1,0-1,-1 1,1 0,-1 0,0 0,1 0,-1 0,0 0,1 1,-1-1,0 1,0 0,0-1,0 1,-1 0,1 0,0 0,-1 0,1 1,0 1,2 7,-1 0,0 0,0 1,-1 0,-1-1,0 1,-1 0,0 0,0 0,3 60,-2-70,0 0,0 0,0-1,0 1,0 0,0 0,0-1,1 1,-1 0,0-1,1 1,0-1,-1 0,1 0,0 1,-1-1,1 0,0 0,0-1,0 1,0 0,0-1,0 1,0-1,0 1,0-1,0 0,0 0,1 0,-1 0,0-1,0 1,0 0,0-1,0 0,0 1,0-1,0 0,0 0,-1 0,1 0,0 0,0 0,-1-1,1 1,-1-1,1 1,-1-1,1 0,104-95,-75 60</inkml:trace>
  <inkml:trace contextRef="#ctx0" brushRef="#br0" timeOffset="10806.394">1391 3450,'-7'15,"1"1,1 0,0-1,1 2,0-1,2 0,0 1,1-1,0 6,1-19,0 0,0 0,1 0,-1 0,1 0,-1 0,1-1,0 1,0 0,0 0,0-1,1 1,-1-1,1 1,0-1,0 1,0-1,0 0,0 0,0 0,0 0,0-1,1 1,-1 0,1-1,0 0,-1 1,1-1,0 0,0 0,0-1,-1 1,1-1,0 1,0-1,0 0,0 0,0 0,0-1,0 1,0-1,0 1,-1-1,1 0,0 0,0 0,1-1,7-6,-1 0,1-1,-1 0,-1-1,0 0,0 0,-1-1,0 0,-1 0,0-1,-1 0,0-1,-1 1,0-1,2-12,20-130,-27 155,0 0,0 0,0 1,0-1,0 0,0 0,0 0,1 1,-1-1,0 0,0 0,0 0,0 0,0 0,1 1,-1-1,0 0,0 0,0 0,0 0,1 0,-1 0,0 0,0 0,0 0,0 1,1-1,-1 0,0 0,0 0,0 0,1 0,-1 0,0 0,0 0,0 0,1-1,-1 1,0 0,0 0,0 0,1 0,-1 0,0 0,0 0,0 0,0 0,1-1,-1 1,0 0,0 0,0 0,0 0,0-1,0 1,13 25,-10-18,1 2,0 1,1-1,0 1,1-2,0 1,1 0,0-1,0-1,0 1,1-1,0 0,1-1,-1 0,1 0,3 1,-10-7,0 1,0-1,0 0,0 1,0-1,0 0,0 0,0 0,0 0,0-1,0 1,0-1,0 1,-1-1,1 1,0-1,0 0,0 0,-1 0,1 0,0 0,-1-1,1 1,-1 0,1-1,-1 1,0-1,0 1,1-1,-1 0,0 1,-1-1,1 0,0 0,25-67,-25 67,26-154,-27 155,-1 0,1 0,0 0,0 0,0 0,0 0,0 0,0 0,0 0,0 0,0 0,0 0,1 0,-1 0,0 0,1 0,-1 0,1 0,-1 0,1 0,-1 0,1 0,0 1,0-1,-1 0,1 0,0 1,0-1,0 1,-1-1,1 0,0 1,0 0,0-1,0 1,0 0,0-1,0 1,0 0,0 0,0 0,0 0,0 0,0 0,0 0,1 0,-1 0,0 0,0 1,0-1,0 0,0 1,-1-1,1 1,0-1,0 1,0-1,0 1,0 0,-1-1,1 1,0 0,0 0,-1 0,90 146,-90-146,0-1,1 1,-1 0,1-1,-1 1,0-1,1 1,-1-1,1 1,-1-1,1 1,0-1,-1 1,1-1,-1 0,1 1,0-1,-1 0,1 0,0 1,-1-1,1 0,0 0,0 0,-1 0,1 0,0 0,-1 0,1 0,0 0,-1 0,1 0,0-1,0 1,-1 0,1 0,-1-1,1 1,0 0,-1-1,1 1,-1-1,1 1,-1-1,1 1,-1-1,1 1,-1-1,1 0,10-35,-9 13,-1-1,-1 1,-1-1,-1 1,-1-1,-1 1,-1 0,-1 0,-2 1,-7-18,13 34,0 4,1-1,0 1,0-1,0 1,0-1,0 0,0 1,1-1,-1 0,1 0,0 1,0-1,0 0,0 0,0 0,1 1,-1-1,1 0,0 1,0-1,0 0,0 1,0-1,1-1,8-5,1-1,0 2,0 0,1 0,0 1,0 0,0 1,1 1,6-2,-16 5,1 0,-1 1,0-1,0 1,1-1,-1 1,1 0,-1 1,1-1,-1 1,1-1,-1 1,1 0,0 0,-1 1,1-1,-1 1,1-1,-1 1,1 0,-1 1,1-1,-1 1,0-1,0 1,0 0,0 0,0 0,0 1,1 0,0 6,0 0,-1 0,1 0,-2 1,1-1,-1 1,-1 0,0 0,0-1,-1 1,0 3,9 67,-9-78,0-1,0 0,0 0,0 0,1 0,-1 1,0-1,1 0,-1 0,0 0,1 0,0 0,-1 0,1 0,-1 0,1 0,0 0,0 0,0 0,-1-1,1 1,0 0,0-1,0 1,0 0,0-1,0 1,0-1,0 0,1 1,-1-1,0 0,0 1,0-1,0 0,1 0,-1 0,0 0,0 0,0-1,0 1,0 0,1 0,-1-1,0 1,0-1,0 1,0-1,0 1,0-1,0 1,0-1,0 0,0 0,0 0,18-19,-2-3</inkml:trace>
  <inkml:trace contextRef="#ctx0" brushRef="#br0" timeOffset="11733.054">2447 2648,'-4'2,"-1"0,1 0,0 0,0 1,0-1,1 1,-1 0,1 0,-1 1,1-1,0 1,0-1,1 1,-1 0,1 0,0 0,0 0,0 1,0-1,1 1,0-1,0 1,0-1,0 1,1 0,0-1,0 5,0-7,0-1,1 1,-1-1,1 0,-1 1,1-1,-1 0,1 1,0-1,0 0,0 0,-1 0,1 0,0 0,1 0,-1 0,0 0,0 0,0 0,0 0,1-1,-1 1,0-1,1 1,-1-1,0 1,1-1,-1 0,1 1,-1-1,1 0,-1 0,0 0,1 0,0-1,53-4,-54 5,29-7,-19 4,0 0,0 0,0 2,1-1,0 1,-1 1,1 0,-1 1,1 0,-1 0,2 2,-11-2,0 0,1 0,-1 0,0 1,0-1,0 1,0-1,0 1,-1 0,1 0,0 0,-1 0,1 0,-1 0,0 0,0 0,0 1,0-1,0 0,0 1,-1-1,1 1,-1-1,1 1,-1-1,0 1,0-1,0 1,-1 1,-20 71,19-69,-1-1,1 0,-1 0,0 0,-1 0,1-1,-1 0,0 1,0-1,0 0,-1-1,0 1,1-1,-1 0,0 0,0-1,-1 1,1-1,0 0,-1 0,1-1,-5 1,9-2,0 0,-1 0,1-1,-1 1,1 0,0-1,-1 1,1-1,0 0,0 1,0-1,-1 0,1 0,0 1,0-1,0 0,0 0,0 0,0 0,1 0,-1-1,0 1,0 0,1 0,-1-1,1 1,-1 0,1 0,-1-1,1 1,0-1,0 1,0 0,0-1,0 1,0 0,0-1,0 1,0-1,1 1,14-57,-8 42,0 0,1 1,1 0,0 1,1 0,1 0,0 1,8-6,-16 16,1 0,-1 1,1-1,0 1,0 0,1 0,-1 1,0-1,0 1,1 0,-1 0,1 0,-1 0,1 1,-1 0,1 0,-1 0,1 1,2 0,21 0,-24-2,1 1,-1-1,0 0,1 0,-1-1,0 1,0-1,0 0,0 0,0 0,0 0,-1-1,1 0,-1 0,0 0,1 0,-1 0,-1-1,1 1,0-1,-1 1,0-1,0 0,0 0,0 0,-1-1,2-3,0-1,-1 0,1 0,-2-1,1 1,-1 0,-1-1,1 1,-2-1,1 1,-1-1,-1 1,-2-9,4 16,0-1,-1 1,1-1,-1 1,0-1,0 1,0 0,0-1,0 1,0 0,-1 0,1 0,-1 0,1 0,-1 0,0 0,0 0,0 1,0-1,0 1,0-1,0 1,-1 0,1 0,0 0,-1 0,1 0,-1 1,1-1,-1 1,1-1,-1 1,1 0,-1 0,0 0,1 1,-1-1,1 0,-1 1,1 0,-1 0,-4 6,0 0,1 1,0 0,1 0,-1 0,2 1,-1 0,1 0,0 0,1 0,0 0,1 1,0 0,-1 6,1-6,0-5,1 1,-1 0,1 0,0 0,0 0,1 0,0 0,0 0,0 1,1-1,0 0,0 0,0-1,2 3,-1-6,0-1,0 0,0 0,1 0,-1 0,0 0,1 0,-1-1,1 1,-1-1,1 1,-1-1,1 0,-1 0,1 0,-1-1,1 1,-1-1,1 1,-1-1,1 0,-1 0,0 0,1 0,-1 0,0 0,0-1,0 1,0-1,0 0,0 1,0-1,-1 0,1 0,-1 0,1 0,0-1,16-18</inkml:trace>
  <inkml:trace contextRef="#ctx0" brushRef="#br0" timeOffset="11991.902">2754 2047,'-16'13,"-7"10,0 5,4 0,5-3,10-3,10-2,8-4,2-3</inkml:trace>
  <inkml:trace contextRef="#ctx0" brushRef="#br0" timeOffset="12257.984">2996 2528,'18'11,"12"4,9-3,4-10,2-15,-5-14,-9-2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11:09:17.16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83 431,'-12'17,"2"1,0 1,1 0,1 0,1 1,1 0,0 0,2 0,0 1,1 0,1 0,1-1,2 12,-2-30,1 1,0 0,0 0,0 0,0 0,0-1,1 1,-1 0,1 0,0-1,0 1,0 0,0-1,0 1,0-1,1 1,-1-1,1 0,0 1,0-1,0 0,0 0,0 0,0-1,0 1,1 0,-1-1,1 0,-1 1,1-1,-1 0,1 0,0-1,0 1,-1 0,1-1,0 0,0 1,0-1,0 0,-1-1,1 1,1-1,6-5,0 0,0-2,-1 1,0-1,0 0,-1-1,0 0,-1-1,0 1,0-1,4-10,19-31,-2-2,-2 0,-3-2,8-34,-22 66,-1 0,-2 0,0-1,-2 1,0-1,-2-1,0 1,-2 0,-1 0,-3-23,3 43,1-1,-1 0,-1 1,1-1,-1 1,0-1,0 1,0 0,0 0,-1 0,1 0,-1 0,0 1,-1-1,1 1,0 0,-1 0,0 0,0 0,0 0,0 1,0 0,0 0,-1 0,1 0,-1 1,1 0,-1 0,1 0,-1 0,0 1,0 0,1 0,-1 0,0 0,1 1,-1 0,0 0,-1 1,-1 1,1 0,0 0,-1 1,2 0,-1 1,0-1,1 1,0 0,0 0,0 1,1-1,0 1,0 0,0 0,1 1,0-1,0 1,0 0,1-1,0 1,0 1,0 5,-1 1,1-1,1 1,1-1,0 1,0-1,1 1,1-1,0 1,4 9,9 18,1 0,2-2,1 0,16 21,46 96,-51-51,-29-91</inkml:trace>
  <inkml:trace contextRef="#ctx0" brushRef="#br0" timeOffset="762.428">590 484,'-78'272,"55"-198,23-73,0 0,0 0,0 0,0 0,1-1,-1 1,0 0,0 0,1 0,-1 0,0-1,1 1,-1 0,1 0,-1-1,1 1,0 0,-1-1,1 1,0-1,-1 1,1-1,0 1,0-1,-1 1,1-1,0 0,0 1,0-1,-1 0,1 0,0 1,0-1,0 0,0 0,0 0,0 0,0 0,-1-1,1 1,0 0,1 0,39-10,-39 10,10-4,-2 2,0 0,0-1,0 0,0-1,0 0,-1-1,0 0,0 0,0-1,-1 0,1-1,-2 0,1 0,-1 0,3-4,-9 9,0 1,0 0,-1-1,1 1,0-1,-1 1,1-1,0 1,-1-1,0 1,1-1,-1 0,0 1,0-1,0 1,0-1,0 0,0 1,-1-1,1 0,-1 1,1-1,-1 1,1-1,-1 1,0-2,-1 4,1 0,-1 0,1 0,0 0,-1 0,1 0,0 1,0-1,0 0,0 1,0-1,0 1,0-1,0 1,0-1,1 1,-1-1,1 1,-1 0,1-1,0 1,-1 1,-4 25,0 1,2 0,0 0,3 1,1 16,-2 56,-2-72</inkml:trace>
  <inkml:trace contextRef="#ctx0" brushRef="#br0" timeOffset="1017.747">884 846,'2'0,"2"0</inkml:trace>
  <inkml:trace contextRef="#ctx0" brushRef="#br0" timeOffset="1383.431">1098 538,'108'-240,"-133"392,19 189,4-314</inkml:trace>
  <inkml:trace contextRef="#ctx0" brushRef="#br0" timeOffset="1632.764">1111 819,'14'0,"11"0,8 0,6 0,5 0,6 0,6 0,-6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11:09:19.18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61 468,'20'0,"19"0,13 0,12 0,9 0,5 0,1 0,-3 0,-9 0,-9 3,-6 0,-9-1,-9 1,-10-2</inkml:trace>
  <inkml:trace contextRef="#ctx0" brushRef="#br0" timeOffset="770.055">408 308,'-105'26,"-132"50,233-76,1 1,0 0,-1 0,1 0,0 1,0-1,0 1,0 0,0-1,1 1,-1 1,0-1,1 0,0 1,-1-1,1 1,0 0,0-1,0 1,1 0,-1 0,1 0,0 1,0-1,0 0,0 0,0 1,1-1,-1 1,1-1,0 0,0 1,0 0,0-1,0 0,0 1,0-1,1 1,-1-1,1 0,0 1,0-1,0 0,1 0,-1 1,1-1,-1 0,1-1,0 1,1 0,-1 0,0-1,1 1,-1-1,1 0,0 0,-1 0,1 0,0 0,0-1,1 1,-1-1,0 0,0 0,2 0,77 7,-64-7,0 0,-1 1,1 0,0 2,-1 0,0 1,0 0,-1 2,15 7,30 29,-60-43,-1 0,0 1,1-1,-1 0,1 0,-1 0,1 1,-1-1,0 0,1 0,-1 0,1 0,-1 0,1 0,-1 0,1 0,-1 0,1 0,-1 0,1 0,-1 0,1-1,-1 1,0 0,1 0,-1 0,1-1,-1 1,0 0,1 0,-1-1,1 1,-1 0,0-1,0 1,1 0,-1-1,0 1,1-1,-1 1,0-1,0 1,0 0,0-1,1 1,-1-1,0 1,0-1,0 1,0-1,0 1,0-1,0 1,0-1,0 1,-1-1,1 1,1-37,-1 31,-27-227,17 197,3 29</inkml:trace>
  <inkml:trace contextRef="#ctx0" brushRef="#br0" timeOffset="2702.082">382 308,'-38'20,"-2"0,0-3,0-1,-2-3,0-1,0-2,-31 3,64-15,23-4,-2 2,-1 0,1 1,0 1,0 0,0 0,0 1,0 1,0 0,1 1,-1 0,0 1,10 2,51 61,-66-63,1 0,-1 0,1-1,-1 0,1 0,-1-1,1 0,0 0,-1-1,1 0,6-2,-12 2,-1 0,1-1,0 1,-1-1,0 1,1-1,-1 0,0 1,0-1,0 0,0 0,0 0,0 0,-1 0,1 0,-1 0,1 0,-1 0,0 0,0 0,0 0,0 0,0-1,0 1,0 0,-1 0,1 0,-1 0,0 0,1 0,-1 0,0 1,0-1,0 0,0 0,-1 0,-1 1,1 1,0 0,-1 0,1 0,-1 0,1 0,0 1,-1-1,1 0,-1 1,1 0,0 0,0 0,-1 0,1 0,0 0,0 0,0 1,0-1,0 1,1-1,-1 1,0 0,1 0,-1 0,1 0,-2 1,-30 23,113-24,7-11,-30 2,0 2,0 3,52 5,-77 0,-9 1,0-2,0 0,0-2,0 0,1-2,16-3,-25-1,-15 4</inkml:trace>
  <inkml:trace contextRef="#ctx0" brushRef="#br0" timeOffset="3048.313">1331 14,'0'7,"0"8,0 12,-2 10,-4 10,-2 8,0 7,-1 3,-2 1,2-3,2-4,3-9,1-7,4-12,2-8,2-9,0-6</inkml:trace>
  <inkml:trace contextRef="#ctx0" brushRef="#br0" timeOffset="3301.94">1170 602,'5'7,"3"2,6-1,4 0,4-3,3-2,1-4,1-4,-1-1,-6-4,-6 0</inkml:trace>
  <inkml:trace contextRef="#ctx0" brushRef="#br0" timeOffset="3586.423">1237 0,'2'0,"6"0,5 0,8 0,7 0,6 0,1 0,0 0,-7 0</inkml:trace>
  <inkml:trace contextRef="#ctx0" brushRef="#br0" timeOffset="4615.379">1585 308,'-22'120,"21"-114,1 0,0 1,0-1,1 0,0 1,0-1,0 0,1 0,0 1,0-1,0-1,1 1,0 0,0-1,1 1,0-1,2 3,-1-4,-1-1,1 0,0-1,0 1,0-1,0 0,0-1,0 1,0-1,1 0,-1 0,1 0,-1-1,0 0,1 0,-1 0,1-1,-1 0,0 0,1 0,-1-1,0 1,0-1,0-1,0 1,0-1,0 0,-1 0,0 0,1 0,-1-1,0 0,0 0,-1 0,1 0,-1 0,0-1,0 0,1-3,2-1,-1-1,0 0,-1 0,1 0,-2-1,0 1,0-1,-1 0,0 0,-1 0,0 0,-1 0,0 0,-1 0,0 0,-1 1,0-1,0 0,-1 0,-1 1,0 0,-1-2,3 8,0 1,0 0,0 0,-1 0,1 0,-1 0,0 1,1-1,-1 1,-1-1,1 1,0 0,0 0,-1 1,1-1,-1 1,1 0,-1-1,0 2,0-1,1 0,-1 1,0 0,0-1,0 2,1-1,-1 0,0 1,0-1,1 1,-1 0,0 1,1-1,-1 1,1-1,0 1,-1 0,1 0,0 0,0 1,0-1,0 1,1 0,-2 1,-2 3,0 0,0 0,1 0,1 1,-1 0,1-1,0 2,1-1,0 0,0 1,1-1,0 1,0 0,1 0,0 0,1 0,0 7,5 5</inkml:trace>
  <inkml:trace contextRef="#ctx0" brushRef="#br0" timeOffset="4863.269">1960 522,'-3'2,"0"1</inkml:trace>
  <inkml:trace contextRef="#ctx0" brushRef="#br0" timeOffset="5320.476">2133 67,'-7'17,"0"0,1 1,1-1,1 1,0 0,1 4,-10 39,-9 9,-10 60,32-129,0 1,0 0,0-1,0 1,0 0,1-1,-1 1,0 0,1-1,0 1,-1-1,1 1,0-1,-1 1,1-1,0 1,0-1,0 0,1 0,-1 1,0-1,0 0,1 0,-1 0,0 0,1-1,-1 1,1 0,-1 0,1-1,-1 1,1-1,0 0,-1 1,1-1,0 0,62 1,-37-6,0 0,-1-2,0-1,-1-1,0-1,11-7,-15 5,-7 2</inkml:trace>
  <inkml:trace contextRef="#ctx0" brushRef="#br0" timeOffset="5583.298">2360 308,'-7'11,"-4"11,-3 11,-1 10,2 13,1 12,-3 10,-7 11,0-11</inkml:trace>
  <inkml:trace contextRef="#ctx0" brushRef="#br0" timeOffset="7040.424">1892 495,'0'4,"0"5,2 0,1-4,1-5,-2-4,-3-2,-3 0,-4 1,0 4,1 4,2 4,4 1,4-1,5-2,0-2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11:09:46.92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0,'0'1505,"23"-1004,-10-309,8 261,-1-297,10 139,-23-142,6-1,7-1,11 25,-18-117,11 48,-5 1,2 69,32 481,-38-300,-3-60,-22 56,-2-98,-7 15,19-270,1-1,-1 1,0-1,0 1,0 0,1-1,-1 1,0-1,0 1,0 0,0-1,0 1,0 0,0-1,0 1,0 0,-1-1,1 1,0-1,0 1,-1 0,1-1,0 1,0-1,-1 1,1-1,-1 1,1-1,0 1,-1-1,1 1,-1-1,1 0,-1 1,0-1,1 0,-1 1,1-1,-1 0,1 0,-1 0,0 1,1-1,-1 0,0 0,1 0,-1 0,1 0,-1 0,0 0,1 0,-1 0,0-1,1 1,-1 0,1 0,-1-1,0 1,1 0,-1 0,1-1,-1 1,1-1,-1 1,-13-9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11:10:19.28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1791 0,'-14'28,"-195"360,86-140,11 6,-73 252,130-329,-211 602,219-663,-227 601,11 76,188-571,-76 200,134-389,19-38</inkml:trace>
  <inkml:trace contextRef="#ctx0" brushRef="#br0" timeOffset="1522.811">94 307,'0'0,"0"0,1-1,-1 1,1 0,-1-1,0 1,1 0,-1-1,1 1,-1 0,1 0,0 0,-1 0,1-1,-1 1,1 0,-1 0,1 0,-1 0,1 0,-1 0,1 0,0 0,-1 0,1 1,-1-1,1 0,-1 0,1 0,-1 1,1-1,-1 0,1 1,-1-1,0 0,1 1,-1-1,1 0,-1 1,0-1,1 1,-1-1,0 1,0-1,1 1,-1-1,0 1,0-1,0 1,0-1,1 1,-1-1,0 1,0-1,0 1,0 0,0-1,0 1,-1-1,1 1,0-1,0 1,80 262,-45-171,4-2,4-2,4-1,41 54,476 722,-507-769,239 406,123 319,-205-390,-116-229,-57-67,-2-2,-40-115,-4-13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11:11:18.44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9012 652,'28'0,"22"0,19-2,11-1,1 0,-9 0,-16 1</inkml:trace>
  <inkml:trace contextRef="#ctx0" brushRef="#br0" timeOffset="251.864">9120 826,'20'7,"21"2,19-1,17-1,13-2,3-4,-13-3</inkml:trace>
  <inkml:trace contextRef="#ctx0" brushRef="#br0" timeOffset="465.224">9695 492,'-3'3,"0"0,1 0,0 0,0 1,0 0,0-1,0 1,1 0,0 0,0 0,0-1,0 1,0 0,1 1,0-1,0 0,0 0,0 0,0 0,1 0,0 0,0 0,0 0,0-1,1 1,0 0,-1-1,1 1,1-1,8 9,0 0,2-1,-1-1,1 0,1-1,0-1,0 0,1-1,-1 0,2-1,-1-1,15 4,-9-2,172 71,-190-78,-1 1,1 0,-1 0,1 0,-1 0,1 1,-1-1,0 1,0-1,0 1,0 0,0 0,0-1,0 1,0 1,-1-1,1 0,-1 0,1 1,-1-1,0 1,0-1,0 1,-1-1,1 1,0 0,-1-1,0 1,1 0,-1-1,0 1,-1 0,1-1,0 1,-1 0,0-1,1 1,-1 0,0-1,0 1,0-1,-1 0,1 1,-9 7,0-1,-1 0,0-1,0 0,-1 0,0-1,0-1,-11 4,-239 103,193-84</inkml:trace>
  <inkml:trace contextRef="#ctx0" brushRef="#br0" timeOffset="-4134.809">3853 732,'-8'-6,"-1"-1,1 2,-1-1,0 1,0 1,0 0,-1 0,1 0,-1 1,0 1,0 0,-7-1,14 4,0-1,0 1,0 0,0 0,0 0,1 0,-1 0,0 0,0 1,1 0,-1-1,1 1,0 0,-1 0,1 0,0 1,0-1,0 0,1 1,-1-1,0 1,1 0,0-1,-1 1,1 0,0 0,1 0,-1 1,-14 86,15-82,-1-4,0 1,1-1,0 0,0 1,0-1,1 1,-1-1,1 0,0 1,0-1,0 0,1 0,1 3,-2-6,0 0,1-1,-1 1,1-1,-1 1,1-1,-1 0,1 0,-1 1,1-1,-1 0,1 0,-1 0,1-1,-1 1,0 0,1 0,-1-1,1 1,-1-1,1 1,-1-1,0 0,1 0,-1 1,0-1,0 0,0 0,0 0,0 0,0-1,0 1,0 0,0 0,0 0,0-1,-1 1,18-21,0-1,-2 0,-1-1,-1-1,-1 0,-1 0,-1-2,-1 1,-2-1,3-18,-3 12,-1 0,-1 0,-2-1,-2 0,-1 1,-1-1,-3-4,-10-6,12 44,0 0,1 0,-1 0,0 1,0-1,1 0,-1 0,0 1,0-1,1 0,-1 1,0-1,1 0,-1 1,1-1,-1 1,0 0,1-1,-1 1,1-1,-1 1,1 0,0-1,-1 1,1 0,0-1,-1 1,1 0,0 0,0-1,0 1,-1 0,1 0,0 0,0-1,0 1,1 0,-1-1,-8 34,3 0,0 0,2 0,2 1,2 7,-1-39,-2 33,3 0,1 0,1 0,2-1,2 1,1-1,1-1,4 4,-12-33,0 1,1-1,0 0,0 0,0 0,1 0,-1-1,1 1,1-1,-1 1,0-1,1 0,0 0,0-1,0 1,1-1,-1 0,1 0,-1 0,1-1,0 1,0-1,0-1,1 1,-1-1,0 1,0-1,1-1,-1 1,1-1,-1 0,1 0,-1-1,0 0,1 0,-1 0,0 0,2-2,4-4,0 0,-1-1,0-1,-1 0,1 0,-2-1,0 0,0 0,0-1,-1 0,-1 0,0-1,-1 0,0 0,-1 0,0 0,-1-1,0 0,-1 1,0-1,-1-10,-1 0,-1 23,1 0,0 0,0 0,0 0,0 1,0-1,0 0,0 0,-1 0,1 0,0 1,0-1,0 0,0 0,-1 0,1 0,0 0,0 0,0 0,0 0,-1 1,1-1,0 0,0 0,-1 0,1 0,0 0,0 0,0 0,-1 0,1 0,0 0,0-1,0 1,-1 0,1 0,0 0,0 0,0 0,0 0,-1 0,1 0,0 0,0-1,0 1,0 0,-1 0,1 0,0 0,-7 22,5-16,0 0,0 1,1-1,0 1,0-1,0 1,1 0,0-1,0 1,1-1,0 1,0 0,1-1,-1 0,2 1,-1-1,1 0,-1 0,1 0,1 0,0-1,-1 1,1-1,1 0,-1 0,1-1,0 1,0-1,0 0,1 0,0-1,-1 1,1-1,0-1,3 2,27 2,-2-5</inkml:trace>
  <inkml:trace contextRef="#ctx0" brushRef="#br0" timeOffset="-3325.86">4467 518,'12'1,"0"1,0 0,0 1,0 0,-1 1,1 0,-1 1,0 0,0 0,-1 2,0-1,0 1,0 1,-1 0,0 0,0 1,-1 0,0 0,-1 1,0 0,-1 0,0 1,0 0,0 1,-1 15,0 0,-2 1,-1 0,-1-1,-1 1,-1 0,-2-1,-1 1,-1-1,-8 25,-1 21,12-62,-3 10,1-1,1 1,1 0,1 0,1 0,0-1,2 1,1 0,2 8,-3-23,0-1,0 1,1-1,0 0,0 0,0-1,1 1,0 0,0-1,0 0,0 0,0 0,1-1,0 1,0-1,0 0,0-1,0 1,0-1,1 0,0 0,-1-1,1 0,0 1,-1-2,1 1,0-1,0 0,0 0,-1-1,1 1,0-1,0-1,-1 1,1-1,-1 0,1 0,-1-1,0 1,4-4,-4 1,-1-1,0 0,-1 0,1-1,-1 1,-1-1,1 1,-1-1,0 0,0 0,-1 0,0 0,-1 0,1 0,-1-1,0 1,-1 0,0 0,0 0,-1 0,1 0,-1 0,-1 1,0-1,0 1,0-1,-3-3,-6-13,0 1,-2 1,0 1,-1 0,-1 0,-1 2,-1 0,-1 1,0 1,-1 0,0 2,-2 0,1 2,-2 0,1 1,-2 2,1 0,-1 1,-22-3,30 4,38 4,-9 2,66-10,-1-4,0-3,-1-4,43-19,-109 37,-4 2,-1 0,1 0,-1 0,0-1,0 0,0 0,0 0,-1-1,1 0,-1 0,0 0,0-1,0 1,3-6,-8 9,1 0,-1-1,0 1,0 0,0 0,0 0,0-1,0 1,0 0,0 0,-1 0,1 0,0-1,-1 1,1 0,-1 0,1 0,-1 0,0 0,1 0,-1 0,0 0,0 0,0 0,0 1,1-1,-1 0,0 0,0 1,-1-1,1 1,0-1,0 1,0-1,0 1,0 0,0 0,-2-1,-9-3</inkml:trace>
  <inkml:trace contextRef="#ctx0" brushRef="#br0" timeOffset="-2889.538">5149 638,'-11'3,"0"1,0 0,0 0,0 1,1 1,0-1,0 2,0-1,1 2,0-1,0 1,1 0,0 1,0 0,1 0,1 1,-1 0,1 0,1 0,0 1,1 0,0 0,0 0,0 5,3-13,1 0,-1-1,1 1,0 0,-1-1,1 1,1 0,-1 0,0-1,1 1,-1 0,1-1,0 1,0 0,0-1,0 1,0-1,1 0,-1 1,1-1,-1 0,1 0,0 0,0 0,0 0,0 0,0-1,0 1,1-1,-1 1,0-1,1 0,-1 0,1 0,0 0,-1 0,1-1,0 1,-1-1,1 0,0 0,-1 0,1 0,0 0,0 0,1-1,5-2,0-1,0 0,-1 0,1 0,-1-2,0 1,0-1,0 0,-1 0,0-1,0 0,-1 0,0-1,0 1,-1-1,0-1,0 1,-1-1,0 0,0 0,-1 0,0 0,-1-1,0 1,-1-1,1 1,-2-8,-5-13,5 29,0 1,0-1,0 1,0-1,0 1,-1-1,1 1,0 0,0-1,0 1,-1-1,1 1,0 0,-1-1,1 1,0 0,-1-1,1 1,0 0,-1 0,1-1,0 1,-1 0,1 0,-1 0,1-1,-1 1,1 0,-1 0,1 0,0 0,-1 0,1 0,-1 0,1 0,-1 0,1 0,-1 0,1 0,-1 1,1-1,0 0,-1 0,1 0,-1 0,1 1,0-1,-1 0,1 0,0 1,-1-1,1 0,0 1,-1-1,1 1,0-1,0 0,-1 1,1-1,0 1,0-1,-5 8,1 0,1 0,-1 0,1 0,1 1,-1-1,2 1,-1-1,1 1,0 0,1 8,0-13,0 1,0 0,1 0,-1-1,1 1,0-1,0 1,1-1,0 1,-1-1,1 0,1 0,-1 0,1 0,-1 0,1 0,0-1,1 1,-1-1,0 0,1 0,0 0,0-1,0 1,0-1,0 0,0 0,1 0,-1 0,1-1,-1 0,1 0,-1 0,1-1,0 1,37 0,-1-3</inkml:trace>
  <inkml:trace contextRef="#ctx0" brushRef="#br0" timeOffset="-2219.028">5578 665,'-9'0,"1"0,0 0,0 1,0 0,0 1,0 0,0 0,0 0,0 1,1 0,-1 1,1 0,0 0,0 0,0 1,1 0,0 0,0 1,0 0,0 0,1 0,0 0,0 1,1 0,0 0,0 1,1-1,0 1,0-1,1 1,-1 0,2 0,-1 0,1 0,0 3,2-7,-1 0,0 1,1-1,0 0,0 0,0 0,1 0,-1 0,1 0,0-1,0 1,0 0,1-1,-1 0,1 1,0-1,0 0,0 0,0-1,0 1,1 0,-1-1,1 0,0 0,0 0,0-1,-1 1,1-1,1 0,-1 0,1 0,7 2,0-2,0 1,0-1,0-1,0 0,0-1,0 0,0-1,0-1,7-2,-4 0,1-1,-1 0,-1-1,0-1,0-1,0 0,-1-1,0 0,-1-1,0 0,-1-1,0 0,-1-1,0 0,7-14,-1-1,-2-2,-1 1,-1-2,-1 0,-2 0,-1 0,1-19,8-63,-5-1,-5 0,-6-47,-5 201,-8 498,11-515,1 1,0-1,2 1,1-1,1 0,1 0,1 0,1-1,0 0,2 0,6 10,-13-29,0 1,0-1,1 0,-1-1,0 1,1 0,0-1,0 1,0-1,0 0,0 0,0 0,0 0,1 0,-1-1,0 0,1 0,0 0,-1 0,1 0,0-1,-1 1,1-1,0 0,-1 0,1 0,0-1,0 1,-1-1,1 0,-1 0,1-1,-1 1,1 0,-1-1,0 0,0 0,0 0,2-1,5-7,0 0,-1-1,0 0,-1 0,0-1,-1 0,0 0,-1-1,1-2,28-48,-35 63,-1 0,1 0,0 1,0-1,0 0,1 0,-1 0,0 1,0-1,0 0,0 0,0 1,0-1,0 0,0 0,0 0,0 0,0 1,1-1,-1 0,0 0,0 0,0 0,0 1,1-1,-1 0,0 0,0 0,0 0,0 0,1 0,-1 0,0 0,0 0,1 1,-1-1,0 0,0 0,0 0,1 0,-1 0,0 0,0 0,0 0,1-1,-1 1,0 0,0 0,0 0,1 0,-1 0,0 0,0 0,0 0,1-1,-1 1,0 0,0 0,0 0,0 0,1 21,-6 28,3-39,0 0,1 0,0 0,1 1,0-1,1 0,0 0,1 0,1 6,-2-13,0-1,0 1,1-1,-1 0,0 0,1 0,0 0,-1 0,1 0,0 0,0 0,0 0,0-1,1 1,-1-1,0 0,1 0,-1 0,0 0,1 0,0 0,-1-1,1 1,-1-1,1 1,0-1,-1 0,1 0,-1-1,1 1,0 0,-1-1,1 0,-1 1,1-1,0 0,23-9</inkml:trace>
  <inkml:trace contextRef="#ctx0" brushRef="#br0" timeOffset="-1966.669">6366 478,'-16'-9,"-12"-5,-1-1</inkml:trace>
  <inkml:trace contextRef="#ctx0" brushRef="#br0" timeOffset="-1717.869">5671 224,'22'0,"22"0,19-2,15-1,7-3,3 1,-1 1,-17 0</inkml:trace>
  <inkml:trace contextRef="#ctx0" brushRef="#br0" timeOffset="-1513.103">6499 599,'13'45,"2"0,2 0,21 39,-38-83,1 0,-1 0,0 0,0 0,1-1,-1 1,1 0,-1 0,1 0,-1 0,1-1,-1 1,1 0,0 0,-1-1,1 1,0-1,-1 1,1 0,0-1,0 1,0-1,0 0,0 1,-1-1,1 0,0 1,0-1,0 0,0 0,0 0,0 0,0 0,0 0,0 0,0 0,0 0,0-1,0 1,0 0,-1-1,1 1,0 0,0-1,0 1,0-1,-1 1,1-1,0 0,0 1,-1-1,1 0,0 1,-1-1,21-27,-2 0,-1-1,-1 0,-2-2,0 0,2-12,2-2,37-73,-42 94</inkml:trace>
  <inkml:trace contextRef="#ctx0" brushRef="#br0" timeOffset="-833.25">7181 599,'-7'-4,"0"0,0 0,0 1,-1 0,0 1,0-1,1 2,-1-1,0 1,0 0,0 1,-1 0,1 0,0 1,0 0,0 0,0 0,1 1,-1 1,0-1,1 2,-1-1,1 0,0 1,0 1,-3 2,4-1,1 0,-1 0,2 0,-1 1,1-1,-1 1,2 0,-1 1,1-1,0 1,1-1,0 1,0 0,0 0,1 0,1 0,-1 0,1 0,0 0,1 0,0 0,0 0,1 0,0 0,1 1,-1-6,0 0,0-1,0 1,0-1,1 1,-1-1,1 0,-1 0,1 0,0-1,0 1,-1-1,1 1,0-1,1 0,-1 0,0 0,0-1,0 1,1-1,-1 1,0-1,0 0,1 0,-1-1,0 1,0-1,0 0,2 0,6-2,-1 0,1-1,-1 0,0-1,0 0,0-1,-1 0,2-1,-2 0,0 0,0-1,-1 1,0-2,0 1,-1-1,0 0,-1-1,0 0,0 0,-1 0,-1-1,1 1,-1-1,-5 11,1 0,0 0,0-1,0 1,0 0,0 0,-1 0,1 0,0 0,0 0,0 0,0 0,0 0,0 0,0 0,-1 0,1-1,0 1,-6 19,4-11,0 0,1 0,0 0,0 0,1 0,0 0,1 0,0 0,0 0,0 0,1 0,0-1,1 1,0 0,0-1,1 0,-1 0,2 0,-1 0,1-1,0 1,0-1,1 0,-1-1,1 1,1-1,2 2,4 0,-1-1,1 0,-1 0,1-1,1-1,-1 0,1-1,0 0,-1-2,1 1,0-1,0-1,0-1,0 0,0-1,0 0,0-1,-1 0,0-2,1 1,-1-1,4-4,-8 3,-1 0,0 0,0-1,-1-1,0 1,0-1,-1 0,0-1,0 1,-1-1,0 0,0-1,-1 1,0-1,1-7,26-158,-28 146,0 0,12-105,6 2,14-35,-62 263,4 1,4 0,5 2,-1 87,14-169,0 1,2-1,0 0,1 0,1 0,0 0,1-1,1 1,0-1,2 0,-1 0,2-1,0 0,1 0,1-1,2 2,-8-12,0 0,1 0,-1-1,1 1,-1-1,1 0,0-1,0 1,0-1,1 0,-1 0,1-1,-1 0,1 0,-1 0,1 0,-1-1,1 0,0 0,-1 0,1-1,0 0,-1 0,4-2,20-9</inkml:trace>
  <inkml:trace contextRef="#ctx0" brushRef="#br0" timeOffset="-365.865">7449 425,'7'0,"13"0,17-3,21-2,21-3,19-1,14 3,10 1,-15 1</inkml:trace>
  <inkml:trace contextRef="#ctx0" brushRef="#br0" timeOffset="-5248.813">2301 625,'14'5,"14"1,15 0,12-2,10 0,8-2,3-1,-5-1,-8 3,-12-1,-12 1,-13-1</inkml:trace>
  <inkml:trace contextRef="#ctx0" brushRef="#br0" timeOffset="-4950.04">2716 438,'9'11,"1"-1,1 0,-1 0,2-1,-1-1,1 0,0 0,1-2,0 1,0-1,0-1,1-1,0 1,0-2,0 0,8 0,-6 1,13 3,-13-5,-1 1,0 1,0 0,0 1,-1 1,1 0,-2 1,1 1,-1 0,0 1,10 8,-20-14,0 1,0 0,-1 0,1-1,-1 1,0 1,0-1,-1 0,1 0,-1 1,0-1,0 1,0-1,-1 1,1 0,-1-1,0 1,-1-1,1 1,-1 0,0-1,0 1,0-1,-1 0,1 1,-1-1,-2 4,-4 7,-1-1,0 1,-1-2,-1 1,0-1,-11 10,-2 0,0-2,-1-1,-1-1,-1-1,-1-1,0-1,-7 1,-1-2</inkml:trace>
  <inkml:trace contextRef="#ctx0" brushRef="#br0" timeOffset="-6547.446">96 518,'0'-10,"0"7,-2 24,-51 189,47-191,6-19,0 1,-1-1,1 0,0 0,0 0,0 0,-1 1,1-1,0 0,0 0,-1 0,1 0,0 0,0 0,-1 0,1 0,0 0,-1 0,1 0,0 0,0 0,-1 0,1 0,0 0,0 0,-1 0,1 0,0 0,0-1,-1 1,1 0,0 0,0 0,-1 0,1 0,0-1,0 1,0 0,0 0,-1-1,1 1,0 0,0 0,0 0,0-1,0 1,0 0,0 0,-1-1,1 1,0 0,0-1,0 1,0 0,0 0,0-1,0 1,0 0,1 0,-1-1,0 1,0 0,0 0,0-1,0 1,0 0,0 0,1-1,-1 1,0 0,0 0,-19-193,17 161,-1 4,2-1,0 1,2-1,2 1,3-17,-7 44,1 0,0-1,0 1,0 0,0-1,0 1,0-1,0 1,0 0,1-1,-1 1,1 0,-1-1,1 1,-1 0,1 0,0 0,-1-1,1 1,0 0,0 0,0 0,0 0,0 0,0 0,0 1,0-1,0 0,0 0,1 1,-1-1,0 1,1-1,-1 1,0 0,1-1,-1 1,0 0,1 0,-1 0,0 0,1 0,-1 0,0 0,1 0,-1 1,0-1,1 1,-1-1,1 1,4 7,0 0,-1 0,0 1,-1 0,1 0,-2 0,1 0,-1 1,-1-1,0 1,0 0,0 2,7 29,-10-40,1 0,0 1,0-1,0 0,0 1,1-1,-1 0,0 1,1-1,-1 0,0 1,1-1,-1 0,1 0,0 0,0 1,-1-1,1 0,0 0,0 0,0 0,0 0,0 0,0-1,0 1,0 0,0 0,1-1,-1 1,0-1,0 1,1-1,-1 1,0-1,1 0,-1 0,0 0,1 0,-1 0,0 0,1 0,-1 0,0 0,1 0,-1-1,0 1,1-1,-1 1,0-1,1 0,14-12,-1 0,0-2,-1 0,-1 0,0-1,-1-1,-1 0,6-12,15-27,-32 56,0-1,0 1,0 0,0-1,0 1,0-1,0 1,0-1,1 1,-1 0,0-1,0 1,0 0,1-1,-1 1,0 0,1-1,-1 1,0 0,1-1,-1 1,0 0,1 0,-1-1,0 1,1 0,-1 0,1 0,-1 0,1 0,-1-1,0 1,1 0,-1 0,1 0,-1 0,1 0,-1 0,0 1,1-1,-1 0,1 0,-1 0,1 0,-1 0,0 1,1-1,-1 0,0 0,1 1,-1-1,0 0,1 0,-1 1,0-1,1 0,-1 1,0-1,0 0,1 1,-1-1,0 1,0-1,0 1,0-1,0 0,1 1,-1-1,0 1,8 36,-8-32,43 378,-23-305,-12-66</inkml:trace>
  <inkml:trace contextRef="#ctx0" brushRef="#br0" timeOffset="-6159.633">925 478,'0'-1,"1"0,-1-1,0 1,0-1,0 1,0 0,0-1,0 1,0-1,0 1,0 0,-1-1,1 1,-1 0,1-1,-1 1,0 0,1 0,-1-1,0 1,0 0,0 0,1 0,-1 0,-1 0,1 0,0 0,0 0,0 1,0-1,-1 0,1 1,0-1,0 1,-1-1,1 1,0 0,-1-1,1 1,-1 0,1 0,0 0,-1 0,0 0,-7-1,1 0,-1 0,1 1,0 0,-1 0,1 1,-1 0,1 0,0 1,-1 1,1-1,0 1,1 0,-1 1,0 0,1 0,0 1,0 0,0 0,1 0,0 1,0 0,0 0,0 1,1-1,0 1,1 1,0-1,0 0,0 1,1 0,0 0,1 0,-1 0,2 0,-1 1,1-1,0 1,1-1,0 1,0-1,1 1,0-1,1 0,0 1,0-1,0 0,1 0,1 0,-1-1,1 1,2 2,1-2,0 1,0-1,1-1,0 1,0-1,1-1,0 1,1-1,-1-1,1 0,0 0,0-1,0-1,1 1,-1-2,1 1,10 0,-4-1,1 0,0-2,-1 0,1-1,-1 0,1-2,-1 0,1-1,-1-1,13-5,25-16,-7 0</inkml:trace>
  <inkml:trace contextRef="#ctx0" brushRef="#br0" timeOffset="-5629.792">1380 518,'-9'39,"2"0,2 1,1 0,3 36,-1-15,-8-299,8 194,6-114,-4 155,1 0,-1 1,1-1,0 0,0 0,0 0,0 1,0-1,1 0,-1 1,1-1,0 1,0 0,0 0,0-1,0 1,0 0,0 1,1-1,-1 0,1 1,-1-1,1 1,0 0,-1 0,1 0,0 0,0 0,0 1,0-1,-1 1,1 0,0 0,0 0,0 0,2 1,8 1,0 0,-1 1,1 0,-1 1,0 1,0 0,0 1,-1 0,0 0,0 2,-1-1,1 1,-2 1,1-1,-1 2,-1-1,0 1,0 1,-1-1,5 10,-10-18,-1 1,1-1,-1 1,0 0,0-1,0 1,0 0,-1 0,1 0,-1-1,1 1,-1 0,0 0,0 0,0 0,-1 0,1 0,-1 0,1 0,-1-1,0 1,0 0,0 0,-1-1,1 1,-1-1,1 1,-1-1,0 0,0 0,0 1,0-1,0-1,-2 2,-8 3,0-1,-1 0,0-1,0-1,0 0,0 0,0-1,-1-1,1 0,-1-1,-11-2,-5 3,29-2,0 1,-1 0,1 0,0-1,0 1,-1 0,1 0,0 0,0 0,-1 1,1-1,0 0,0 0,-1 1,1-1,0 1,0-1,0 1,0 0,0-1,0 1,0 0,0 0,0 0,0-1,0 1,0 0,0 0,1 0,-1 0,0 1,1-1,-1 0,1 0,-1 0,1 0,0 1,-1-1,1 0,0 0,0 1,0-1,0 0,0 1,0-1,0 0,1 0,-1 1,0-1,1 0,-1 0,0 0,1 0,0 1,10 19,1 0,0-1,2 0,0-1,2 0,0-2,1 0,8 7,-11-11,0-1,0 0,2-1,-1-1,2 0,-1-1,1 0,0-2,1 0,0-1,12 2,24 3</inkml:trace>
  <inkml:trace contextRef="#ctx0" brushRef="#br0" timeOffset="1230.426">11927 518,'-5'18,"-1"18,1 18,-2 14,1 11,-2 3,2 0,-1-6,0-8,2-12,2-15</inkml:trace>
  <inkml:trace contextRef="#ctx0" brushRef="#br0" timeOffset="2459.566">11620 852,'0'0,"0"-1,0 1,0-1,0 1,0-1,0 0,0 1,0-1,1 1,-1-1,0 1,0-1,1 1,-1-1,0 1,0 0,1-1,-1 1,1-1,-1 1,0 0,1-1,-1 1,1 0,-1-1,1 1,-1 0,1 0,-1 0,1-1,-1 1,1 0,0 0,-1 0,1 0,-1 0,1 0,-1 0,1 0,-1 0,1 0,0 0,-1 1,1-1,-1 0,1 0,-1 0,1 1,-1-1,1 0,-1 1,4-1,389-3,-381 3,19-1,1 2,-1 1,0 2,0 1,28 8,-56-13,0 1,1 0,-1-1,0 1,0 0,0 0,0 1,-1-1,1 1,0-1,-1 1,1 0,-1 0,1 0,-1 0,0 1,0-1,0 0,0 1,0 0,0-1,-1 1,1 0,-1 0,0 0,0 0,0 0,0 0,-1 0,1 0,-1 1,-2 4,-1 0,1 0,-2-1,1 1,-1-1,0 1,-1-1,1 0,-1-1,-1 1,1-1,-3 2,-38 55,46-62,-1 0,1 0,-1 0,1-1,0 1,-1 0,1 0,0 0,0 0,0 0,-1 0,1 0,0 0,0 0,0 0,0 0,1 0,-1 0,0-1,0 1,1 0,-1 0,0 0,1 0,-1 0,1 0,-1-1,1 1,-1 0,1 0,0-1,-1 1,1 0,0-1,0 1,-1-1,1 1,0-1,0 1,0-1,0 0,-1 1,1-1,0 0,0 0,0 0,0 1,0-1,0 0,0 0,0 0,0-1,53-2,-45 3,1-2,-1 1,0-1,0-1,0 1,-1-1,1-1,-1 0,1 0,-1-1,-1 0,1 0,-1-1,0 1,0-2,0 1,-1-1,0 0,0 0,-1-1,0 0,0 0,3-8,-7 13,-1 1,1-1,-1 0,1 1,-1-1,0 0,0 0,0 1,0-1,-1 0,1 0,-1 1,1-1,-1 1,0-1,0 0,0 1,-1-1,1 1,-1 0,1-1,-1 1,0 0,1 0,-1 0,0 0,-1 1,1-1,0 0,0 1,-1-1,1 1,-1 0,1 0,-1 0,-2 0,-1-1,0 0,-1 1,1-1,0 2,-1-1,1 1,-1 0,1 0,-1 1,1 0,-1 0,1 0,0 1,0 0,-4 1,6-1,1-1,0 0,-1 1,1-1,0 1,0 0,0 0,0 0,0 1,1-1,-1 1,1-1,-1 1,1 0,0 0,0 0,0 0,1 0,-1 0,1 1,0-1,0 0,0 1,0-1,0 1,1 0,-1-1,1 1,0-1,0 1,1 0,-1-1,1 1,0-1,-1 1,2-1,-1 0,0 1,1-1,-1 0,1 0,0 0,1 1,8 4,1 0,1-1,-1-1,1 0,0-1,1 0,-1-1,1 0,0-1,0-1,0 0,0-1,0-1,6 0,1 2,1 0,0-2,-1 0,1-2,-1 0,1-2,-1 0,0-1,0-1,-1-1,0-1,7-4,-25 11,0 0,0 0,0 0,0-1,0 1,0 0,0-1,0 0,0 1,-1-1,1 0,-1 0,1 0,-1 0,0 0,1 0,-1 0,0 0,-1-1,1 1,0 0,-1-1,1 1,-1 0,0-1,0 1,0-1,0 1,0-1,0 1,-1 0,1-1,-1 1,1 0,-1-1,0 1,0 0,0 0,0 0,-1 0,0-1,-4-2,0 0,-1 1,0-1,0 2,0-1,0 1,0 0,-1 1,1-1,-1 1,0 1,1 0,-1 0,0 0,0 1,0 0,0 1,0 0,1 0,-1 0,0 1,1 0,-1 1,1 0,-7 3,10-4,0 0,1 0,-1 0,1 0,0 0,-1 1,1-1,0 1,1 0,-1 0,0 0,1 0,-1 1,1-1,0 1,0-1,1 1,-1 0,1 0,0 0,0-1,0 1,0 0,1 1,-1-1,1 0,0 0,1 0,-1 0,0 0,1 0,0 0,0 0,0 0,1-1,0 1,-1 0,1-1,0 1,0-1,1 1,2 1,3 0,0 0,0-1,1 0,0-1,-1 0,1 0,1-1,-1 0,0-1,0 0,1 0,-1-1,0 0,1-1,-1 0,0 0,1-1,-1 0,0-1,0 0,-1 0,1-1,-1 0,1-1,-1 1,3-4,-10 7,-1 0,1 1,0-1,0 0,0 1,-1-1,1 1,0 0,0-1,0 1,0-1,0 1,0 0,0 0,0 0,0 0,0 0,0-1,0 2,0-1,0 0,0 0,0 0,0 0,0 1,0-1,-1 0,1 1,0-1,0 1,0-1,0 1,0-1,-1 1,1 0,0-1,-1 1,1 0,0 0,-1-1,1 1,-1 0,1 0,-1 0,1 0,-1 0,0 0,1-1,-1 1,0 0,0 1,3 3,0 0,0 0,0 0,0 0,1-1,0 1,0-1,0 0,1 0,0-1,-1 1,1-1,0 0,0 0,1-1,-1 1,1-1,-1-1,1 1,-1-1,1 0,0 0,0 0,0-1,0 0,-1 0,2 0,1-2,1 1,-1-2,0 1,1-1,-1 0,0-1,-1 1,1-2,-1 1,0-1,0 0,0-1,0 1,-1-1,0-1,-1 1,1-1,-1 0,0 0,-1-1,0 1,0-1,2-7,6-17,-1 0,-1-1,-2-1,-2 1,1-15,34-383,-54 478,-5 38,3 1,5 0,0 74,8-150,1 0,1-1,0 1,0-1,1 1,0 0,1-1,0 0,1 1,-1-1,2 0,-1 0,1 0,1-1,0 1,0-1,0 0,1-1,0 1,1-1,-1 0,2-1,-1 0,1 0,3 2,-2-4,0-1,0 0,0-1,0 0,1-1,-1 0,0 0,1-1,-1 0,0-1,1 0,-1 0,0-1,0 0,0-1,0 0,0 0,0-1,-1 0,0-1,0 1,0-2,0 1,-1-1,0 0,0-1,-1 1,1-1,-1-1,-1 1,0-1,0 0,0 0,-1-1,0 1,-1-1,2-6,-4 14,-1 0,1 0,-1 0,1 0,-1 1,1-2,-1 1,0 0,1 0,-1 0,0 0,0 0,0 0,0 0,0 0,0 0,0 0,0 0,0 0,-1 0,1 0,0 0,-1 0,1 0,-1 0,1 0,-1 0,1 0,-1 0,0 0,1 0,-1 1,0-1,0 0,0 0,1 1,-1-1,0 1,0-1,0 1,0-1,0 1,0-1,0 1,0 0,0 0,0 0,-1-1,1 1,0 0,0 0,0 0,0 1,0-1,0 0,0 0,0 1,0-1,0 0,0 1,-1-1,-2 5,0-1,0 0,1 1,-1 0,1 0,0 0,0 0,0 0,1 1,0-1,0 1,0 0,1 0,0-1,0 1,1 0,-1 0,1 0,0 0,1 0,-1 0,1 0,1-1,-1 1,1 0,0-1,0 1,2 3,0-5,0 0,1 0,-1 0,1-1,0 0,0 0,0 0,0 0,1-1,-1 0,1 0,-1 0,1-1,0 0,0 0,-1 0,1-1,0 0,0 0,3-1,19-1</inkml:trace>
  <inkml:trace contextRef="#ctx0" brushRef="#br0" timeOffset="2684.474">12877 638,'20'-4,"28"-2,32-5,31-2,-5 1</inkml:trace>
  <inkml:trace contextRef="#ctx0" brushRef="#br0" timeOffset="3550.199">14681 398,'-2'554,"-9"-448,11-106,0-1,0 1,-1 0,1 0,0-1,0 1,0 0,-1 0,1 0,0-1,0 1,-1 0,1 0,0 0,0 0,-1 0,1-1,0 1,-1 0,1 0,0 0,0 0,-1 0,1 0,0 0,-1 0,1 0,0 0,-1 0,1 0,0 0,0 0,-1 1,1-1,0 0,-1 0,1 0,0 0,0 0,-1 1,1-1,0-14,1 0,1 0,0 0,0 0,1 0,1 0,1 1,0 0,0 0,7-10,-11 19,1 0,-1 1,1-1,0 1,0-1,1 1,-1 0,1-1,-1 1,1 1,0-1,0 0,0 1,1-1,-1 1,1 0,-1 0,1 0,0 1,-1-1,1 1,0 0,0 0,0 0,0 1,0 0,0-1,0 1,0 0,0 1,0-1,0 1,0 0,2 0,3 5,1-1,-2 2,1-1,-1 1,0 0,0 1,-1 0,0 0,0 0,-1 1,0 0,-1 1,0-1,0 1,3 9,-8-17,1 0,-1 0,1 0,-1 0,0 0,0 0,0 1,0-1,0 0,0 0,0 0,-1 0,1 0,-1 0,0 0,1 0,-1-1,0 1,0 0,0 0,0-1,-1 1,1 0,0-1,-1 1,1-1,-1 0,1 1,-1-1,0 0,1 0,-1 0,0 0,0 0,0 0,0-1,0 1,0-1,0 1,0-1,-85 5,86-4,0-1,0 1,0-1,0 0,0 0,0 0,0 0,0 1,0-1,0 0,0-1,0 1,1 0,-1 0,0 0,0 0,0-1,0 1,0 0,0-1,0 1,1-1,-1 1,0-1,0 1,1-1,-1 0,0 1,1-1,-1 0,0 0,1 1,-1-1,1 0,-1 0,1 0,0 0,-1 0,1 0,0 1,0-1,0 0,-1 0,1 0,0 0,0 0,0 0,1 0,-1 0,0 0,0 0,0 0,1 0,-1 0,0 1,1-1,-1 0,1 0,-1 0,1 0,-1 1,1-1,0 0,-1 1,1-1,0 0,0 1,13-7,0 2,1 0,0 1,0 0,0 2,0-1,0 2,0 0,1 1,2 0,-7 0,-3-1,-1 1,0-1,1 2,-1-1,0 1,1 0,-1 1,0-1,0 1,0 1,0-1,-1 1,1 1,0 0,2 0,0 1,0-1,0-1,0 0,0 0,0-1,1 0,0-1,-1 0,1 0,0-1,-1 0,1-1,-1 0,1-1,-1 0,1 0,-1-1,0 0,9-4,-15 6,0 0,1 0,-1 0,0 0,0-1,0 0,0 1,0-1,-1 0,1 0,0 0,-1-1,0 1,1-1,-1 1,0-1,0 0,-1 0,1 0,0 0,-1 0,0 0,0 0,0 0,0 0,0-1,-1 1,1 0,-1-1,0 1,0-1,0 1,0 0,-1-1,0 1,1 0,-1-1,0 1,-1-1,-1-1,0 1,0-1,-1 1,0-1,0 1,0 0,0 1,-1-1,1 1,-1 0,0 0,0 0,0 1,0 0,-1 0,1 0,0 0,-1 1,1 0,-1 0,0 0,1 1,-1 0,0 0,1 1,-1-1,0 1,1 0,-1 1,1-1,0 1,-1 0,1 1,0-1,0 1,0 0,1 0,-1 1,1-1,-1 1,1 0,1 0,-1 0,-2 5,4-6,1 0,0 0,1 0,-1 0,0 0,1 1,0-1,0 0,0 0,0 1,0-1,1 0,-1 0,1 1,0-1,0 0,0 0,1 0,-1 0,1 0,-1-1,1 1,0 0,0-1,0 1,0-1,1 0,-1 1,1-1,-1 0,1-1,0 1,0 0,2 0,22 14</inkml:trace>
  <inkml:trace contextRef="#ctx0" brushRef="#br0" timeOffset="4201.353">15497 438,'-11'-12,"1"33,3 17,1 0,3 0,1 0,2 4,-1-15,-1 20,3 0,1 0,2 0,3-1,4 12,8-13,-19-44,1 0,-1-1,1 1,0 0,-1-1,1 1,0 0,0-1,-1 1,1-1,0 1,0-1,0 1,0-1,0 0,0 1,0-1,-1 0,1 0,0 0,0 0,0 0,0 0,0 0,0 0,0 0,0 0,0 0,0-1,0 1,0 0,0-1,-1 1,1-1,0 1,0-1,0 1,-1-1,1 1,0-1,0 0,-1 1,1-1,-1 0,1 0,0 0,40-54,-38 49,0 0,1 0,0 0,0 0,0 0,0 1,1 0,0 0,0 0,1 0,-1 1,1 0,0 0,0 1,0-1,1 1,-1 1,1-1,0 1,-1 0,1 1,0-1,0 1,3 1,-5 0,0 1,1 0,-1 0,0 0,0 1,0-1,0 1,0 1,-1-1,1 1,-1-1,1 1,-1 1,0-1,0 0,0 1,-1 0,0 0,1 0,-1 0,0 1,-1-1,1 1,-1 0,0 0,0 0,0 0,-1 0,0 0,0 0,0 0,-1 1,1-1,-1 1,-1-3,0-1,1 1,-1-1,0 0,0 1,0-1,-1 0,1 0,0 0,-1 0,0 0,1 0,-1 0,0 0,0-1,0 1,0-1,0 1,0-1,0 0,-1 0,1 0,0 0,-1 0,1 0,-1-1,1 1,-72 6,71-7,-55-7,57 7,0-1,0 1,0 0,0-1,1 1,-1-1,0 1,0-1,0 1,0-1,1 0,-1 1,0-1,1 0,-1 0,0 1,1-1,-1 0,1 0,-1 0,1 0,-1 0,1 0,0 1,0-1,-1 0,1 0,0 0,0 0,0 0,0 0,0 0,0 0,0 0,1 0,-1 0,0 0,0 0,1 0,-1 0,0 0,1 0,-1 0,1 0,0 1,-1-1,1 0,0 0,-1 1,1-1,0 0,0 1,-1-1,1 1,1-1,17-16,0 2,1 0,1 1,0 1,1 1,0 1,1 1,14-5,-24 10,66-22,-77 28,1 0,-1 0,1 0,-1 0,0 1,1-1,-1 1,0 0,0-1,0 1,0 0,0 0,0 0,-1 0,1 1,-1-1,1 0,-1 1,0-1,0 1,0-1,0 1,-1-1,1 1,-1 0,1-1,-1 1,0 0,0 0,0-1,0 1,-1 0,1 0,2 13,19 93,-17-98</inkml:trace>
  <inkml:trace contextRef="#ctx0" brushRef="#br0" timeOffset="5251.024">16004 585,'17'4,"0"2,-1 0,0 1,0 1,-1 0,0 1,-1 1,0 0,0 1,-1 1,0 0,-1 1,0 0,-2 0,1 1,-1 1,-1 0,-1 0,0 1,-1 0,-1 0,0 1,0 2,6 74,-10-91,0-1,0 0,0 0,1 1,-1-1,0-1,0 1,1 0,-1 0,0-1,1 1,-1-1,1 0,-1 0,1 0,-1 0,1 0,-1-1,0 1,1-1,-1 1,0-1,1 0,-1 0,0 0,0 0,0 0,1-1,-1 1,0-1,19-9,-1-1,0-1,-2-1,1 0,-1-2,-1 0,-1-1,-1 0,0-1,7-13,-22 32,0-1,0 1,0 0,1-1,-1 1,0-1,0 1,0 0,0-1,1 1,-1-1,0 1,0-1,1 1,-1-1,1 1,-1-1,0 1,1-1,-1 1,1-1,-1 0,1 1,-1-1,1 0,-1 1,1-1,-1 0,1 0,0 0,-1 1,1-1,-1 0,1 0,0 0,-1 0,1 0,-1 0,1 0,0 0,-1 0,1 0,-1-1,1 1,0 0,-1 0,1-1,-1 1,1 0,-1 0,1-1,-1 1,1-1,-1 15,-1-9,0 1,1-1,-1 1,1-1,1 1,-1 0,1-1,0 1,0-1,0 0,1 1,0-1,0 0,0 0,1 0,-1 0,1 0,0-1,1 1,-1-1,1 0,0 0,0 0,0 0,1-1,-1 0,4 2,0-2,0 0,0 0,0-1,0-1,1 1,-1-1,1-1,-1 1,0-1,1-1,-1 0,1 0,-1-1,0 1,0-2,0 1,0-1,0-1,-1 1,1-1,-1-1,0 1,0-1,0 0,-1-1,0 0,0 0,0 0,-1-1,0 1,0-1,-1 0,3-6,-1 2,-1 0,0 1,-1-2,-1 1,1 0,-2-1,0 0,0 1,-1-1,0 0,-1-9,0 20,0-1,0 1,0 0,0-1,0 1,-1 0,1 0,0-1,-1 1,1 0,-1 0,1-1,-1 1,0 0,1 0,-1 0,0 0,0 0,0 0,0 0,0 0,0 0,0 0,0 1,0-1,0 0,0 1,0-1,-1 1,1-1,0 1,0 0,-1-1,1 1,0 0,-1 0,1 0,0 0,-1 0,1 0,0 0,0 0,-1 1,1-1,0 1,-1-1,1 1,0-1,0 1,0-1,0 1,0 0,0 0,0 0,0-1,0 1,0 1,-5 3,1 0,1 0,-1 1,1-1,0 1,0 0,1 1,0-1,0 1,0-1,1 1,0 0,0 0,1 0,0 0,0 0,1 0,0 0,0 1,0-1,1 0,0 0,0 0,1 0,2-2,-1-1,1 0,0 1,0-1,0-1,1 1,-1-1,1 1,0-1,0-1,0 1,1-1,-1 0,0 0,1 0,-1-1,1 0,0 0,0 0,-1-1,1 0,0 0,0 0,-1-1,1 0,0 0,4-2,3 0,-1-1,0-1,1 0,-2-1,1-1,-1 1,0-2,0 1,-1-2,0 1,-1-1,0-1,0 0,-1 0,0 0,2-5,7-14,0 0,-2-1,-1-1,-1 0,6-28,-8 23,-1-1,-3 0,-1-1,-1 0,-2 0,-2 0,-3-14,3 50,-1 1,1 0,-1-1,1 1,-1 0,0-1,0 1,0 0,0-1,0 1,0 0,0-1,0 1,0 0,-1-1,1 1,0 0,-1 0,1-1,-1 1,0 0,1 0,-1 0,0 0,0 0,0 0,0 0,0 0,0 0,0 0,0 0,0 0,0 1,0-1,0 0,-1 1,1-1,0 1,0-1,-1 1,1 0,0 0,-1-1,1 1,0 0,-1 0,1 0,0 1,-1-1,1 0,-1 1,-7 6,1 1,0 1,0-1,1 2,0-1,1 1,0 0,0 0,1 0,1 1,-1 0,-6 15,0 1,2-1,1 2,2-1,0 1,2 0,1 0,1 0,1 0,3 24,0-38,0-1,1 0,0-1,1 1,0 0,1-1,0 0,1 0,1-1,0 1,0-2,1 1,0-1,1 0,0 0,1-1,0-1,0 1,1-2,0 1,0-2,1 1,0-2,0 1,0-2,1 1,0-2,0 0,0 0,0-1,0-1,7 0,-10-2,0-1,0 0,0 0,0-1,-1-1,1 1,-1-2,0 1,0-1,0 0,-1-1,0 0,0-1,0 1,-1-1,0-1,0 1,-1-1,0-1,0 1,-1-1,0 0,-1 0,0 0,0-1,-1 1,0-1,-1 0,0 0,0 0,-1 0,-1 0,0-2,-2-31,2 42,0 1,0-1,-1 0,1 0,0 0,0 0,0 1,-1-1,1 0,0 0,-1 1,1-1,-1 0,1 0,-1 1,1-1,-1 1,1-1,-1 0,0 1,1-1,-1 1,0 0,1-1,-1 1,0-1,0 1,0 0,1 0,-1-1,0 1,0 0,0 0,1 0,-1 0,0 0,0 0,0 0,0 0,1 0,-1 0,0 1,0-1,0 0,1 1,-2-1,-2 4,0 0,1 0,-1 0,0 0,1 0,0 1,0 0,1-1,-1 1,1 0,0 0,0 1,1-1,-1 0,1 0,1 1,-1-1,1 1,-1-1,2 1,-1 0,0 2,1-1,0 1,1-1,0 0,0 1,0-1,1 0,0-1,0 1,0 0,1-1,0 0,1 0,0 0,-1 0,2-1,-1 1,1-1,-1-1,1 1,1-1,4 3,10 5,1-1,1-1,0-1,0-1,1-1,6 1,39 7</inkml:trace>
  <inkml:trace contextRef="#ctx0" brushRef="#br0" timeOffset="6683.072">18532 706,'14'17,"0"1,-2 1,0 0,-1 0,0 1,-2 1,0 0,-2 0,0 1,-2-1,0 2,-1-1,-1 0,-2 1,0 18,1-22,-1-19,0 0,1 0,-1 0,0 0,0 0,0 0,0-1,0 1,0 0,0-1,0 1,0-1,0 1,0-1,0 0,0 1,0-1,0 0,0 0,0 0,-1 1,1-1,0 0,-1 0,1 0,-1 0,1 0,-1 0,1 0,-1 0,0-1,1 1,-1-1,1 1,122-238,-119 230,33-43,-36 52,0 1,1 0,-1 0,0 0,0 0,0 0,0 0,0 1,-1-1,1 0,0 0,0 1,-1-1,1 0,-1 1,1-1,-1 1,0-1,1 1,-1-1,0 1,0-1,0 1,0-1,0 1,0-1,-1 1,1 0,-5 67,3 38,3-103,0 0,1 0,0 0,-1 0,1 0,0-1,1 1,-1 0,1-1,0 0,-1 0,2 0,-1 0,0 0,0 0,1-1,-1 0,1 1,0-1,0-1,0 1,0-1,0 1,0-1,0 0,1-1,3 1,8 2,1-2,0 0,-1-1,1-1,-1-1,11-1,-15 1,1-1,-1 0,0 0,0-1,0-1,-1 0,1-1,-1 0,-1 0,10-8,-19 14,-1 0,1 0,-1 0,1 0,-1 0,1 0,-1 0,1 0,-1 0,1 0,-1 0,1 0,-1 1,1-1,-1 0,0 0,1 0,-1 1,1-1,-1 0,1 0,-1 1,0-1,1 1,-1-1,0 0,1 1,-1-1,0 1,0-1,1 0,-1 1,0-1,0 1,0-1,1 1,-1-1,0 1,0-1,0 1,0-1,0 1,0-1,0 1,0-1,0 1,-1-1,1 1,0-1,5 13,-3-9,1-1,-1 1,1-1,0 0,0 0,0-1,1 1,-1 0,1-1,-1 0,1 0,0 0,0 0,0-1,0 0,0 1,0-1,0-1,0 1,0 0,1-1,-1 0,0 0,0-1,1 1,-1-1,0 0,0 0,0 0,0 0,0-1,0 0,0 1,-1-1,1-1,-1 1,1-1,-1 1,0-1,0 0,0 0,0 0,2-3,-3-1,0-1,-1 1,0 0,0-1,0 1,-1 0,0-1,-1 1,1-1,-1 1,-1 0,1 0,-1-1,-1 1,1 0,-1 1,-1-1,1 0,-1 1,0 0,0 0,-1 0,0 0,0 1,0 0,-1 0,1 0,-1 1,0 0,-1 0,1 0,-6-2,9 5,1 1,0-1,0 0,-1 1,1 0,0-1,0 1,-1 0,1 0,0 1,-1-1,1 0,0 1,-1-1,1 1,0 0,0-1,0 1,0 0,0 1,0-1,0 0,0 0,0 1,0-1,1 1,-1 0,1 0,-1-1,1 1,0 0,-1 0,1 0,0 0,0 0,0 1,-1 3,0-1,0 1,1 0,0 0,0 0,0 0,1 1,0-1,0 0,0 0,1 0,0 0,0 3,37 58,-13-42</inkml:trace>
  <inkml:trace contextRef="#ctx0" brushRef="#br0" timeOffset="7635.132">19560 1000,'-2'-259,"0"243,39 34,165 49,-197-63,-1-1,1 1,-1 0,0 0,0 1,0-1,-1 1,0-1,1 1,-2 0,1 1,-1-1,1 0,-1 1,-1-1,1 1,-1 0,0-1,0 1,-1 0,0 0,0 4,0-4,0 0,0-1,0 1,1 0,0-1,0 1,1-1,-1 1,1-1,0 0,1 0,-1 1,1-1,0-1,0 1,1 0,-1-1,1 0,0 0,0 0,1 0,-1-1,1 1,3 1,-2-3,1 0,-1 0,1 0,-1 0,1-1,0-1,0 1,-1-1,1 0,0 0,0-1,0 0,-1 0,1-1,0 0,-1 0,0 0,1-1,-1 0,0 0,0 0,-1-1,1 0,-1 0,0-1,0 1,0-1,0 0,-1-1,0 1,0-1,0 1,-1-1,0 0,0-1,-1 1,1 0,-1-3,8-105,-11 110,0 15,0 20,1-20,0 1,1-1,1 0,0 0,1 1,0-1,1-1,0 1,1 0,-4-7,1 0,1 0,-1 0,0-1,1 1,0-1,0 0,0 0,0 0,1 0,-1 0,1-1,-1 0,1 1,0-1,0-1,0 1,0 0,0-1,0 0,1 0,-1 0,0-1,1 1,0-1,0 0,1-1,-1 1,0-1,1 0,-1-1,1 1,-1-1,0 0,0 0,0-1,0 1,-1-1,1 0,-1-1,1 1,-1-1,0 0,0 0,-1 0,1 0,-1 0,0-1,0 0,-1 0,1 0,-1 0,5-10,0-1,-2-1,0 1,-1-1,0 1,-1-1,0-13,-4-20,1 51,0-1,0 0,0 0,-1 0,1 0,0 0,0 0,0 0,0 0,-1 1,1-1,0 0,0 0,0 0,0 0,-1 0,1 0,0 0,0 0,0 0,0 0,-1 0,1 0,0 0,0 0,0 0,0 0,-1 0,1 0,0-1,0 1,0 0,0 0,-1 0,1 0,0 0,0 0,0 0,0-1,0 1,0 0,-1 0,1 0,0 0,0 0,0-1,0 1,0 0,0 0,0 0,0 0,0-1,0 1,0 0,-6 17,3-4,1 1,0 0,0 0,2-1,0 1,0 0,1 0,1 0,0 0,-1-8,0-1,1 0,-1 0,1 0,0 0,0 0,1 0,-1-1,1 1,0-1,0 0,1 0,-1 0,1 0,0 0,0-1,0 1,1-1,-1 0,1-1,0 1,-1-1,1 0,0 0,1 0,-1-2,0 1,0-1,0 0,-1-1,1 1,0-1,0 0,0 0,-1 0,1-1,0 1,-1-1,1 0,-1-1,0 1,0-1,0 0,0 0,0 0,-1 0,1-1,-1 1,0-1,0 0,0 0,-1 0,1 0,-1-1,0 1,0-1,-1 1,1-1,-1 0,0 0,0 1,0-1,-1 0,0 0,0-1,2-132,-7 121,-1 19,-3 28,7-22,0 1,0-1,1 0,0 1,0-1,1 1,0 0,1-1,0 1,0-1,1 0,0 1,1-1,-1 0,2 0,-1 0,1-1,0 1,1-1,-1 0,1 0,1 0,0-1,0 0,0 0,0 0,4 1,11 2,1-1,0-1,0-1,0-1,1 0,0-2,0-1,0-1,0-1,0-1,0-1,11-2,22-3</inkml:trace>
  <inkml:trace contextRef="#ctx0" brushRef="#br0" timeOffset="8362.094">21151 893,'-2'-6,"0"0,0 1,-1 0,0-1,0 1,0 0,0 0,-1 1,0-1,0 1,0 0,0 0,-1 0,0 0,0 1,0 0,0 0,0 0,0 0,-1 1,0 0,1 0,-1 1,0 0,0 0,0 0,0 0,1 1,-1 0,0 0,0 1,0 0,0 0,0 0,0 1,1-1,-4 3,4-1,-1 1,1 1,-1-1,1 1,1 0,-1 0,1 0,0 1,0-1,0 1,1 0,0 0,0 0,0 1,2-5,0 1,0 0,0-1,0 1,0 0,0 0,1 0,0 0,-1-1,1 1,0 0,0 0,1 0,-1 0,1 0,-1-1,1 1,0 0,0 0,0-1,0 1,1 0,-1-1,1 0,-1 1,1-1,0 0,0 0,0 0,0 0,0 0,1 0,1 1,4 0,0 0,1 0,-1-1,0 0,1 0,-1-1,1 0,0-1,-1 0,1 0,0-1,-1 0,1-1,-1 0,1 0,-1 0,0-1,0-1,0 1,0-1,-1-1,0 1,6-5,-8 5,-1 0,0 0,1 0,-1-1,-1 1,1-1,-1 0,0 0,0 0,0-1,-1 1,1-1,-1 1,-1-1,1 0,-1 0,0 0,0 1,-1-1,0 0,0 0,0 0,-2-6,2 13,0-1,0 0,0 0,0 1,-1-1,1 0,0 0,0 1,0-1,0 0,-1 0,1 1,0-1,0 0,-1 0,1 0,0 0,-1 1,1-1,0 0,0 0,-1 0,1 0,0 0,-1 0,1 0,0 0,-1 0,1 0,0 0,-1 0,1 0,0 0,0 0,-1 0,1 0,0 0,-1 0,1 0,0-1,0 1,-1 0,1 0,0 0,0-1,-1 1,1 0,0 0,0 0,-1-1,1 1,0 0,0 0,0-1,0 1,0 0,-1-1,1 1,0 0,0-1,0 1,0 0,0 0,0-1,0 1,0-1,-9 26,6-13,1 0,1 0,0 0,0 1,1-1,1 0,0 0,1 3,-1-11,-1-1,1 0,0 0,0 0,0 0,0 0,1 0,-1-1,1 1,0 0,-1-1,1 1,0-1,1 0,-1 1,0-1,1 0,-1 0,1-1,0 1,-1 0,1-1,0 0,0 1,0-1,0-1,0 1,0 0,0-1,1 1,-1-1,0 0,0 0,1 0,3-1,0 0,0 0,0-1,0 0,0 0,0-1,0 0,-1 0,0 0,1-1,-1 0,0 0,-1-1,1 1,-1-1,0 0,0-1,0 1,3-7,4-6,0-1,-1 0,-1 0,-1-1,-1 0,0-3,4-16,-1 0,-2-1,-2 0,-1-1,-3 1,0-11,-16-35,12 84,1 0,-1 0,1 0,-1 0,0 1,0-1,0 0,0 1,0-1,-1 1,1-1,0 1,-1-1,1 1,-1 0,1 0,-1 0,1 0,-1 0,0 0,0 0,1 0,-1 1,0-1,0 1,0 0,0-1,0 1,0 0,0 0,0 0,0 0,0 0,1 1,-1-1,0 0,0 1,0 0,0-1,1 1,-1 0,-1 0,-6 6,-1 0,1 0,0 1,1 0,0 1,0 0,1 0,0 0,1 1,0 0,0 1,1-1,1 1,-1 0,2 0,-3 11,1-8,1 0,0 0,1 1,1 0,0-1,1 1,1 0,0 0,1 0,0-1,1 1,1 0,0-1,1 0,1 0,0 0,1 0,1-1,0 0,0 0,1 0,1-1,0-1,1 0,0 0,5 3,-1-3,1 0,0-2,0 0,1 0,0-1,1-1,0-1,0-1,0 0,1-1,0-1,-1 0,1-2,0 0,9-1,-21 0,0-1,0 0,0-1,0 1,0-1,-1 0,1-1,0 1,-1-1,0 0,0-1,0 1,0-1,0 0,-1 0,0-1,0 1,0-1,0 0,-1 0,0 0,0 0,0-1,0 1,-1-1,0 1,0-1,-1 0,1 0,-1-4,1-2,0-1,-1 1,0-1,-1 0,0 1,-1-1,-1 1,0 0,-1-1,0 1,-2-5,5 16,0 0,0-1,0 1,0 0,-1 0,1 0,0 0,-1 0,1-1,-1 1,1 0,-1 0,1 0,-1 0,0 0,0 0,1 1,-1-1,0 0,0 0,0 0,0 1,0-1,0 0,0 1,0-1,0 1,0-1,0 1,0 0,-1 0,1-1,0 1,0 0,0 0,0 0,-1 0,1 0,0 0,0 0,0 1,0-1,-1 0,1 1,0-1,0 1,-3 5,1-1,0 2,0-1,0 0,1 0,0 1,0 0,1-1,0 1,0 0,0-1,1 1,0 0,1 0,-1 0,1-1,0 1,1 0,0 0,1 3,1-1,0 0,0 0,1 0,0 0,1-1,-1 0,2 0,-1 0,1-1,0 0,1 0,0-1,0 0,0 0,9 3,9 6,1-2,0-1,1-1,28 6,28 5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11:11:29.58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1 884,'88'-262,"-88"258,1 1,-1 0,1-1,0 1,0 0,0 0,1-1,-1 1,1 0,-1 1,1-1,0 0,0 0,1 1,-1-1,0 1,1 0,0-1,-1 1,1 0,0 1,0-1,0 1,0-1,0 1,0 0,1 0,-1 0,0 0,1 1,-1-1,3 1,5 4,-1 0,0 1,-1 0,1 1,-1 0,0 0,0 1,-1 0,0 1,0 0,-1 0,0 0,3 6,20 53,-29-65,-1 0,0 0,0 0,0 1,0-1,0 0,0 0,-1 0,1 0,-1 0,1 0,-1 0,0 0,0 0,0 0,0 0,0 0,0 0,0-1,-1 1,1-1,0 1,-1-1,0 1,1-1,-1 0,0 1,0-1,1 0,-1 0,0-1,-2 2,-3 0,0 1,-1-1,1-1,0 1,-1-1,1 0,0-1,-1 0,1 0,-1-1,1 1,-1-2,1 1,0-1,-5-2,3-3</inkml:trace>
  <inkml:trace contextRef="#ctx0" brushRef="#br0" timeOffset="186.501">202 1056,'2'16,"3"12,6 6,4 2,4 1,-1-1,-2-2,-7-4,-12-5,-5-7</inkml:trace>
  <inkml:trace contextRef="#ctx0" brushRef="#br0" timeOffset="764.602">590 0,'-25'457,"10"-54,15-402,-1 1,0-1,1 1,-1-1,1 1,0 0,0-1,-1 1,1-1,0 1,0 0,0-1,1 1,-1-1,0 1,1-1,-1 1,1-1,-1 1,1-1,0 1,-1-1,1 1,0-1,0 0,0 0,0 1,0-1,0 0,1 0,-1 0,0 0,0 0,1-1,-1 1,1 0,-1 0,1-1,-1 1,1-1,-1 0,1 1,-1-1,2 0,10-6,0-1,0-1,0 0,-1 0,-1-1,1-1,-1 0,-1-1,5-5,-14 14,15-14,0-1,-2-1,0 0,-1-1,-1 0,-1-1,0 0,-2-1,0 0,-1-1,-7 20,0 1,0-1,-1 1,1-1,0 1,-1-1,1 1,-1-1,1 0,-1 1,0-1,0 0,0 1,0-1,0 0,0 1,0-1,-1 0,1 1,0-1,-1 1,1-1,-1 0,0 1,0-1,1 1,-1 0,0-1,0 1,0 0,-1-1,1 1,0 0,0 0,-1 0,1 0,0 0,-1 0,1 0,-1 1,1-1,-1 0,0 1,1 0,-1-1,0 1,1 0,-1 0,-4 2,0 0,0 0,0 1,1 0,-1 1,1-1,0 1,0 0,0 0,0 1,1-1,0 1,0 0,0 0,0 1,1-1,0 1,0-1,0 1,1 0,0 0,0 0,1 0,-1 1,1 2,-1-2,1 1,-1 0,1 0,1 0,0 0,0 0,0 0,1 0,0 0,1 0,0 0,0-1,0 1,1-1,0 1,1-1,0 0,0 0,0-1,1 1,0-1,0 0,1 0,-1-1,1 1,1-1,3 2,1 0,1-1,0 0,0-1,0-1,1 0,0 0,0-2,0 1,0-2,0 1,0-2,0 0,8-1,16-4</inkml:trace>
  <inkml:trace contextRef="#ctx0" brushRef="#br0" timeOffset="1020.586">429 388,'25'-2,"26"-1,24 0,18 1,12 3,4 5,-7 7,-22 1</inkml:trace>
  <inkml:trace contextRef="#ctx0" brushRef="#br0" timeOffset="1383.325">1084 856,'11'-10,"-1"-1,0 0,0-1,-2 0,1-1,-1 0,-1 0,-1-1,0 1,0-1,-1-1,-1 1,-1-1,0 0,0 0,-2 1,0-2,-1 1,0 0,-2-14,-20-63,22 92,0 0,0 1,0-1,1 0,-1 0,0 0,0 0,0 0,1 0,-1 0,0 0,0 0,1 0,-1 0,0 0,0 0,0 0,1 0,-1 0,0 0,0-1,0 1,1 0,-1 0,0 0,0 0,0 0,1 0,-1-1,0 1,0 0,0 0,0 0,0 0,0-1,1 1,-1 0,0 0,0 0,0-1,0 1,0 0,0 0,0 0,0-1,0 1,0 0,0 0,0-1,0 1,0 0,0 0,0 0,0-1,0 1,0 0,0 0,0 0,-1-1,1 1,0 0,0 0,0 0,0-1,0 1,-1 0,1 0,24 10,-12-4,89 28,60 27,-158-59,1 0,-1 0,1 0,-1 0,0 0,0 1,0-1,0 1,0 0,-1 0,1 0,-1 1,0-1,0 0,0 1,0-1,0 1,-1 0,0 0,0-1,0 1,0 0,0 0,-1 0,0 0,0 0,0 0,0 0,-1 0,1 0,-2 1,-4 18,4-20,0-1,1 1,-1 0,1 0,0 0,0 0,0 0,0 0,0 0,1 0,-1 0,1 0,0 0,0 0,0 0,1 0,-1 1,1-1,-1 0,1 0,0 0,0 0,0-1,1 1,-1 0,1 0,-1-1,1 1,0-1,0 1,0-1,1 0,-1 0,0 0,1 0,0 0,9 3,1-2,0 1,0-2,0 1,0-2,0 0,13-1,-14 1,36 0</inkml:trace>
  <inkml:trace contextRef="#ctx0" brushRef="#br0" timeOffset="1992.418">2047 496,'-20'-6,"-1"2,0 1,0 0,0 2,0 0,-4 2,19-1,0 0,0 0,0 1,0 0,0 1,0 0,0-1,0 2,0-1,1 1,-1 0,1 0,0 0,0 1,0-1,0 2,0-1,1 0,0 1,0 0,0-1,-2 6,5-8,-1 1,1-1,0 1,0 0,1-1,-1 1,0 0,1-1,0 1,0 0,-1 0,2-1,-1 1,0 0,0 0,1-1,0 1,-1 0,1-1,0 1,0-1,1 1,-1-1,0 1,1-1,0 0,-1 0,1 0,0 0,0 0,0 0,0 0,0-1,1 1,-1-1,0 1,2-1,134 55,-116-50,0 1,-1 1,0 1,-1 0,1 2,-2 1,2 1,-19-12,0 0,0 0,0 1,0-1,0 1,0-1,0 1,0 0,0-1,-1 1,1 0,-1 0,0 0,1 0,-1 1,0-1,0 0,0 0,-1 1,1-1,0 1,-1-1,0 1,1-1,-1 0,0 1,0-1,-1 1,1-1,0 1,-1-1,1 1,-1-1,0 0,0 1,0-1,0 0,0 0,-1 0,1 0,-1 1,-6 1,-1 1,0-2,1 1,-1-1,-1 0,1-1,0 0,-1 0,1-1,-1 0,1-1,-1 0,0-1,1 0,-1 0,1-1,-21-8,29 10,1 0,-1 0,1 0,-1 0,1-1,0 1,-1 0,1 0,-1-1,1 1,0 0,-1 0,1-1,0 1,-1 0,1-1,0 1,0-1,-1 1,1 0,0-1,0 1,0-1,-1 1,1 0,0-1,0 1,0-1,0 1,0-1,0 1,0-1,0 1,0-1,0 1,0 0,0-1,1 1,-1-1,0 1,0-1,0 1,0 0,1-1,-1 1,0-1,1 1,-1 0,0-1,0 1,1 0,-1 0,1-1,-1 1,0 0,1 0,-1-1,1 1,-1 0,0 0,1 0,0 0,114-38,-75 29,128-48,-157 52,1-1,-1 0,0-1,-1 0,0-1,0 0,-1 0,0-1,0 0,-1 0,0-1,6-11,2-37,-16 56,0 1,-1 0,1-1,0 1,-1 0,1-1,-1 1,1 0,-1 0,0 0,1-1,-1 1,0 0,0 0,0 0,1 0,-1 0,-1 0,1 1,0-1,0 0,0 0,0 1,0-1,-1 1,1-1,0 1,0 0,-1-1,1 1,0 0,-1 0,1 0,0 0,-1 0,1 0,0 0,-1 0,1 0,0 1,-1-1,1 1,-1-1,-5 3,0 0,1 0,-1 1,1 0,-1 0,1 0,0 1,1 0,-1 0,1 0,0 1,0 0,1 0,0 0,0 0,0 1,1-1,0 1,0 0,1 0,0 0,0 1,0-1,1 0,0 1,1-1,-1 1,1-1,1 1,0 3,1-3,0 0,0 0,0 0,1 0,0-1,1 0,-1 1,2-1,-1-1,1 1,0 0,0-1,0 0,1-1,0 1,1-1,-1 0,5 2,6 4,1 0,0-2,1 0,0-2,0 0,18 4,111 14,-87-21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11:11:28.06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0 815,'3'-31,"1"-1,1 1,2 0,1 1,1-1,9-17,-12 31,0-1,-3 6,1 1,0-1,1 1,0 0,1 0,0 0,1 1,0 0,1-1,-7 10,-1 1,1-1,0 0,0 1,-1-1,1 0,0 1,0-1,0 1,0-1,0 1,0 0,0-1,0 1,0 0,0 0,0-1,0 1,0 0,0 0,0 0,0 0,0 1,0-1,0 0,0 0,0 1,0-1,0 0,0 1,0-1,0 1,0-1,0 1,-1 0,1-1,0 1,0 0,-1-1,1 1,0 0,-1 0,1 0,-1 0,1 0,-1-1,1 2,23 51,-21-45,56 187,-58-194,-1 1,1-1,-1 1,1-1,-1 1,0-1,1 1,-1-1,0 1,0-1,0 1,0-1,0 1,0 0,-1-1,1 1,-1-1,1 1,-1-1,1 0,-1 1,0-1,1 1,-1-1,0 0,0 0,0 0,0 1,0-1,-1 0,1 0,0 0,0-1,-1 1,1 0,0 0,-1-1,1 1,-1-1,1 1,-1-1,1 1,-1-1,1 0,-1 0,0 0,0 0,-1-1,-1 1,1-1,-1 0,1-1,-1 1,1-1,-1 1,1-1,0 0,0 0,0-1,0 1,1 0,-1-1,0 0,1 0,0 0,0 0,0 0,0 0,0 0,0-1,1 1,0 0,0-1,0 0,0 1,0-1,1 1,-1-1,1 0,0 0,0 1,1-1,-1 0,1 1,-1-1,1 0,1 1,-1-1,0 1,1 0,-1-1,1 1,2-3,8-4,1 0,0 1,0 1,1 0,0 0,0 1,1 1,0 1,0 0,0 1,0 0,1 1,11 0,-22 2,57-4,-60 5,0 0,-1 0,1 0,0 0,-1 1,1-1,-1 1,1-1,0 1,-1 0,1-1,-1 1,0 0,1 0,-1 0,0 0,1 0,-1 1,0-1,0 0,0 0,0 1,0-1,0 1,0-1,-1 1,1-1,0 1,-1-1,0 1,1 0,-1-1,0 2,-27 128,27-129,1-1,-1 1,1 0,-1 0,1 0,0-1,0 1,0 0,0-1,0 1,0-1,1 1,-1-1,0 1,1-1,-1 0,1 0,-1 0,1 0,0 0,0 0,-1 0,1-1,0 1,0 0,0-1,0 0,-1 1,1-1,2 0,61 1,-64-1,8 0,0 0,-1-1,1 0,0-1,-1 1,1-1,-1-1,1 0,-1 0,0-1,0 0,-1 0,1 0,-1-1,0-1,0 1,0-1,-1 0,0 0,0-1,-1 0,0 0,0 0,0-1,-1-1,6-69,-17 70,2 24,3-10,0 1,1-1,0 1,0-1,0 1,1 0,0 0,0-1,1 1,0 0,0-1,0 1,1-1,0 1,0-1,1 0,0 0,0 0,0 0,1 0,0-1,0 1,0-1,1 0,0 0,0-1,0 0,6 4,18 3,0-4</inkml:trace>
  <inkml:trace contextRef="#ctx0" brushRef="#br0" timeOffset="563.343">1017 535,'-3'11,"1"0,0 0,1 0,1 0,-1 0,2 1,0-1,0 0,1 3,-1-10,-1-1,1 1,0-1,0 1,0-1,1 0,-1 1,1-1,0 0,0 0,0 0,0 0,1 0,-1-1,1 1,-1-1,1 1,0-1,0 0,0 0,0 0,1-1,-1 1,0-1,1 1,-1-1,1 0,-1-1,3 1,1-1,-1-1,0 0,0 0,1-1,-1 0,0 0,-1-1,1 1,0-1,-1 0,1-1,-1 0,0 1,0-1,0-1,-1 1,0-1,1 0,-2 0,1 0,-1 0,1-1,-1 0,-1 1,1-1,0-3,11-15,-14 24,0 0,0-1,0 1,0 0,0-1,0 1,1 0,-1 0,0-1,0 1,0 0,1-1,-1 1,0 0,0 0,0-1,1 1,-1 0,0 0,1 0,-1 0,0-1,0 1,1 0,-1 0,0 0,1 0,-1 0,0 0,1 0,-1 0,0 0,1 0,-1 0,0 0,1 0,-1 0,0 0,1 0,-1 0,0 0,1 0,-1 0,0 1,0-1,1 0,-1 0,0 0,1 1,-1-1,0 0,0 0,0 1,1-1,-1 0,0 0,0 1,0-1,0 0,1 1,-1-1,0 0,0 1,9 27,-6-18,-1-5,0-1,1 1,0 0,0-1,0 0,1 0,-1 0,1 0,0 0,0-1,0 0,0 0,1 0,-1 0,1-1,0 1,0-1,0-1,0 1,0-1,0 1,0-1,1-1,2 1,2 0,1-1,0 0,0 0,-1-1,1 0,-1-1,1 0,-1-1,0 0,0-1,9-4,-10 3,0-1,0 0,-1-1,0 1,0-2,-1 1,0-1,0 0,-1-1,0 1,0-1,-1-1,0 1,0-1,-2 0,1 0,-1 0,0-3,7-28,-3 1,-2-1,-1-1,-2 0,-2 42,3-262,-11 204,7 58,0 0,0 0,0 0,0 0,1 1,-1-1,0 0,0 0,0 0,0 1,1-1,-1 0,0 1,0-1,1 1,-1-1,0 1,1-1,-1 1,0-1,1 1,-1 0,1-1,-1 1,1 0,-1-1,1 1,0 0,-1 0,1-1,0 1,0 0,-1 0,1 0,0 0,0-1,-10 27,1-1,1 1,1 1,2-1,0 1,2 0,1 0,2 0,1 15,-1-14,2 0,1-1,1 1,2-1,1 0,1-1,1 1,1-2,1 1,2-2,1 1,0-2,3 1,-15-23,0 2,0 0,1 0,-1-1,1 0,0 1,0-1,0 0,1 0,-1-1,1 1,0-1,-1 1,1-1,0 0,0-1,1 1,-1-1,8-2</inkml:trace>
  <inkml:trace contextRef="#ctx0" brushRef="#br0" timeOffset="836.188">1631 441,'-18'-15,"-15"-13,-12-4,-1 2,1 3,7 5,14 5,20 6,25 5,29 1,28 1,27-1,16 1,-14 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11:11:34.81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14 93,'-8'84,"3"1,5 46,0-92,10 253,45 269,-52-537,3 27,2 0,2-1,2 0,10 22,-21-67,0-1,1 0,-1 0,1 1,0-1,0 0,1-1,-1 1,1 0,0-1,0 1,0-1,0 0,0 0,1 0,-1 0,1-1,0 1,0-1,0 0,0 0,0-1,1 1,-1-1,0 0,1 0,-1 0,1-1,3 1,12-3,0-1,0-1,-1-1,1 0,17-9,-2 3,116-37,1 8,2 6,2 7,12 5,67 11,0 11,0 10,-1 10,-1 10,27 16,205 33,-413-75,-31-10,-19-4</inkml:trace>
  <inkml:trace contextRef="#ctx0" brushRef="#br0" timeOffset="519.186">348 93,'-3'-2,"1"2,1-1,0 1,0 0,0-1,0 1,0-1,0 1,0-1,0 0,0 1,0-1,0 0,0 0,1 0,-1 1,0-1,0 0,1 0,-1 0,1 0,-1 0,1 0,-1-1,1 1,0 0,-1 0,1 0,0 0,0 0,0-1,0 1,0 0,0 0,0 0,0 0,1 0,-1-1,0 1,1 0,-1 0,0 0,1 0,73-10,434 8,749 41,-818-10,-389-16,-53-4,-7 0</inkml:trace>
  <inkml:trace contextRef="#ctx0" brushRef="#br0" timeOffset="1215.472">950 508,'-16'2,"1"1,-1 0,1 2,0 0,0 0,0 2,1-1,0 2,1 0,-1 1,1 0,1 1,0 0,0 1,1 0,1 1,0 1,0-1,1 1,1 1,0 0,1 0,1 0,0 1,0 0,2 0,0 1,-1 12,4-24,0 0,1 0,-1 1,1-1,0 0,1 0,-1 1,1-1,-1 0,1 0,1 0,-1 0,1 0,-1 0,1 0,0-1,0 1,1 0,-1-1,1 0,0 1,-1-1,2 0,-1-1,0 1,0 0,1-1,0 0,-1 0,1 0,0 0,0-1,0 1,0-1,0 0,0 0,0-1,1 1,-1-1,0 0,0 0,1 0,-1 0,0-1,4-1,8-5,-1 0,0-2,-1 0,1 0,-2-1,1-1,-2-1,1 1,-2-2,0 0,0 0,5-10,-6 11,11-12,-1-2,-1 0,-2-2,0 0,-2 0,-1-2,5-16,-17 42,0 1,-1-1,0 1,1-1,-2 0,1 1,0-1,-1 0,1 0,-1 1,0-1,-1 0,1 0,0 0,-1 1,0-1,0 0,0 1,-1-1,1 1,-1-1,0 1,0-1,0 1,0 0,0 0,-1 0,1 1,-1-1,0 0,-2-1,-1 1,-1 1,1-1,-1 1,0 0,0 1,1-1,-1 1,0 1,0-1,0 1,0 1,0-1,0 1,0 0,0 1,0-1,1 2,-1-1,1 1,-1-1,1 2,0-1,0 1,0 0,1 0,-1 1,1-1,0 1,0 0,1 1,0-1,-1 1,2 0,-1 0,1 0,0 0,-1 5,1 11,1 0,1 0,0 0,2 0,1 0,1 0,1 0,0-1,2 1,5 11,-10-27,87 278,-75-242,-7-30</inkml:trace>
  <inkml:trace contextRef="#ctx0" brushRef="#br0" timeOffset="2131.241">1457 561,'0'0,"0"1,-1-1,1 0,0 0,0 1,-1-1,1 0,0 0,0 1,-1-1,1 0,0 1,0-1,0 0,0 1,0-1,0 0,-1 1,1-1,0 1,0-1,0 0,0 1,0-1,0 0,0 1,1-1,-1 0,0 1,0-1,0 0,0 1,0-1,0 0,1 1,-1-1,0 0,0 1,1-1,-1 0,0 0,0 1,1-1,-1 0,0 0,1 1,-1-1,0 0,1 0,-1 0,0 0,1 0,-1 1,0-1,1 0,-1 0,0 0,1 0,-1 0,1 0,-1 0,0 0,1 0,-1-1,0 1,1 0,-1 0,-4 25,-2 0,-1 0,-1 0,-1-1,-1 0,-2 1,-1 5,-51 121,63-150,0 0,1 0,-1 0,0 1,1-1,-1 0,1 0,0 0,-1 1,1-1,0 0,0 0,0 1,0-1,0 0,0 0,0 1,0-1,0 0,1 0,-1 1,0-1,1 0,-1 0,1 0,-1 0,1 0,0 0,0 0,-1 0,1 0,0 0,0 0,0 0,0 0,0 0,0-1,0 1,0 0,0-1,0 1,1-1,-1 0,0 1,0-1,0 0,1 1,-1-1,0 0,0 0,1 0,0 0,19-3,0-1,-1-1,1-1,-1-1,0 0,14-9,-26 13,-2 2,0-1,0 0,0 0,-1-1,1 0,0 0,-1 0,0 0,0-1,0 0,0 0,-1 0,1-1,-1 1,0-1,0 0,-1-1,0 1,1 0,-2-1,1 0,-1 0,0 0,0 0,0 0,-1 0,0-3,-1-9,-3 24,-56 262,56-214,7-34</inkml:trace>
  <inkml:trace contextRef="#ctx0" brushRef="#br0" timeOffset="2317.75">1873 1003,'-5'0,"-1"2,4 3,8 1,3-1</inkml:trace>
  <inkml:trace contextRef="#ctx0" brushRef="#br0" timeOffset="2619.747">2167 802,'4'-28,"1"1,1 1,1-1,2 1,1 0,1 1,1 0,1 1,1 0,5-5,-2 12,-17 16,0 1,0 0,1 0,-1 0,0 0,1-1,-1 1,0 0,1 0,-1 0,0 0,1 0,-1 0,1 0,-1 0,0 0,1 0,-1 0,0 0,1 0,-1 0,0 0,1 0,-1 0,0 1,1-1,-1 0,0 0,1 0,-1 1,0-1,0 0,1 0,-1 1,0-1,0 0,1 0,-1 1,0-1,0 0,0 1,0-1,1 0,-1 1,0-1,0 0,0 1,0-1,0 0,0 1,0-1,0 0,0 1,0-1,0 1,0-1,0 0,0 1,-1-1,1 0,0 1,0-1,-14 112,2-4,5 0,5 47,3-121</inkml:trace>
  <inkml:trace contextRef="#ctx0" brushRef="#br0" timeOffset="2793.721">2167 1069,'20'-2,"16"-1,11 0,7 1,2 0,2 1,-9 1</inkml:trace>
  <inkml:trace contextRef="#ctx0" brushRef="#br0" timeOffset="3519.125">2581 0,'92'11,"-38"-5,0 2,-1 2,7 5,-54-14,-1 0,1 0,-1 1,1 0,-1 0,0 0,0 0,0 1,0 0,0 0,-1 1,1-1,-1 1,0 0,0 0,0 0,-1 1,0 0,1-1,-2 1,1 0,0 0,-1 0,0 2,-1 4,-1-1,0 1,-1 0,0 0,-1-1,0 1,0 0,-1-1,-4 7,2 1,-15 51,3 2,3 0,3 0,4 1,1 67,12-44,4-1,4 0,9 16,12 86,-30-140,-7-41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11:10:09.38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2094 736,'-2'0,"1"0,4 0,5 0,6 0,7 0,8 0,3 0,0 0,2 0,0 3,-4 0,-3 0,-3 0,-6-2</inkml:trace>
  <inkml:trace contextRef="#ctx0" brushRef="#br0" timeOffset="252.078">2174 938,'2'2,"4"1,4 2,6 0,7 2,6-1,5 0,6-3,5 0,-5-2</inkml:trace>
  <inkml:trace contextRef="#ctx0" brushRef="#br0" timeOffset="1021.61">2910 643,'-9'108,"6"94,1-25,-6-153,-13-155,-29-295,42 368,9 58,-1-1,1 0,-1 0,1 1,0-1,-1 0,1 1,0-1,0 0,0 1,-1-1,1 1,0-1,0 1,0 0,0-1,0 1,0 0,0 0,0 0,0 0,0-1,0 1,0 0,0 1,0-1,0 0,0 0,0 0,-1 1,2-1,0 0,150 37,-86-16,-28-12,0-1,1-2,0-2,0-1,6-2,-22-1</inkml:trace>
  <inkml:trace contextRef="#ctx0" brushRef="#br0" timeOffset="1420.369">2897 871,'11'7,"13"1,12 1,10-2,10-5,3-1,0-5,-7-1,-9 1,-10 0,-11 0,-8-3,-8 0</inkml:trace>
  <inkml:trace contextRef="#ctx0" brushRef="#br0" timeOffset="4269.605">10757 3451,'-4'-4,"2"-1,-1 1,0 0,-1 0,1 0,-1 0,1 1,-1-1,-1 1,1 0,0 0,-1 0,1 1,-1 0,0 0,0 0,1 0,-1 1,-1-1,1 1,0 1,0-1,0 1,0 0,-1 0,1 0,0 1,0 0,0 0,-4 1,-6 10,0 1,1 0,1 1,0 1,1 0,0 0,1 2,-6 11,14-23,-15 24,2 0,1 1,1 0,2 1,1 0,2 1,0 1,3-1,0 1,1 25,-17 522,18 179,18-240,12 289,-37-533,12-225,1 0,3 0,2-1,2 1,10 26,-18-63,1 0,0 0,1 0,1-1,0 1,0-1,2 0,-1 0,1-1,1 1,0-1,1-1,0 0,1 0,0 0,0-1,1 0,0-1,0 0,1-1,0 0,6 2,212 36,-37-1,-119-25,1-2,63 4,143-8,80 8,-185 3,51 6,4-11,462 13,-29-25,232-2,247-46,-173 34,-180 17,198 16,-839-17,517 21,-229-28,425 12,-173-3,-708-13,-10-1</inkml:trace>
  <inkml:trace contextRef="#ctx0" brushRef="#br0" timeOffset="6722.67">10570 3451,'86'-16,"180"-1,661-1,-525-7,228-7,1167 6,-955 3,-64 5,-616 18,997 32,-912-11,543 33,493 1,-1049-43,528 16,615 12,-783-20,460 36,-190-51,-546 26,-196-15,112 2,-98 9,-130-16,-11-5</inkml:trace>
  <inkml:trace contextRef="#ctx0" brushRef="#br0" timeOffset="8061.756">21532 7889,'564'16,"120"19,158 13,-629-25,175 16,171-11,-475-29,-10-1,0 3,0 4,65 12,-121-12,-5 0</inkml:trace>
  <inkml:trace contextRef="#ctx0" brushRef="#br0" timeOffset="32565.277">7388 7221,'11'-71,"-8"120,-16 151,4-131,2-103,-4-110,7 0,7-12,-3 150,0-36,2 1,2 0,1 0,6-17,-10 56,0 1,-1-1,1 1,0-1,0 1,0 0,0-1,0 1,1 0,-1 0,0 0,1 0,-1 0,0 0,1 0,-1 0,1 0,0 1,-1-1,1 0,-1 1,1 0,0-1,0 1,-1 0,1 0,0 0,-1 0,1 0,0 0,-1 1,1-1,0 0,-1 1,1 0,0-1,-1 1,1 0,0 0,16 3,48 1,-1-2,1-3,60-9,-108 9,-5 1</inkml:trace>
  <inkml:trace contextRef="#ctx0" brushRef="#br0" timeOffset="33033.444">7375 7127,'9'0,"8"0,7 0,5 0,4 0,0 0,0 0,-3 0,-3 0,-4 0,-2 0,-4 0,-7 0,-4 0</inkml:trace>
  <inkml:trace contextRef="#ctx0" brushRef="#br0" timeOffset="33638.984">7442 6766,'2'0,"3"0,6 0,5 0,6 0,7 0,3 0,2 0,3 0,0 0,-3 0,-4-2,-5-1,-5 0,-3 1,-7 0,-5 1</inkml:trace>
  <inkml:trace contextRef="#ctx0" brushRef="#br1" timeOffset="119617.578">5088 2729,'-1'-2,"-1"-1,0 0,0 1,0 0,0-1,0 1,0 0,-1 0,1 1,-1-1,0 0,1 1,-1-1,0 1,0 0,0 0,0 0,0 0,0 1,0-1,0 1,0 0,0 0,0 0,0 0,-1 0,1 1,0-1,0 1,0 0,0 0,0 0,1 0,-1 1,0-1,0 1,1-1,-1 1,0 1,-19 18,0 1,2 0,1 1,1 1,-15 27,24-38,-3 7,0 0,2 1,0 1,2 0,0 0,1 1,2-1,0 1,1 1,2-1,0 0,1 1,2 3,2 30,3 0,2-1,3 0,2 0,2-1,3-1,3 0,1-2,3 0,10 12,-15-29,2-2,0 0,3-2,0 0,2-2,1-1,1-1,2-1,0-2,2-1,0-2,2-1,0-1,59 23,1-4,2-4,1-5,1-4,1-4,1-4,1-5,22-3,-42-6,0-4,0-3,0-3,0-4,-1-4,-1-3,0-4,-2-3,-1-4,55-29,-101 44,-1-2,0 0,-1-3,-1 0,0-2,-2-1,-1-1,0-1,-2-1,-1-1,-1-1,-1-1,-1 0,-2-2,-1 0,1-5,0-20,-3 1,-2-2,-2 0,-3 0,-2-1,-2 0,-4 0,-2-12,1 32,-1 0,-1 1,-3-1,0 1,-3 0,-1 1,-1 0,-2 1,-2 0,-1 1,-1 1,-2 0,-1 2,-1 0,-2 2,-1 1,-4-3,-21-9,-1 2,-2 2,-1 2,-2 3,-1 2,-1 3,-1 3,-1 2,-1 2,-20-1,13 3,-2 3,1 3,-1 3,-1 3,1 3,-1 3,1 4,0 2,1 3,-22 9,-16 12,1 4,2 5,2 5,2 4,2 4,3 4,-78 64,112-77,3 3,1 3,3 1,3 3,1 3,4 1,2 2,2 3,4 1,-4 14,-13 59,16-15</inkml:trace>
  <inkml:trace contextRef="#ctx0" brushRef="#br1" timeOffset="120718.145">7575 2876,'23'-14,"23"-15,27-17,23-17,19-10,12-10,7-6,1-1,-3 2,-12 6,-14 11,-18 14,-20 14,-22 17,-22 17,-23 15,-18 13,-6 3</inkml:trace>
  <inkml:trace contextRef="#ctx0" brushRef="#br1" timeOffset="121335.569">7709 2662,'-2'0,"0"0,0 0,0 0,0 1,0-1,0 1,0-1,1 1,-1 0,0 0,0 0,1 0,-1 0,0 0,1 0,-1 1,1-1,0 0,-1 1,1-1,0 1,0 0,0-1,0 1,0 0,0 0,-2 2,-237 301,210-261,31-43,0 0,0 0,-1-1,1 1,0 0,0-1,0 1,0-1,-1 1,1-1,0 1,0-1,0 0,0 1,0-1,0 0,1 0,-1 0,0 0,0 0,0 0,0 0,0 0,0 0,0 0,0 0,0-1,0 1,0-1,0 1,0-1,179-40,64 27,-242 13,1 0,-1 0,1-1,-1 1,0-1,1 0,-1 0,0 1,0-2,0 1,0 0,0 0,-1 0,1-1,-1 1,0-1,1 1,-1-1,0 0,0 1,-1-1,1 0,-1 0,1 0,-1 1,0-1,0 0,0 0,0 0,-1 0,1 1,-1-1,1 0,-1 0,-1-1,2-5,-4-8,0 1,0 0,-2 0,0 0,-1 0,0 1,-1 0,-1 1,0 0,-1 0,-1 1,0 0,0 1,-2 0,1 1,-1 1,-1 0,0 0,-1 1,1 1,-16-6,11 6,32 12,20 4,5 1</inkml:trace>
  <inkml:trace contextRef="#ctx0" brushRef="#br1" timeOffset="122618.124">9260 1378,'13'41,"10"26,-14-36,2 1,2-1,0-1,2-1,5 7,-19-35,-1 0,1 0,-1 0,1 1,-1-1,1 0,0 0,-1 0,1 0,0 0,0 0,0 0,0-1,0 1,0 0,0 0,0-1,0 1,1 0,-1-1,0 0,0 1,0-1,1 0,-1 1,0-1,0 0,1 0,-1 0,0 0,1 0,-1 0,0 0,0-1,1 1,-1 0,0-1,0 1,0-1,1 1,-1-1,0 0,0 0,0 1,0-1,0 0,0 0,0 0,-1 0,1 0,0 0,0 0,-1 0,1 0,-1 0,1-1,-1 1,1 0,-1 0,1-1,9-25,-1 0,-2-1,0 0,-2 0,1-15,-1 9,25-137,-30 171,0 1,1-1,-1 0,0 1,0-1,0 0,0 1,0-1,0 0,0 1,0-1,1 0,-1 1,0-1,0 0,0 0,1 1,-1-1,0 0,0 0,1 1,-1-1,0 0,1 0,-1 0,0 0,1 0,-1 1,0-1,0 0,1 0,-1 0,1 0,-1 0,0 0,1 0,-1 0,0 0,1 0,-1 0,0 0,1 0,-1 0,0-1,1 1,-1 0,0 0,0 0,1 0,-1-1,0 1,1 0,-1 0,0 0,0-1,1 1,-1 0,0 0,0-1,0 1,0 0,1-1,-1 1,0 0,0-1,11 31,1 18,-5-20,0-1,2-1,1 1,11 20,-19-44,-1 0,0 0,1 0,0 0,0-1,0 1,0-1,0 1,0-1,1 0,-1 0,1 0,-1 0,1 0,0-1,0 1,0-1,0 0,0 0,0 0,0 0,0 0,0 0,0-1,0 0,1 0,-1 0,0 0,0 0,0-1,1 1,-1-1,0 0,0 0,0 0,0 0,0 0,0-1,0 1,-1-1,8-8,-1 1,-1-2,0 1,0-1,-1 0,-1-1,0 1,0-2,-1 1,-1 0,0-1,0 0,-2 0,1 0,-2 0,0 0,0 0,-1 0,-2-11,9-56,-2 71,-1 30,-4-17,2 9,25 120,-25-127,0 0,0-1,1 1,0 0,0-1,0 1,1-1,0 0,0 0,0-1,1 1,-1-1,1 0,0 0,0 0,1-1,-1 0,1 0,5 2,-8-4,0 0,1 0,-1 0,0-1,1 1,-1-1,1 0,-1 0,1 0,-1 0,1-1,-1 1,1-1,-1 0,1 0,-1 0,0-1,0 1,0-1,0 0,0 0,0 0,0 0,0 0,-1-1,1 1,-1-1,0 1,0-1,0 0,0 0,1-2,3-5,-1-1,0 0,-1 0,0-1,0 1,-1-1,-1 0,0 0,-1 0,0-220,2 261,1-1,2 1,1-1,0 0,7 12,-12-36,-1 0,1 0,0 0,0 0,1 0,-1 0,1 0,0-1,0 1,0-1,1 0,-1 0,1 0,-1 0,1-1,0 0,0 1,0-1,0-1,1 1,-1-1,0 1,1-1,-1 0,1-1,-1 1,1-1,0 0,-1 0,1 0,-1-1,1 0,-1 0,1 0,1-1,72-31,-44 11</inkml:trace>
  <inkml:trace contextRef="#ctx0" brushRef="#br1" timeOffset="124284.215">9741 2541,'18'-20,"-1"-2,-1 0,-1-1,-1 0,-1-1,-1-1,2-9,-8 22,0 0,-1-1,-1 0,0 0,0-1,-1 1,-1-1,-1 1,0-1,0 0,-1 0,0 13,0-1,0 1,-1 0,1 0,0-1,0 1,-1 0,1 0,-1-1,1 1,-1 0,1 0,-1 0,0 0,1 0,-1 0,0 0,0 0,0 0,0 0,0 0,0 0,0 1,0-1,0 0,0 1,0-1,-1 1,1-1,0 1,0 0,0-1,-1 1,1 0,0 0,-1 0,1 0,0 0,0 0,-1 0,1 1,0-1,0 0,-1 1,1-1,0 1,0-1,0 1,0-1,-1 1,1 0,0 0,0 0,0-1,1 1,-1 0,-5 6,1 1,0-1,0 1,1-1,0 1,0 1,1-1,0 0,1 1,0 0,0-1,1 1,0 0,0 0,1 0,0 0,1 0,0 0,0 0,1-1,0 1,2 4,-2-7,1 0,1 0,-1 0,1-1,0 0,0 1,1-1,-1-1,1 1,0-1,0 1,1-2,-1 1,1 0,0-1,0 0,0-1,0 1,1-1,-1 0,1-1,-1 0,1 0,0 0,-1-1,1 0,0 0,-1 0,1-1,-1 0,1 0,0-1,-1 0,0 0,0-1,1 1,-1-1,-1-1,1 1,0-1,-1 0,0 0,0-1,0 1,-1-1,1 0,-1 0,0-1,0 1,-1-1,0 0,2-5,-1-1,-1 0,0 0,0 0,-2 0,1 0,-1 0,-1 0,0 0,-2-11,9-83,-7 103,1 0,0 0,1 0,-1 0,1 0,-1 0,1 1,0-1,0 1,0-1,0 1,0-1,1 1,-1 0,1 0,0 0,-1 1,1-1,0 1,0-1,0 1,0 0,0 0,0 0,0 0,0 1,1-1,-1 1,0 0,0 0,1 0,-1 1,0-1,3 1,4 1,0 0,0 0,-1 1,1 0,-1 1,1 0,-1 0,-1 1,1 0,6 5,-8-4,0 1,0 0,0 0,-1 1,0-1,0 2,-1-1,4 7,-7-11,-1-1,1 1,0-1,-1 1,0 0,0 0,0-1,0 1,-1 0,0 0,1 0,-1 0,-1 0,1-1,0 1,-1 0,0 0,0 0,0-1,0 1,-1 0,0-1,0 1,1-2,0-1,0 1,0-1,0 0,-1 1,1-1,0 0,-1 0,1 0,-1 0,1 0,-1-1,1 1,-1 0,0-1,1 1,-1-1,0 0,0 1,1-1,-1 0,0 0,0 0,1 0,-1 0,0-1,1 1,-1 0,0-1,0 1,1-1,-1 0,1 1,-1-1,1 0,-1 0,1 0,-1 0,1-1,0 1,0 0,-1 0,1-1,0 1,0-1,0 1,1-1,-1 1,0-1,0 1,1-1,-1-1,-1-7,0 0,1 0,0 0,1-1,0 1,1 0,0 0,0 0,1 0,0 0,1 0,0 0,1 1,0 0,0-1,1 1,0 1,1-1,0 1,6-8,12-23,3-9,-2 0,-2-2,-2-1,-2-1,-3 0,-2-2,-2 1,-3-2,-2 1,0-49,-6 90,-1-1,0 0,-1 1,0-1,-1 1,-1 0,0-1,-1 1,0 0,-1 1,0-1,-1 1,-6-8,11 19,0 0,0-1,0 1,-1 0,1 0,-1 0,1 0,-1 0,1 1,-1-1,1 0,-1 1,0-1,1 1,-1 0,0-1,0 1,1 0,-1 0,0 0,1 0,-1 0,0 1,0-1,1 0,-1 1,0 0,1-1,-1 1,1 0,-1-1,1 1,-1 0,1 0,-1 1,1-1,0 0,0 0,0 0,0 1,0-1,0 1,0-1,0 1,0-1,0 1,1-1,-1 1,1 0,-1-1,1 1,0 0,0 0,0-1,-1 1,2 1,-6 20,2 0,0-1,2 1,0 0,2 0,1 0,0 0,2 0,0 0,2-1,0 0,2 0,0-1,2 0,0 0,5 6,-1-1,1-1,1 0,1-1,1-1,1-1,1 0,1-2,0 0,2-2,1 0,0-1,1-2,0 0,1-2,7 2,-29-13,0 0,-1 0,1-1,0 1,0-1,0 0,1 0,-1 0,0-1,0 1,0-1,1 0,-1 0,0-1,0 1,0-1,1 0,-1 0,0 0,0-1,0 1,-1-1,1 0,0 0,-1 0,1-1,2-1,2-10,-1 0,-1 0,0-1,-1 0,0 0,-1 0,-1 0,-1-1,0 1,-1-1,0-9,-1 18,4-87,13 219,-16-121,0 1,0 0,1-1,0 1,0-1,0 0,0 0,1 1,-1-1,1-1,0 1,1 0,-1-1,0 0,1 1,0-1,0-1,0 1,0-1,0 1,1-1,-1 0,1-1,-1 1,1-1,-1 0,5 1,51-16,-35-1</inkml:trace>
  <inkml:trace contextRef="#ctx0" brushRef="#br1" timeOffset="124538.861">10436 1566,'-25'0,"-15"0,-3-2,6-4,16-4,25-8,30-10,32-12,33-10,25-7,20-7,11 0,-2 0,-10 8,-29 13</inkml:trace>
  <inkml:trace contextRef="#ctx0" brushRef="#br1" timeOffset="125333.981">9033 3651,'-9'-5,"0"1,0 0,0 0,0 1,0 0,-1 0,1 1,-1 1,1 0,-1 0,0 1,0 0,1 0,-1 1,0 1,1-1,-1 2,1-1,-1 1,1 1,0-1,0 2,1-1,-1 1,-4 5,5-2,0 1,1 0,1 0,0 1,0 0,1 0,0 0,0 1,1-1,1 1,0 0,0 0,1 1,1-1,0 0,0 3,1-11,-1 0,1-1,0 1,0 0,0 0,1-1,-1 1,1 0,-1-1,1 1,0 0,0-1,0 1,0-1,1 1,-1-1,1 0,-1 0,1 1,0-1,0 0,0-1,0 1,0 0,0 0,0-1,1 1,-1-1,0 0,1 0,0 0,-1 0,1 0,-1 0,1-1,0 0,0 1,1-1,4-2,1-1,-1 0,0-1,0 0,0 0,0-1,-1 0,0 0,0 0,0-1,0 0,-1-1,0 0,-1 1,1-2,-1 1,2-5,3-4,0-1,-2 0,0-1,-1 1,0-1,-2-1,0 1,-1-1,-1 0,-1 0,0 0,-2 0,-1-19,0 32,1 13,1 14,0-12,0 0,0 0,2 0,-1 0,1 0,0 0,1-1,0 0,0 1,1-2,0 1,0 0,1-1,0 0,0 0,0-1,1 0,0 0,1 0,-1-1,1 0,0 0,0-1,1 0,-1-1,1 0,9 2,-14-5,1 0,-1 0,1-1,-1 0,0 0,1 0,-1 0,0-1,1 1,-1-1,0 0,0-1,-1 1,1-1,21-17</inkml:trace>
  <inkml:trace contextRef="#ctx0" brushRef="#br1" timeOffset="125759.401">9099 3103,'3'3,"-1"0,1-1,0 1,0-1,0 1,0-1,1 0,-1 0,0-1,1 1,-1-1,1 1,0-1,-1 0,1-1,0 1,0-1,0 1,-1-1,1 0,0-1,0 1,0-1,-1 1,1-1,0 0,-1 0,1-1,0 1,-1-1,0 0,1 0,1-1,18-11,0-1,0 0,-2-2,0 0,-1-2,-1 0,0-1,-2-1,9-14,-13 19,-2-1,0 0,-1-1,-1 0,6-15,-13 28,0 0,0 0,0-1,-1 1,0-1,0 1,-1-1,1 1,-1-1,0 1,-1-1,1 0,-1 1,0-1,0 1,-1 0,0-1,0 1,0 0,0 0,-1 0,-3-4,4 7,1-1,-1 1,0 0,0 0,0 0,0 1,0-1,-1 0,1 1,-1 0,1-1,-1 1,1 0,-1 0,1 0,-1 1,0-1,0 1,1-1,-1 1,0 0,0 0,1 0,-1 0,0 1,0-1,1 1,-1 0,0-1,1 1,-1 0,0 1,1-1,0 0,-1 1,1-1,0 1,0 0,-1 1,-5 9,2 1,0-1,0 1,1 1,1-1,0 1,1 0,1 0,0 0,1 0,0 0,1 0,0 0,2 0,0 6,12 116,6-1,5-1,25 66,-28-113,-19-73,50 204,16 170,-63-332</inkml:trace>
  <inkml:trace contextRef="#ctx0" brushRef="#br1" timeOffset="126141.935">9247 3745,'35'-42,"2"1,2 2,29-22,58-59,-109 103,-1 0,-1-1,-1-1,0 0,-1-1,-1-1,-1 0,-1 0,-1-1,-1 0,4-17,-11 36,0 1,0-1,-1 1,1-1,0 0,-1 0,1 1,-1-1,0 0,0 0,0 1,-1-1,1 0,-1 0,1 1,-1-1,0 0,0 1,0-1,0 1,0-1,-1 1,1 0,-1-1,0 1,1 0,-1 0,0 0,0 0,0 1,-1-1,1 0,-2 0,0 3,1 0,0 0,1 1,-1-1,0 1,0 0,1 0,-1 0,1 0,-1 1,1-1,0 0,0 1,0 0,0-1,1 1,-1 0,1 0,-1 0,1 0,0 0,0 0,0 2,-4 10,0 0,0 1,2 0,0 0,1 0,0 0,1 0,1 0,1 0,1 7,-1-16,-1-1,2 1,-1-1,1 0,0 0,0 0,1 0,-1 0,1 0,1-1,-1 1,1-1,0 0,0 0,0-1,1 1,0-1,0 0,0 0,0 0,1-1,-1 0,1 0,0 0,0 0,0-1,2 0,1 0,0-1,0-1,0 1,1-2,-1 1,0-1,0 0,0-1,0 0,0-1,-1 0,1 0,-1 0,0-1,0-1,0 1,0-1,-1-1,2-1,28-21</inkml:trace>
  <inkml:trace contextRef="#ctx0" brushRef="#br1" timeOffset="126601.987">10048 3036,'-11'6,"1"0,-1 0,1 1,1 0,-1 1,1 0,0 0,1 1,0 0,1 1,0 0,0 0,1 0,0 1,1 0,0 0,1 0,0 1,0-1,1 2,3-10,0 1,0-1,0 1,0-1,0 1,1-1,-1 1,1-1,0 0,0 1,0-1,1 0,-1 0,1 1,-1-1,1 0,0-1,1 1,-1 0,0-1,1 1,-1-1,1 0,0 1,0-1,0-1,0 1,0 0,0-1,0 1,1-1,-1 0,0 0,1-1,-1 1,1-1,-1 1,2-1,12-1,1 0,-1-2,0 0,0-1,0 0,-1-2,1 0,-1 0,0-2,-1 0,0 0,0-2,12-10,-2 3,-1-1,0-1,-2-2,0 0,-1-1,-1-1,-2-1,0 0,-1-2,-2 0,0 0,-2-2,-1 1,-1-2,1-11,-3 8,-2 0,-2 0,0 0,-3-1,0 0,-2 1,-2-1,-1 0,-1 1,-2 0,-1 0,-2 0,-1 1,-13-30,-17 7,39 54,-1 0,1 0,-1 0,1 0,-1 0,1 1,-1-1,1 1,0-1,-1 1,1-1,0 1,0 0,-1 0,1 0,0-1,0 1,0 0,0 0,0 1,0-1,0 0,0 0,1 0,-1 1,0-1,1 0,-1 1,1-1,-1 0,1 1,0-1,0 1,-1-1,1 1,0-1,0 1,0-1,1 0,-1 1,0-1,0 1,1 0,0 28,1 0,1-1,1 1,2-1,1 0,1 0,2-1,0 0,2-1,1 0,15 21,-11-16,2-1,1 0,1-1,2-2,1 0,1-2,1 0,1-2,8 4,-32-26,-2 0,0-1,0 1,1-1,-1 0,1 1,0-1,-1 0,1 0,0 0,-1 0,1 0,0-1,0 1,0-1,0 1,0-1,0 1,0-1,0 0,0 0,0 0,0 0,0 0,0-1,0 1,0 0,1-1,1-9</inkml:trace>
  <inkml:trace contextRef="#ctx0" brushRef="#br1" timeOffset="127305.235">10530 2756,'-146'-37,"147"37,-1 0,0 0,0-1,0 1,0 0,0 0,0 0,1-1,-1 1,0 0,0 0,0 0,0-1,0 1,0 0,0 0,0-1,0 1,0 0,0 0,0-1,0 1,0 0,0 0,0 0,0-1,0 1,0 0,-1 0,1-1,0 1,0 0,0 0,0 0,0 0,-1-1,1 1,0 0,0 0,0 0,0 0,-1 0,1-1,0 1,0 0,-1 0,1 0,0 0,0 0,0 0,-1 0,1 0,0 0,0 0,-1 0,1 0,0 0,25-9,-21 8,420-143,-359 124,-65 20,1 0,-1 0,0 0,1 0,-1 0,1 0,-1 1,0-1,1 0,-1 0,1 0,-1 0,0 1,1-1,-1 0,0 0,1 1,-1-1,0 0,1 1,-1-1,0 0,0 1,1-1,-1 0,0 1,0-1,0 0,0 1,1-1,-1 1,0-1,0 1,0-1,0 0,0 1,0-1,0 1,0-1,0 0,0 1,0-1,-1 1,1-1,0 0,0 1,0-1,0 1,-1-1,1 0,0 1,0-1,-1 0,1 1,0-1,-1 0,1 0,0 1,-1-1,1 0,0 0,-1 1,1-1,-25 42,13-23,1-1,1 2,1-1,0 2,2-1,0 1,-3 17,9-36,1 0,-1 1,1-1,-1 0,1 1,0-1,0 0,0 1,0-1,0 1,0-1,1 0,-1 1,1-1,0 0,0 1,0-1,0 0,0 0,0 0,0 0,1 0,-1 0,1 0,-1 0,1-1,0 1,0 0,0-1,-1 0,2 1,-1-1,0 0,0 0,0 0,0 0,1-1,-1 1,0-1,1 1,-1-1,1 0,-1 0,0 0,1 0,-1 0,1 0,-1-1,0 1,2-2,6-2,-2-2,1 0,0 0,-1 0,0-1,-1 0,0-1,0 0,0 0,-1 0,0-1,-1 0,0 0,0 0,-1-1,0 1,-1-1,0 0,0 0,-1-1,0-1,-1 9,-1 3,0 0,1 1,-1-1,0 0,1 0,-1 1,0-1,1 0,-1 0,0 0,1 1,-1-1,1 0,-1 0,0 0,1 0,-1 0,1 0,-1 0,0 0,1 0,-1 0,1 0,-1 0,1 0,-1 0,0 0,1 0,-1-1,0 1,1 0,-1 0,1 0,-1-1,0 1,1 0,-1-1,0 1,0 0,1 0,-1-1,0 1,0 0,1-1,-1 1,0-1,0 1,0 0,0-1,0 1,1-1,-1 1,0 0,0-1,0 1,0-1,0 1,0-1,0 1,0 0,-1-1,1 1,0-1,0 1,0 0,0-1,-1 1,1-1,1 3,2 5,0 1,1-1,0 0,0 0,0-1,1 1,0-1,0 0,1 0,0-1,0 1,0-1,0-1,1 1,0-1,0 0,0-1,0 1,1-2,-1 1,1-1,0 0,0 0,0-1,0 0,1-1,-4-1,1-1,0 1,-1-1,1-1,-1 1,0-1,0 0,0 0,0 0,0-1,-1 0,0 0,0 0,0 0,0-1,0 1,-1-1,0 0,0 0,0 0,0-3,4-8,-1 0,0 0,-1 0,-1-1,-1 0,2-15,-4-29,-2 0,-3 1,-2-1,-3 1,-3 1,-5-11,11 43,-45-174,37 169,14 33,0-1,0 0,0 1,0-1,-1 1,1-1,0 0,0 1,0-1,0 0,-1 1,1-1,0 1,0-1,-1 0,1 0,0 1,-1-1,1 0,0 0,-1 1,1-1,0 0,-1 0,1 0,0 1,-1-1,1 0,-1 0,1 0,0 0,-1 0,1 0,-1 0,1 0,0 0,-1 0,1 0,-1 0,1 0,0 0,-1 0,1-1,-1 1,1 0,0 0,-1 0,1-1,0 1,-1 0,1 0,0-1,-1 1,1 0,0-1,0 1,-1 0,1-1,0 1,0 0,0-1,-1 1,1-1,0 1,-3 19,1 0,0 0,2 1,0-1,1 0,1 1,1-1,0 0,6 14,9 24,4-1,1 0,3-2,2-1,32 43,9 21,-43-62,-23-40</inkml:trace>
  <inkml:trace contextRef="#ctx0" brushRef="#br1" timeOffset="127772.105">11118 2382,'38'-17,"34"-14,-16 5,2 2,0 3,34-7,-88 26,1 1,-1-1,1 1,0 0,-1 0,1 0,0 1,0 0,0 0,0 0,-1 0,1 1,0 0,0 0,-1 0,1 1,0-1,-1 1,0 0,1 0,-1 1,0-1,0 1,0 0,0 0,-1 0,1 1,-1-1,0 1,3 4,-2 4,0 0,0 0,-1 1,-1-1,0 1,0 0,-1 10,-2-15,1 0,0 0,0-1,1 1,0 0,0 0,0-1,1 1,1-1,-1 0,1 1,1-1,-1 0,1-1,0 1,0-1,1 0,0 0,0 0,1 0,-1-1,5 3,-7-6,0-1,0 0,0 1,0-1,0 0,0 0,0-1,0 1,1-1,-1 1,0-1,0 0,0 0,1-1,-1 1,0-1,0 1,0-1,0 0,1 0,-2 0,1-1,0 1,0-1,0 0,-1 0,1 0,0 0,-1 0,0 0,0 0,0-1,0 1,2-4,2-2,-1-1,1 0,-2 0,1 0,-1-1,-1 1,0-1,0 0,-1 0,1-6,-2 6,0-1,-1 1,-1-1,0 1,0-1,-1 1,0-1,0 1,-1 0,-5-9,7 14,-1 1,0 0,-1 0,1 0,0 0,-1 1,0-1,0 1,0 0,-1-1,1 1,-1 1,1-1,-1 0,0 1,0 0,0 0,0 0,0 0,-1 1,1 0,-1-1,1 2,-1-1,1 0,-2 1,-3 2,0 0,1 1,-1 0,1 0,0 1,0 0,0 0,0 1,1 0,0 1,0-1,0 1,1 1,-1-1,2 1,-1 0,1 1,0-1,0 1,1 0,0 0,1 0,-1 1,2-1,-3 10,2-7,-1 0,2 0,0 1,0-1,1 1,0 0,1-1,0 1,2 9,-1-17,0 1,0 0,0-1,1 0,0 1,-1-1,1 0,1 0,-1 0,1 0,-1 0,1 0,0-1,1 1,-1-1,1 0,-1 0,1 0,0-1,0 1,0-1,0 0,0 0,1 0,1 0,24 5</inkml:trace>
  <inkml:trace contextRef="#ctx0" brushRef="#br1" timeOffset="127970.18">11799 1740,'-15'9,"-11"12,-5 14,1 13,5 8,7 5,13-1,15-7,5-12</inkml:trace>
  <inkml:trace contextRef="#ctx0" brushRef="#br1" timeOffset="128219.709">12201 2328,'18'2,"13"-1,6-6,3-8,2-7,-4-7,-5-3,-6 3</inkml:trace>
  <inkml:trace contextRef="#ctx0" brushRef="#br1" timeOffset="131236.103">6747 5616,'-35'-15,"-1"2,0 1,0 2,-1 1,0 2,-1 1,1 3,-1 0,0 3,0 1,0 2,1 1,-1 2,1 2,0 1,-4 4,-49 24,2 4,1 4,3 3,-38 31,67-42,2 3,1 1,3 3,1 2,-9 15,33-33,2 0,1 2,1 1,1 0,2 1,2 1,0 1,3 0,0 1,-1 12,1 23,3 1,3 0,4 0,2 0,4 18,-2-44,1-1,2 1,2-1,2 0,1-1,3 0,2 0,1-1,2-1,2-1,2-1,1-1,2-1,2-1,1-1,9 7,3-8,0-2,3-1,0-3,2-1,0-2,2-3,1-1,1-2,0-3,16 2,71 13,0-6,1-5,37-5,29 1,179-10,-306-10,0-3,0-3,-1-4,-1-2,0-4,45-20,-57 14,-1-3,-1-2,-2-3,-1-2,-2-2,-2-4,-1-1,35-39,-68 63,-1-2,-1 1,-1-2,0 0,-2-1,-1-1,0 0,-2-1,-1 0,-1 0,-1-1,-1 0,-1-1,-2 0,-1 0,0 0,-2 0,-2 0,0 0,-3-14,-13-26,-2 1,-3 0,-3 2,-3 1,-30-51,26 49,-29-58,-5 3,-6 3,-62-76,96 144,-2 2,-3 2,-1 2,-2 1,-2 3,-2 2,-1 2,-1 2,-27-10,30 21,-1 1,-1 3,0 2,-1 3,-1 1,0 3,-1 3,0 1,0 3,1 3,-1 1,0 3,1 3,-1 1,2 3,0 3,-30 12,-13 16,3 4,2 4,2 4,2 4,3 3,3 4,3 3,3 4,0 5,-190 230,162-176</inkml:trace>
  <inkml:trace contextRef="#ctx0" brushRef="#br1" timeOffset="133237.768">3645 5683,'28'-3,"-1"-1,0-1,-1-1,0-1,0-2,0 0,-1-2,0-1,-1-1,-1-1,0-1,14-12,-19 16,0-1,-1-1,0 0,-1-1,-1-1,0 0,-2-1,1-1,-2 0,5-9,-16 24,0 1,-1 0,1 0,-1-1,1 1,-1 0,0-1,1 1,-1 0,0-1,0 1,0 0,0-1,0 1,0 0,-1-1,1 1,0-1,-1 1,1 0,-1 0,1-1,-1 1,1 0,-1 0,0 0,0 0,0-1,0 1,1 0,-1 1,-1-1,1 0,0 0,0 0,0 1,0-1,-1 0,1 1,0-1,0 1,-1-1,0 1,-60-3,54 4,1 2,0-1,0 1,0 0,0 0,0 1,1 0,-1 0,1 1,0 0,1 0,-1 0,1 0,0 1,0 0,1 0,-1 1,1-1,1 1,-1 0,1 0,1 0,-1 0,1 0,0 1,1-1,0 1,0 0,0-1,1 1,0-1,1 1,0 0,0-1,0 1,1-1,0 0,1 1,0-1,0 1,3 4,-1 0,2-1,-1 0,2 0,-1-1,1 1,1-2,0 1,0-1,1-1,0 1,1-2,0 0,0 0,0 0,1-2,0 1,3 0,-11-5,-1 0,0 0,1-1,-1 1,1 0,-1-1,1 0,-1 0,1 0,-1 0,1-1,-1 0,0 1,1-1,-1 0,0 0,1-1,-1 1,0-1,0 0,0 1,0-1,0-1,-1 1,1 0,-1-1,1 1,-1-1,0 0,0 1,0-1,0 0,-1 0,2-3,42-88,-33 65,1 1,1 0,2 1,1 1,1 1,2-2,-17 24,-1-1,1 1,0 0,0-1,1 1,-1 1,1-1,-1 1,1-1,0 1,0 0,0 0,0 1,0-1,1 1,-1 0,0 0,1 0,-1 1,0-1,1 1,-1 0,1 0,-1 1,0-1,1 1,-1 0,0 0,1 1,-1-1,0 1,0 0,0 0,0 0,-1 1,1 0,8 7,-1 1,0 1,-1-1,0 2,-1-1,0 1,-1 1,0 0,-2 0,1 0,-2 1,0 0,0 0,-2 0,1 8,-3-21,0 0,0-1,0 1,-1 0,1 0,0-1,-1 1,0 0,1 0,-1 0,0 0,0 0,0-1,0 1,-1 0,1 0,0 0,-1 0,1-1,-1 1,0 0,1 0,-1-1,0 1,0 0,0-1,0 1,-1-1,1 0,0 1,-1-1,1 0,0 0,-1 1,0-1,1-1,-1 1,0 0,1 0,-1 0,0-1,0 1,1-1,-1 0,0 1,0-1,0 0,-4-3,1 0,0 0,-1-1,1 0,0 0,0 0,1 0,0-1,-1 1,1-1,1-1,-1 1,1 0,0-1,0 1,1-1,-1 0,1 0,1 0,-1 0,1-1,0 1,0-4,2-1,1 1,0-1,0 1,1 0,0 0,1 0,0 1,1-1,0 1,0 0,1 0,0 0,1 1,0 0,0 1,1-1,1-2,20-24,-1-1,-1-1,-2-2,-1 0,-3-2,-1 0,-2-1,-1-1,-3 0,7-34,-12 22,-3 0,-2-1,-3-47,-4 65,3 37,0 0,-1 0,1 1,0-1,0 0,-1 0,1 0,0 0,-1 0,1 0,0 0,-1 0,1 0,-1 0,1 0,0 0,-1 0,1 0,0 0,-1 0,1 0,0 0,-1 0,1 0,0 0,-1-1,1 1,0 0,0 0,-1 0,1-1,0 1,0 0,-1 0,1-1,0 1,0 0,0-1,-1 1,1 0,0 0,0-1,0 1,0-1,-14 137,14-113,-1 29,2 1,3 0,2-1,2 1,2-2,3 0,2 0,2-1,2-1,4 2,-16-37,1 0,1 0,0-1,0-1,2 1,-1-2,2 1,6 4,-15-13,0 0,1-1,-1 1,1-1,0 0,0 0,-1 0,1-1,1 1,-1-1,0 0,0 0,0 0,0-1,1 1,-1-1,0 0,1-1,-1 1,0-1,0 0,0 0,1 0,-1 0,0-1,0 1,-1-1,1 0,0 0,0-1,-1 1,0-1,2-1,9-12,0-2,-1 1,-1-2,-1 1,-1-2,0 1,-1-1,-2-1,0 0,-1 0,-1 0,2-16,-5 25,0 6,0 0,0 0,-1 0,0 0,-1-1,1 1,-1 0,0-1,-1 1,1 0,-1 0,-1-2,2 8,-1-1,1 1,-1 0,1 0,0 0,-1-1,1 1,-1 0,1 0,-1 0,1 0,0 0,-1 0,1 0,-1 0,1 0,-1 0,1 0,0 0,-1 0,1 0,-1 0,1 1,-1-1,1 0,0 0,-1 0,1 1,0-1,-1 0,1 1,0-1,-1 0,1 1,0-1,-1 0,1 1,0-1,0 0,0 1,-1-1,1 1,0-1,0 0,0 1,0-1,0 1,0-1,0 1,0-1,0 0,0 1,0-1,0 1,0 0,-4 6,0 1,1 0,0-1,0 2,1-1,0 0,1 0,0 1,0-1,0 1,1-1,0 1,1-1,0 0,1 1,-1-1,1 0,1 0,0 0,0 0,0 0,1-1,0 1,1-1,0 0,0 0,0-1,1 1,0-1,0-1,0 1,1-1,0 0,5 3,-2-4,0-1,0 0,0 0,1-1,-1-1,0 0,1 0,-1-1,1 0,-1 0,1-2,-1 1,0-1,3-1,16-7</inkml:trace>
  <inkml:trace contextRef="#ctx0" brushRef="#br1" timeOffset="133485.272">4648 4921,'-18'5,"-9"3,-1 3,8 0,19 0,23-3,26-5,28-10,28-9,24-11,19-9,15-1,-21 4</inkml:trace>
  <inkml:trace contextRef="#ctx0" brushRef="#br1" timeOffset="134033.379">6024 5350,'46'-303,"-46"300,0 1,0-1,0 1,1-1,-1 1,1-1,0 1,0-1,0 1,0-1,0 1,0 0,0 0,1 0,-1 0,1 0,0 0,-1 0,1 0,0 0,0 1,0-1,0 1,1 0,-1-1,0 1,0 0,1 0,-1 0,1 1,0-1,7 3,1 0,0 1,-1 0,0 0,1 1,-1 1,-1 0,1 0,-1 1,0 0,0 0,-1 1,1 0,-2 1,2 1,-6-6,1 0,-1 0,-1 0,1 0,0 0,-1 1,0-1,0 1,0 0,0-1,0 1,-1 0,0 0,1 0,-2 0,1 0,0 1,-1-1,0 0,0 0,0 0,0 1,-1-1,1 0,-1 0,0 0,-1 0,1 0,-1 0,1 0,-1-1,0 1,-1 0,1-1,-1 0,1 1,-1-1,-2 1,-58 24,45-25</inkml:trace>
  <inkml:trace contextRef="#ctx0" brushRef="#br1" timeOffset="134286.767">6332 5376,'3'18,"2"13,3 8,2 4,3 2,0 2,-2 2,-2 2,-6 1,-7-3,-3-10</inkml:trace>
  <inkml:trace contextRef="#ctx0" brushRef="#br1" timeOffset="134767.022">6399 4734,'-51'-238,"47"282,9 20,3 1,3-1,3-1,2 0,24 57,-28-82,1 0,2-1,2 0,1-1,2-1,1-1,20 22,-39-52,0 0,1-1,-1 0,1 1,0-1,0 0,1 0,-1-1,1 1,-1-1,1 0,0 0,-1 0,1 0,0 0,0-1,1 0,-1 0,0 0,0 0,1-1,-1 0,0 1,1-2,-1 1,0 0,0-1,1 0,-1 0,0 0,0 0,0-1,1 0,6-9,0 0,-1 0,-1-1,0 0,0-1,-1 0,-1 0,0-1,-1 0,0 0,-1 0,-1-1,0 0,0-7,-4 22,2-5,-1-1,1 0,-1 1,0-1,0 0,-1 0,0 0,0 0,0 1,-1-1,0 0,0 0,0 0,-1 1,0-1,0 1,-1-2,2 6,0 1,0 0,0 0,1 0,-1 1,0-1,0 0,0 0,0 0,0 1,1-1,-1 0,0 1,0-1,0 1,1-1,-1 1,0-1,1 1,-1 0,0-1,1 1,-1 0,1-1,-1 1,1 0,-1 0,1-1,0 1,-1 0,1 0,0 0,0 0,-1 0,1-1,0 1,0 0,0 0,0 0,0 0,0 0,1 0,-1-1,0 2,-2 5,1 0,0 0,0 0,0 0,1 0,0 0,0 0,1 0,0 0,0 0,1 0,0 0,0 0,0 0,1-1,0 1,0-1,1 0,0 0,0 0,0-1,1 1,0-1,0 0,0 0,1-1,-1 1,1-1,0 0,0-1,1 0,-1 0,1 0,4 1,-3-2,0-1,0 0,0 0,1 0,-1-1,0 0,0-1,1 0,-1 0,0-1,0 0,4-2,16-8</inkml:trace>
  <inkml:trace contextRef="#ctx0" brushRef="#br1" timeOffset="134983.74">6279 4801,'27'-7,"30"-7,25-5,22-2,13 3,8 4,0 7,-5 9,-22 4</inkml:trace>
  <inkml:trace contextRef="#ctx0" brushRef="#br1" timeOffset="135705.022">7429 4988,'-75'-5,"56"3,-1 1,0 0,0 1,0 1,-15 3,30-2,0-1,1 0,0 1,-1 0,1 0,0 0,0 0,0 1,0 0,0 0,1 0,-1 0,1 0,0 1,0 0,0-1,0 1,1 0,-1 0,1 1,0-1,1 0,-1 1,1-1,-1 1,1-1,1 1,-1 0,1 0,0 2,-1 1,1 0,1 1,0-1,0 0,0 0,1 0,0 0,1-1,-1 1,2-1,-1 1,1-1,0 0,0 0,1 0,0-1,3 3,-4-5,-1-1,1 0,0 0,0 0,0 0,0-1,0 0,1 1,-1-2,1 1,0 0,-1-1,1 0,0 0,0 0,-1-1,1 0,0 0,0 0,0 0,0-1,0 0,-1 0,1 0,0 0,-1-1,1 0,-1 0,1 0,-1-1,0 1,0-1,0 0,0 0,-1 0,1-1,-1 1,2-4,4-3,0-1,-1-1,0 1,-1-1,-1-1,0 1,0-1,-1 0,-1 0,0-1,-1 0,-1 1,0-2,-3 26,0 0,0 0,1 0,0 0,0 0,2 0,-1-1,1 1,1 0,0-1,0 1,1-1,1 0,1 2,-5-11,0 1,1 0,-1-1,1 1,-1-1,1 0,0 0,0 0,-1 1,1-2,0 1,0 0,0 0,0 0,0-1,0 0,0 1,0-1,0 0,0 0,1 0,-1 0,0 0,0 0,0-1,0 1,0-1,0 1,0-1,0 0,0 0,0 0,-1 0,2-1,3-1,-1-1,-1 0,1 0,-1-1,1 1,-1-1,-1 0,1 0,-1-1,0 1,1-2,2-9,0 0,-2-1,1 0,-2 0,0-1,-1 1,-1 0,-1-18,3-29,-3 62,-1 1,1-1,0 1,0-1,0 1,0-1,0 1,0-1,0 0,1 1,-1-1,0 1,1 0,-1-1,1 1,0-1,-1 1,1 0,0-1,0 1,0 0,0 0,0 0,0 0,0 0,1 0,-1 0,0 0,0 0,1 0,-1 1,1-1,-1 0,1 1,-1 0,0-1,1 1,0 0,-1 0,1-1,-1 1,1 0,-1 1,1-1,-1 0,1 0,-1 1,1-1,-1 1,1-1,21 9,-1 0,0 1,0 1,-2 1,1 1,-2 1,9 7,-21-14,0 1,-1 0,1 0,-2 1,1-1,-1 1,0 0,-1 1,0-1,-1 1,0 0,0 0,-1 0,0 0,-1 1,0-1,-1 0,0 0,0 1,-1-1,-1 0,0 3,-2 12,3-21,-1 0,1-1,0 1,0 0,0 0,0 0,1 0,-1 0,1 0,0 0,0 0,1-1,-1 1,1 0,0 0,0 0,0 0,0 0,1-1,-1 1,1-1,0 1,0-1,1 0,-1 0,1 0,-1 0,1 0,0 0,0-1,0 1,0-1,2 1,6-1,1-1,-1-1,0 1,0-2,0 0,1 0,-1-1,0 0,0-1,-1 0,1-1,0 0,5-3,26-11</inkml:trace>
  <inkml:trace contextRef="#ctx0" brushRef="#br1" timeOffset="136441.02">8284 4882,'-16'4,"1"1,1 1,-1 0,1 1,0 1,0 0,1 1,0 0,1 1,0 1,0 0,1 0,1 1,0 1,0-1,2 2,-8 12,15-22,0 0,-1-1,1 1,1 0,-1 0,1 0,-1 0,1 0,0 0,0 0,1 0,-1 0,1 0,0-1,0 1,1 0,-1 0,1-1,-1 1,1-1,0 1,0-1,1 0,-1 0,1 0,-1 0,1 0,0 0,3 1,105 59,-98-57,-2-1,7 1,-1 1,0 1,0 0,-1 1,0 1,-1 0,0 1,-1 1,0 1,0 0,-2 0,0 1,3 5,-14-17,1 1,-1-1,1 1,-1-1,0 1,0 0,0 0,-1-1,1 1,-1 0,1 0,-1 0,0 0,0 0,0 0,-1 0,1 0,-1-1,1 1,-1 0,0 0,0 0,0-1,-1 1,1-1,-1 1,1-1,-1 1,0-1,0 0,0 0,0 0,0 0,0 0,-1 0,1-1,-1 1,1-1,-1 0,0 1,1-1,-2 0,-1 1,-1 0,0 0,1 0,-1-1,0 1,0-2,0 1,0-1,0 0,0 0,0 0,0-1,0 0,0 0,0 0,0-1,1 0,-1 0,-3-3,8 4,-1 0,1 0,0-1,0 1,-1-1,1 1,0-1,1 0,-1 1,0-1,0 0,1 0,-1 1,1-1,-1 0,1 0,0 0,0 0,0 1,0-1,0 0,0 0,1 0,-1 0,0 0,1 1,-1-1,1 0,0 0,0 1,0-1,0 1,0-1,0 0,44-51,-24 36,0 0,1 2,0 0,2 2,0 0,0 2,1 0,6 0,-29 10,0 1,-1-1,1 1,0-1,0 1,0-1,0 1,0 0,1 0,-1 0,0 0,0 1,0-1,0 0,0 1,-1-1,1 1,0 0,0 0,0 0,0 0,-1 0,1 0,0 0,-1 0,1 1,-1-1,1 1,-1-1,0 1,0-1,1 1,-1 0,0 0,-1-1,1 1,0 0,0 0,-1 0,1 0,-1 0,0 0,0 0,1 2,1 7,-1-4,0-1,0 0,0 0,1 0,0-1,0 1,0 0,1-1,0 1,0-1,0 0,1 0,-1 0,1 0,1-1,-1 1,0-1,1 0,0-1,0 1,2 0,-1-1,-1 0,1-1,-1 0,1 0,0-1,0 0,0 0,0 0,0 0,0-1,0 0,0-1,0 1,0-1,0 0,0 0,-1-1,1 0,0 0,-1 0,1-1,-1 0,0 0,0 0,0-1,0 1,-1-1,1 0,-1-1,0 1,0-1,0 0,-1 0,0 0,3-5,-3 5,-1-1,0 1,1-1,-2 1,1-1,0 0,-1 0,0 0,-1 0,0 1,1-1,-2 0,1 0,-1 0,0 0,0 0,0 0,-1 1,0-1,0 0,-1 1,1 0,-1-1,0 1,-1 0,1 1,-1-1,0 1,0-1,0 1,-1 0,1 1,-1-1,0 1,0 0,-1 0,1 0,0 1,-6-2,5 3,0-1,0 1,0 0,0 1,0 0,0 0,0 0,0 0,0 1,0 0,0 1,0-1,0 1,0 0,1 0,-1 1,1 0,0 0,-1 0,1 1,1-1,-1 1,0 0,1 1,0-1,0 1,0 0,1 0,-1 0,1 0,1 0,-1 1,1 0,-1 0,0 4,-1 0,1 0,1 0,0 0,1 0,-1 1,2-1,0 0,0 1,1-1,0 4,0-9,0-1,0 1,0 0,1-1,0 1,-1-1,2 0,-1 0,0 1,1-1,0-1,0 1,0 0,0-1,0 0,1 1,0-1,-1-1,1 1,0 0,1-1,-1 0,0 0,1 0,3 0,23 4,-1-5</inkml:trace>
  <inkml:trace contextRef="#ctx0" brushRef="#br1" timeOffset="136682.33">8966 4854,'-12'-13,"-5"-8,-5 1,-1 5,2 11,3 10,6 10,5 10,3 8,2-3</inkml:trace>
  <inkml:trace contextRef="#ctx0" brushRef="#br1" timeOffset="136850.528">9112 5402,'7'16,"7"10,5 7,5 1,4-2,5-3,3-7,5-8,0-5,-3-7,-8-6,-8-2</inkml:trace>
  <inkml:trace contextRef="#ctx0" brushRef="#br1" timeOffset="140087.582">129 283,'0'-3,"0"-11,2 28,14 323,2 41,16-2,46 175,-67-476,4 1,3-2,3-1,3 0,7 5,-30-71,-3-6,1 1,-1 0,0 0,1 0,-1-1,1 1,0 0,0-1,-1 1,1 0,0-1,0 1,1-1,-1 0,0 1,0-1,1 0,-1 0,1 0,-1 0,1 0,-1 0,1 0,-1 0,1 0,0-1,0 1,-1-1,1 1,0-1,0 0,0 0,-1 0,2 0,179-81,-47 43,89-11,-135 31,1011-228,-646 153,-445 92,-2 0,0 0,0-1,-1 1,1-1,0 0,-1-1,1 0,-1 0,0 0,0-1,3-2,38-8,-28 13,32-9,0-1,-1-3,-1-2,0-2,-1-2,0-2,-2-2,-1-2,15-14,-18 5,-2-2,-1-2,-2-2,-2-1,-2-2,-1-1,-3-2,-1 0,-3-2,2-10,5-12,-3-1,-3-1,-3-2,-3-1,-4 0,-3-1,-4 0,-3-1,-3 0,-6-62,2 119,1 10,0 0,0 1,-1-1,-1 0,1 1,-2-1,0 1,0-1,0 1,-2 0,1 0,-3-4,3 12,-1-1,1 0,0 1,-1 0,1 0,-1 1,0-1,0 1,1 0,-1 0,0 0,0 1,0 0,0 0,0 0,0 0,0 1,0 0,1 0,-1 0,0 1,1-1,-1 1,-3 2,-26 4,16-7,-1 0,1-2,0 0,0-1,1-1,-1-1,0 0,1-1,0-1,-1-1,-60-17,-28 5,-1 5,-1 4,0 5,0 4,0 6,-12 5,-1049 107,752-98,-116-22,107-26,425 28,-1 0,0 1,0-1,1 1,-1-1,0 1,0-1,0 1,0 0,1 0,-1 0,0 0,0 1,0-1,0 0,1 1,-1-1,0 1,0 0,1-1,-1 1,0 0,1 0,-1 0,1 0,-1 0,1 1,0-1,-1 0,1 1,0-1,0 1,0-1,0 1,0-1,0 1,0 0,1-1,-1 1,1 0,-1 0,1 0,0-1,-1 1,1 0,0 0,0 0,1 1,-4 59,3 10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11:14:37.98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159 202,'767'-8,"-309"17,-510-10,18 1</inkml:trace>
  <inkml:trace contextRef="#ctx0" brushRef="#br0" timeOffset="1330.549">641 56,'-2'-1,"0"0,1 1,-1-1,0 1,0-1,0 1,0 0,0-1,1 1,-1 0,0 1,0-1,0 0,0 0,0 1,1-1,-1 1,0 0,0-1,0 1,1 0,-1 0,-1 1,-1 0,-278 136,-27-16,374-114,-49-4,-1 0,0 1,0 0,0 1,0 1,-1 1,10 7,91 35,-97-46,0 0,0-2,1 0,-1-2,0 0,1-1,-1 0,1-2,17-4,-33 6,0 0,0 0,0 0,-1 0,1 0,0-1,0 1,-1-1,1 0,-1 0,0 0,1 0,-1 0,0-1,0 1,0-1,-1 1,1-1,-1 1,1-1,-1 0,0 0,0 0,0 0,0 0,-1 0,1 0,-1 0,0 0,0 0,0 0,0 0,0-1,-1 1,1 0,-1 0,0 0,0 0,0 0,-1 0,-8-23,-1 0,-1 1,-1 1,-1 0,-2 0,-8-9,24 33,-1-1,1 0,0 0,0 0,-1 0,1 0,0 0,-1 1,1-1,-1 0,1 0,-1 1,0-1,1 0,-1 1,0-1,1 1,-1-1,0 0,0 1,0 0,1-1,-1 1,0-1,0 1,0 0,0 0,0 0,0-1,0 1,1 0,-1 0,0 0,0 0,0 0,0 1,0-1,0 0,0 0,0 1,1-1,-1 0,0 1,0-1,0 1,0-1,1 1,-1-1,0 1,1 0,-1-1,0 2,-18 32,18-29,-1-1,0 1,-1-1,1 1,-1-1,0 0,0 0,0 0,0-1,-1 1,1-1,-1 1,0-1,0 0,-1-1,1 1,0-1,-2 1,-134 17,122-19,-5 1,25-2,70-4,0-3,0-4,6-4,-30 6,-138 38,-146 27,235-56,0-1,1 1,-1 0,0 0,1 0,-1 0,1 0,-1 0,0 0,1 0,-1 0,0 0,1 0,-1 0,0 0,1 0,-1 1,1-1,-1 0,0 0,1 1,-1-1,1 0,-1 1,1-1,-1 1,1-1,-1 1,1-1,0 1,-1-1,1 1,0-1,-1 1,1-1,0 1,0 0,-1-1,1 1,0 0,0-1,0 1,0-1,0 1,0 0,0-1,0 1,0 0,0-1,0 1,0 0,1-1,-1 1,0-1,0 1,1 0,-1-1,0 1,15 2,-1-1,0 0,1 0,0-2,-1 0,1-1,6-1,-10 2,103-15,-102 10,-17 1,-23 1,11 2,-70 7,115 11,2-15,-19-4</inkml:trace>
  <inkml:trace contextRef="#ctx0" brushRef="#br0" timeOffset="2783.112">1148 189,'388'-13,"-284"5,-102 5,-7 2</inkml:trace>
  <inkml:trace contextRef="#ctx0" brushRef="#br0" timeOffset="5431.415">627 109,'0'0,"1"-1,-1 1,1-1,-1 0,0 1,1-1,-1 1,0-1,0 0,1 1,-1-1,0 0,0 1,0-1,0 0,0 0,0 1,0-1,0 0,0 1,0-1,0 0,0 1,-1-1,1 0,0 1,0-1,-1 0,1 1,-1-1,1 1,0-1,-1 0,1 1,-1-1,1 1,-1 0,1-1,-1 1,0-1,1 1,-1 0,1-1,-1 1,0 0,1 0,-1-1,0 1,1 0,-1 0,0 0,0 0,1 0,-1 0,0 0,1 0,-1 0,0 0,1 1,-1-1,0 0,1 0,-1 1,-48 22,41-18,-265 148,231-135,51-30,293-201,-287 201,-25 13,-229 159,264-183,105-68,-118 84,-17 13,-20 14,-27 19,-114 72,164-109,-18 9,21-11,-1 0,0 0,0 0,1 0,-1-1,0 1,0 0,1 0,-1 0,0 0,0 0,1 0,-1 0,0 0,0 0,1 0,-1 0,0 0,1 0,-1 0,0 0,0 0,1 0,-1 0,0 0,0 1,1-1,-1 0,0 0,0 0,1 0,-1 1,0-1,0 0,0 0,0 0,1 1,-1-1,0 0,0 0,0 0,0 1,0-1,0 0,1 1,-1-1,0 0,0 0,0 1,0-1,0 0,0 0,0 1,0-1,0 0,0 0,0 1,-1-1,1 0,0 1,0-1,0 0,0 0,0 0,0 1,-1-1,1 0,0 0,256 0,-238-1,30 0,1 3,-1 1,39 8,-87-11,1 1,0-1,-1 1,1-1,0 0,0 0,-1 1,1-1,0 0,0 0,0 0,-1 0,1 0,0 0,0 0,0 0,-1 0,1 0,0 0,0 0,-1-1,1 1,0 0,0-1,-1 1,1 0,0-1,-1 1,1-1,0 1,-1-1,1 0,-1 1,1-1,-1 1,1-1,-1 0,0 1,1-1,-1 0,0 0,1 1,-1-1,0 0,0 0,0 1,0-1,1 0,-1 0,0 0,-1 1,1-2,-1-35,-2 1,-1-1,-2 1,-1-1,-7-14,-5 5,14 57,2 163,-2-159,0-20,-3-24,1-61,7 89,-1 0,1 0,-1 0,1 0,-1 0,1 0,-1 0,0 0,1 0,-1 0,0 0,0 1,0-1,0 0,1 1,-1-1,0 1,0-1,0 1,0-1,0 1,-1-1,1 1,0 0,0 0,0 0,0 0,0 0,0 0,0 0,-1 0,1 0,0 0,0 0,0 1,0-1,0 0,0 1,0-1,0 1,0-1,0 1,0 0,0-1,0 1,1 0,-1 0,0-1,0 1,1 0,-1 0,0 0,1 0,-1 1,-1-1,-202 120,56-62,146-59,-26 14,28-14,-1 0,1 0,-1 0,1 0,0 0,-1 1,1-1,-1 0,1 0,0 1,-1-1,1 0,0 0,-1 1,1-1,0 0,-1 1,1-1,0 0,0 1,0-1,-1 1,1-1,0 0,0 1,0-1,0 1,0-1,-1 0,1 1,0-1,0 1,0-1,0 1,0-1,1 1,-1-1,0 0,0 1,0-1,0 1,0-1,1 0,-1 1,0-1,0 1,0-1,1 0,-1 1,0-1,1 0,-1 0,0 1,1-1,-1 0,0 0,1 1,9 3,1 0,-1-1,1-1,0 1,0-1,0-1,0 0,0-1,5 0,4 0,343 24,-361-24,-1-1,1 1,0-1,-1 0,1 0,-1 0,1 0,-1 0,1 0,-1 0,1 0,-1 0,0-1,0 1,0-1,0 1,0-1,0 1,0-1,0 1,0-1,-1 0,1 0,-1 1,1-1,-1 0,0 0,0 0,0 1,0-1,0 0,0 0,0 0,0 1,-1-1,1 0,-1 0,1 1,-1-1,0 0,0-1,-1-9,-12-103,14 115,-1 0,1 0,0 0,0 1,0-1,0 0,-1 0,1 0,0 0,0 1,-1-1,1 0,0 0,0 0,0 0,-1 0,1 0,0 0,0 0,-1 0,1 0,0 0,0 0,-1 0,1 0,0 0,-1 0,1 0,0 0,0 0,0 0,-1 0,1 0,0 0,0 0,-1-1,1 1,0 0,0 0,0 0,-1 0,1-1,0 1,0 0,0 0,0 0,-1-1,1 1,0 0,0 0,0-1,0 1,0 0,0 0,0-1,0 1,0 0,0 0,0-1,0 1,0 0,-4 22,2 139,-5-133,7-28,-1 1,1-1,-1 0,1 1,-1-1,1 0,-1 0,1 1,-1-1,1 0,-1 0,1 0,-1 0,1 0,-1 0,1 0,-1 0,1 0,-1 0,0 0,1 0,-1 0,1 0,-1 0,1-1,-1 1,1 0,-1 0,1 0,0-1,-1 1,1 0,-1-1,1 1,0-1,-1 1,1 0,-1-1,1 1,0-1,0 1,-1-1,1 1,0-1,0 1,0-1,0 1,-1-1,0-1,-1 0,1 0,-1 0,0 0,0 0,0 1,0-1,0 0,0 1,-1 0,1 0,0-1,-1 1,1 1,-1-1,1 0,-1 1,0-1,1 1,-1-1,1 1,-1 0,0 0,1 1,-1-1,1 1,-1-1,0 1,1 0,-1-1,1 1,0 1,-3 0,-62 25,44-17,-1 0,0-2,0 0,-1-2,0-1,-17 1,-49-20,30 21,43-1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11:14:58.485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76 209,'160'-12,"-11"10,-228-7,35 5,-1 3,0 1,1 2,0 2,-25 7,54-7,35 1,252-54,-71 36,-157 25,-44-11,0 0,0 0,-1 0,1 0,0 0,-1 0,1 0,-1-1,1 1,-1 0,1 0,-1-1,1 1,-1 0,0-1,0 1,1 0,-1-1,0 1,0-1,0 1,1-1,-1 0,0 1,0-1,0 0,0 0,0 1,0-1,0 0,0 0,0 0,0 0,-28 4,0 0,1-2,-1-2,-23-1,5 0,-90 0,445 1,-266 5,-69 3,7-8</inkml:trace>
  <inkml:trace contextRef="#ctx0" brushRef="#br0" timeOffset="2061.334">249 35,'-58'24,"44"-16,-128 73,140-80,1-1,-1 1,1 0,-1 0,1 0,-1 0,1 0,-1 0,1 0,0 1,0-1,-1 0,1 1,0-1,0 1,1-1,-1 1,0 0,0-1,1 1,-1 0,1-1,-1 1,1 0,0 0,0 0,0-1,0 1,0 0,0 0,0-1,1 1,-1 0,1 0,-1-1,1 1,-1 0,1-1,0 1,0-1,0 1,0-1,0 1,0-1,0 0,1 1,-1-1,2 1,53 3,-50-6,0 1,-1 0,1 0,-1 0,1 1,-1 0,1 0,-1 0,0 1,1 0,-1 0,0 0,0 1,81 69,-86-71,1-1,0 1,-1-1,1 0,0 1,0-1,0 0,-1 0,1 0,0 1,0-1,0 0,0 0,-1 0,1 0,0 0,0 0,0-1,0 1,0 0,-1 0,1-1,0 1,0 0,-1-1,1 1,0-1,0 1,-1-1,1 1,0-1,-1 1,1-1,-1 0,1 1,-1-1,1 0,-1 1,0-1,1 0,-1 0,0 0,1 1,-1-1,0 0,5-43,-5 39,1-42,-3 0,-2 1,-7-33,11 78,0 0,1 0,-1 0,0 1,1-1,-1 0,0 0,0 0,0 0,1 1,-1-1,0 0,0 0,0 0,-1 0,1 0,0 1,0-1,0 0,-1 0,1 0,0 0,-1 1,1-1,-1 0,1 0,-1 1,1-1,-1 0,1 1,-1-1,0 1,1-1,-1 1,0-1,1 1,-1-1,0 1,0 0,1-1,-1 1,0 0,0 0,0-1,0 1,0 0,1 0,-1 0,0 0,0 0,0 0,0 1,0-1,1 0,-1 0,0 0,0 1,0-1,1 0,-2 1,-28 43,-20 17,83-65,-47 21,13-17,1 0,0 0,-1 0,1 0,0 0,-1 0,1 0,0 0,-1 0,1 0,-1 0,1 0,0 0,-1 0,1 0,0 1,-1-1,1 0,0 0,-1 0,1 1,0-1,0 0,-1 0,1 1,0-1,0 0,-1 1,1-1,0 0,0 1,0-1,0 0,0 1,-1-1,1 0,0 1,0-1,0 0,0 1,0-1,0 1,0-1,0 0,0 1,0-1,0 0,1 1,-1-1,0 0,0 1,0-1,0 0,1 1,-1-1,0 0,0 1,0-1,1 0,-1 0,0 1,1-1,-1 0,0 0,1 1,-1-1,28 5,46-4,0-4,0-3,31-8,-79 11,-156-9,-15 17,145-5,0 1,1-1,-1 0,0 1,0-1,0 0,0 0,0 1,0-1,0 0,0 1,0-1,1 0,-1 0,0 1,-1-1,1 0,0 1,0-1,0 0,0 1,0-1,0 0,0 0,0 1,0-1,-1 0,1 0,0 1,0-1,0 0,-1 0,1 1,0-1,0 0,-1 0,1 0,0 0,0 1,-1-1,1 0,0 0,0 0,-1 0,1 0,0 0,-1 0,1 0,0 0,-1 0,1 0,0 0,0 0,-1 0,1 0,0 0,-1 0,1 0,0 0,0 0,-1 0,1-1,0 1,24 6,258-3,-289-3,-36 0,0 2,0 1,0 3,-17 4,43-2,27 0,28-5,0-1,1-3,-1-1,0-1,14-5,-138 6,-23 2,99 2,17 0,16 2,171 2,-195-6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11:15:20.87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1,'2'0,"1"0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11:15:42.18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136 396,'-4'-19,"2"24,4 36,18 190,-9 1,-18 183,-3-349,6-65,-6-58,-92-596,91 600,3 0,2-1,2 0,3 0,1 35,1 0,1 0,0 1,2-1,0 1,1-1,1 1,1 1,0-1,1 1,1 0,0 1,2 0,-7 9,0 2,1-1,-1 0,1 1,1 0,-1 0,1 0,-1 1,1 0,1 0,-1 0,0 1,1 0,0 0,0 1,0 0,0 0,0 1,0-1,0 1,0 1,1 0,-1 0,0 0,2 1,132 44,-93-26,18 4,1-4,1-2,0-4,1-2,0-3,0-4,33-3,25-6,-1-6,0-5,81-23,-112 18,115-25,2 9,93 0,-195 30,0 5,0 5,17 6,-126-9,10 0,-1 1,1 0,0 0,-1 1,1 1,-1 0,1 0,-1 1,0 1,-1-1,1 1,-1 1,0 0,0 0,1 2,71 49,-29-26,-33-16,1 2,-2 0,-1 1,0 1,-1 0,-1 1,-1 1,0 1,-2 0,-1 0,0 1,6 23,2 15,-3 1,-2 0,-3 1,1 36,2 120,-13 199,-1-408,-16 147,14-150,0-1,0 1,0 0,-1-1,0 0,0 1,-1-1,0-1,0 1,0 0,-1-1,0 0,0 0,0 0,0-1,-1 0,1 0,-1 0,-1-1,-5 4,-10-1,0-1,-1-1,1 0,-1-2,0-1,1-1,-22-2,32 2,-742-44,506 47,1 10,0 11,-227 53,370-57,-213 40,-45-9,340-49,-10 2,-1-2,1 0,-1-3,-26-3,56 3,-1-1,1 0,0 0,0 0,0 0,0 0,0-1,1 1,-1-1,1 1,0-1,-1 0,1 0,1 0,-1-1,0 1,1 0,-1-1,1 1,0-2,-2-2,-13-34,2-1,2-1,2 0,2 0,2-1,1-4,-20-372,23 345,-4-127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11:14:21.52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6565 2475,'0'0,"0"1,0-1,0 1,0-1,0 0,0 1,0-1,0 1,0-1,0 1,0-1,1 0,-1 1,0-1,0 1,0-1,1 0,-1 1,0-1,1 0,-1 1,0-1,1 0,-1 0,0 1,1-1,-1 0,0 0,1 1,-1-1,1 0,-1 0,1 0,-1 0,0 0,1 0,-1 0,1 0,-1 0,1 0,-1 0,1 0,-1 0,0 0,1 0,-1 0,1 0,-1-1,0 1,1 0,0 0,69 4,-1-3,62-8,-26 2,118 1,-224 4,-11 1</inkml:trace>
  <inkml:trace contextRef="#ctx0" brushRef="#br0" timeOffset="1554.145">6779 2328,'-115'57,"-43"20,157-77,0 0,0 0,0 0,0 0,0 0,0 0,0 1,0-1,0 0,0 1,0-1,1 0,-1 1,0-1,0 1,0-1,1 1,-1 0,0-1,0 1,1 0,-1-1,1 1,-1 0,1 0,-1 0,1 0,-1-1,1 1,0 0,-1 0,1 0,0 0,0 0,0 0,0 0,0 0,0 0,0 0,0 0,0 0,0 0,0 0,1 0,-1-1,0 1,1 0,-1 0,0 0,1 0,-1 0,1-1,0 1,-1 0,119 68,0 20,-96-83,-15-34,-1-56,-2 0,-8-80,3 167,0 1,0 0,-1-1,1 1,-1 0,0-1,0 1,0-1,0 1,-1-1,1 0,-1 0,0 1,0-1,0 0,0-1,-1 1,1 0,-1-1,0 1,0-1,0 0,0 0,0 0,-1 1,-90 29,77-28,17-3,1-1,-1 0,1 1,-1-1,1 0,-1 1,0-1,1 1,-1-1,1 1,-1-1,0 1,1-1,-1 1,0-1,0 1,0-1,1 1,-1 0,0-1,0 1,0-1,0 1,0 0,0-1,0 1,0-1,0 1,0-1,0 1,-1 0,1-1,0 1,0-1,-1 1,1-1,0 1,-1-1,1 1,0-1,-1 1,1-1,0 1,-1-1,1 0,-1 1,1-1,-1 0,1 1,-1-1,1 0,-1 0,0 0,1 1,-1-1,1 0,-1 0,0 0,1 0,-1 0,1 0,-1 0,1 0,-1 0,0 0,1 0,-1-1,1 1,-1 0,77 2,-67 2,-28 11,4-2,15-12,1 0,-1 1,1-1,-1 0,1 0,0 0,0 0,0 0,-1 0,1 0,0 0,0 0,0 0,0 0,1-1,-1 1,0 0,0-1,0 1,1-1,-1 1,0-1,0 0,1 1,-1-1,0 0,1 0,0 0,-1 1,33 5,-1-1,1-1,0-2,28-2,-34 0,34 1,0-4,0-2,45-10,-137 19,0-2,0-2,0 0,0-2,0-1,0-2,0-1,1-1,-9-4,28 8,3 0,0 0,-1 1,0 0,1 0,-1 1,0 0,0 0,0 1,0 0,0 0,-7 2,15-2,-1 1,1-1,-1 0,0 1,1 0,-1-1,1 1,-1-1,1 1,-1 0,1-1,-1 1,1 0,0-1,-1 1,1 0,0 0,0-1,0 1,-1 0,1 0,0-1,0 1,0 0,0 0,0 0,0-1,1 1,-1 0,0 0,0-1,0 1,1 0,-1 0,1-1,-1 1,0 0,1-1,-1 1,1 0,-1-1,1 1,-1-1,1 1,0-1,-1 1,1-1,0 0,-1 1,1-1,0 0,0 1,-1-1,1 0,0 0,0 0,-1 1,1-1,0 0,0 0,0 0,17 5,1-1,0 0,1-1,-1-1,0-1,1-1,-1 0,1-2,-2 2,414-27,-400 11,-28 8</inkml:trace>
  <inkml:trace contextRef="#ctx0" brushRef="#br0" timeOffset="14656.469">6698 2541,'4'2,"-1"0,1 0,0 0,0-1,0 0,0 0,0 0,0 0,0-1,0 1,0-1,1 0,-1 0,2-1,9 1,448-23,-410 22,-1 3,0 2,0 2,-1 3,0 2,8 4,-54-14,-3-2</inkml:trace>
  <inkml:trace contextRef="#ctx0" brushRef="#br1" timeOffset="33552.068">6351 4400,'288'-10,"-231"6,-77 4,-39-1,0 3,1 3,0 1,-14 6,99-8,395-32,-500 26,65 0</inkml:trace>
  <inkml:trace contextRef="#ctx0" brushRef="#br1" timeOffset="34916.392">6578 4226,'-196'154,"195"-154,0 1,0-1,0 0,0 0,0 1,0-1,0 0,1 1,-1-1,0 1,0-1,0 1,0 0,0-1,1 1,-1 0,0-1,1 1,-1 0,0 0,1 0,-1 0,1 0,-1 0,1-1,0 1,-1 0,1 0,0 0,0 0,0 0,-1 0,1 1,0-1,0 0,1 0,-1 0,0 0,0 0,0 0,1 0,-1 0,0 0,1-1,-1 1,1 0,-1 0,1 0,0 0,-1 0,1-1,0 1,-1 0,1-1,0 1,0 0,0-1,0 1,227 81,-227-82,0 1,0-1,0 1,0-1,0 0,0 1,0-1,0 0,0 0,0 0,0 0,0 0,0 0,0 0,0 0,0-1,0 1,0 0,0-1,0 1,0 0,0-1,0 1,0-1,0 0,0 1,0-1,-1 0,1 1,0-1,0 0,-1 0,1 0,-1 1,1-1,-1 0,1 0,-1 0,1 0,-1 0,0 0,1 0,-1 0,0 0,0-1,0 1,0 0,0 0,0 0,0 0,0 0,-1 0,1 0,0 0,0 0,-1-1,-1-18,0 0,-1 1,-1-1,-1 0,-1 1,-1 0,0 0,-7-11,14 29,-1 0,1 0,0 0,0 0,0 0,-1 0,1 0,-1 1,1-1,-1 0,1 0,-1 0,1 1,-1-1,1 0,-1 1,0-1,0 0,1 1,-1-1,0 1,0-1,1 1,-1 0,0-1,0 1,0 0,0-1,0 1,0 0,0 0,0 0,0 0,0 0,1 0,-1 0,0 0,0 0,0 0,0 1,0-1,0 0,0 1,0-1,1 1,-1-1,0 1,0-1,1 1,-1-1,0 1,0 0,1-1,-1 2,-85 82,78-71,30-12,-19-1,363-15,-536-21,52 31,496-8,-630 38,196-18,77-1,-5-5</inkml:trace>
  <inkml:trace contextRef="#ctx0" brushRef="#br1" timeOffset="40192.736">6458 4775,'10'539,"45"676,-54-1148,3 6,-4-1,-3 1,-3-1,-8 35,10-95,1-17,2-19,2-24,-1 31</inkml:trace>
  <inkml:trace contextRef="#ctx0" brushRef="#br1" timeOffset="40502.526">6351 6767,'18'83,"3"0,5-1,2-1,6 2,-27-65,67 156,-74-173,0 0,0 0,0-1,0 1,0 0,0 0,0 0,0-1,0 1,0 0,0 0,1 0,-1-1,0 1,1 0,-1 0,1-1,-1 1,0 0,1-1,-1 1,1 0,0-1,-1 1,1-1,0 1,-1-1,1 1,0-1,-1 0,1 1,0-1,0 0,-1 0,1 1,0-1,0 0,0 0,0 0,-1 0,1 0,0 0,0 0,0 0,-1 0,1 0,0-1,0 1,0 0,-1-1,1 1,0 0,-1-1,1 1,0-1,0 1,21-100,-14 56</inkml:trace>
  <inkml:trace contextRef="#ctx0" brushRef="#br1" timeOffset="40940.388">6659 6846,'-180'199,"179"-197,0-1,0 1,0-1,0 0,0 1,-1-1,1 0,0 0,-1 1,1-1,-1 0,1-1,-1 1,0 0,1 0,-1-1,0 1,0-1,1 1,-1-1,0 0,0 1,0-1,1 0,-1-1,0 1,0 0,0 0,1-1,-1 1,0-1,0 1,1-1,-1 0,0 0,1 0,-1 0,1 0,-1 0,0-1,-5-8,0-1,1 0,0 0,1 0,1-1,-1 1,2-1,-2-7,-3-8,-10-39,18 65,0 1,1-1,-1 1,0-1,1 1,-1-1,1 1,-1-1,1 1,-1-1,1 1,-1 0,1-1,-1 1,1 0,0 0,-1-1,1 1,-1 0,1 0,0 0,-1 0,1 0,0 0,-1 0,1 0,0 0,-1 0,1 0,0 0,-1 0,1 0,-1 1,1-1,0 0,-1 0,1 1,-1-1,1 1,-1-1,1 0,-1 1,1-1,-1 1,1-1,-1 1,1 0,6 2,12-1,-1 0,1-1,0 0,-1-2,1 0,-1-2,1 1,-1-2,0-1,0 0,0-1,-1-1,6-4,33-8,-55 18,0 0,1 0,-1 0,0 1,0-1,1 1,-1-1,0 1,1-1,-1 1,1 0,-1-1,0 1,1 0,-1 0,1 0,-1 0,1 1,-1-1,0 0,1 0,-1 1,0-1,1 1,-1-1,0 1,1 0,-1 0,0-1,0 1,0 0,0 0,0 0,0 0,0 0,0 0,0 1,0-1,0 0,-1 0,1 1,0 0,1 14,-1 1,0 0,-1 0,0-1,-2 1,0 0,-1-1,-3 10,1 5,-56 268,55-266</inkml:trace>
  <inkml:trace contextRef="#ctx0" brushRef="#br1" timeOffset="42105.189">6431 4908,'-16'42,"-21"60,-4-2,-8 5,39-87,13-24,1-1,0-1,0 1,1 0,0 1,0-1,0 1,1 0,0 0,4-2,-2 5,0 0,0 0,1 1,-1 0,1 0,-1 1,1 1,0-1,-1 1,1 1,0 0,-1 0,1 0,3 2,20 1,97 3,-129-7,0-1,0 0,0 0,0 0,0 0,-1 0,1 0,0 0,0 0,-1 0,1 0,-1 0,1 1,-1-1,1 0,-1 0,1 0,-1 1,0-1,1 0,-1 1,0-1,1 1,-1-1,0 1,0-1,0 1,0-1,0 1,0 0,1-1,-1 1,-1 0,-2-4,-8-8,2-1,0 0,0-1,2 0,-1 0,2-1,0 0,0 0,2-1,0 0,1 0,0 0,1 0,1-1,1 1,0-15,-10-49,7 136,5 58,-12-160,16 60,-3-2</inkml:trace>
  <inkml:trace contextRef="#ctx0" brushRef="#br1" timeOffset="48929.146">3290 3625,'0'-13,"1"0,0 0,-1 0,0 0,-1 0,0 0,-1 0,-1 0,0 1,-1-1,0 1,0 0,-2 0,0 0,0 1,-1 0,-2-4,-129-112,107 101,-1 1,-1 1,-1 2,-17-7,13 11,-2 2,0 2,0 1,-42-7,63 16,-4-1,1 2,-1 1,0 0,0 2,-1 1,2 0,-1 2,0 1,0 0,1 2,0 0,0 2,1 0,0 2,0 0,-16 11,3 1,0 2,2 0,1 2,-18 20,34-31,-1 0,0 1,1 1,1 0,1 1,0 0,1 3,-139 280,138-267,2 0,1 1,2 0,1 0,2 1,0 27,3-40,0 0,2 0,0 0,1 0,1 0,2 0,0-1,1 1,2-1,0 0,1 0,-6-17,14 43,2 0,3-1,1-2,2 0,3-1,1-2,17 20,-21-37,0 0,1-2,2-1,0-1,9 4,-1-2,1-2,0-1,2-2,0-2,1-1,0-2,1-2,1-2,0-1,0-2,0-2,1-2,-1-1,37-5,-51 0,0-1,0 0,-1-2,0-1,0-2,-1 0,0-1,-1-2,0 0,-1-2,16-13,27-27,-3-3,-3-3,-2-2,24-37,-54 64,-2-1,-2 0,-1-2,-2-1,-2-1,-1 0,10-40,-21 49,-2 0,-1 0,-2 0,-1 0,-1-1,-2 1,-1 0,-2 0,-1 0,-1 1,-2-1,-1 2,-1-1,-14-23,-66-137,86 184,0 0,-1 0,1 1,-1-1,-1 1,1 1,-1-1,0 1,0 0,0 1,-1 0,0 0,0 1,0 0,0 0,-5-1,-136-14,87 16</inkml:trace>
  <inkml:trace contextRef="#ctx0" brushRef="#br0" timeOffset="64407.557">469 3250,'-14'1,"29"10,0-6,-1 0,1-1,1-1,-1 0,0-2,1 1,-1-2,1 0,-1-1,1 0,-1-2,0 1,0-2,12-4,17-7,-1-2,-1-2,-1-2,14-10,262-173,-302 194,-1 0,0-2,0 1,-1-1,0-1,-1 0,-1-1,0-1,-1 1,-1-2,0 1,-1-1,0 0,2-10,5-34,-2 0,-3 0,-2-1,-3 0,-3-3,0 18,-1 30,6-82,-5 1,-7-49,1 121,0 1,-1 0,-2 0,0 0,-2 1,0 0,-2 1,0 0,-2 1,0 0,-1 1,-7-7,-8-6,0 1,-2 2,-2 1,0 1,-2 2,-26-14,-101-41,141 71,0 1,-1 1,0 1,0 1,0 1,-1 1,0 1,0 1,-13 1,13 1,-1 0,0 2,1 0,-1 2,1 0,0 2,-18 6,20-4,1 0,-1 2,2 0,-1 1,2 1,-1 1,2 0,0 1,0 1,2 1,-1 1,2 0,1 0,-2 3,-33 55,30-52,2 2,1 0,1 1,1 1,1 0,1 2,1 1,-10 29,3 1,2 1,3 1,3-1,0 42,10 246,1-316,3 1,0-1,2 0,2-1,1 1,1-2,1 1,2-2,5 7,20 30,2-2,4-1,24 25,-57-72,0-1,1 0,1 0,0-2,1 0,0 0,2-2,-1 0,1-1,1 0,0-1,1-2,0 1,0-2,2 0,-6-4,-1-1,1 0,0-1,-1 0,1-1,0-1,0 0,-1-1,1-1,-1 0,0-1,0-1,0 0,0-1,1-1,158-95,-171 101,0 0,0 0,-1 0,1 0,0 0,-1-1,1 1,-1 0,1-1,-1 1,0-1,1 0,-1 1,0-1,0 0,0 0,-1 1,1-1,0 0,-1 0,1 0,-1-1,-2-4</inkml:trace>
  <inkml:trace contextRef="#ctx0" brushRef="#br0" timeOffset="78490.649">6752 189,'5'-29,"2"72,15 228,23 71,-41-318,3 12,-1 0,-1 0,-2 0,-2 0,-1 0,-2 0,-1 0,-6 26,5-50,1 1,-1-1,-1 0,0-1,-1 1,0-1,-1 0,0-1,-1 0,0 0,0 0,-1-1,0 0,-1-1,0 0,0-1,-1 0,0 0,0-1,-4 1,-67-9,38-5,2 8,0 2,-1 2,1 1,1 3,-25 8,6-3,47-11,-147 34,-1-7,-13-6,-312 20,-265 70,605-95,1-6,-1-7,-31-7,175 1,0 1,0-1,-1 0,1 0,0 0,-1 0,1 0,-1 0,1-1,0 1,-1-1,1 0,0 1,0-1,0 0,-1 0,1 0,0-1,0 1,0 0,1-1,-1 0,0 1,1-1,-1 0,0 0,1 0,0 0,0 0,-1-2,3-148,-3-167,-33-227,-16 30,50 503,0 10,0 1,0-1,1 0,-1 0,1-1,0 1,0 0,0 0,0 0,0 0,1 0,-1 0,1 0,0 0,0 0,0 0,0 1,1-1,-1 0,1 1,-1-1,1 1,0-1,0 1,0 0,0 0,1-1,0 1,10-2,1 0,-1 1,1 0,0 1,0 1,0 0,0 1,5 1,4-1,1101 3,-978-3,179 0,165-27,-284 4,-205 23,1-1,0 0,-1 0,1 1,-1-1,1 1,0 0,-1-1,1 1,0 0,-1 0,1 0,0 0,-1 0,1 0,0 0,-1 1,1-1,-1 1,1-1,0 1,-1 0,1-1,-1 1,1 0,-1 0,0 0,1 0,-1 0,0 1,0-1,0 0,0 0,0 1,0-1,0 1,0-1,0 1,-1-1,1 1,-1-1,1 1,-1 0,0-1,1 2,-6 13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52:53.10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2537 520,'-160'-179,"137"162,-1 0,0 2,-1 0,-1 2,-1 1,1 1,-2 1,-17-4,-25-10,-63-29,65 24,-1 3,-1 3,-1 2,0 4,-48-4,48 19,1 2,0 4,0 3,0 2,1 4,0 3,2 3,0 2,-47 24,75-30,1 2,1 1,1 1,0 3,2 1,0 1,2 2,1 1,1 2,1 0,2 2,-10 16,-2 11,3 1,3 2,2 2,3 1,3 1,3 0,2 2,4 1,-6 52,18-90,1 1,2 0,1 0,1-1,1 1,2 0,2-1,0 0,2 0,1 0,2-1,0-1,2 0,5 6,8 8,1-2,2-1,1-1,3-2,0-1,3-2,0-1,2-2,6 2,49 28,2-3,2-4,49 16,-64-34,1-2,1-5,2-3,1-4,0-4,1-3,1-5,0-3,25-4,-61-4,-1-2,0-2,0-3,-1-2,0-2,0-2,-2-2,0-3,-1-1,-1-3,-2-2,0-1,-2-3,-1-1,-1-3,-2-1,-1-1,-2-3,-2 0,-2-3,-1 0,17-35,-21 23,-3-2,-2 0,-3-1,-2-1,-3-1,-3 0,-2-1,-3 0,-2 0,-3 0,-2-1,-4-6,1 31,-1-1,-2 1,-2 0,-1 1,-1 0,-2 0,-2 1,-1 1,-1 1,-2 0,-1 1,-2 1,-1 1,-26-25,5 17,-1 2,-3 2,0 1,-2 4,-1 1,-1 2,-2 3,0 2,-1 3,-1 2,0 2,-1 3,0 2,0 3,-17 2,-3 2,0 3,0 4,-65 13,-7 11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52:55.78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169 405,'5'80,"-4"0,-3 0,-4 0,-4-1,-3 0,-3 0,-4-2,-9 17,14-36,14-54,-16 54,3 0,3 1,2 1,2-1,3 32,4-77,1-1,1 1,1-1,-1 0,2 0,0 0,1-1,0 1,0-1,2 0,-1 0,2-1,-1 0,2 0,-1-1,1 0,1 0,0-1,0-1,1 1,0-2,2 2,25 10,1-1,0-2,2-1,0-3,0-1,24 3,-31-7,-14-2,248 57,223 19,-39-48,201-20,-484-13,1-7,-1-7,153-35,-279 41,0-2,0-2,-1-2,-1-2,-1-1,0-3,-1 0,-1-3,-1-1,-1-2,-2-2,0 0,11-16,-36 34,-1 0,0 0,-1-1,0 0,0-1,-1 1,-1-1,0 0,-1-1,0 1,-1-1,0 0,-1 0,0 0,-1 0,-1-1,-16-243,20-267,-4 498,-2-1,-1 1,-1 0,-1 0,-1 0,-1 1,-1 0,-2 0,0 1,-1 0,-2 1,-1 0,0 1,-9-9,1 8,0 2,-2 0,0 1,-2 2,0 1,-1 0,0 2,-1 1,-19-5,-34-11,-1 4,-80-15,-119-9,-1 12,-2 12,-6 12,-1420 3,1583 12,17 3,111-3,-1-1,1 0,-1 0,0 1,0-1,1 0,-1 1,0-1,0 1,1-1,-1 0,0 1,0-1,0 1,1-1,-1 1,0-1,0 0,0 1,0-1,0 1,0-1,0 1,0-1,0 1,0-1,-1 1,1-1,0 0,0 1,0-1,0 1,-1-1,1 0,0 1,0-1,-1 1,1-1,0 0,-1 1,1-1,0 0,-1 0,1 1,0-1,-1 0,1 0,-1 0,1 1,-1-1,1 0,0 0,-1 0,1 0,-1 0,1 0,-1 0,1 0,-1 0,1 0,-1 0,1 0,0 0,-1 0,1 0,-1-1,1 1,-1 0,1 0,-1-1,34 21,-26-16,-2-2,-1 0,1 0,0 1,-1 0,0 0,0 0,0 0,0 0,0 1,0 0,-1 0,0 0,0 0,0 0,0 1,-1 0,0-1,0 1,0 0,0 2,0 7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53:06.57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709 218,'-15'0,"2"-1,0 1,-1 0,1 1,0 1,0 0,0 0,1 1,-1 1,1 0,-8 4,-13 13,1 1,0 2,2 1,1 1,1 1,2 2,0 1,0 5,-9 9,3 2,2 2,2 0,2 2,2 1,3 1,2 1,2 0,3 1,1 1,4 1,1-1,4 1,1 53,8-64,2 0,2-1,2 0,2 0,2-1,1-1,3 0,1-2,2 0,2-1,1-1,2-2,2-1,1 0,1-3,2 0,1-3,2 0,4 0,5 2,2-2,1-2,2-2,0-2,1-2,1-3,33 7,23 0,1-5,1-4,32-3,-51-7,0-4,1-4,-1-4,-1-4,4-4,-36 2,0-2,-1-3,-1-2,-1-3,0-2,-2-3,-1-1,12-12,-26 15,-2-2,-1-1,-1-2,-1-1,-2-2,-1 0,-1-3,-3 0,0-2,-3 0,-1-2,-2 0,-2-2,-1 0,0-8,-2-7,-2-1,-2 0,-4-1,-1 1,-3-2,-3 1,-3 0,-2 0,-2 1,-11-39,7 52,-2-1,-2 2,-1 0,-3 1,-1 1,-3 1,-1 1,-1 1,-3 1,-1 1,-2 2,-1 0,-26-19,16 21,-1 2,-1 2,-2 3,-1 1,0 2,-2 2,-1 2,0 3,-1 2,-51-8,22 10,0 3,0 4,-1 3,1 4,-1 3,-65 14,-1 9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56:25.38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6170 2643,'0'10,"-1"-7,0-1,1 1,-1-1,0 1,1-1,0 1,0-1,0 1,0 0,0-1,0 1,0-1,1 1,0-1,-1 1,1-1,0 1,0-1,0 0,1 1,-1-1,0 0,1 0,-1 0,1 0,0 0,0 0,0-1,0 1,0-1,0 1,0-1,1 0,-1 1,0-1,1-1,0 2,-1-3,-1 1,0 0,1-1,-1 1,1-1,-1 1,0-1,1 0,-1 1,0-1,0 0,0 0,1 0,-1 0,0 0,0 0,-1-1,1 1,0 0,0 0,0-1,-1 1,1 0,-1-1,1 1,-1 0,1-1,-1 1,0-1,0 1,0-1,0 1,0-1,0 1,0-1,0 0,-15-53,13 52,0 0,-1 0,1 0,-1 0,0 1,0-1,0 1,0-1,-1 1,1 0,0 0,-1 1,0-1,1 1,-1 0,0-1,0 2,0-1,0 0,1 1,-1 0,0 0,0 0,0 0,0 1,0-1,0 1,0 0,1 0,-1 1,0-1,1 1,-1 0,1-1,-1 2,1-1,0 0,0 1,0-1,0 1,0 0,1 0,0 0,-2 3,-27 54,31-59,-1 1,1-1,-1 0,1 1,-1-1,1 1,0-1,0 1,0-1,0 1,0 0,0-1,0 1,0-1,1 1,-1-1,1 1,-1-1,1 0,-1 1,1-1,0 0,0 1,0-1,0 0,0 0,0 1,0-1,0 0,0 0,0 0,0-1,1 1,-1 0,0 0,1-1,-1 1,1-1,-1 1,1-1,0 1,3-1,1-1,0 1,-1-1,1 0,-1-1,1 1,-1-1,0 0,0-1,0 1,0-1,0 0,0 0,-1 0,1-1,-1 0,0 1,0-2,0 1,-1 0,1-1,-1 1,0-1,-1 0,1 0,-1 0,0-1,0 1,0-1,-1 1,1-5,2-37,-4 46,1 0,-1 1,0-1,0 0,0 0,0 0,0 1,0-1,0 0,0 0,0 0,0 1,-1-1,1 0,0 0,0 1,-1-1,1 0,-1 1,1-1,0 0,-1 1,1-1,-1 0,0 1,1-1,-1 1,1-1,-1 1,0-1,1 1,-1 0,0-1,0 1,1 0,-1-1,0 1,0 0,1 0,-1 0,0 0,0 0,0 0,1 0,-1 0,0 0,0 0,0 0,1 1,-1-1,0 0,0 0,1 1,-1-1,-4 4,1 0,-1 0,1 0,0 0,0 1,1-1,-1 1,1 0,0 0,0 1,1-1,0 0,0 1,0 0,0-1,1 1,0 0,0 0,1 5,-1-10,1 1,0-1,0 1,0-1,0 1,1-1,-1 1,0-1,0 1,1-1,-1 0,1 1,0-1,-1 1,1-1,0 0,0 0,0 1,0-1,0 0,0 0,0 0,0 0,0 0,0 0,1 0,-1-1,0 1,1 0,-1-1,0 1,1-1,-1 1,1-1,-1 0,1 0,-1 1,1-1,-1 0,1 0,-2 0,0 0,0 0,-1 0,1 0,0 1,0-1,0 0,0 0,-1 0,1 1,0-1,0 0,0 0,0 1,0-1,0 0,0 0,0 0,0 1,0-1,0 0,0 0,0 1,0-1,0 0,0 0,0 1,0-1,0 0,0 0,0 1,0-1,0 0,0 0,0 1,1-1,-1 0,0 0,0 0,0 1,0-1,1 0,-1 0,0 0,-28 8,-29-4,0-2,-1-3,1-2,-4-3,46 5,-917-111,791 92,-1007-169,905 134,3-10,4-10,-155-75,208 62,3-8,5-8,-67-57,-475-385,211 114,349 293,69 62,-3 5,-59-35,180 156,16 49,-4 2,-5 2,6 34,-37-108,-15-41,-17-67,4-1,3-1,4 0,-2-58,-2 2,-1 8,16 125,10 22,1-11,1-1,0 0,1 0,-1-1,1 0,0-1,0 1,0-2,0 1,1-2,-1 1,0-1,1 0,-1-1,1 0,1-1,3 2,259 3,-270-5,0 1,0 0,0-1,0 1,1 1,-1-1,0 0,0 1,0-1,0 1,0 0,0 0,0 0,-1 1,1-1,0 1,-1-1,1 1,-1 0,1 0,-1 0,0 0,0 1,0-1,0 0,0 1,0 0,-1-1,1 1,-1 0,0 0,0 0,0 0,0 0,0 0,0 2,-3 8,0-1,-1 0,0 1,-1-1,-1-1,1 1,-2-1,0 1,0-1,-1-1,-2 3,4-6,-293 442,281-421,6-10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8:55:20.74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1716 1533,'-269'1,"239"3,0 1,1 2,-1 1,2 1,-1 2,1 1,-17 10,-22 12,1 4,2 2,2 3,2 3,2 3,2 1,-42 51,-122 180,181-221,3 1,2 2,-24 65,57-127,-154 398,140-349,3 1,1 0,3 1,-2 45,-37 309,34-247,6 1,9 68,0-48,1-27,6 0,28 140,40 36,0-6,-1 84,-55-267,7-1,6-1,19 41,43 29,-47-112,-3-7,3-3,5-2,3-2,28 28,-22-30,-26-32,1-1,3-1,2-3,22 17,40 24,4-5,75 38,77 49,58 7,-264-145,2-2,1-3,0-2,2-2,0-4,9 0,88 13,-55-8,0-5,102 3,-73-20,85-13,-26 3,118 11,-142 3,60 0,6 10,-107-4,0-5,51-9,238-8,93 8,-322 7,-88 3,0 4,0 4,92 25,-74-15,2-5,0-5,0-5,2-5,502-3,-195-13,-409 14,527-13,-530 11,63-2,0-4,-1-3,0-4,47-16,128-49,-223 71,0-1,-1-1,0-1,-1-2,-1 0,0-2,-1-1,0-1,-2-1,11-11,-21 13,0-1,-1 0,-1 0,-1-2,0 1,-1-1,-2 0,0 0,-1-1,-1 0,-1 0,0-14,1 10,99-528,-89 409,13-62,9 55,-6 0,-1-56,-19 126,4 0,12-35,-13 56,-1 0,-4-1,-2 0,-3-25,-2-38,-2-2,5 0,19-108,16 51,-24 125,-2 1,-3-1,-2-1,-3 0,-3-32,-27-233,21-121,-34 186,10 98,-13-264,28 299,-5 0,-28-97,26 130,5-1,3 0,3-23,8 88,2 2,-1-1,-2 0,-1 1,-1 0,-1-1,-1 2,-2-1,0 1,-2 0,-1 1,-9-16,-76-106,82 120,-2 1,0 0,-1 1,-2 1,-1 1,0 0,-2 2,-13-11,-27-10,-1 3,-3 3,0 2,-3 3,0 4,-66-18,25 13,-2 5,0 5,-2 5,0 4,-1 6,-33 5,6 1,-370-15,289-5,-295-18,-484 29,-112 5,16 33,544-37,454 13,0 4,0 5,1 4,1 4,-15 10,-34 9</inkml:trace>
  <inkml:trace contextRef="#ctx0" brushRef="#br0" timeOffset="25838.03">6435 2134,'197'-102,"-148"79,308-125,6 15,31 9,1159-337,6 55,-620 209,-705 142,611-120,461 51,-1032 104,1401-76,-574 59,-1086 36,489-14,589-2,-616 26,562 23,-404 19,348 83,-122 68,-604-135,62 19,-4 14,74 45,759 380,-995-443,120 87,-95-52,481 335,-254-143,-405-310,0 1,0 0,0 0,0 0,1-1,-1 1,0 0,0 0,0 0,0 0,1-1,-1 1,0 0,0 0,0 0,1 0,-1 0,0 0,0 0,0 0,1 0,-1 0,0 0,0 0,1 0,-1 0,0 0,0 0,0 0,1 0,-1 0,0 0,0 0,1 0,-1 0,0 0,0 0,0 0,1 1,-1-1,0 0,0 0,0 0,-5-9</inkml:trace>
  <inkml:trace contextRef="#ctx0" brushRef="#br0" timeOffset="26851.394">26502 2255,'390'260,"-166"-117,-224-143,1 1,0 0,-1 0,1 0,0-1,0 1,0 0,-1-1,1 1,0-1,0 1,0-1,0 1,0-1,0 0,0 1,0-1,0 0,0 0,0 0,0 0,0 0,0 0,0 0,0 0,0 0,0 0,0-1,0 1,0 0,0-1,0 1,0-1,0 1,0-1,0 1,0-1,-1 0,1 1,0-1,0 0,-1 0,1 1,-1-1,1 0,-1 0,1 0,-1 0,1 0,-1 0,0 0,1 0,-1-13,0 1,-1-1,0 1,-1 0,-1 0,0 0,0 0,-2 0,1 0,-2 1,-1-3,-3-9,-106-237,104 224,8 24,8 36,74 235,-43-157,-33-91,-6-26,-17-110,16 80,-3 2,-1-1,-11-27,-8 24,27 47,1 0,-1 0,0 0,0 1,1-1,-1 0,0 1,0-1,0 0,0 1,0-1,0 1,0-1,0 1,0 0,0-1,0 1,0 0,0 0,0 0,-1 0,1 0,0 0,0 0,0 0,0 0,0 1,0-1,0 0,0 1,0-1,0 1,0-1,0 1,0-1,0 1,0 0,0-1,0 1,1 0,-1 0,0-1,1 1,-1 0,0 0,1 0,-1 1,-4 8,0-1,1 1,1 0,-1 0,2 1,-1-1,2 0,-1 1,1 0,1-1,0 1,0 0,1-1,1 1,-1-1,2 1,0-1,3 10,-3-10,0-1,1 1,0 0,1-1,0 0,0 0,1 0,0-1,1 0,0 1,-4-8,-3-4</inkml:trace>
  <inkml:trace contextRef="#ctx0" brushRef="#br0" timeOffset="27578.989">26929 2228,'-2'-2,"0"0,0-1,0 1,0 0,-1 0,1 0,-1 1,1-1,-1 1,0-1,0 1,1 0,-1 0,0 0,0 0,0 1,0-1,0 1,0-1,0 1,-1 0,1 1,0-1,0 0,-1 1,-40 3,2 1,-1 2,1 2,0 2,1 1,-16 9,34-11,23-10,0 0,0-1,0 1,0 0,1 0,-1-1,0 1,0 0,1 0,-1-1,0 1,0 0,1 0,-1 0,0 0,1-1,-1 1,0 0,1 0,-1 0,0 0,1 0,-1 0,0 0,1 0,-1 0,0 0,1 0,-1 0,0 0,1 0,-1 0,0 0,1 1,-1-1,0 0,0 0,1 0,-1 0,0 1,1-1,-1 0,0 0,0 0,0 1,1-1,-1 0,0 1,0-1,0 0,1 0,-1 1,0-1,0 0,0 1,0-1,0 0,0 1,0-1,0 0,0 1,0-1,0 0,0 1,0-1,50-9,0-3,-1-2,-1-2,0-2,15-10,11-7,-74 35,0 0,-1-1,1 1,0 0,0 0,-1 0,1-1,0 1,0 0,-1-1,1 1,0 0,0 0,0-1,-1 1,1 0,0-1,0 1,0 0,0-1,0 1,0 0,0-1,0 1,0-1,0 1,0 0,0-1,0 1,0 0,0-1,0 1,0 0,1-1,-1 1,0 0,0 0,0-1,1 1,-1 0,0-1,0 1,0 0,1 0,-1-1,0 1,1 0,-1 0,0 0,1 0,-1-1,0 1,1 0,-1 0,-108 22,87-15,-224 82,184-54,61-35,0 1,0 0,0 0,1 0,-1-1,0 1,0 0,1-1,-1 1,0 0,1 0,-1-1,1 1,-1-1,1 1,-1 0,1-1,-1 1,1-1,-1 1,1-1,0 0,-1 1,1-1,0 1,0-1,-1 0,1 0,0 0,0 1,-1-1,1 0,0 0,0 0,0 0,-1 0,1 0,0 0,0 0,-1-1,1 1,0 0,0-1,29 1,0-2,0-2,-1 0,1-2,23-9,-46 14,110-36,-117 37,0 0,-1 0,1 0,0 0,0 0,0-1,0 1,-1 0,1 0,0 0,0-1,0 1,0 0,0 0,0 0,0-1,0 1,-1 0,1 0,0 0,0-1,0 1,0 0,0 0,0-1,0 1,0 0,0 0,1 0,-1-1,0 1,0 0,0 0,0-1,0 1,0 0,0 0,0 0,1 0,-1-1,0 1,0 0,0 0,0 0,1 0,-1-1,0 1,0 0,-23 0,9 0,-1 1,1 1,0 0,0 1,0 0,0 1,1 1,-2 1,14-6,1 0,-1 0,1 0,-1 0,1 0,-1 0,0 0,1 0,-1 0,1 0,-1 1,1-1,-1 0,1 0,-1 1,1-1,-1 0,1 0,-1 1,1-1,-1 1,1-1,-1 0,1 1,0-1,-1 1,1-1,0 1,0-1,-1 1,1-1,0 1,0-1,0 1,-1 0,1-1,0 1,0-1,0 1,0-1,0 1,0 0,0-1,1 1,-1-1,0 1,0-1,0 1,0 0,1-1,-1 1,0-1,1 1,-1-1,0 0,1 1,-1-1,0 1,1-1,-1 0,1 1,-1-1,1 0,-1 1,1-1,40 11,124-4,-163-7,-1-1,-1 1,1-1,-1 1,1 0,0-1,-1 1,1 0,-1 0,1-1,0 1,-1 0,1 0,0 0,-1 0,1 0,0 0,-1 0,1 0,0 0,-1 0,1 0,0 0,-1 0,1 1,-1-1,1 0,0 0,-1 1,1-1,-1 0,1 1,-1-1,1 1,-1-1,1 1,-1-1,1 1,-1-1,1 1,-1-1,0 1,1-1,-1 1,0 0,0-1,0 1,1 0,-1-1,0 1,0 0,0-1,0 1,0 0,0-1,0 1,0 0,0-1,-1 1,1 0,0-1,-88 56,65-46</inkml:trace>
  <inkml:trace contextRef="#ctx0" brushRef="#br0" timeOffset="80460.179">13080 1840,'-7'3,"0"-1,0 1,0 0,0 0,1 1,0 0,0 0,0 1,0 0,1 0,0 0,0 0,0 1,0 0,1 0,0 0,0 0,1 1,0 0,0 0,0-1,1 2,0-1,1 0,-1 0,1 1,1-1,-1 8,2-13,-1-1,1 1,0 0,0 0,0-1,0 1,0-1,0 1,0-1,0 1,1-1,-1 1,0-1,1 0,0 0,-1 0,1 0,-1 0,1 0,0 0,0-1,-1 1,1 0,0-1,0 0,0 1,0-1,0 0,0 0,0 0,-1 0,1 0,0-1,0 1,0 0,0-1,0 0,-1 1,1-1,0 0,-1 0,1 0,0 0,-1 0,1 0,-1 0,1-1,-1 1,0-1,0 1,0-1,1 1,-1-1,0 0,5-7,1 0,-1-1,-1 1,0-1,0 0,-1-1,0 1,-1-1,2-6,9-28,-10 69,-5 5,1-21,-1 1,1-1,0 1,0-1,1 0,1 1,-1-1,1 0,2 4,-3-9,0-1,1 0,-1 0,1-1,0 1,-1 0,1 0,0-1,0 1,0-1,0 0,0 1,0-1,1 0,-1 0,0 0,1-1,-1 1,0-1,1 1,-1-1,1 0,-1 0,1 0,-1 0,1 0,-1 0,0-1,1 1,-1-1,0 0,1 1,72-36,-59 18,1-1,-2 0,-1-1,0-1,-2 0,0 0,-1-1,-1-1,-2 0,0 0,-1-1,3-23,-10 47,0 0,0 0,0 0,1 0,-1 0,0 0,0 0,0 0,0 0,0 0,0 0,0 1,1-1,-1 0,0 0,0 0,0 0,0 0,0 0,0 0,1 0,-1 0,0 0,0 0,0 0,0-1,0 24,0-19,-16 417,15-336,0 42,-16 103,6-180,1-83,10-441,0 435,0-13,1 0,3 0,3 0,8-35,-15 84,0 1,0 0,0 0,1-1,-1 1,0 0,1-1,0 1,-1 0,1 0,0 0,0 0,0 0,0 0,1 0,-1 0,0 0,1 0,-1 1,1-1,0 1,0-1,-1 1,1 0,0-1,0 1,0 0,0 0,1 0,-1 1,0-1,0 0,0 1,1 0,-1-1,0 1,2 0,3 5,-1 0,0 1,0-1,0 2,-1-1,1 0,-2 1,1 0,-1 0,1 2,5 6,-7-10,33 65,-35-68,0 0,-1 0,1 0,-1 0,0 0,0 0,0 0,0 0,0 0,0 0,0 0,-1 0,1 0,-1 0,1 0,-1 0,0 0,0 0,0-1,0 1,0 0,0 0,0-1,-1 1,1-1,-1 1,1-1,-1 0,1 0,-1 1,0-1,0 0,0 0,1-1,-3 2,2-1,0 0,0 1,-1-1,1 0,0 0,-1-1,1 1,0 0,-1-1,1 1,-1-1,1 0,-1 0,1 0,-1 0,1 0,0-1,-1 1,1-1,-1 1,1-1,0 0,-1 0,1 0,0 0,0-1,0 1,0 0,0-1,0 0,0 1,1-1,-1 0,0 0,1 0,0 0,-1 0,3-1,0 1,0-1,1 1,-1-1,1 1,-1 0,1-1,0 1,0 0,0 0,0 1,0-1,0 0,1 1,-1-1,0 1,1-1,-1 1,1 0,0 0,-1 1,1-1,2 0,3-2,14-7,28-10,-2-2,0-3,5-6,-40 23,0-1,-1 0,0-1,0-1,-1 0,0 0,-1-1,-1-1,0 1,0-2,-1 1,-1-1,0-1,1-29,-8 43,0 1,0-1,0 0,0 0,0 0,0 0,0 1,-1-1,1 0,0 0,-1 0,1 1,0-1,-1 0,1 1,-1-1,1 0,-1 1,0-1,1 0,-1 1,1-1,-1 1,0-1,0 1,1 0,-1-1,0 1,0 0,1-1,-1 1,0 0,0 0,0 0,0-1,1 1,-1 0,0 0,0 1,0-1,0 0,1 0,-1 0,0 0,0 1,0-1,1 0,-1 1,0-1,0 1,-5 3,1 0,-1 1,1 0,0 0,0 1,0-1,1 1,0 0,0 0,0 0,1 1,0-1,0 1,1 0,0 0,0 0,0 0,1 0,0 0,1 0,-1 4,0-1,0 0,1 0,0 0,0 1,1-1,1 0,0 0,0 0,0 0,2 0,-1-1,5 9,-6-14,1 1,0 0,0-1,0 1,1-1,0 0,0 0,0-1,0 1,0-1,1 0,-1 0,1 0,0-1,0 1,0-1,0 0,0-1,0 1,1-1,-1 0,0 0,1-1,4 0,-2 0,0-1,0 0,0-1,0 0,0 0,0-1,-1 1,1-2,-1 1,0-1,0 0,0-1,0 0,-1 0,0 0,5-5,78-106,-55 53,-3-2,-2-1,-4-1,-2-1,-3-1,-4-1,6-52,-16 85,-1 0,-2-1,-1 1,-2-13,0 48,1 0,-1 0,0 0,1 0,-1 0,0 0,0 0,0 0,-1 1,1-1,0 0,-1 0,1 0,-1 0,0 1,1-1,-1 0,0 0,0 1,0-1,0 1,0-1,-1 1,1-1,0 1,-1 0,1-1,-1 1,0 0,1 0,-1 0,0 0,1 1,-1-1,0 0,0 1,0-1,1 1,-1 0,0 0,0-1,0 1,0 0,0 1,0-1,-1 0,-5 5,1-1,0 1,0 0,1 0,-1 1,1 0,1 0,-1 1,1-1,0 1,0 1,-12 16,2 1,1 1,1 0,1 0,1 1,1 1,2 0,1 0,1 1,1-1,1 1,1 18,3-29,0 0,1 0,1 0,1 0,0 0,1 0,1-1,1 0,0 0,1 0,1-1,1 0,0 0,1-1,0 0,2-1,-1 0,2-1,0 0,12 8,-8-9,0 0,1-2,1 0,0-1,0 0,6 0,36 9</inkml:trace>
  <inkml:trace contextRef="#ctx0" brushRef="#br0" timeOffset="81684.431">15312 1466,'3'-56,"2"1,3-1,10-39,-17 87,0 0,1 0,-1 0,1 0,1 0,0 1,0-1,0 1,1 0,0 0,0 0,1 0,0 1,0 0,0 0,1 0,0 0,3-1,-7 6,0 1,0 0,0-1,0 1,0 0,0 0,0 0,0 1,0-1,0 0,0 1,0-1,0 1,0 0,0-1,0 1,0 0,0 0,-1 0,1 1,0-1,-1 0,1 1,-1-1,0 1,1-1,-1 1,0 0,0 0,31 53,-22-34,-2 1,0 0,-1 0,-1 1,-2 0,1 7,-4-28,-1-1,1 1,-1 0,1 0,-1 0,0 0,0 0,0 0,0 0,0 0,0 0,-1 0,1 0,-1 0,1 0,-1 0,0-1,0 1,0 0,0 0,0-1,0 1,0 0,0-1,-1 0,1 1,0-1,-1 0,0 1,1-1,-1 0,0 0,1 0,-1 0,0-1,0 1,0 0,0-1,0 1,0-1,0 0,1 0,-1 0,0 0,0 0,0 0,0 0,0-1,0 1,-2-1,1-2,0 0,0 0,0 0,1-1,-1 1,1-1,0 1,-1-1,2 0,-1 0,0 0,1 0,0 0,0 0,0-1,0 1,1 0,0 0,-1-1,2 1,-1 0,0-1,1 1,0 0,0 0,0 0,1 0,-1-1,4-8,0 0,0 0,1 0,0 1,1 0,1 0,0 1,1 0,0 1,0-1,1 2,0-1,1 2,0-1,0 1,1 1,0 0,6-2,-17 8,0 1,0-1,0 0,0 0,0 1,1-1,-1 0,0 1,0 0,1-1,-1 1,0 0,1-1,-1 1,0 0,1 0,-1 0,1 0,-1 0,0 1,1-1,-1 0,0 0,0 1,1-1,-1 1,0 0,0-1,1 1,-1 0,0-1,0 1,0 0,0 0,0 0,0 0,-1 0,1 0,0 0,0 1,-1-1,1 0,5 69,-7-64,0 1,1 0,0-1,0 1,1-1,-1 1,1-1,1 1,0-1,0 1,0-1,0 0,1 0,0 0,0 0,1-1,0 1,0-1,2 2,-4-5,0 0,1 0,-1 0,1 0,-1-1,1 1,0-1,0 0,-1 0,1 0,0 0,0 0,0 0,0-1,0 0,0 1,0-1,0 0,0-1,0 1,1 0,-1-1,-1 0,1 0,0 0,0 0,0 0,0 0,-1-1,1 1,-1-1,2-1,3-2,-2 0,1 0,-1-1,1 0,-2 0,1 0,-1 0,0-1,0 1,0-1,-1 0,1-4,1-8,0 0,-1-1,-2 0,0 1,-1-1,0 0,-3-17,2 51,2 0,-1 1,2-1,0 0,1 0,0 0,1-1,0 0,1 0,1 0,0 0,0-1,2 0,-1-1,2 0,4 5,-12-15,-1 1,2-1,-1 0,0 0,0 1,0-1,0 0,1-1,-1 1,1 0,-1-1,0 1,1-1,-1 0,1 0,-1 0,1 0,-1 0,1-1,-1 1,0-1,1 1,-1-1,0 0,1 0,-1 0,0 0,0 0,0-1,0 1,0-1,0 1,0-1,0 0,47-71,-31 35</inkml:trace>
  <inkml:trace contextRef="#ctx0" brushRef="#br0" timeOffset="82142.238">16208 677,'1'-16,"-10"-43,8 60,-1-1,1 0,0 0,-1 0,1 1,0-1,-1 0,1 1,0 0,0-1,0 1,-1 0,1-1,0 1,0 0,0 0,0 0,0 0,1 0,-1 0,0 0,0 0,1 0,-1 0,0 1,1-1,-1 0,1 0,0 1,-1-1,1 0,0 1,0-1,0 1,-7 21,1 0,1 1,2 0,0 0,2 1,0-1,2 0,0 0,2 0,1 0,0 0,2 0,1-1,1 0,1-1,5 10,8 6,-21-38,-1 0,1 0,0-1,0 1,0 0,-1 0,1 0,0-1,0 1,-1 0,1-1,0 1,0-1,-1 1,1-1,-1 1,1-1,0 1,-1-1,1 0,-1 1,1-1,-1 0,0 0,1 1,-1-1,0 0,1 0,-1 1,0-1,0 0,0 0,0 0,1 0,-1 1,0-1,-1 0,1 0,0 0,1-1,37-90,-36 89,0 0,0-1,0 1,0 0,1 1,0-1,-1 0,1 1,0-1,0 1,0 0,0 0,1 0,-1 1,1-1,-1 1,1-1,-1 1,1 0,0 1,-1-1,1 1,0-1,0 1,0 0,2 2,-1 1,0-1,0 1,0 0,0 0,-1 0,1 1,-1 0,0-1,0 2,0-1,0 0,-1 1,1 0,-1-1,-1 1,1 1,-1-1,0 0,0 1,0-1,-1 1,1-1,-2 1,1 0,0-1,-1 1,0 0,-1-1,1 1,-1 0,0 1,-2 1,0 0,-1 1,1-1,-2 0,1-1,-1 1,0-1,0 0,-1 0,0-1,-1 1,1-1,-1-1,0 1,0-1,-1-1,0 1,0-1,0 0,0-1,0 0,-1 0,1-1,-1 0,0-1,0 0,0 0,-6 0,15-1,-1 0,0 1,1-1,-1 0,1 0,-1 1,0-1,1 0,-1 0,0 0,1 0,-1 0,0 0,1 0,-1 0,0 0,1 0,-1 0,0 0,1 0,-1-1,0 1,1 0,-1 0,1-1,-1 1,0-1,1 1,-1 0,1-1,-1 1,1-1,-1 1,1-1,0 1,-1-1,1 1,0-1,-1 0,1 1,0-1,0 0,-1 1,1-1,0 0,0 1,0-1,0 0,0 1,0-1,0 0,0 1,0-1,0 0,14-10,4 0</inkml:trace>
  <inkml:trace contextRef="#ctx0" brushRef="#br0" timeOffset="83204.398">16515 1226,'62'-324,"-62"323,0-1,-1 0,1 0,0 0,0 0,0 0,0 0,1 1,-1-1,0 0,1 0,0 0,-1 0,1 1,0-1,0 0,0 1,0-1,0 1,0-1,0 1,0-1,1 1,-1 0,1-1,-1 1,1 0,-1 0,1 0,0 0,-1 1,1-1,0 0,0 1,-1-1,1 1,0-1,0 1,0 0,0 0,0 0,0 0,23 8,-6-3,-1 0,0 2,0 0,0 1,-1 1,14 9,-26-12,1 0,-2 0,1 0,-1 1,0 0,0-1,0 1,-1 1,0-1,-1 0,0 1,0 0,0-1,-1 1,0 0,-1 0,1-1,-2 1,1 0,-1 0,0 0,-1-1,-1 7,0 13,3-25,-1-1,1 1,0-1,0 1,-1 0,1-1,0 1,1-1,-1 1,0 0,0-1,1 1,-1-1,1 1,-1-1,1 1,-1-1,1 0,0 1,0-1,0 0,0 1,0-1,0 0,0 0,0 0,1 0,-1 0,0 0,1 0,-1-1,0 1,1 0,-1-1,1 1,-1-1,1 1,-1-1,1 0,0 0,-1 1,1-1,-1 0,10-3,-1 0,0 0,0-1,-1-1,1 1,-1-2,0 1,0-1,0 0,-1-1,0 0,-1-1,1 1,-1-1,1-2,1-1,1-1,-2 1,1-1,-2-1,0 1,0-1,-1-1,-1 1,4-12,-23 71,13-43,0 1,0-1,0 1,0-1,0 1,1-1,0 1,-1 0,1-1,0 1,1-1,-1 1,1 0,0-1,0 1,0-1,0 1,0-1,1 0,-1 0,1 1,0-1,0 0,0-1,1 1,-1 0,1-1,-1 1,1-1,0 0,0 1,0-2,0 1,0 0,0 0,1-1,5 0,0 0,0 0,0-1,0 0,0 0,0-1,0-1,0 1,0-2,-1 1,1-1,0 0,-1-1,0 0,0 0,0-1,-1 0,1 0,-1-1,-1 0,1 0,-1-1,0 1,0-1,-1-1,0 1,0-1,0 0,-1 0,-1 0,1-1,-1 1,-1-1,0 0,1-3,4-29,8 86,-13-35,0 0,1 0,0 0,0 0,1 0,1-1,0 1,0-1,1 0,0-1,0 0,1 1,0-2,1 1,-1-1,2-1,-1 1,9 4,-15-10,0 0,1 0,-1-1,0 1,1-1,-1 0,0 1,1-1,-1 0,1 0,-1-1,0 1,1 0,-1-1,0 1,1-1,-1 0,0 0,0 0,0 0,0 0,0 0,0-1,0 1,0-1,0 1,-1-1,1 0,0 0,-1 0,1-1,34-68,-19 7,-2-1,-4 0,-3-1,-2 0,-3-1,-6-57,3 94,-4-114,4 144,0 0,-1 0,1 0,0 0,0 1,-1-1,1 0,0 0,0 0,-1 0,1 0,0 0,0 0,-1 0,1 0,0 0,-1 0,1 0,0 0,0 0,-1 0,1 0,0 0,0 0,-1-1,1 1,0 0,0 0,-1 0,1 0,0 0,0-1,0 1,-1 0,1 0,0 0,0-1,-13 50,2 1,3 0,2 0,1 7,4-40,-5 44,3 0,3 0,3 15,-1-55,0 0,2 0,0-1,2 1,0-1,1 0,1-1,1 0,1 0,0-1,3 4,-11-19,-1 0,1-1,0 1,-1 0,1-1,0 1,1-1,-1 1,0-1,1 0,-1 0,1 0,0 0,-1 0,1-1,0 0,0 1,0-1,0 0,1 0,-1 0,0-1,0 1,0-1,1 0,1 0,4-8</inkml:trace>
  <inkml:trace contextRef="#ctx0" brushRef="#br0" timeOffset="83474.201">17385 718,'22'-3,"24"-2,23-1,16-1,11-2,-11 0</inkml:trace>
  <inkml:trace contextRef="#ctx0" brushRef="#br0" timeOffset="83648.274">18039 971,'-7'14,"-2"9,1 3,3-1,8-5,7-5,5-6,-1-4</inkml:trace>
  <inkml:trace contextRef="#ctx0" brushRef="#br0" timeOffset="84355.541">17999 571,'11'-1,"0"1,0-1,1 2,-1 0,0 0,0 1,0 0,0 1,-1 1,1-1,-1 2,1-1,-1 1,-1 1,1 0,-1 0,0 1,0 0,-1 1,0 0,-1 0,1 1,-2-1,1 2,-1-1,5 10,-4 3,-2 1,0 0,-1 0,-1 1,-1-1,-1 0,-1 1,-2-1,0 1,-1 0,-3 67,6-89,-1 1,1-1,0 0,0 1,0-1,0 0,0 0,0 1,0-1,1 0,-1 1,1-1,0 0,0 0,0 0,0 0,0 0,0 0,0 0,1 0,-1 0,1 0,-1-1,1 1,0-1,0 1,-1-1,1 0,0 1,0-1,0 0,1 0,-1-1,0 1,0 0,2 0,5-2,1-1,-1 1,0-1,0-1,0 0,0 0,0-1,-1 0,1 0,-1-1,0 0,0 0,-1-1,0 0,0-1,0 0,-1 0,3-4,2-1,0-1,-1-1,-1 0,0-1,-1 0,-1 0,2-4,-6 11,-6 15,-6 18,7-20,0 0,0-1,1 1,0 0,0 0,0 0,0 0,1 0,0 0,0 0,0 0,1 0,0 0,0 0,0-1,0 1,1 0,0 0,0-1,0 1,0-1,1 1,-1-1,1 0,0 0,1 0,9 2,0 0,1-1,0 0,-1-1,1-1,1 0,-1-1,0-1,1 0,-1-1,0 0,1-1,-1-1,9-2,-9 3,0 0,0-2,0 1,-1-2,1 0,-1-1,0 0,0 0,10-8,-15 3,-10 15,3-3,0-1,1 1,0 0,-1-1,1 1,0-1,0 1,0-1,0 0,0 0,0 0,0 0,0 0,0 0,1-1,-1 1,0-1,0 1,1-1,-1 0,0 0,1 0,-1 0,0 0,1-1,-1 1,0-1,0 0,1 1,0-2,8 0,0-2,-1 1,1-1,-1-1,0 0,0 0,0-1,-1 0,0-1,0 0,-1-1,3-2,-6 5,-1 1,0-1,0 0,0 0,0 0,-1 0,0-1,0 0,0 1,-1-1,0 0,0 0,0-1,-1 1,0 0,0 0,-1-1,1 1,-1 0,-1-1,1 1,-2-3,0 4,0 0,0 0,-1 0,0 1,0-1,0 1,0-1,-1 1,0 0,0 0,0 1,0-1,-1 1,1 0,-1 0,0 0,0 1,0 0,0 0,0 0,0 0,-1 1,1 0,0 0,-1 0,1 1,-1 0,1 0,-1 0,1 1,-1 0,1 0,-1 0,1 1,0-1,0 1,0 0,0 1,-3 1,-2 2,1-1,-1 1,1 1,0 0,1 0,0 1,0 0,0 0,1 1,0 0,-4 9,8-14,0 1,0 0,1 0,0 0,0 0,0 0,1 1,-1-1,1 1,1-1,-1 1,1-1,0 1,0-1,0 1,1-1,0 1,0-1,0 1,1-1,0 0,0 0,0 0,3 5,0-5,1 0,-1 0,1 0,0 0,0-1,0 0,0-1,1 1,0-1,0 0,0-1,0 0,0 0,0 0,0-1,1 0,-1-1,1 1,-1-1,0-1,1 1,-1-1,0-1,1 1,-1-1,6-3,30-8</inkml:trace>
  <inkml:trace contextRef="#ctx0" brushRef="#br0" timeOffset="84669.691">19216 410,'-11'-2,"0"1,0 0,0 0,0 1,0 0,0 1,0 1,0-1,1 2,-1-1,1 2,-1-1,1 1,0 1,-8 5,16-9,0 0,0 1,0-1,1 1,-1-1,1 1,-1 0,1 0,-1 0,1 0,0-1,0 2,0-1,0 0,1 0,-1 0,0 0,1 0,0 1,-1-1,1 0,0 1,0-1,0 0,0 0,1 1,-1-1,1 0,-1 0,1 0,0 1,0-1,0 0,0 0,0 0,0 0,0-1,1 1,-1 0,1 0,-1-1,1 1,0-1,0 0,0 1,0-1,108 81,-92-72,-1 1,0 1,0 1,-1 0,-1 1,0 1,-1 0,8 13,37 80,-55-105,1 1,-1-1,1 0,0 0,0-1,0 1,0-1,1 0,-1 0,1-1,-1 0,1 0,-1 0,1 0,0-1,0 0,-1 0,1-1,-1 0,1 0,4-1,103-24,-59 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F644C-1960-4D37-93F6-E461BDC070E2}" type="datetimeFigureOut">
              <a:rPr lang="ro-RO" smtClean="0"/>
              <a:t>26.10.2025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E7765-3615-4616-AA7E-8A391D8DB9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45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1ED4770-19B2-467E-A820-4D252C5FB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9EAB633-709C-4215-A83B-C70829A7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B80A60A-C062-4A61-89EF-C8229597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26.10.2025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D5DAC12-4BB4-4FB3-ADBA-6607EC1C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C308DA7-86E3-4F2D-9B4F-316D4B49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8628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94A3EC2-79AE-41E8-A92A-BEE7F74B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8520C22-FB2B-4035-A1DE-07728BB71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D13D92D-4D72-47D8-A0E2-2E9ED245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26.10.2025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8EA7473-B08B-4D14-9003-06719883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619E0BC-7CCD-40FC-B257-81CF53AB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963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7D1A535-10A7-4DD9-BCE9-2641197B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F637BA4-7257-4270-8DF3-1C906899D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AB487B0-1099-48CD-9680-5785576A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26.10.2025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AF0A5DC-7B12-4247-9F76-821534F3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C0A7B7-CE57-44FD-BF2E-A71F1823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7306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A587257-FE4B-4BA8-8DBA-E352AAA8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83CC3E4-EA2D-43AE-B7B1-D3297EB8A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02512AF-6977-4C7A-8732-5A3D4ECAD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7169090-FB27-485B-8C27-95AC952E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26.10.2025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DB17E1E-7CF9-4F87-852F-DB6FB23C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79A5AB8-2E23-4BB6-9BF8-06CA2A6D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6353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F225706-9157-4618-A97E-DEB030C8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D618A8D-1947-403B-B7AD-F54B2CD50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1BF42C8-F81B-4BE1-9B8F-68B21591C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80A1361D-98BC-47A1-BA7C-BAE80FA01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72032982-A9C9-429E-948E-0F1DB04E4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FFC008B6-CE0F-4BE4-ABA6-0FC5EF0D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26.10.2025</a:t>
            </a:fld>
            <a:endParaRPr lang="ro-RO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A380FC15-7219-40D1-9AD0-8E3D9ABF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E0E67A9F-114C-4374-A10E-8E411024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2469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C4E8672-328F-46F5-8F33-CAA69236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50E7DFD8-6BF1-4F57-A0B0-E1176672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26.10.2025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43F7D0E0-D38C-43A1-9F3D-92DE1129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F03262CE-D94A-4480-ABED-74902A16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7424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21F2B153-6FF7-4407-9DA8-728332E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26.10.2025</a:t>
            </a:fld>
            <a:endParaRPr lang="ro-RO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DC2D4B50-25D4-44CC-9C17-720F3974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B1DF0DC-94B8-4D88-BD39-E42A00B3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6139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706A31A-5FB6-4F9C-A411-418F2475E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013DA19-875D-490E-B87E-DBEB5D995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CE431BE-ED4A-4CD8-9344-B1C946F1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A56F4DDD-6B9F-4633-B667-D2C69F0F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26.10.2025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1459D24-23EC-41CD-9287-124D0C2F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0C83946-98A2-4E98-95DF-F7C6FC1F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5234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64683FC-1DCE-43B5-8D93-44B4DC62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D96C83C8-E8AE-4620-BF96-8922237E0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BB7FFD63-0F30-49D7-B490-D0C73C37B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7D5E5649-6B0A-43C4-BB7E-0F59CF5D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26.10.2025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2D2AC23-82AA-4055-A673-9B577E3C7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9D866400-6F8F-4111-AFCA-C8579603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859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E2CB809-B633-455A-95F7-E832C33C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290D47F-C0E1-4C94-8473-5DC64230F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5517D53-86C8-48DF-AC25-A958CDEC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26.10.2025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1120475-F473-42EE-8D79-2E4A3366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01D6381-EED8-487B-AD15-9C46332B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9683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0FBDDED8-45D2-469D-AE8E-7BCAE64F1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D8F55C66-06F2-46F9-9FF0-5AD08240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A9260EA-BCED-4401-8284-2DB0D9AC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26.10.2025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5860957-C43E-493D-9739-5C5F3F0A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9412FF-50B1-43AD-80B5-F3316BCF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6819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4F5EB4E9-E70E-4B6C-AA38-D77617C8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593F9A6-FB02-4209-83AA-F3B74B610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88AD35E-BB51-437C-9835-CA75CDF82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8A049-8667-49AC-8762-F4AFF392D404}" type="datetimeFigureOut">
              <a:rPr lang="ro-RO" smtClean="0"/>
              <a:t>26.10.2025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A56834E-943C-4A6C-ABFA-1ADD132AC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AD2AFDC-A203-4AB7-8908-78AF98360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964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2.png"/><Relationship Id="rId117" Type="http://schemas.openxmlformats.org/officeDocument/2006/relationships/customXml" Target="../ink/ink55.xml"/><Relationship Id="rId21" Type="http://schemas.openxmlformats.org/officeDocument/2006/relationships/customXml" Target="../ink/ink10.xml"/><Relationship Id="rId42" Type="http://schemas.openxmlformats.org/officeDocument/2006/relationships/image" Target="../media/image2110.png"/><Relationship Id="rId47" Type="http://schemas.openxmlformats.org/officeDocument/2006/relationships/customXml" Target="../ink/ink20.xml"/><Relationship Id="rId63" Type="http://schemas.openxmlformats.org/officeDocument/2006/relationships/customXml" Target="../ink/ink28.xml"/><Relationship Id="rId68" Type="http://schemas.openxmlformats.org/officeDocument/2006/relationships/image" Target="../media/image65.png"/><Relationship Id="rId84" Type="http://schemas.openxmlformats.org/officeDocument/2006/relationships/image" Target="../media/image73.png"/><Relationship Id="rId89" Type="http://schemas.openxmlformats.org/officeDocument/2006/relationships/customXml" Target="../ink/ink41.xml"/><Relationship Id="rId112" Type="http://schemas.openxmlformats.org/officeDocument/2006/relationships/image" Target="../media/image85.png"/><Relationship Id="rId16" Type="http://schemas.openxmlformats.org/officeDocument/2006/relationships/image" Target="../media/image47.png"/><Relationship Id="rId107" Type="http://schemas.openxmlformats.org/officeDocument/2006/relationships/customXml" Target="../ink/ink50.xml"/><Relationship Id="rId11" Type="http://schemas.openxmlformats.org/officeDocument/2006/relationships/customXml" Target="../ink/ink5.xml"/><Relationship Id="rId32" Type="http://schemas.openxmlformats.org/officeDocument/2006/relationships/image" Target="../media/image55.png"/><Relationship Id="rId53" Type="http://schemas.openxmlformats.org/officeDocument/2006/relationships/customXml" Target="../ink/ink23.xml"/><Relationship Id="rId58" Type="http://schemas.openxmlformats.org/officeDocument/2006/relationships/image" Target="../media/image61.png"/><Relationship Id="rId74" Type="http://schemas.openxmlformats.org/officeDocument/2006/relationships/image" Target="../media/image68.png"/><Relationship Id="rId79" Type="http://schemas.openxmlformats.org/officeDocument/2006/relationships/customXml" Target="../ink/ink36.xml"/><Relationship Id="rId102" Type="http://schemas.openxmlformats.org/officeDocument/2006/relationships/image" Target="../media/image82.png"/><Relationship Id="rId123" Type="http://schemas.openxmlformats.org/officeDocument/2006/relationships/customXml" Target="../ink/ink58.xml"/><Relationship Id="rId5" Type="http://schemas.openxmlformats.org/officeDocument/2006/relationships/customXml" Target="../ink/ink2.xml"/><Relationship Id="rId90" Type="http://schemas.openxmlformats.org/officeDocument/2006/relationships/image" Target="../media/image76.png"/><Relationship Id="rId95" Type="http://schemas.openxmlformats.org/officeDocument/2006/relationships/customXml" Target="../ink/ink44.xml"/><Relationship Id="rId22" Type="http://schemas.openxmlformats.org/officeDocument/2006/relationships/image" Target="../media/image50.png"/><Relationship Id="rId27" Type="http://schemas.openxmlformats.org/officeDocument/2006/relationships/customXml" Target="../ink/ink13.xml"/><Relationship Id="rId43" Type="http://schemas.openxmlformats.org/officeDocument/2006/relationships/customXml" Target="../ink/ink18.xml"/><Relationship Id="rId48" Type="http://schemas.openxmlformats.org/officeDocument/2006/relationships/image" Target="../media/image240.png"/><Relationship Id="rId64" Type="http://schemas.openxmlformats.org/officeDocument/2006/relationships/image" Target="../media/image63.png"/><Relationship Id="rId69" Type="http://schemas.openxmlformats.org/officeDocument/2006/relationships/customXml" Target="../ink/ink31.xml"/><Relationship Id="rId113" Type="http://schemas.openxmlformats.org/officeDocument/2006/relationships/customXml" Target="../ink/ink53.xml"/><Relationship Id="rId118" Type="http://schemas.openxmlformats.org/officeDocument/2006/relationships/image" Target="../media/image86.png"/><Relationship Id="rId80" Type="http://schemas.openxmlformats.org/officeDocument/2006/relationships/image" Target="../media/image71.png"/><Relationship Id="rId85" Type="http://schemas.openxmlformats.org/officeDocument/2006/relationships/customXml" Target="../ink/ink39.xml"/><Relationship Id="rId12" Type="http://schemas.openxmlformats.org/officeDocument/2006/relationships/image" Target="../media/image45.png"/><Relationship Id="rId17" Type="http://schemas.openxmlformats.org/officeDocument/2006/relationships/customXml" Target="../ink/ink8.xml"/><Relationship Id="rId33" Type="http://schemas.openxmlformats.org/officeDocument/2006/relationships/customXml" Target="../ink/ink16.xml"/><Relationship Id="rId59" Type="http://schemas.openxmlformats.org/officeDocument/2006/relationships/customXml" Target="../ink/ink26.xml"/><Relationship Id="rId103" Type="http://schemas.openxmlformats.org/officeDocument/2006/relationships/customXml" Target="../ink/ink48.xml"/><Relationship Id="rId108" Type="http://schemas.openxmlformats.org/officeDocument/2006/relationships/image" Target="../media/image83.png"/><Relationship Id="rId124" Type="http://schemas.openxmlformats.org/officeDocument/2006/relationships/image" Target="../media/image89.png"/><Relationship Id="rId54" Type="http://schemas.openxmlformats.org/officeDocument/2006/relationships/image" Target="../media/image59.png"/><Relationship Id="rId70" Type="http://schemas.openxmlformats.org/officeDocument/2006/relationships/image" Target="../media/image66.png"/><Relationship Id="rId75" Type="http://schemas.openxmlformats.org/officeDocument/2006/relationships/customXml" Target="../ink/ink34.xml"/><Relationship Id="rId91" Type="http://schemas.openxmlformats.org/officeDocument/2006/relationships/customXml" Target="../ink/ink42.xml"/><Relationship Id="rId96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23" Type="http://schemas.openxmlformats.org/officeDocument/2006/relationships/customXml" Target="../ink/ink11.xml"/><Relationship Id="rId28" Type="http://schemas.openxmlformats.org/officeDocument/2006/relationships/image" Target="../media/image53.png"/><Relationship Id="rId49" Type="http://schemas.openxmlformats.org/officeDocument/2006/relationships/customXml" Target="../ink/ink21.xml"/><Relationship Id="rId114" Type="http://schemas.openxmlformats.org/officeDocument/2006/relationships/image" Target="../media/image540.png"/><Relationship Id="rId119" Type="http://schemas.openxmlformats.org/officeDocument/2006/relationships/customXml" Target="../ink/ink56.xml"/><Relationship Id="rId10" Type="http://schemas.openxmlformats.org/officeDocument/2006/relationships/image" Target="../media/image44.png"/><Relationship Id="rId31" Type="http://schemas.openxmlformats.org/officeDocument/2006/relationships/customXml" Target="../ink/ink15.xml"/><Relationship Id="rId44" Type="http://schemas.openxmlformats.org/officeDocument/2006/relationships/image" Target="../media/image2210.png"/><Relationship Id="rId52" Type="http://schemas.openxmlformats.org/officeDocument/2006/relationships/image" Target="../media/image58.png"/><Relationship Id="rId60" Type="http://schemas.openxmlformats.org/officeDocument/2006/relationships/image" Target="../media/image62.png"/><Relationship Id="rId65" Type="http://schemas.openxmlformats.org/officeDocument/2006/relationships/customXml" Target="../ink/ink29.xml"/><Relationship Id="rId73" Type="http://schemas.openxmlformats.org/officeDocument/2006/relationships/customXml" Target="../ink/ink33.xml"/><Relationship Id="rId78" Type="http://schemas.openxmlformats.org/officeDocument/2006/relationships/image" Target="../media/image70.png"/><Relationship Id="rId81" Type="http://schemas.openxmlformats.org/officeDocument/2006/relationships/customXml" Target="../ink/ink37.xml"/><Relationship Id="rId86" Type="http://schemas.openxmlformats.org/officeDocument/2006/relationships/image" Target="../media/image74.png"/><Relationship Id="rId94" Type="http://schemas.openxmlformats.org/officeDocument/2006/relationships/image" Target="../media/image78.png"/><Relationship Id="rId99" Type="http://schemas.openxmlformats.org/officeDocument/2006/relationships/customXml" Target="../ink/ink46.xml"/><Relationship Id="rId101" Type="http://schemas.openxmlformats.org/officeDocument/2006/relationships/customXml" Target="../ink/ink47.xml"/><Relationship Id="rId122" Type="http://schemas.openxmlformats.org/officeDocument/2006/relationships/image" Target="../media/image88.png"/><Relationship Id="rId4" Type="http://schemas.openxmlformats.org/officeDocument/2006/relationships/image" Target="../media/image41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48.png"/><Relationship Id="rId109" Type="http://schemas.openxmlformats.org/officeDocument/2006/relationships/customXml" Target="../ink/ink51.xml"/><Relationship Id="rId34" Type="http://schemas.openxmlformats.org/officeDocument/2006/relationships/image" Target="../media/image56.png"/><Relationship Id="rId50" Type="http://schemas.openxmlformats.org/officeDocument/2006/relationships/image" Target="../media/image57.png"/><Relationship Id="rId55" Type="http://schemas.openxmlformats.org/officeDocument/2006/relationships/customXml" Target="../ink/ink24.xml"/><Relationship Id="rId76" Type="http://schemas.openxmlformats.org/officeDocument/2006/relationships/image" Target="../media/image69.png"/><Relationship Id="rId97" Type="http://schemas.openxmlformats.org/officeDocument/2006/relationships/customXml" Target="../ink/ink45.xml"/><Relationship Id="rId104" Type="http://schemas.openxmlformats.org/officeDocument/2006/relationships/image" Target="../media/image490.png"/><Relationship Id="rId120" Type="http://schemas.openxmlformats.org/officeDocument/2006/relationships/image" Target="../media/image87.png"/><Relationship Id="rId7" Type="http://schemas.openxmlformats.org/officeDocument/2006/relationships/customXml" Target="../ink/ink3.xml"/><Relationship Id="rId71" Type="http://schemas.openxmlformats.org/officeDocument/2006/relationships/customXml" Target="../ink/ink32.xml"/><Relationship Id="rId92" Type="http://schemas.openxmlformats.org/officeDocument/2006/relationships/image" Target="../media/image77.png"/><Relationship Id="rId2" Type="http://schemas.openxmlformats.org/officeDocument/2006/relationships/image" Target="../media/image2.png"/><Relationship Id="rId29" Type="http://schemas.openxmlformats.org/officeDocument/2006/relationships/customXml" Target="../ink/ink14.xml"/><Relationship Id="rId24" Type="http://schemas.openxmlformats.org/officeDocument/2006/relationships/image" Target="../media/image51.png"/><Relationship Id="rId45" Type="http://schemas.openxmlformats.org/officeDocument/2006/relationships/customXml" Target="../ink/ink19.xml"/><Relationship Id="rId66" Type="http://schemas.openxmlformats.org/officeDocument/2006/relationships/image" Target="../media/image64.png"/><Relationship Id="rId87" Type="http://schemas.openxmlformats.org/officeDocument/2006/relationships/customXml" Target="../ink/ink40.xml"/><Relationship Id="rId110" Type="http://schemas.openxmlformats.org/officeDocument/2006/relationships/image" Target="../media/image84.png"/><Relationship Id="rId115" Type="http://schemas.openxmlformats.org/officeDocument/2006/relationships/customXml" Target="../ink/ink54.xml"/><Relationship Id="rId61" Type="http://schemas.openxmlformats.org/officeDocument/2006/relationships/customXml" Target="../ink/ink27.xml"/><Relationship Id="rId82" Type="http://schemas.openxmlformats.org/officeDocument/2006/relationships/image" Target="../media/image72.png"/><Relationship Id="rId19" Type="http://schemas.openxmlformats.org/officeDocument/2006/relationships/customXml" Target="../ink/ink9.xml"/><Relationship Id="rId14" Type="http://schemas.openxmlformats.org/officeDocument/2006/relationships/image" Target="../media/image46.png"/><Relationship Id="rId30" Type="http://schemas.openxmlformats.org/officeDocument/2006/relationships/image" Target="../media/image54.png"/><Relationship Id="rId35" Type="http://schemas.openxmlformats.org/officeDocument/2006/relationships/customXml" Target="../ink/ink17.xml"/><Relationship Id="rId56" Type="http://schemas.openxmlformats.org/officeDocument/2006/relationships/image" Target="../media/image60.png"/><Relationship Id="rId77" Type="http://schemas.openxmlformats.org/officeDocument/2006/relationships/customXml" Target="../ink/ink35.xml"/><Relationship Id="rId100" Type="http://schemas.openxmlformats.org/officeDocument/2006/relationships/image" Target="../media/image81.png"/><Relationship Id="rId105" Type="http://schemas.openxmlformats.org/officeDocument/2006/relationships/customXml" Target="../ink/ink49.xml"/><Relationship Id="rId8" Type="http://schemas.openxmlformats.org/officeDocument/2006/relationships/image" Target="../media/image43.png"/><Relationship Id="rId51" Type="http://schemas.openxmlformats.org/officeDocument/2006/relationships/customXml" Target="../ink/ink22.xml"/><Relationship Id="rId72" Type="http://schemas.openxmlformats.org/officeDocument/2006/relationships/image" Target="../media/image67.png"/><Relationship Id="rId93" Type="http://schemas.openxmlformats.org/officeDocument/2006/relationships/customXml" Target="../ink/ink43.xml"/><Relationship Id="rId98" Type="http://schemas.openxmlformats.org/officeDocument/2006/relationships/image" Target="../media/image80.png"/><Relationship Id="rId121" Type="http://schemas.openxmlformats.org/officeDocument/2006/relationships/customXml" Target="../ink/ink57.xml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2310.png"/><Relationship Id="rId67" Type="http://schemas.openxmlformats.org/officeDocument/2006/relationships/customXml" Target="../ink/ink30.xml"/><Relationship Id="rId116" Type="http://schemas.openxmlformats.org/officeDocument/2006/relationships/image" Target="../media/image550.png"/><Relationship Id="rId20" Type="http://schemas.openxmlformats.org/officeDocument/2006/relationships/image" Target="../media/image49.png"/><Relationship Id="rId62" Type="http://schemas.openxmlformats.org/officeDocument/2006/relationships/image" Target="../media/image280.png"/><Relationship Id="rId83" Type="http://schemas.openxmlformats.org/officeDocument/2006/relationships/customXml" Target="../ink/ink38.xml"/><Relationship Id="rId88" Type="http://schemas.openxmlformats.org/officeDocument/2006/relationships/image" Target="../media/image75.png"/><Relationship Id="rId111" Type="http://schemas.openxmlformats.org/officeDocument/2006/relationships/customXml" Target="../ink/ink52.xml"/><Relationship Id="rId15" Type="http://schemas.openxmlformats.org/officeDocument/2006/relationships/customXml" Target="../ink/ink7.xml"/><Relationship Id="rId57" Type="http://schemas.openxmlformats.org/officeDocument/2006/relationships/customXml" Target="../ink/ink25.xml"/><Relationship Id="rId106" Type="http://schemas.openxmlformats.org/officeDocument/2006/relationships/image" Target="../media/image50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customXml" Target="../ink/ink59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63.xml"/><Relationship Id="rId13" Type="http://schemas.openxmlformats.org/officeDocument/2006/relationships/image" Target="../media/image99.png"/><Relationship Id="rId3" Type="http://schemas.openxmlformats.org/officeDocument/2006/relationships/image" Target="../media/image860.png"/><Relationship Id="rId7" Type="http://schemas.openxmlformats.org/officeDocument/2006/relationships/image" Target="../media/image960.png"/><Relationship Id="rId12" Type="http://schemas.openxmlformats.org/officeDocument/2006/relationships/customXml" Target="../ink/ink65.xml"/><Relationship Id="rId2" Type="http://schemas.openxmlformats.org/officeDocument/2006/relationships/customXml" Target="../ink/ink6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2.xml"/><Relationship Id="rId11" Type="http://schemas.openxmlformats.org/officeDocument/2006/relationships/image" Target="../media/image98.png"/><Relationship Id="rId5" Type="http://schemas.openxmlformats.org/officeDocument/2006/relationships/image" Target="../media/image950.png"/><Relationship Id="rId15" Type="http://schemas.openxmlformats.org/officeDocument/2006/relationships/image" Target="../media/image100.png"/><Relationship Id="rId10" Type="http://schemas.openxmlformats.org/officeDocument/2006/relationships/customXml" Target="../ink/ink64.xml"/><Relationship Id="rId4" Type="http://schemas.openxmlformats.org/officeDocument/2006/relationships/customXml" Target="../ink/ink61.xml"/><Relationship Id="rId9" Type="http://schemas.openxmlformats.org/officeDocument/2006/relationships/image" Target="../media/image970.png"/><Relationship Id="rId14" Type="http://schemas.openxmlformats.org/officeDocument/2006/relationships/customXml" Target="../ink/ink6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customXml" Target="../ink/ink67.xml"/><Relationship Id="rId7" Type="http://schemas.openxmlformats.org/officeDocument/2006/relationships/customXml" Target="../ink/ink69.xml"/><Relationship Id="rId12" Type="http://schemas.openxmlformats.org/officeDocument/2006/relationships/image" Target="NUL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11" Type="http://schemas.openxmlformats.org/officeDocument/2006/relationships/customXml" Target="../ink/ink71.xml"/><Relationship Id="rId5" Type="http://schemas.openxmlformats.org/officeDocument/2006/relationships/customXml" Target="../ink/ink68.xm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customXml" Target="../ink/ink7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28" Type="http://schemas.openxmlformats.org/officeDocument/2006/relationships/image" Target="NUL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customXml" Target="../ink/ink79.xml"/><Relationship Id="rId3" Type="http://schemas.openxmlformats.org/officeDocument/2006/relationships/customXml" Target="../ink/ink73.xml"/><Relationship Id="rId7" Type="http://schemas.openxmlformats.org/officeDocument/2006/relationships/customXml" Target="../ink/ink76.xml"/><Relationship Id="rId12" Type="http://schemas.openxmlformats.org/officeDocument/2006/relationships/image" Target="NUL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5.xml"/><Relationship Id="rId11" Type="http://schemas.openxmlformats.org/officeDocument/2006/relationships/customXml" Target="../ink/ink78.xml"/><Relationship Id="rId5" Type="http://schemas.openxmlformats.org/officeDocument/2006/relationships/customXml" Target="../ink/ink74.xm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customXml" Target="../ink/ink77.xml"/><Relationship Id="rId14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55" Type="http://schemas.openxmlformats.org/officeDocument/2006/relationships/image" Target="NULL"/><Relationship Id="rId63" Type="http://schemas.openxmlformats.org/officeDocument/2006/relationships/image" Target="NULL"/><Relationship Id="rId68" Type="http://schemas.openxmlformats.org/officeDocument/2006/relationships/customXml" Target="../ink/ink89.xml"/><Relationship Id="rId76" Type="http://schemas.openxmlformats.org/officeDocument/2006/relationships/customXml" Target="../ink/ink93.xml"/><Relationship Id="rId84" Type="http://schemas.openxmlformats.org/officeDocument/2006/relationships/customXml" Target="../ink/ink97.xml"/><Relationship Id="rId71" Type="http://schemas.openxmlformats.org/officeDocument/2006/relationships/image" Target="NULL"/><Relationship Id="rId2" Type="http://schemas.openxmlformats.org/officeDocument/2006/relationships/image" Target="../media/image15.png"/><Relationship Id="rId54" Type="http://schemas.openxmlformats.org/officeDocument/2006/relationships/customXml" Target="../ink/ink82.xml"/><Relationship Id="rId62" Type="http://schemas.openxmlformats.org/officeDocument/2006/relationships/customXml" Target="../ink/ink86.xml"/><Relationship Id="rId70" Type="http://schemas.openxmlformats.org/officeDocument/2006/relationships/customXml" Target="../ink/ink90.xml"/><Relationship Id="rId75" Type="http://schemas.openxmlformats.org/officeDocument/2006/relationships/image" Target="NULL"/><Relationship Id="rId83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1.xml"/><Relationship Id="rId53" Type="http://schemas.openxmlformats.org/officeDocument/2006/relationships/image" Target="NULL"/><Relationship Id="rId58" Type="http://schemas.openxmlformats.org/officeDocument/2006/relationships/customXml" Target="../ink/ink84.xml"/><Relationship Id="rId66" Type="http://schemas.openxmlformats.org/officeDocument/2006/relationships/customXml" Target="../ink/ink88.xml"/><Relationship Id="rId74" Type="http://schemas.openxmlformats.org/officeDocument/2006/relationships/customXml" Target="../ink/ink92.xml"/><Relationship Id="rId79" Type="http://schemas.openxmlformats.org/officeDocument/2006/relationships/image" Target="NULL"/><Relationship Id="rId87" Type="http://schemas.openxmlformats.org/officeDocument/2006/relationships/image" Target="NULL"/><Relationship Id="rId5" Type="http://schemas.openxmlformats.org/officeDocument/2006/relationships/image" Target="NULL"/><Relationship Id="rId57" Type="http://schemas.openxmlformats.org/officeDocument/2006/relationships/image" Target="NULL"/><Relationship Id="rId61" Type="http://schemas.openxmlformats.org/officeDocument/2006/relationships/image" Target="NULL"/><Relationship Id="rId82" Type="http://schemas.openxmlformats.org/officeDocument/2006/relationships/customXml" Target="../ink/ink96.xml"/><Relationship Id="rId60" Type="http://schemas.openxmlformats.org/officeDocument/2006/relationships/customXml" Target="../ink/ink85.xml"/><Relationship Id="rId65" Type="http://schemas.openxmlformats.org/officeDocument/2006/relationships/image" Target="NULL"/><Relationship Id="rId73" Type="http://schemas.openxmlformats.org/officeDocument/2006/relationships/image" Target="NULL"/><Relationship Id="rId78" Type="http://schemas.openxmlformats.org/officeDocument/2006/relationships/customXml" Target="../ink/ink94.xml"/><Relationship Id="rId81" Type="http://schemas.openxmlformats.org/officeDocument/2006/relationships/image" Target="NULL"/><Relationship Id="rId86" Type="http://schemas.openxmlformats.org/officeDocument/2006/relationships/customXml" Target="../ink/ink98.xml"/><Relationship Id="rId4" Type="http://schemas.openxmlformats.org/officeDocument/2006/relationships/customXml" Target="../ink/ink80.xml"/><Relationship Id="rId56" Type="http://schemas.openxmlformats.org/officeDocument/2006/relationships/customXml" Target="../ink/ink83.xml"/><Relationship Id="rId64" Type="http://schemas.openxmlformats.org/officeDocument/2006/relationships/customXml" Target="../ink/ink87.xml"/><Relationship Id="rId69" Type="http://schemas.openxmlformats.org/officeDocument/2006/relationships/image" Target="NULL"/><Relationship Id="rId77" Type="http://schemas.openxmlformats.org/officeDocument/2006/relationships/image" Target="NULL"/><Relationship Id="rId72" Type="http://schemas.openxmlformats.org/officeDocument/2006/relationships/customXml" Target="../ink/ink91.xml"/><Relationship Id="rId80" Type="http://schemas.openxmlformats.org/officeDocument/2006/relationships/customXml" Target="../ink/ink95.xml"/><Relationship Id="rId85" Type="http://schemas.openxmlformats.org/officeDocument/2006/relationships/image" Target="NULL"/><Relationship Id="rId3" Type="http://schemas.openxmlformats.org/officeDocument/2006/relationships/image" Target="../media/image16.png"/><Relationship Id="rId59" Type="http://schemas.openxmlformats.org/officeDocument/2006/relationships/image" Target="NULL"/><Relationship Id="rId67" Type="http://schemas.openxmlformats.org/officeDocument/2006/relationships/image" Target="NUL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customXml" Target="../ink/ink104.xml"/><Relationship Id="rId18" Type="http://schemas.openxmlformats.org/officeDocument/2006/relationships/image" Target="NULL"/><Relationship Id="rId3" Type="http://schemas.openxmlformats.org/officeDocument/2006/relationships/customXml" Target="../ink/ink99.xml"/><Relationship Id="rId21" Type="http://schemas.openxmlformats.org/officeDocument/2006/relationships/customXml" Target="../ink/ink108.xml"/><Relationship Id="rId7" Type="http://schemas.openxmlformats.org/officeDocument/2006/relationships/customXml" Target="../ink/ink101.xml"/><Relationship Id="rId12" Type="http://schemas.openxmlformats.org/officeDocument/2006/relationships/image" Target="NULL"/><Relationship Id="rId17" Type="http://schemas.openxmlformats.org/officeDocument/2006/relationships/customXml" Target="../ink/ink106.xml"/><Relationship Id="rId2" Type="http://schemas.openxmlformats.org/officeDocument/2006/relationships/image" Target="../media/image19.png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11" Type="http://schemas.openxmlformats.org/officeDocument/2006/relationships/customXml" Target="../ink/ink103.xml"/><Relationship Id="rId24" Type="http://schemas.openxmlformats.org/officeDocument/2006/relationships/image" Target="NULL"/><Relationship Id="rId5" Type="http://schemas.openxmlformats.org/officeDocument/2006/relationships/customXml" Target="../ink/ink100.xml"/><Relationship Id="rId15" Type="http://schemas.openxmlformats.org/officeDocument/2006/relationships/customXml" Target="../ink/ink105.xml"/><Relationship Id="rId23" Type="http://schemas.openxmlformats.org/officeDocument/2006/relationships/customXml" Target="../ink/ink109.xml"/><Relationship Id="rId10" Type="http://schemas.openxmlformats.org/officeDocument/2006/relationships/image" Target="NULL"/><Relationship Id="rId19" Type="http://schemas.openxmlformats.org/officeDocument/2006/relationships/customXml" Target="../ink/ink107.xml"/><Relationship Id="rId4" Type="http://schemas.openxmlformats.org/officeDocument/2006/relationships/image" Target="NULL"/><Relationship Id="rId9" Type="http://schemas.openxmlformats.org/officeDocument/2006/relationships/customXml" Target="../ink/ink102.xml"/><Relationship Id="rId14" Type="http://schemas.openxmlformats.org/officeDocument/2006/relationships/image" Target="NULL"/><Relationship Id="rId22" Type="http://schemas.openxmlformats.org/officeDocument/2006/relationships/image" Target="NUL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customXml" Target="../ink/ink115.xml"/><Relationship Id="rId3" Type="http://schemas.openxmlformats.org/officeDocument/2006/relationships/customXml" Target="../ink/ink110.xml"/><Relationship Id="rId7" Type="http://schemas.openxmlformats.org/officeDocument/2006/relationships/customXml" Target="../ink/ink112.xml"/><Relationship Id="rId12" Type="http://schemas.openxmlformats.org/officeDocument/2006/relationships/image" Target="NULL"/><Relationship Id="rId2" Type="http://schemas.openxmlformats.org/officeDocument/2006/relationships/image" Target="../media/image19.png"/><Relationship Id="rId16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11" Type="http://schemas.openxmlformats.org/officeDocument/2006/relationships/customXml" Target="../ink/ink114.xml"/><Relationship Id="rId5" Type="http://schemas.openxmlformats.org/officeDocument/2006/relationships/customXml" Target="../ink/ink111.xml"/><Relationship Id="rId15" Type="http://schemas.openxmlformats.org/officeDocument/2006/relationships/customXml" Target="../ink/ink116.xm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customXml" Target="../ink/ink113.xml"/><Relationship Id="rId14" Type="http://schemas.openxmlformats.org/officeDocument/2006/relationships/image" Target="NUL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customXml" Target="../ink/ink122.xml"/><Relationship Id="rId3" Type="http://schemas.openxmlformats.org/officeDocument/2006/relationships/customXml" Target="../ink/ink117.xml"/><Relationship Id="rId7" Type="http://schemas.openxmlformats.org/officeDocument/2006/relationships/customXml" Target="../ink/ink119.xml"/><Relationship Id="rId12" Type="http://schemas.openxmlformats.org/officeDocument/2006/relationships/image" Target="NUL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11" Type="http://schemas.openxmlformats.org/officeDocument/2006/relationships/customXml" Target="../ink/ink121.xml"/><Relationship Id="rId5" Type="http://schemas.openxmlformats.org/officeDocument/2006/relationships/customXml" Target="../ink/ink118.xm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customXml" Target="../ink/ink120.xml"/><Relationship Id="rId14" Type="http://schemas.openxmlformats.org/officeDocument/2006/relationships/image" Target="NUL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5.xml"/><Relationship Id="rId13" Type="http://schemas.openxmlformats.org/officeDocument/2006/relationships/image" Target="NULL"/><Relationship Id="rId3" Type="http://schemas.openxmlformats.org/officeDocument/2006/relationships/image" Target="../media/image21.png"/><Relationship Id="rId7" Type="http://schemas.openxmlformats.org/officeDocument/2006/relationships/image" Target="NULL"/><Relationship Id="rId12" Type="http://schemas.openxmlformats.org/officeDocument/2006/relationships/customXml" Target="../ink/ink127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4.xm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customXml" Target="../ink/ink126.xml"/><Relationship Id="rId4" Type="http://schemas.openxmlformats.org/officeDocument/2006/relationships/customXml" Target="../ink/ink123.xml"/><Relationship Id="rId9" Type="http://schemas.openxmlformats.org/officeDocument/2006/relationships/image" Target="NUL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24.png"/><Relationship Id="rId7" Type="http://schemas.openxmlformats.org/officeDocument/2006/relationships/customXml" Target="../ink/ink129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customXml" Target="../ink/ink128.xml"/><Relationship Id="rId10" Type="http://schemas.openxmlformats.org/officeDocument/2006/relationships/image" Target="NULL"/><Relationship Id="rId4" Type="http://schemas.openxmlformats.org/officeDocument/2006/relationships/image" Target="../media/image25.png"/><Relationship Id="rId9" Type="http://schemas.openxmlformats.org/officeDocument/2006/relationships/customXml" Target="../ink/ink13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NUL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2.xml"/><Relationship Id="rId5" Type="http://schemas.openxmlformats.org/officeDocument/2006/relationships/image" Target="NULL"/><Relationship Id="rId4" Type="http://schemas.openxmlformats.org/officeDocument/2006/relationships/customXml" Target="../ink/ink1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600" b="1" dirty="0">
                <a:solidFill>
                  <a:srgbClr val="0000FF"/>
                </a:solidFill>
              </a:rPr>
              <a:t>Automate Programabile</a:t>
            </a:r>
          </a:p>
          <a:p>
            <a:endParaRPr lang="ro-RO" sz="3600" b="1" dirty="0">
              <a:solidFill>
                <a:srgbClr val="FF0000"/>
              </a:solidFill>
            </a:endParaRP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== </a:t>
            </a:r>
            <a:r>
              <a:rPr lang="ro-RO" sz="3600" b="1">
                <a:solidFill>
                  <a:srgbClr val="FF0000"/>
                </a:solidFill>
              </a:rPr>
              <a:t>Curs  4 </a:t>
            </a:r>
            <a:r>
              <a:rPr lang="ro-RO" sz="3600" b="1" dirty="0">
                <a:solidFill>
                  <a:srgbClr val="FF0000"/>
                </a:solidFill>
              </a:rPr>
              <a:t>==</a:t>
            </a: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C3</a:t>
            </a:r>
          </a:p>
          <a:p>
            <a:endParaRPr lang="ro-RO" sz="3200" b="1" dirty="0">
              <a:solidFill>
                <a:srgbClr val="FF0000"/>
              </a:solidFill>
            </a:endParaRPr>
          </a:p>
          <a:p>
            <a:r>
              <a:rPr lang="ro-RO" sz="3200" b="1" dirty="0">
                <a:solidFill>
                  <a:srgbClr val="0000FF"/>
                </a:solidFill>
              </a:rPr>
              <a:t>     Săptămâna 4         20 Octombrie 2025             11:00 –13:00</a:t>
            </a:r>
          </a:p>
          <a:p>
            <a:pPr lvl="0" algn="ctr">
              <a:spcBef>
                <a:spcPts val="1800"/>
              </a:spcBef>
              <a:defRPr/>
            </a:pPr>
            <a:r>
              <a:rPr lang="ro-RO" b="1" i="1" dirty="0">
                <a:solidFill>
                  <a:prstClr val="black"/>
                </a:solidFill>
              </a:rPr>
              <a:t>ionel.bostan@upit.ro</a:t>
            </a:r>
          </a:p>
          <a:p>
            <a:pPr algn="ctr">
              <a:spcBef>
                <a:spcPts val="1800"/>
              </a:spcBef>
              <a:defRPr/>
            </a:pPr>
            <a:r>
              <a:rPr lang="ro-RO" b="1" i="1" dirty="0">
                <a:solidFill>
                  <a:prstClr val="black"/>
                </a:solidFill>
              </a:rPr>
              <a:t>ionel.bostan@upb.ro</a:t>
            </a:r>
            <a:endParaRPr lang="ro-RO" i="1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821882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ED91FF69-F886-4627-9FD4-93B867704A70}"/>
              </a:ext>
            </a:extLst>
          </p:cNvPr>
          <p:cNvSpPr/>
          <p:nvPr/>
        </p:nvSpPr>
        <p:spPr>
          <a:xfrm>
            <a:off x="883977" y="320074"/>
            <a:ext cx="10606924" cy="5109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Agend</a:t>
            </a:r>
            <a:r>
              <a:rPr kumimoji="0" lang="ro-RO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ă: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1) </a:t>
            </a:r>
            <a:r>
              <a:rPr lang="ro-RO" sz="2400" b="1" dirty="0">
                <a:solidFill>
                  <a:srgbClr val="0000FF"/>
                </a:solidFill>
              </a:rPr>
              <a:t>Transpunerea diagramelor de tranziție in limbaj </a:t>
            </a:r>
            <a:r>
              <a:rPr lang="ro-RO" sz="2400" b="1" dirty="0" err="1">
                <a:solidFill>
                  <a:srgbClr val="0000FF"/>
                </a:solidFill>
              </a:rPr>
              <a:t>Ladder</a:t>
            </a:r>
            <a:r>
              <a:rPr lang="ro-RO" sz="2400" b="1" dirty="0">
                <a:solidFill>
                  <a:srgbClr val="0000FF"/>
                </a:solidFill>
              </a:rPr>
              <a:t> folosind bobine cu memorie 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000" b="1" dirty="0"/>
              <a:t>Expresia algebrică </a:t>
            </a:r>
            <a:r>
              <a:rPr lang="en-US" sz="2000" b="1" dirty="0"/>
              <a:t>a </a:t>
            </a:r>
            <a:r>
              <a:rPr lang="en-US" sz="2000" b="1" dirty="0" err="1"/>
              <a:t>ecua</a:t>
            </a:r>
            <a:r>
              <a:rPr lang="ro-RO" sz="2000" b="1" dirty="0"/>
              <a:t>ț</a:t>
            </a:r>
            <a:r>
              <a:rPr lang="en-US" sz="2000" b="1" dirty="0" err="1"/>
              <a:t>iilor</a:t>
            </a:r>
            <a:r>
              <a:rPr lang="en-US" sz="2000" b="1" dirty="0"/>
              <a:t> de stare</a:t>
            </a:r>
            <a:r>
              <a:rPr lang="ro-RO" sz="2000" b="1" dirty="0"/>
              <a:t> în funcție de tipul elementului de memorie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ro-RO" sz="2000" b="1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000" b="1" dirty="0"/>
              <a:t>Exemple de utilizare </a:t>
            </a:r>
            <a:r>
              <a:rPr lang="en-US" sz="2000" b="1" dirty="0"/>
              <a:t> </a:t>
            </a:r>
            <a:r>
              <a:rPr lang="ro-RO" sz="2000" b="1" dirty="0"/>
              <a:t>pentru o instalație de ambalare produse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kumimoji="0" lang="ro-RO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r>
              <a:rPr lang="ro-RO" sz="2400" b="1" dirty="0">
                <a:solidFill>
                  <a:srgbClr val="0000FF"/>
                </a:solidFill>
              </a:rPr>
              <a:t>2) Instrucțiuni pentru controlul programului</a:t>
            </a:r>
          </a:p>
          <a:p>
            <a:endParaRPr lang="ro-RO" sz="2400" b="1" dirty="0">
              <a:solidFill>
                <a:srgbClr val="0000FF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o-RO" b="1" dirty="0"/>
              <a:t>MCR;  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o-RO" b="1" dirty="0"/>
              <a:t>ZCL;  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o-RO" b="1" dirty="0"/>
              <a:t>JMP; 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o-RO" b="1" dirty="0"/>
              <a:t>GOSUB;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endParaRPr kumimoji="0" lang="ro-RO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3609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reptunghi 4">
            <a:extLst>
              <a:ext uri="{FF2B5EF4-FFF2-40B4-BE49-F238E27FC236}">
                <a16:creationId xmlns:a16="http://schemas.microsoft.com/office/drawing/2014/main" id="{1A212F02-29F4-42C0-B569-E97A2D9EC29A}"/>
              </a:ext>
            </a:extLst>
          </p:cNvPr>
          <p:cNvSpPr/>
          <p:nvPr/>
        </p:nvSpPr>
        <p:spPr>
          <a:xfrm>
            <a:off x="426782" y="594391"/>
            <a:ext cx="11155558" cy="2446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o-RO" sz="2000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Observații:</a:t>
            </a:r>
            <a:r>
              <a:rPr lang="en-US" sz="2000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sz="1600" b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buFontTx/>
              <a:buChar char="-"/>
            </a:pP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Există o legătură între proiectarea automatelor FSM din circuite logice cu cele din PLC:</a:t>
            </a:r>
          </a:p>
          <a:p>
            <a:pPr marL="1657350" lvl="3" indent="-285750">
              <a:spcBef>
                <a:spcPts val="600"/>
              </a:spcBef>
              <a:buFontTx/>
              <a:buChar char="-"/>
            </a:pPr>
            <a:r>
              <a:rPr lang="ro-RO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Ecuațiile de stare valabile pentru </a:t>
            </a:r>
            <a:r>
              <a:rPr lang="ro-RO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implementarea cu bistabil D </a:t>
            </a:r>
            <a:r>
              <a:rPr lang="ro-RO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sunt valabile pentru implementarea în </a:t>
            </a:r>
            <a:r>
              <a:rPr lang="ro-RO" dirty="0" err="1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Ladder</a:t>
            </a:r>
            <a:r>
              <a:rPr lang="ro-RO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bazată pe </a:t>
            </a:r>
            <a:r>
              <a:rPr lang="ro-RO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bobine fără memorie </a:t>
            </a:r>
            <a:r>
              <a:rPr lang="ro-RO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1657350" lvl="3" indent="-285750">
              <a:spcBef>
                <a:spcPts val="600"/>
              </a:spcBef>
              <a:buFontTx/>
              <a:buChar char="-"/>
            </a:pPr>
            <a:r>
              <a:rPr lang="ro-RO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Ecuațiile de stare valabile pentru </a:t>
            </a:r>
            <a:r>
              <a:rPr lang="ro-RO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implementarea cu bistabil JK </a:t>
            </a:r>
            <a:r>
              <a:rPr lang="ro-RO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sunt valabile pentru implementarea în </a:t>
            </a:r>
            <a:r>
              <a:rPr lang="ro-RO" dirty="0" err="1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Ladder</a:t>
            </a:r>
            <a:r>
              <a:rPr lang="ro-RO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bazată pe </a:t>
            </a:r>
            <a:r>
              <a:rPr lang="ro-RO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bobine cu memorie </a:t>
            </a:r>
            <a:r>
              <a:rPr lang="ro-RO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742950" lvl="1" indent="-285750">
              <a:spcBef>
                <a:spcPts val="600"/>
              </a:spcBef>
              <a:buFontTx/>
              <a:buChar char="-"/>
            </a:pP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Ecuațiile pentru utilizarea bobinelor cu </a:t>
            </a:r>
            <a:r>
              <a:rPr lang="ro-RO" b="1" dirty="0" err="1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memore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4" name="Dreptunghi 3">
            <a:extLst>
              <a:ext uri="{FF2B5EF4-FFF2-40B4-BE49-F238E27FC236}">
                <a16:creationId xmlns:a16="http://schemas.microsoft.com/office/drawing/2014/main" id="{67D81AF0-AAC2-4C4D-8EC4-CA08D3BD1DD8}"/>
              </a:ext>
            </a:extLst>
          </p:cNvPr>
          <p:cNvSpPr/>
          <p:nvPr/>
        </p:nvSpPr>
        <p:spPr>
          <a:xfrm>
            <a:off x="243904" y="137196"/>
            <a:ext cx="110641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solidFill>
                  <a:srgbClr val="FF0000"/>
                </a:solidFill>
              </a:rPr>
              <a:t>Implementarea în limbaj </a:t>
            </a:r>
            <a:r>
              <a:rPr lang="ro-RO" b="1" i="1" dirty="0" err="1">
                <a:solidFill>
                  <a:srgbClr val="FF0000"/>
                </a:solidFill>
              </a:rPr>
              <a:t>Ladder</a:t>
            </a:r>
            <a:r>
              <a:rPr lang="ro-RO" b="1" i="1" dirty="0">
                <a:solidFill>
                  <a:srgbClr val="FF0000"/>
                </a:solidFill>
              </a:rPr>
              <a:t> folosind bobine cu memorie (bobine de tip SET/RESET</a:t>
            </a:r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095EF975-C56D-4522-8E5A-4B974AE36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001" y="3063244"/>
            <a:ext cx="6497928" cy="370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446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>
            <a:extLst>
              <a:ext uri="{FF2B5EF4-FFF2-40B4-BE49-F238E27FC236}">
                <a16:creationId xmlns:a16="http://schemas.microsoft.com/office/drawing/2014/main" id="{1CC6CE80-E0C0-49A5-B845-1B74ECBCB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1143025"/>
            <a:ext cx="6657990" cy="505470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86143D63-5E5B-4E3F-A588-F49C7F2FFDD8}"/>
                  </a:ext>
                </a:extLst>
              </p14:cNvPr>
              <p14:cNvContentPartPr/>
              <p14:nvPr/>
            </p14:nvContentPartPr>
            <p14:xfrm>
              <a:off x="7769977" y="863624"/>
              <a:ext cx="5400" cy="27612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86143D63-5E5B-4E3F-A588-F49C7F2FFDD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51977" y="845647"/>
                <a:ext cx="41040" cy="3117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B0755472-871F-4117-A5E7-68216A7E6C88}"/>
                  </a:ext>
                </a:extLst>
              </p14:cNvPr>
              <p14:cNvContentPartPr/>
              <p14:nvPr/>
            </p14:nvContentPartPr>
            <p14:xfrm>
              <a:off x="7861777" y="757064"/>
              <a:ext cx="312840" cy="38016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B0755472-871F-4117-A5E7-68216A7E6C8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43777" y="739064"/>
                <a:ext cx="348480" cy="41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A2419F4A-7C2F-49E8-A345-DCD20220219B}"/>
                  </a:ext>
                </a:extLst>
              </p14:cNvPr>
              <p14:cNvContentPartPr/>
              <p14:nvPr/>
            </p14:nvContentPartPr>
            <p14:xfrm>
              <a:off x="7949617" y="841304"/>
              <a:ext cx="297000" cy="1296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A2419F4A-7C2F-49E8-A345-DCD20220219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931617" y="823304"/>
                <a:ext cx="33264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71F4B910-36F8-4B92-B6FD-5DB8B8E0C3A6}"/>
                  </a:ext>
                </a:extLst>
              </p14:cNvPr>
              <p14:cNvContentPartPr/>
              <p14:nvPr/>
            </p14:nvContentPartPr>
            <p14:xfrm>
              <a:off x="8198377" y="1006184"/>
              <a:ext cx="371160" cy="16092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71F4B910-36F8-4B92-B6FD-5DB8B8E0C3A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180377" y="988184"/>
                <a:ext cx="40680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3F1EF7DB-A18B-4DD7-9D8D-BFAED986CA6A}"/>
                  </a:ext>
                </a:extLst>
              </p14:cNvPr>
              <p14:cNvContentPartPr/>
              <p14:nvPr/>
            </p14:nvContentPartPr>
            <p14:xfrm>
              <a:off x="8507257" y="903944"/>
              <a:ext cx="86040" cy="10908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3F1EF7DB-A18B-4DD7-9D8D-BFAED986CA6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489257" y="885944"/>
                <a:ext cx="12168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81F54435-1479-49A5-96AA-C6F60E70B1F4}"/>
                  </a:ext>
                </a:extLst>
              </p14:cNvPr>
              <p14:cNvContentPartPr/>
              <p14:nvPr/>
            </p14:nvContentPartPr>
            <p14:xfrm>
              <a:off x="8602657" y="1003664"/>
              <a:ext cx="379800" cy="15300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81F54435-1479-49A5-96AA-C6F60E70B1F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584674" y="985706"/>
                <a:ext cx="415406" cy="1885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5CD01653-938C-4F01-B283-2C865C15F37E}"/>
                  </a:ext>
                </a:extLst>
              </p14:cNvPr>
              <p14:cNvContentPartPr/>
              <p14:nvPr/>
            </p14:nvContentPartPr>
            <p14:xfrm>
              <a:off x="8958337" y="891704"/>
              <a:ext cx="43920" cy="1080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5CD01653-938C-4F01-B283-2C865C15F37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940337" y="873704"/>
                <a:ext cx="7956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71030596-4F72-4D2B-A62F-06A50099853A}"/>
                  </a:ext>
                </a:extLst>
              </p14:cNvPr>
              <p14:cNvContentPartPr/>
              <p14:nvPr/>
            </p14:nvContentPartPr>
            <p14:xfrm>
              <a:off x="9204217" y="914384"/>
              <a:ext cx="330840" cy="21132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71030596-4F72-4D2B-A62F-06A50099853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186217" y="896384"/>
                <a:ext cx="36648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ECCB376F-EC6B-4F03-8FAE-98DD667C57E5}"/>
                  </a:ext>
                </a:extLst>
              </p14:cNvPr>
              <p14:cNvContentPartPr/>
              <p14:nvPr/>
            </p14:nvContentPartPr>
            <p14:xfrm>
              <a:off x="9797497" y="837344"/>
              <a:ext cx="942480" cy="28800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ECCB376F-EC6B-4F03-8FAE-98DD667C57E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779497" y="819366"/>
                <a:ext cx="978120" cy="3235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3F13D5A9-322D-4E14-BEC9-92E3637A4B7F}"/>
                  </a:ext>
                </a:extLst>
              </p14:cNvPr>
              <p14:cNvContentPartPr/>
              <p14:nvPr/>
            </p14:nvContentPartPr>
            <p14:xfrm>
              <a:off x="7703017" y="1220744"/>
              <a:ext cx="2810520" cy="11880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3F13D5A9-322D-4E14-BEC9-92E3637A4B7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685019" y="1202744"/>
                <a:ext cx="2846155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8572CA5B-71BD-4F1C-B358-E1A4CCFF2C4F}"/>
                  </a:ext>
                </a:extLst>
              </p14:cNvPr>
              <p14:cNvContentPartPr/>
              <p14:nvPr/>
            </p14:nvContentPartPr>
            <p14:xfrm>
              <a:off x="7818217" y="1821584"/>
              <a:ext cx="254880" cy="1008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8572CA5B-71BD-4F1C-B358-E1A4CCFF2C4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800192" y="1803584"/>
                <a:ext cx="29057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1D96DF70-4187-4D81-9305-7E240CC7C9F2}"/>
                  </a:ext>
                </a:extLst>
              </p14:cNvPr>
              <p14:cNvContentPartPr/>
              <p14:nvPr/>
            </p14:nvContentPartPr>
            <p14:xfrm>
              <a:off x="8349577" y="1576424"/>
              <a:ext cx="912240" cy="35640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1D96DF70-4187-4D81-9305-7E240CC7C9F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331577" y="1558424"/>
                <a:ext cx="94788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5596F9DC-F4CA-456F-A282-BAD12621C101}"/>
                  </a:ext>
                </a:extLst>
              </p14:cNvPr>
              <p14:cNvContentPartPr/>
              <p14:nvPr/>
            </p14:nvContentPartPr>
            <p14:xfrm>
              <a:off x="7799137" y="2041184"/>
              <a:ext cx="1698840" cy="120564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5596F9DC-F4CA-456F-A282-BAD12621C10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781141" y="2023184"/>
                <a:ext cx="1734472" cy="12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D18AC0C4-7C32-4788-AB9B-6F51557A424F}"/>
                  </a:ext>
                </a:extLst>
              </p14:cNvPr>
              <p14:cNvContentPartPr/>
              <p14:nvPr/>
            </p14:nvContentPartPr>
            <p14:xfrm>
              <a:off x="7794457" y="3712664"/>
              <a:ext cx="3445200" cy="63648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D18AC0C4-7C32-4788-AB9B-6F51557A424F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776457" y="3694654"/>
                <a:ext cx="3480840" cy="6721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DF2D7F72-BB97-4FB1-BC98-0ADE51371E50}"/>
                  </a:ext>
                </a:extLst>
              </p14:cNvPr>
              <p14:cNvContentPartPr/>
              <p14:nvPr/>
            </p14:nvContentPartPr>
            <p14:xfrm>
              <a:off x="8102617" y="4478744"/>
              <a:ext cx="1514160" cy="31248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DF2D7F72-BB97-4FB1-BC98-0ADE51371E5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084621" y="4460765"/>
                <a:ext cx="1549792" cy="3480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5C7169FC-BB19-46CF-B5AD-779E934CAF57}"/>
                  </a:ext>
                </a:extLst>
              </p14:cNvPr>
              <p14:cNvContentPartPr/>
              <p14:nvPr/>
            </p14:nvContentPartPr>
            <p14:xfrm>
              <a:off x="8199097" y="4892024"/>
              <a:ext cx="3197520" cy="147348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5C7169FC-BB19-46CF-B5AD-779E934CAF5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181095" y="4874024"/>
                <a:ext cx="3233164" cy="150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36CC6EDF-5CC6-45D4-8A10-D2DFAEA47E13}"/>
                  </a:ext>
                </a:extLst>
              </p14:cNvPr>
              <p14:cNvContentPartPr/>
              <p14:nvPr/>
            </p14:nvContentPartPr>
            <p14:xfrm>
              <a:off x="3996189" y="6106945"/>
              <a:ext cx="1283040" cy="40356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36CC6EDF-5CC6-45D4-8A10-D2DFAEA47E13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978194" y="6088961"/>
                <a:ext cx="1318670" cy="4391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A255C24B-0925-46C3-99DF-C1EDAA498005}"/>
                  </a:ext>
                </a:extLst>
              </p14:cNvPr>
              <p14:cNvContentPartPr/>
              <p14:nvPr/>
            </p14:nvContentPartPr>
            <p14:xfrm>
              <a:off x="3533589" y="5948185"/>
              <a:ext cx="307080" cy="84096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A255C24B-0925-46C3-99DF-C1EDAA498005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515949" y="5930545"/>
                <a:ext cx="342720" cy="87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FCA5D57B-598F-432C-978D-38856AD24CDC}"/>
                  </a:ext>
                </a:extLst>
              </p14:cNvPr>
              <p14:cNvContentPartPr/>
              <p14:nvPr/>
            </p14:nvContentPartPr>
            <p14:xfrm>
              <a:off x="1813869" y="6044665"/>
              <a:ext cx="1279080" cy="41544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FCA5D57B-598F-432C-978D-38856AD24CDC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796224" y="6026665"/>
                <a:ext cx="1314730" cy="45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3CEF702C-3633-484C-B49F-5EAA7DF3B28F}"/>
                  </a:ext>
                </a:extLst>
              </p14:cNvPr>
              <p14:cNvContentPartPr/>
              <p14:nvPr/>
            </p14:nvContentPartPr>
            <p14:xfrm>
              <a:off x="1410669" y="6150145"/>
              <a:ext cx="191520" cy="31464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3CEF702C-3633-484C-B49F-5EAA7DF3B28F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392669" y="6132485"/>
                <a:ext cx="227160" cy="350321"/>
              </a:xfrm>
              <a:prstGeom prst="rect">
                <a:avLst/>
              </a:prstGeom>
            </p:spPr>
          </p:pic>
        </mc:Fallback>
      </mc:AlternateContent>
      <p:sp>
        <p:nvSpPr>
          <p:cNvPr id="2" name="Dreptunghi 1">
            <a:extLst>
              <a:ext uri="{FF2B5EF4-FFF2-40B4-BE49-F238E27FC236}">
                <a16:creationId xmlns:a16="http://schemas.microsoft.com/office/drawing/2014/main" id="{49107D68-B61E-4ED5-B670-40F28660E81F}"/>
              </a:ext>
            </a:extLst>
          </p:cNvPr>
          <p:cNvSpPr/>
          <p:nvPr/>
        </p:nvSpPr>
        <p:spPr>
          <a:xfrm>
            <a:off x="335343" y="777269"/>
            <a:ext cx="53034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00FF"/>
                </a:solidFill>
              </a:rPr>
              <a:t>Pasul</a:t>
            </a:r>
            <a:r>
              <a:rPr lang="en-US" b="1" dirty="0">
                <a:solidFill>
                  <a:srgbClr val="0000FF"/>
                </a:solidFill>
              </a:rPr>
              <a:t> I</a:t>
            </a:r>
            <a:r>
              <a:rPr lang="ro-RO" b="1" dirty="0">
                <a:solidFill>
                  <a:srgbClr val="0000FF"/>
                </a:solidFill>
              </a:rPr>
              <a:t>: Cunoașterea instalației </a:t>
            </a:r>
            <a:endParaRPr lang="ro-RO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9940A3CF-E265-455F-A04A-8AE209AA1387}"/>
                  </a:ext>
                </a:extLst>
              </p14:cNvPr>
              <p14:cNvContentPartPr/>
              <p14:nvPr/>
            </p14:nvContentPartPr>
            <p14:xfrm>
              <a:off x="10437217" y="3017864"/>
              <a:ext cx="32400" cy="3096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9940A3CF-E265-455F-A04A-8AE209AA1387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0419217" y="2999864"/>
                <a:ext cx="6804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B25EC524-A1A3-4892-9330-D2119649B4D1}"/>
                  </a:ext>
                </a:extLst>
              </p14:cNvPr>
              <p14:cNvContentPartPr/>
              <p14:nvPr/>
            </p14:nvContentPartPr>
            <p14:xfrm>
              <a:off x="10470337" y="3179864"/>
              <a:ext cx="14400" cy="1944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B25EC524-A1A3-4892-9330-D2119649B4D1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0452337" y="3161864"/>
                <a:ext cx="5004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478103A3-4640-4A68-BC5A-F51A61BE9B97}"/>
                  </a:ext>
                </a:extLst>
              </p14:cNvPr>
              <p14:cNvContentPartPr/>
              <p14:nvPr/>
            </p14:nvContentPartPr>
            <p14:xfrm>
              <a:off x="10224817" y="2945504"/>
              <a:ext cx="102600" cy="25776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478103A3-4640-4A68-BC5A-F51A61BE9B97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0206880" y="2927479"/>
                <a:ext cx="138115" cy="2934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1240B11C-276B-43A6-9721-72AF40809B83}"/>
                  </a:ext>
                </a:extLst>
              </p14:cNvPr>
              <p14:cNvContentPartPr/>
              <p14:nvPr/>
            </p14:nvContentPartPr>
            <p14:xfrm>
              <a:off x="9704977" y="3067904"/>
              <a:ext cx="264600" cy="15372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1240B11C-276B-43A6-9721-72AF40809B83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9686977" y="3049946"/>
                <a:ext cx="300240" cy="1892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CE47F5BD-1804-49BC-89DA-56D2F9E087D9}"/>
                  </a:ext>
                </a:extLst>
              </p14:cNvPr>
              <p14:cNvContentPartPr/>
              <p14:nvPr/>
            </p14:nvContentPartPr>
            <p14:xfrm>
              <a:off x="10662577" y="2817344"/>
              <a:ext cx="546840" cy="57600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CE47F5BD-1804-49BC-89DA-56D2F9E087D9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0644589" y="2799344"/>
                <a:ext cx="582457" cy="61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3B6B43DE-EE01-435C-AC92-1F88C23A5261}"/>
                  </a:ext>
                </a:extLst>
              </p14:cNvPr>
              <p14:cNvContentPartPr/>
              <p14:nvPr/>
            </p14:nvContentPartPr>
            <p14:xfrm>
              <a:off x="9630817" y="2538344"/>
              <a:ext cx="281880" cy="15372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3B6B43DE-EE01-435C-AC92-1F88C23A5261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9612794" y="2520344"/>
                <a:ext cx="317566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8EA2AFC7-94C7-4459-BA61-00C04D2B02DF}"/>
                  </a:ext>
                </a:extLst>
              </p14:cNvPr>
              <p14:cNvContentPartPr/>
              <p14:nvPr/>
            </p14:nvContentPartPr>
            <p14:xfrm>
              <a:off x="4234869" y="4985545"/>
              <a:ext cx="466560" cy="15444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8EA2AFC7-94C7-4459-BA61-00C04D2B02DF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4217229" y="4967545"/>
                <a:ext cx="50220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58EA4CCB-41E4-491F-B8FE-0772B2865837}"/>
                  </a:ext>
                </a:extLst>
              </p14:cNvPr>
              <p14:cNvContentPartPr/>
              <p14:nvPr/>
            </p14:nvContentPartPr>
            <p14:xfrm>
              <a:off x="10267297" y="2462384"/>
              <a:ext cx="43920" cy="3024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58EA4CCB-41E4-491F-B8FE-0772B2865837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0249297" y="2444384"/>
                <a:ext cx="7956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03ED3941-6334-406D-93C2-010BDAC5F286}"/>
                  </a:ext>
                </a:extLst>
              </p14:cNvPr>
              <p14:cNvContentPartPr/>
              <p14:nvPr/>
            </p14:nvContentPartPr>
            <p14:xfrm>
              <a:off x="10282057" y="2599184"/>
              <a:ext cx="30240" cy="3384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03ED3941-6334-406D-93C2-010BDAC5F286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0264057" y="2581184"/>
                <a:ext cx="6588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6A842642-480B-4670-9378-A4E51DB49091}"/>
                  </a:ext>
                </a:extLst>
              </p14:cNvPr>
              <p14:cNvContentPartPr/>
              <p14:nvPr/>
            </p14:nvContentPartPr>
            <p14:xfrm>
              <a:off x="10431457" y="2430344"/>
              <a:ext cx="146880" cy="19872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6A842642-480B-4670-9378-A4E51DB49091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0413457" y="2412344"/>
                <a:ext cx="18252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CF088F59-7BED-42E7-9D22-D17E66BAC128}"/>
                  </a:ext>
                </a:extLst>
              </p14:cNvPr>
              <p14:cNvContentPartPr/>
              <p14:nvPr/>
            </p14:nvContentPartPr>
            <p14:xfrm>
              <a:off x="10089817" y="2418104"/>
              <a:ext cx="97920" cy="25056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CF088F59-7BED-42E7-9D22-D17E66BAC128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0071817" y="2400130"/>
                <a:ext cx="133560" cy="2861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43F35E58-D509-4639-9B72-A5A9BB068CE0}"/>
                  </a:ext>
                </a:extLst>
              </p14:cNvPr>
              <p14:cNvContentPartPr/>
              <p14:nvPr/>
            </p14:nvContentPartPr>
            <p14:xfrm>
              <a:off x="10696777" y="2348624"/>
              <a:ext cx="79200" cy="41904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43F35E58-D509-4639-9B72-A5A9BB068CE0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0678777" y="2330639"/>
                <a:ext cx="114840" cy="4546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CD95FA03-5613-4EA1-9CF9-73AACEF32222}"/>
                  </a:ext>
                </a:extLst>
              </p14:cNvPr>
              <p14:cNvContentPartPr/>
              <p14:nvPr/>
            </p14:nvContentPartPr>
            <p14:xfrm>
              <a:off x="10846537" y="2471744"/>
              <a:ext cx="164880" cy="19800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CD95FA03-5613-4EA1-9CF9-73AACEF32222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0828537" y="2453744"/>
                <a:ext cx="20052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B7D48046-4E33-4CD7-A39F-9CDF48204E74}"/>
                  </a:ext>
                </a:extLst>
              </p14:cNvPr>
              <p14:cNvContentPartPr/>
              <p14:nvPr/>
            </p14:nvContentPartPr>
            <p14:xfrm>
              <a:off x="10364137" y="1701704"/>
              <a:ext cx="32400" cy="2268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B7D48046-4E33-4CD7-A39F-9CDF48204E74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0345935" y="1683704"/>
                <a:ext cx="6844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62A1FB83-CFC2-473C-B6DA-85FA3D9696F4}"/>
                  </a:ext>
                </a:extLst>
              </p14:cNvPr>
              <p14:cNvContentPartPr/>
              <p14:nvPr/>
            </p14:nvContentPartPr>
            <p14:xfrm>
              <a:off x="10370257" y="1798544"/>
              <a:ext cx="17640" cy="3096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62A1FB83-CFC2-473C-B6DA-85FA3D9696F4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0352617" y="1780544"/>
                <a:ext cx="52567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D676F2A0-C0FE-412B-B6F1-3D371105F640}"/>
                  </a:ext>
                </a:extLst>
              </p14:cNvPr>
              <p14:cNvContentPartPr/>
              <p14:nvPr/>
            </p14:nvContentPartPr>
            <p14:xfrm>
              <a:off x="10518217" y="1655264"/>
              <a:ext cx="138240" cy="18108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D676F2A0-C0FE-412B-B6F1-3D371105F640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0500217" y="1637264"/>
                <a:ext cx="17388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5F6B295C-DC0B-4085-BFE4-A54246F51FC0}"/>
                  </a:ext>
                </a:extLst>
              </p14:cNvPr>
              <p14:cNvContentPartPr/>
              <p14:nvPr/>
            </p14:nvContentPartPr>
            <p14:xfrm>
              <a:off x="10113937" y="1660304"/>
              <a:ext cx="152280" cy="21312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5F6B295C-DC0B-4085-BFE4-A54246F51FC0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0095937" y="1642274"/>
                <a:ext cx="187920" cy="2488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90BBBD42-BCD6-42C7-B39D-9004F3E3C0BB}"/>
                  </a:ext>
                </a:extLst>
              </p14:cNvPr>
              <p14:cNvContentPartPr/>
              <p14:nvPr/>
            </p14:nvContentPartPr>
            <p14:xfrm>
              <a:off x="9546937" y="1772624"/>
              <a:ext cx="343080" cy="13824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90BBBD42-BCD6-42C7-B39D-9004F3E3C0BB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9528937" y="1754671"/>
                <a:ext cx="378720" cy="1737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38EC60A7-1093-47D1-87C7-0981159C03FB}"/>
                  </a:ext>
                </a:extLst>
              </p14:cNvPr>
              <p14:cNvContentPartPr/>
              <p14:nvPr/>
            </p14:nvContentPartPr>
            <p14:xfrm>
              <a:off x="9613177" y="2114984"/>
              <a:ext cx="323280" cy="17964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38EC60A7-1093-47D1-87C7-0981159C03FB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9595157" y="2096948"/>
                <a:ext cx="358960" cy="2153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6236C514-3738-4EF5-8CDE-E0FB0EDBA951}"/>
                  </a:ext>
                </a:extLst>
              </p14:cNvPr>
              <p14:cNvContentPartPr/>
              <p14:nvPr/>
            </p14:nvContentPartPr>
            <p14:xfrm>
              <a:off x="10156057" y="2057024"/>
              <a:ext cx="15840" cy="14364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6236C514-3738-4EF5-8CDE-E0FB0EDBA951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10138057" y="2039024"/>
                <a:ext cx="5148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0CC81A42-61EE-4EA6-8DAA-20ED77EB1F42}"/>
                  </a:ext>
                </a:extLst>
              </p14:cNvPr>
              <p14:cNvContentPartPr/>
              <p14:nvPr/>
            </p14:nvContentPartPr>
            <p14:xfrm>
              <a:off x="10118977" y="2240264"/>
              <a:ext cx="82440" cy="36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0CC81A42-61EE-4EA6-8DAA-20ED77EB1F42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0101055" y="2222264"/>
                <a:ext cx="117925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9135236A-87E5-40D6-9528-711F544BCB05}"/>
                  </a:ext>
                </a:extLst>
              </p14:cNvPr>
              <p14:cNvContentPartPr/>
              <p14:nvPr/>
            </p14:nvContentPartPr>
            <p14:xfrm>
              <a:off x="10137697" y="1975664"/>
              <a:ext cx="106200" cy="2916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9135236A-87E5-40D6-9528-711F544BCB05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10119697" y="1957664"/>
                <a:ext cx="14184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ABA6AE6E-D025-4031-9D58-3954CE8C8340}"/>
                  </a:ext>
                </a:extLst>
              </p14:cNvPr>
              <p14:cNvContentPartPr/>
              <p14:nvPr/>
            </p14:nvContentPartPr>
            <p14:xfrm>
              <a:off x="10349017" y="2061704"/>
              <a:ext cx="33480" cy="3888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ABA6AE6E-D025-4031-9D58-3954CE8C8340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0331017" y="2043704"/>
                <a:ext cx="6912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959CA24F-59F5-462D-AF47-9DEFB903B551}"/>
                  </a:ext>
                </a:extLst>
              </p14:cNvPr>
              <p14:cNvContentPartPr/>
              <p14:nvPr/>
            </p14:nvContentPartPr>
            <p14:xfrm>
              <a:off x="10365577" y="2191664"/>
              <a:ext cx="26640" cy="2772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959CA24F-59F5-462D-AF47-9DEFB903B551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0347577" y="2173664"/>
                <a:ext cx="6228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8547D342-8CF1-4530-8D27-34666231823B}"/>
                  </a:ext>
                </a:extLst>
              </p14:cNvPr>
              <p14:cNvContentPartPr/>
              <p14:nvPr/>
            </p14:nvContentPartPr>
            <p14:xfrm>
              <a:off x="10518217" y="2031464"/>
              <a:ext cx="119880" cy="20916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8547D342-8CF1-4530-8D27-34666231823B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0500217" y="2013464"/>
                <a:ext cx="15552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C1370C92-7E8B-438E-A4CA-6C0AE50E10FA}"/>
                  </a:ext>
                </a:extLst>
              </p14:cNvPr>
              <p14:cNvContentPartPr/>
              <p14:nvPr/>
            </p14:nvContentPartPr>
            <p14:xfrm>
              <a:off x="10737097" y="1542224"/>
              <a:ext cx="346680" cy="72504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C1370C92-7E8B-438E-A4CA-6C0AE50E10FA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0719097" y="1524215"/>
                <a:ext cx="382320" cy="7606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918BDC13-0624-4B18-98B3-F4DD29E56236}"/>
                  </a:ext>
                </a:extLst>
              </p14:cNvPr>
              <p14:cNvContentPartPr/>
              <p14:nvPr/>
            </p14:nvContentPartPr>
            <p14:xfrm>
              <a:off x="10274137" y="4459304"/>
              <a:ext cx="188280" cy="28080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918BDC13-0624-4B18-98B3-F4DD29E56236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10256137" y="4441304"/>
                <a:ext cx="22392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3B943CBB-FF4B-4DAC-AFEF-FE80DFBA96C1}"/>
                  </a:ext>
                </a:extLst>
              </p14:cNvPr>
              <p14:cNvContentPartPr/>
              <p14:nvPr/>
            </p14:nvContentPartPr>
            <p14:xfrm>
              <a:off x="5518989" y="5252305"/>
              <a:ext cx="257040" cy="4644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3B943CBB-FF4B-4DAC-AFEF-FE80DFBA96C1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5501349" y="5234665"/>
                <a:ext cx="29268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AD61DE74-2C7A-4652-94EE-7B49F84CA5DC}"/>
                  </a:ext>
                </a:extLst>
              </p14:cNvPr>
              <p14:cNvContentPartPr/>
              <p14:nvPr/>
            </p14:nvContentPartPr>
            <p14:xfrm>
              <a:off x="5539149" y="5325745"/>
              <a:ext cx="181080" cy="2196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AD61DE74-2C7A-4652-94EE-7B49F84CA5DC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5521149" y="5308105"/>
                <a:ext cx="21672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FA2E17C7-47AA-4435-89EC-5D86F6FE7E01}"/>
                  </a:ext>
                </a:extLst>
              </p14:cNvPr>
              <p14:cNvContentPartPr/>
              <p14:nvPr/>
            </p14:nvContentPartPr>
            <p14:xfrm>
              <a:off x="9791377" y="4598264"/>
              <a:ext cx="300600" cy="15480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FA2E17C7-47AA-4435-89EC-5D86F6FE7E01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9773355" y="4580264"/>
                <a:ext cx="336283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A4046FE9-3930-434C-B383-64AB892CA45E}"/>
                  </a:ext>
                </a:extLst>
              </p14:cNvPr>
              <p14:cNvContentPartPr/>
              <p14:nvPr/>
            </p14:nvContentPartPr>
            <p14:xfrm>
              <a:off x="10557097" y="4544984"/>
              <a:ext cx="9360" cy="2664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A4046FE9-3930-434C-B383-64AB892CA45E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10539097" y="4526984"/>
                <a:ext cx="4500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8012BC3E-DD32-4702-90FD-2B5F1A3B8C67}"/>
                  </a:ext>
                </a:extLst>
              </p14:cNvPr>
              <p14:cNvContentPartPr/>
              <p14:nvPr/>
            </p14:nvContentPartPr>
            <p14:xfrm>
              <a:off x="10575817" y="4660184"/>
              <a:ext cx="42840" cy="2304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8012BC3E-DD32-4702-90FD-2B5F1A3B8C67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10557664" y="4641898"/>
                <a:ext cx="78782" cy="592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BC4DE06F-12E8-4330-A67E-054AC5FCD300}"/>
                  </a:ext>
                </a:extLst>
              </p14:cNvPr>
              <p14:cNvContentPartPr/>
              <p14:nvPr/>
            </p14:nvContentPartPr>
            <p14:xfrm>
              <a:off x="3145149" y="3170065"/>
              <a:ext cx="353880" cy="4968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BC4DE06F-12E8-4330-A67E-054AC5FCD300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3127149" y="3152425"/>
                <a:ext cx="38952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9529BC7B-7CA1-42DC-B5F7-D5284FF6C778}"/>
                  </a:ext>
                </a:extLst>
              </p14:cNvPr>
              <p14:cNvContentPartPr/>
              <p14:nvPr/>
            </p14:nvContentPartPr>
            <p14:xfrm>
              <a:off x="3124989" y="3329905"/>
              <a:ext cx="288360" cy="1584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9529BC7B-7CA1-42DC-B5F7-D5284FF6C778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3107349" y="3312265"/>
                <a:ext cx="32400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6A09A2E8-6ED6-4C4B-9A11-711025114C6E}"/>
                  </a:ext>
                </a:extLst>
              </p14:cNvPr>
              <p14:cNvContentPartPr/>
              <p14:nvPr/>
            </p14:nvContentPartPr>
            <p14:xfrm>
              <a:off x="10008097" y="5002544"/>
              <a:ext cx="243720" cy="15660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6A09A2E8-6ED6-4C4B-9A11-711025114C6E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9990124" y="4984544"/>
                <a:ext cx="279307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06867512-2A9E-4697-A462-79B509CDD094}"/>
                  </a:ext>
                </a:extLst>
              </p14:cNvPr>
              <p14:cNvContentPartPr/>
              <p14:nvPr/>
            </p14:nvContentPartPr>
            <p14:xfrm>
              <a:off x="10478977" y="4853144"/>
              <a:ext cx="146880" cy="31896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06867512-2A9E-4697-A462-79B509CDD094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10460933" y="4835144"/>
                <a:ext cx="182608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69C451C6-E757-4623-8261-B5268D4CB49C}"/>
                  </a:ext>
                </a:extLst>
              </p14:cNvPr>
              <p14:cNvContentPartPr/>
              <p14:nvPr/>
            </p14:nvContentPartPr>
            <p14:xfrm>
              <a:off x="11355577" y="4880864"/>
              <a:ext cx="144360" cy="21564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69C451C6-E757-4623-8261-B5268D4CB49C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11337577" y="4862894"/>
                <a:ext cx="180000" cy="2512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65EF7B1D-E6A7-4543-AF2D-545C48271823}"/>
                  </a:ext>
                </a:extLst>
              </p14:cNvPr>
              <p14:cNvContentPartPr/>
              <p14:nvPr/>
            </p14:nvContentPartPr>
            <p14:xfrm>
              <a:off x="10728817" y="4381904"/>
              <a:ext cx="531720" cy="76428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65EF7B1D-E6A7-4543-AF2D-545C48271823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10710829" y="4363904"/>
                <a:ext cx="567336" cy="799920"/>
              </a:xfrm>
              <a:prstGeom prst="rect">
                <a:avLst/>
              </a:prstGeom>
            </p:spPr>
          </p:pic>
        </mc:Fallback>
      </mc:AlternateContent>
      <p:sp>
        <p:nvSpPr>
          <p:cNvPr id="64" name="Dreptunghi 63">
            <a:extLst>
              <a:ext uri="{FF2B5EF4-FFF2-40B4-BE49-F238E27FC236}">
                <a16:creationId xmlns:a16="http://schemas.microsoft.com/office/drawing/2014/main" id="{146D2699-FC44-4D39-BCF7-CB89A4FE3DC3}"/>
              </a:ext>
            </a:extLst>
          </p:cNvPr>
          <p:cNvSpPr/>
          <p:nvPr/>
        </p:nvSpPr>
        <p:spPr>
          <a:xfrm>
            <a:off x="335343" y="45757"/>
            <a:ext cx="110641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Implementarea în limbaj </a:t>
            </a:r>
            <a:r>
              <a:rPr lang="ro-RO" b="1" dirty="0" err="1">
                <a:solidFill>
                  <a:srgbClr val="0000FF"/>
                </a:solidFill>
              </a:rPr>
              <a:t>Ladder</a:t>
            </a:r>
            <a:r>
              <a:rPr lang="ro-RO" b="1" dirty="0">
                <a:solidFill>
                  <a:srgbClr val="0000FF"/>
                </a:solidFill>
              </a:rPr>
              <a:t> folosind bobine cu memorie (bobine de tip SET/RESET. </a:t>
            </a:r>
          </a:p>
          <a:p>
            <a:r>
              <a:rPr lang="ro-RO" b="1" dirty="0">
                <a:solidFill>
                  <a:srgbClr val="FF0000"/>
                </a:solidFill>
              </a:rPr>
              <a:t>Aplicație – instalație pentru dozare automată ( </a:t>
            </a:r>
            <a:r>
              <a:rPr lang="ro-RO" b="1" i="1" dirty="0" err="1">
                <a:solidFill>
                  <a:srgbClr val="FF0000"/>
                </a:solidFill>
              </a:rPr>
              <a:t>Silo</a:t>
            </a:r>
            <a:r>
              <a:rPr lang="ro-RO" b="1" i="1" dirty="0">
                <a:solidFill>
                  <a:srgbClr val="FF0000"/>
                </a:solidFill>
              </a:rPr>
              <a:t>)</a:t>
            </a:r>
            <a:endParaRPr lang="ro-RO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884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ine 27">
            <a:extLst>
              <a:ext uri="{FF2B5EF4-FFF2-40B4-BE49-F238E27FC236}">
                <a16:creationId xmlns:a16="http://schemas.microsoft.com/office/drawing/2014/main" id="{B21CD935-574D-4358-A25B-093B79535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390" y="1325903"/>
            <a:ext cx="2371725" cy="4829175"/>
          </a:xfrm>
          <a:prstGeom prst="rect">
            <a:avLst/>
          </a:prstGeom>
        </p:spPr>
      </p:pic>
      <p:pic>
        <p:nvPicPr>
          <p:cNvPr id="29" name="Imagine 28">
            <a:extLst>
              <a:ext uri="{FF2B5EF4-FFF2-40B4-BE49-F238E27FC236}">
                <a16:creationId xmlns:a16="http://schemas.microsoft.com/office/drawing/2014/main" id="{E5A0FCC5-49BD-43F2-9413-4E6DF5BA6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1325903"/>
            <a:ext cx="5881759" cy="4465392"/>
          </a:xfrm>
          <a:prstGeom prst="rect">
            <a:avLst/>
          </a:prstGeom>
        </p:spPr>
      </p:pic>
      <p:sp>
        <p:nvSpPr>
          <p:cNvPr id="6" name="Dreptunghi 5">
            <a:extLst>
              <a:ext uri="{FF2B5EF4-FFF2-40B4-BE49-F238E27FC236}">
                <a16:creationId xmlns:a16="http://schemas.microsoft.com/office/drawing/2014/main" id="{ACFAA181-2FF6-4562-AD0A-C8D66B6EF64E}"/>
              </a:ext>
            </a:extLst>
          </p:cNvPr>
          <p:cNvSpPr/>
          <p:nvPr/>
        </p:nvSpPr>
        <p:spPr>
          <a:xfrm>
            <a:off x="243904" y="777269"/>
            <a:ext cx="107898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rgbClr val="0000FF"/>
                </a:solidFill>
              </a:rPr>
              <a:t>Pasul</a:t>
            </a:r>
            <a:r>
              <a:rPr lang="en-US" sz="2000" b="1" dirty="0">
                <a:solidFill>
                  <a:srgbClr val="0000FF"/>
                </a:solidFill>
              </a:rPr>
              <a:t> I</a:t>
            </a:r>
            <a:r>
              <a:rPr lang="ro-RO" sz="2000" b="1" dirty="0">
                <a:solidFill>
                  <a:srgbClr val="0000FF"/>
                </a:solidFill>
              </a:rPr>
              <a:t>I: Trasarea diagramei de tranziție a stărilor  </a:t>
            </a:r>
            <a:endParaRPr lang="ro-RO" sz="2000" dirty="0"/>
          </a:p>
        </p:txBody>
      </p:sp>
      <p:sp>
        <p:nvSpPr>
          <p:cNvPr id="7" name="Dreptunghi 6">
            <a:extLst>
              <a:ext uri="{FF2B5EF4-FFF2-40B4-BE49-F238E27FC236}">
                <a16:creationId xmlns:a16="http://schemas.microsoft.com/office/drawing/2014/main" id="{A5FB5F93-B162-4546-825E-16927526A18F}"/>
              </a:ext>
            </a:extLst>
          </p:cNvPr>
          <p:cNvSpPr/>
          <p:nvPr/>
        </p:nvSpPr>
        <p:spPr>
          <a:xfrm>
            <a:off x="335343" y="45757"/>
            <a:ext cx="110641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Implementarea în limbaj </a:t>
            </a:r>
            <a:r>
              <a:rPr lang="ro-RO" b="1" dirty="0" err="1">
                <a:solidFill>
                  <a:srgbClr val="0000FF"/>
                </a:solidFill>
              </a:rPr>
              <a:t>Ladder</a:t>
            </a:r>
            <a:r>
              <a:rPr lang="ro-RO" b="1" dirty="0">
                <a:solidFill>
                  <a:srgbClr val="0000FF"/>
                </a:solidFill>
              </a:rPr>
              <a:t> folosind bobine cu memorie (bobine de tip SET/RESET. </a:t>
            </a:r>
          </a:p>
          <a:p>
            <a:r>
              <a:rPr lang="ro-RO" b="1" dirty="0">
                <a:solidFill>
                  <a:srgbClr val="FF0000"/>
                </a:solidFill>
              </a:rPr>
              <a:t>Aplicație – instalație pentru dozare automată ( </a:t>
            </a:r>
            <a:r>
              <a:rPr lang="ro-RO" b="1" i="1" dirty="0" err="1">
                <a:solidFill>
                  <a:srgbClr val="FF0000"/>
                </a:solidFill>
              </a:rPr>
              <a:t>Silo</a:t>
            </a:r>
            <a:r>
              <a:rPr lang="ro-RO" b="1" i="1" dirty="0">
                <a:solidFill>
                  <a:srgbClr val="FF0000"/>
                </a:solidFill>
              </a:rPr>
              <a:t>)</a:t>
            </a:r>
            <a:endParaRPr lang="ro-RO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3908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reptunghi 5">
            <a:extLst>
              <a:ext uri="{FF2B5EF4-FFF2-40B4-BE49-F238E27FC236}">
                <a16:creationId xmlns:a16="http://schemas.microsoft.com/office/drawing/2014/main" id="{ACFAA181-2FF6-4562-AD0A-C8D66B6EF64E}"/>
              </a:ext>
            </a:extLst>
          </p:cNvPr>
          <p:cNvSpPr/>
          <p:nvPr/>
        </p:nvSpPr>
        <p:spPr>
          <a:xfrm>
            <a:off x="243904" y="777269"/>
            <a:ext cx="107898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rgbClr val="0000FF"/>
                </a:solidFill>
              </a:rPr>
              <a:t>Pasul</a:t>
            </a:r>
            <a:r>
              <a:rPr lang="en-US" sz="2000" b="1" dirty="0">
                <a:solidFill>
                  <a:srgbClr val="0000FF"/>
                </a:solidFill>
              </a:rPr>
              <a:t> I</a:t>
            </a:r>
            <a:r>
              <a:rPr lang="ro-RO" sz="2000" b="1" dirty="0">
                <a:solidFill>
                  <a:srgbClr val="0000FF"/>
                </a:solidFill>
              </a:rPr>
              <a:t>II: Alocarea memoriei pentru tranziții și pentru stări</a:t>
            </a:r>
            <a:endParaRPr lang="ro-RO" sz="2000" dirty="0"/>
          </a:p>
        </p:txBody>
      </p:sp>
      <p:sp>
        <p:nvSpPr>
          <p:cNvPr id="7" name="Dreptunghi 6">
            <a:extLst>
              <a:ext uri="{FF2B5EF4-FFF2-40B4-BE49-F238E27FC236}">
                <a16:creationId xmlns:a16="http://schemas.microsoft.com/office/drawing/2014/main" id="{A5FB5F93-B162-4546-825E-16927526A18F}"/>
              </a:ext>
            </a:extLst>
          </p:cNvPr>
          <p:cNvSpPr/>
          <p:nvPr/>
        </p:nvSpPr>
        <p:spPr>
          <a:xfrm>
            <a:off x="335343" y="45757"/>
            <a:ext cx="110641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Implementarea în limbaj </a:t>
            </a:r>
            <a:r>
              <a:rPr lang="ro-RO" b="1" dirty="0" err="1">
                <a:solidFill>
                  <a:srgbClr val="0000FF"/>
                </a:solidFill>
              </a:rPr>
              <a:t>Ladder</a:t>
            </a:r>
            <a:r>
              <a:rPr lang="ro-RO" b="1" dirty="0">
                <a:solidFill>
                  <a:srgbClr val="0000FF"/>
                </a:solidFill>
              </a:rPr>
              <a:t> folosind bobine cu memorie (bobine de tip SET/RESET. </a:t>
            </a:r>
          </a:p>
          <a:p>
            <a:r>
              <a:rPr lang="ro-RO" b="1" dirty="0">
                <a:solidFill>
                  <a:srgbClr val="FF0000"/>
                </a:solidFill>
              </a:rPr>
              <a:t>Aplicație – instalație pentru dozare automată ( </a:t>
            </a:r>
            <a:r>
              <a:rPr lang="ro-RO" b="1" i="1" dirty="0" err="1">
                <a:solidFill>
                  <a:srgbClr val="FF0000"/>
                </a:solidFill>
              </a:rPr>
              <a:t>Silo</a:t>
            </a:r>
            <a:r>
              <a:rPr lang="ro-RO" b="1" i="1" dirty="0">
                <a:solidFill>
                  <a:srgbClr val="FF0000"/>
                </a:solidFill>
              </a:rPr>
              <a:t>)</a:t>
            </a:r>
            <a:endParaRPr lang="ro-RO" i="1" dirty="0">
              <a:solidFill>
                <a:srgbClr val="FF0000"/>
              </a:solidFill>
            </a:endParaRPr>
          </a:p>
        </p:txBody>
      </p:sp>
      <p:sp>
        <p:nvSpPr>
          <p:cNvPr id="4" name="Dreptunghi 3">
            <a:extLst>
              <a:ext uri="{FF2B5EF4-FFF2-40B4-BE49-F238E27FC236}">
                <a16:creationId xmlns:a16="http://schemas.microsoft.com/office/drawing/2014/main" id="{ABE4701B-F2CD-4BB2-83FC-1D6B0BC7BC9C}"/>
              </a:ext>
            </a:extLst>
          </p:cNvPr>
          <p:cNvSpPr/>
          <p:nvPr/>
        </p:nvSpPr>
        <p:spPr>
          <a:xfrm>
            <a:off x="426782" y="1234464"/>
            <a:ext cx="10881241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o-RO" sz="2400" b="1" i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 alege codificarea </a:t>
            </a:r>
            <a:r>
              <a:rPr lang="ro-RO" sz="2400" b="1" dirty="0" err="1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OneHot</a:t>
            </a:r>
            <a:r>
              <a:rPr lang="ro-RO" sz="2400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257300" lvl="2" indent="-342900">
              <a:buFontTx/>
              <a:buChar char="-"/>
            </a:pP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fiecare stare are un bit dedicat în registrul de memorie</a:t>
            </a:r>
          </a:p>
          <a:p>
            <a:pPr marL="1257300" lvl="2" indent="-342900">
              <a:buFontTx/>
              <a:buChar char="-"/>
            </a:pP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este o codificare pozițională </a:t>
            </a:r>
          </a:p>
          <a:p>
            <a:pPr marL="1257300" lvl="2" indent="-342900">
              <a:buFontTx/>
              <a:buChar char="-"/>
            </a:pPr>
            <a:endParaRPr lang="ro-RO" sz="2400" b="1" i="1" dirty="0">
              <a:solidFill>
                <a:srgbClr val="0000FF"/>
              </a:solidFill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Stările sunt memorate în registrul de memorie B3:0 </a:t>
            </a:r>
          </a:p>
          <a:p>
            <a:pPr marL="1257300" lvl="2" indent="-342900">
              <a:buFontTx/>
              <a:buChar char="-"/>
            </a:pP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Starea St</a:t>
            </a: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în B3:0/</a:t>
            </a: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Starea St</a:t>
            </a: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în B3:0/</a:t>
            </a: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marL="1257300" lvl="2" indent="-342900">
              <a:buFontTx/>
              <a:buChar char="-"/>
            </a:pP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Starea St</a:t>
            </a: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în B3:0/</a:t>
            </a: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Starea St</a:t>
            </a: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în B3:0/</a:t>
            </a: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lvl="2"/>
            <a:endParaRPr lang="ro-RO" sz="2000" b="1" dirty="0"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Tranzițiile sunt memorate în registrul de memorie B3:1 </a:t>
            </a:r>
          </a:p>
          <a:p>
            <a:pPr marL="1257300" lvl="2" indent="-342900">
              <a:buFontTx/>
              <a:buChar char="-"/>
            </a:pP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Tranziția T</a:t>
            </a: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în B3:1/</a:t>
            </a: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Tranziția T</a:t>
            </a: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în B3:1/</a:t>
            </a: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</a:p>
          <a:p>
            <a:pPr marL="1257300" lvl="2" indent="-342900">
              <a:buFontTx/>
              <a:buChar char="-"/>
            </a:pP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Tranziția T</a:t>
            </a: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în B3:1/</a:t>
            </a: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Tranziția T</a:t>
            </a: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în B3:1/</a:t>
            </a: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o-RO" sz="2000" b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</a:p>
        </p:txBody>
      </p:sp>
    </p:spTree>
    <p:extLst>
      <p:ext uri="{BB962C8B-B14F-4D97-AF65-F5344CB8AC3E}">
        <p14:creationId xmlns:p14="http://schemas.microsoft.com/office/powerpoint/2010/main" val="936169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8" name="Cerneală 167">
                <a:extLst>
                  <a:ext uri="{FF2B5EF4-FFF2-40B4-BE49-F238E27FC236}">
                    <a16:creationId xmlns:a16="http://schemas.microsoft.com/office/drawing/2014/main" id="{B9C959B9-3C31-4F65-BDF6-3233653C861E}"/>
                  </a:ext>
                </a:extLst>
              </p14:cNvPr>
              <p14:cNvContentPartPr/>
              <p14:nvPr/>
            </p14:nvContentPartPr>
            <p14:xfrm>
              <a:off x="938867" y="356552"/>
              <a:ext cx="10888920" cy="5946120"/>
            </p14:xfrm>
          </p:contentPart>
        </mc:Choice>
        <mc:Fallback xmlns="">
          <p:pic>
            <p:nvPicPr>
              <p:cNvPr id="168" name="Cerneală 167">
                <a:extLst>
                  <a:ext uri="{FF2B5EF4-FFF2-40B4-BE49-F238E27FC236}">
                    <a16:creationId xmlns:a16="http://schemas.microsoft.com/office/drawing/2014/main" id="{B9C959B9-3C31-4F65-BDF6-3233653C861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3227" y="320910"/>
                <a:ext cx="10960560" cy="601776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1262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reptunghi 5">
            <a:extLst>
              <a:ext uri="{FF2B5EF4-FFF2-40B4-BE49-F238E27FC236}">
                <a16:creationId xmlns:a16="http://schemas.microsoft.com/office/drawing/2014/main" id="{ACFAA181-2FF6-4562-AD0A-C8D66B6EF64E}"/>
              </a:ext>
            </a:extLst>
          </p:cNvPr>
          <p:cNvSpPr/>
          <p:nvPr/>
        </p:nvSpPr>
        <p:spPr>
          <a:xfrm>
            <a:off x="243904" y="777269"/>
            <a:ext cx="107898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rgbClr val="0000FF"/>
                </a:solidFill>
              </a:rPr>
              <a:t>Pasul</a:t>
            </a:r>
            <a:r>
              <a:rPr lang="en-US" sz="2000" b="1" dirty="0">
                <a:solidFill>
                  <a:srgbClr val="0000FF"/>
                </a:solidFill>
              </a:rPr>
              <a:t> I</a:t>
            </a:r>
            <a:r>
              <a:rPr lang="ro-RO" sz="2000" b="1" dirty="0">
                <a:solidFill>
                  <a:srgbClr val="0000FF"/>
                </a:solidFill>
              </a:rPr>
              <a:t>V: Extragerea ecuațiilor algebrice  </a:t>
            </a:r>
            <a:endParaRPr lang="ro-RO" sz="2000" dirty="0"/>
          </a:p>
        </p:txBody>
      </p:sp>
      <p:sp>
        <p:nvSpPr>
          <p:cNvPr id="7" name="Dreptunghi 6">
            <a:extLst>
              <a:ext uri="{FF2B5EF4-FFF2-40B4-BE49-F238E27FC236}">
                <a16:creationId xmlns:a16="http://schemas.microsoft.com/office/drawing/2014/main" id="{A5FB5F93-B162-4546-825E-16927526A18F}"/>
              </a:ext>
            </a:extLst>
          </p:cNvPr>
          <p:cNvSpPr/>
          <p:nvPr/>
        </p:nvSpPr>
        <p:spPr>
          <a:xfrm>
            <a:off x="335343" y="45757"/>
            <a:ext cx="110641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Implementarea în limbaj </a:t>
            </a:r>
            <a:r>
              <a:rPr lang="ro-RO" b="1" dirty="0" err="1">
                <a:solidFill>
                  <a:srgbClr val="0000FF"/>
                </a:solidFill>
              </a:rPr>
              <a:t>Ladder</a:t>
            </a:r>
            <a:r>
              <a:rPr lang="ro-RO" b="1" dirty="0">
                <a:solidFill>
                  <a:srgbClr val="0000FF"/>
                </a:solidFill>
              </a:rPr>
              <a:t> folosind bobine cu memorie (bobine de tip SET/RESET. </a:t>
            </a:r>
          </a:p>
          <a:p>
            <a:r>
              <a:rPr lang="ro-RO" b="1" dirty="0">
                <a:solidFill>
                  <a:srgbClr val="FF0000"/>
                </a:solidFill>
              </a:rPr>
              <a:t>Aplicație – instalație pentru dozare automată ( </a:t>
            </a:r>
            <a:r>
              <a:rPr lang="ro-RO" b="1" i="1" dirty="0" err="1">
                <a:solidFill>
                  <a:srgbClr val="FF0000"/>
                </a:solidFill>
              </a:rPr>
              <a:t>Silo</a:t>
            </a:r>
            <a:r>
              <a:rPr lang="ro-RO" b="1" i="1" dirty="0">
                <a:solidFill>
                  <a:srgbClr val="FF0000"/>
                </a:solidFill>
              </a:rPr>
              <a:t>)</a:t>
            </a:r>
            <a:endParaRPr lang="ro-RO" i="1" dirty="0">
              <a:solidFill>
                <a:srgbClr val="FF0000"/>
              </a:solidFill>
            </a:endParaRP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C7D5045D-0573-4592-A725-75F2D5FA2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733" y="1325903"/>
            <a:ext cx="8629650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66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959AD156-BCC7-4B04-BFAC-3964769A213C}"/>
                  </a:ext>
                </a:extLst>
              </p14:cNvPr>
              <p14:cNvContentPartPr/>
              <p14:nvPr/>
            </p14:nvContentPartPr>
            <p14:xfrm>
              <a:off x="426782" y="411513"/>
              <a:ext cx="5620320" cy="99252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959AD156-BCC7-4B04-BFAC-3964769A213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0782" y="375513"/>
                <a:ext cx="5691960" cy="10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05157DA1-C480-4E7A-A9D4-4F94567C2E39}"/>
                  </a:ext>
                </a:extLst>
              </p14:cNvPr>
              <p14:cNvContentPartPr/>
              <p14:nvPr/>
            </p14:nvContentPartPr>
            <p14:xfrm>
              <a:off x="8853827" y="1704752"/>
              <a:ext cx="3145680" cy="404748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05157DA1-C480-4E7A-A9D4-4F94567C2E3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18183" y="1668752"/>
                <a:ext cx="3217328" cy="411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0" name="Cerneală 159">
                <a:extLst>
                  <a:ext uri="{FF2B5EF4-FFF2-40B4-BE49-F238E27FC236}">
                    <a16:creationId xmlns:a16="http://schemas.microsoft.com/office/drawing/2014/main" id="{36DD442B-0244-4020-823C-647658E8F8CA}"/>
                  </a:ext>
                </a:extLst>
              </p14:cNvPr>
              <p14:cNvContentPartPr/>
              <p14:nvPr/>
            </p14:nvContentPartPr>
            <p14:xfrm>
              <a:off x="4550027" y="5521832"/>
              <a:ext cx="357120" cy="262440"/>
            </p14:xfrm>
          </p:contentPart>
        </mc:Choice>
        <mc:Fallback xmlns="">
          <p:pic>
            <p:nvPicPr>
              <p:cNvPr id="160" name="Cerneală 159">
                <a:extLst>
                  <a:ext uri="{FF2B5EF4-FFF2-40B4-BE49-F238E27FC236}">
                    <a16:creationId xmlns:a16="http://schemas.microsoft.com/office/drawing/2014/main" id="{36DD442B-0244-4020-823C-647658E8F8C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14027" y="5486192"/>
                <a:ext cx="428760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8" name="Cerneală 167">
                <a:extLst>
                  <a:ext uri="{FF2B5EF4-FFF2-40B4-BE49-F238E27FC236}">
                    <a16:creationId xmlns:a16="http://schemas.microsoft.com/office/drawing/2014/main" id="{DDA71A82-040E-40EA-9CB7-7769D08649BD}"/>
                  </a:ext>
                </a:extLst>
              </p14:cNvPr>
              <p14:cNvContentPartPr/>
              <p14:nvPr/>
            </p14:nvContentPartPr>
            <p14:xfrm>
              <a:off x="6123227" y="5448752"/>
              <a:ext cx="1905840" cy="500040"/>
            </p14:xfrm>
          </p:contentPart>
        </mc:Choice>
        <mc:Fallback xmlns="">
          <p:pic>
            <p:nvPicPr>
              <p:cNvPr id="168" name="Cerneală 167">
                <a:extLst>
                  <a:ext uri="{FF2B5EF4-FFF2-40B4-BE49-F238E27FC236}">
                    <a16:creationId xmlns:a16="http://schemas.microsoft.com/office/drawing/2014/main" id="{DDA71A82-040E-40EA-9CB7-7769D08649B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87227" y="5413112"/>
                <a:ext cx="1977480" cy="57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93ABC9DB-E57D-4CE5-A79A-65E6F5606716}"/>
                  </a:ext>
                </a:extLst>
              </p14:cNvPr>
              <p14:cNvContentPartPr/>
              <p14:nvPr/>
            </p14:nvContentPartPr>
            <p14:xfrm>
              <a:off x="5495387" y="5550992"/>
              <a:ext cx="309240" cy="192600"/>
            </p14:xfrm>
          </p:contentPart>
        </mc:Choice>
        <mc:Fallback xmlns=""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93ABC9DB-E57D-4CE5-A79A-65E6F560671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459705" y="5514992"/>
                <a:ext cx="380963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9E796270-4AD3-4388-A3C3-D30A4AE18B08}"/>
                  </a:ext>
                </a:extLst>
              </p14:cNvPr>
              <p14:cNvContentPartPr/>
              <p14:nvPr/>
            </p14:nvContentPartPr>
            <p14:xfrm>
              <a:off x="3715187" y="5507792"/>
              <a:ext cx="659880" cy="28512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9E796270-4AD3-4388-A3C3-D30A4AE18B0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679547" y="5471837"/>
                <a:ext cx="731520" cy="3566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509AFE1E-0F0E-4164-9C7E-DF6E069CC45E}"/>
                  </a:ext>
                </a:extLst>
              </p14:cNvPr>
              <p14:cNvContentPartPr/>
              <p14:nvPr/>
            </p14:nvContentPartPr>
            <p14:xfrm>
              <a:off x="986387" y="1469672"/>
              <a:ext cx="7377840" cy="3665520"/>
            </p14:xfrm>
          </p:contentPart>
        </mc:Choice>
        <mc:Fallback xmlns=""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509AFE1E-0F0E-4164-9C7E-DF6E069CC45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50387" y="1433672"/>
                <a:ext cx="7449480" cy="373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64157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reptunghi 5">
            <a:extLst>
              <a:ext uri="{FF2B5EF4-FFF2-40B4-BE49-F238E27FC236}">
                <a16:creationId xmlns:a16="http://schemas.microsoft.com/office/drawing/2014/main" id="{ACFAA181-2FF6-4562-AD0A-C8D66B6EF64E}"/>
              </a:ext>
            </a:extLst>
          </p:cNvPr>
          <p:cNvSpPr/>
          <p:nvPr/>
        </p:nvSpPr>
        <p:spPr>
          <a:xfrm>
            <a:off x="243904" y="777269"/>
            <a:ext cx="107898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rgbClr val="0000FF"/>
                </a:solidFill>
              </a:rPr>
              <a:t>Pasul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r>
              <a:rPr lang="ro-RO" sz="2000" b="1" dirty="0">
                <a:solidFill>
                  <a:srgbClr val="0000FF"/>
                </a:solidFill>
              </a:rPr>
              <a:t>V: Trasarea programului </a:t>
            </a:r>
            <a:r>
              <a:rPr lang="ro-RO" sz="2000" b="1" dirty="0" err="1">
                <a:solidFill>
                  <a:srgbClr val="0000FF"/>
                </a:solidFill>
              </a:rPr>
              <a:t>Ladder</a:t>
            </a:r>
            <a:r>
              <a:rPr lang="ro-RO" sz="2000" b="1" dirty="0">
                <a:solidFill>
                  <a:srgbClr val="0000FF"/>
                </a:solidFill>
              </a:rPr>
              <a:t> – </a:t>
            </a:r>
            <a:r>
              <a:rPr lang="ro-RO" sz="2000" b="1" dirty="0"/>
              <a:t>Varianta 1: 2 linii de program pentru fiecare stare</a:t>
            </a:r>
            <a:endParaRPr lang="ro-RO" sz="2000" dirty="0"/>
          </a:p>
        </p:txBody>
      </p:sp>
      <p:sp>
        <p:nvSpPr>
          <p:cNvPr id="7" name="Dreptunghi 6">
            <a:extLst>
              <a:ext uri="{FF2B5EF4-FFF2-40B4-BE49-F238E27FC236}">
                <a16:creationId xmlns:a16="http://schemas.microsoft.com/office/drawing/2014/main" id="{A5FB5F93-B162-4546-825E-16927526A18F}"/>
              </a:ext>
            </a:extLst>
          </p:cNvPr>
          <p:cNvSpPr/>
          <p:nvPr/>
        </p:nvSpPr>
        <p:spPr>
          <a:xfrm>
            <a:off x="335343" y="45757"/>
            <a:ext cx="110641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Implementarea în limbaj </a:t>
            </a:r>
            <a:r>
              <a:rPr lang="ro-RO" b="1" dirty="0" err="1">
                <a:solidFill>
                  <a:srgbClr val="0000FF"/>
                </a:solidFill>
              </a:rPr>
              <a:t>Ladder</a:t>
            </a:r>
            <a:r>
              <a:rPr lang="ro-RO" b="1" dirty="0">
                <a:solidFill>
                  <a:srgbClr val="0000FF"/>
                </a:solidFill>
              </a:rPr>
              <a:t> folosind bobine cu memorie (bobine de tip SET/RESET. </a:t>
            </a:r>
          </a:p>
          <a:p>
            <a:r>
              <a:rPr lang="ro-RO" b="1" dirty="0">
                <a:solidFill>
                  <a:srgbClr val="FF0000"/>
                </a:solidFill>
              </a:rPr>
              <a:t>Aplicație – instalație pentru dozare automată ( </a:t>
            </a:r>
            <a:r>
              <a:rPr lang="ro-RO" b="1" i="1" dirty="0" err="1">
                <a:solidFill>
                  <a:srgbClr val="FF0000"/>
                </a:solidFill>
              </a:rPr>
              <a:t>Silo</a:t>
            </a:r>
            <a:r>
              <a:rPr lang="ro-RO" b="1" i="1" dirty="0">
                <a:solidFill>
                  <a:srgbClr val="FF0000"/>
                </a:solidFill>
              </a:rPr>
              <a:t>)</a:t>
            </a:r>
            <a:endParaRPr lang="ro-RO" i="1" dirty="0">
              <a:solidFill>
                <a:srgbClr val="FF0000"/>
              </a:solidFill>
            </a:endParaRP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7D3676AF-2C58-4967-BD9D-7D40B2C42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2697488"/>
            <a:ext cx="2971800" cy="4067175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17D2DAEE-0BFF-40FE-B6BB-80A395412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317" y="1417342"/>
            <a:ext cx="5429250" cy="5076825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D0C5D09C-5C49-441A-856A-699DADDE6D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43" y="1417342"/>
            <a:ext cx="1857375" cy="1152525"/>
          </a:xfrm>
          <a:prstGeom prst="rect">
            <a:avLst/>
          </a:prstGeom>
        </p:spPr>
      </p:pic>
      <p:pic>
        <p:nvPicPr>
          <p:cNvPr id="8" name="Imagine 7">
            <a:extLst>
              <a:ext uri="{FF2B5EF4-FFF2-40B4-BE49-F238E27FC236}">
                <a16:creationId xmlns:a16="http://schemas.microsoft.com/office/drawing/2014/main" id="{696758CF-DCDF-47DA-B753-E49092C801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220" y="1417342"/>
            <a:ext cx="2038350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807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reptunghi 5">
            <a:extLst>
              <a:ext uri="{FF2B5EF4-FFF2-40B4-BE49-F238E27FC236}">
                <a16:creationId xmlns:a16="http://schemas.microsoft.com/office/drawing/2014/main" id="{ACFAA181-2FF6-4562-AD0A-C8D66B6EF64E}"/>
              </a:ext>
            </a:extLst>
          </p:cNvPr>
          <p:cNvSpPr/>
          <p:nvPr/>
        </p:nvSpPr>
        <p:spPr>
          <a:xfrm>
            <a:off x="243904" y="777269"/>
            <a:ext cx="411475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rgbClr val="0000FF"/>
                </a:solidFill>
              </a:rPr>
              <a:t>Pasul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r>
              <a:rPr lang="ro-RO" sz="2000" b="1" dirty="0">
                <a:solidFill>
                  <a:srgbClr val="0000FF"/>
                </a:solidFill>
              </a:rPr>
              <a:t>V: Trasarea programului </a:t>
            </a:r>
            <a:r>
              <a:rPr lang="ro-RO" sz="2000" b="1" dirty="0" err="1">
                <a:solidFill>
                  <a:srgbClr val="0000FF"/>
                </a:solidFill>
              </a:rPr>
              <a:t>Ladder</a:t>
            </a:r>
            <a:endParaRPr lang="ro-RO" sz="2000" b="1" dirty="0">
              <a:solidFill>
                <a:srgbClr val="0000FF"/>
              </a:solidFill>
            </a:endParaRPr>
          </a:p>
          <a:p>
            <a:r>
              <a:rPr lang="ro-RO" sz="2000" b="1" dirty="0"/>
              <a:t>Varianta 2: o singură linie de program pentru fiecare stare</a:t>
            </a:r>
            <a:endParaRPr lang="ro-RO" sz="2000" dirty="0"/>
          </a:p>
        </p:txBody>
      </p:sp>
      <p:sp>
        <p:nvSpPr>
          <p:cNvPr id="7" name="Dreptunghi 6">
            <a:extLst>
              <a:ext uri="{FF2B5EF4-FFF2-40B4-BE49-F238E27FC236}">
                <a16:creationId xmlns:a16="http://schemas.microsoft.com/office/drawing/2014/main" id="{A5FB5F93-B162-4546-825E-16927526A18F}"/>
              </a:ext>
            </a:extLst>
          </p:cNvPr>
          <p:cNvSpPr/>
          <p:nvPr/>
        </p:nvSpPr>
        <p:spPr>
          <a:xfrm>
            <a:off x="335343" y="45757"/>
            <a:ext cx="110641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Implementarea în limbaj </a:t>
            </a:r>
            <a:r>
              <a:rPr lang="ro-RO" b="1" dirty="0" err="1">
                <a:solidFill>
                  <a:srgbClr val="0000FF"/>
                </a:solidFill>
              </a:rPr>
              <a:t>Ladder</a:t>
            </a:r>
            <a:r>
              <a:rPr lang="ro-RO" b="1" dirty="0">
                <a:solidFill>
                  <a:srgbClr val="0000FF"/>
                </a:solidFill>
              </a:rPr>
              <a:t> folosind bobine cu memorie (bobine de tip SET/RESET. </a:t>
            </a:r>
          </a:p>
          <a:p>
            <a:r>
              <a:rPr lang="ro-RO" b="1" dirty="0">
                <a:solidFill>
                  <a:srgbClr val="FF0000"/>
                </a:solidFill>
              </a:rPr>
              <a:t>Aplicație – instalație pentru dozare automată ( </a:t>
            </a:r>
            <a:r>
              <a:rPr lang="ro-RO" b="1" i="1" dirty="0" err="1">
                <a:solidFill>
                  <a:srgbClr val="FF0000"/>
                </a:solidFill>
              </a:rPr>
              <a:t>Silo</a:t>
            </a:r>
            <a:r>
              <a:rPr lang="ro-RO" b="1" i="1" dirty="0">
                <a:solidFill>
                  <a:srgbClr val="FF0000"/>
                </a:solidFill>
              </a:rPr>
              <a:t>)</a:t>
            </a:r>
            <a:endParaRPr lang="ro-RO" i="1" dirty="0">
              <a:solidFill>
                <a:srgbClr val="FF0000"/>
              </a:solidFill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181321D0-F838-4C5E-AC8A-EB2F14125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854" y="685830"/>
            <a:ext cx="7088503" cy="603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735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reptunghi 5">
            <a:extLst>
              <a:ext uri="{FF2B5EF4-FFF2-40B4-BE49-F238E27FC236}">
                <a16:creationId xmlns:a16="http://schemas.microsoft.com/office/drawing/2014/main" id="{ACFAA181-2FF6-4562-AD0A-C8D66B6EF64E}"/>
              </a:ext>
            </a:extLst>
          </p:cNvPr>
          <p:cNvSpPr/>
          <p:nvPr/>
        </p:nvSpPr>
        <p:spPr>
          <a:xfrm>
            <a:off x="243904" y="777269"/>
            <a:ext cx="411475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rgbClr val="0000FF"/>
                </a:solidFill>
              </a:rPr>
              <a:t>Pasul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r>
              <a:rPr lang="ro-RO" sz="2000" b="1" dirty="0">
                <a:solidFill>
                  <a:srgbClr val="0000FF"/>
                </a:solidFill>
              </a:rPr>
              <a:t>V: Trasarea programului </a:t>
            </a:r>
            <a:r>
              <a:rPr lang="ro-RO" sz="2000" b="1" dirty="0" err="1">
                <a:solidFill>
                  <a:srgbClr val="0000FF"/>
                </a:solidFill>
              </a:rPr>
              <a:t>Ladder</a:t>
            </a:r>
            <a:endParaRPr lang="ro-RO" sz="2000" b="1" dirty="0">
              <a:solidFill>
                <a:srgbClr val="0000FF"/>
              </a:solidFill>
            </a:endParaRPr>
          </a:p>
          <a:p>
            <a:r>
              <a:rPr lang="ro-RO" sz="2000" b="1" dirty="0"/>
              <a:t>Varianta 3: implementare fără secțiune separată de calcul a </a:t>
            </a:r>
          </a:p>
          <a:p>
            <a:r>
              <a:rPr lang="ro-RO" sz="2000" b="1" dirty="0"/>
              <a:t>tranzițiilor  </a:t>
            </a:r>
            <a:endParaRPr lang="ro-RO" sz="2000" dirty="0"/>
          </a:p>
        </p:txBody>
      </p:sp>
      <p:sp>
        <p:nvSpPr>
          <p:cNvPr id="7" name="Dreptunghi 6">
            <a:extLst>
              <a:ext uri="{FF2B5EF4-FFF2-40B4-BE49-F238E27FC236}">
                <a16:creationId xmlns:a16="http://schemas.microsoft.com/office/drawing/2014/main" id="{A5FB5F93-B162-4546-825E-16927526A18F}"/>
              </a:ext>
            </a:extLst>
          </p:cNvPr>
          <p:cNvSpPr/>
          <p:nvPr/>
        </p:nvSpPr>
        <p:spPr>
          <a:xfrm>
            <a:off x="335343" y="45757"/>
            <a:ext cx="110641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Implementarea în limbaj </a:t>
            </a:r>
            <a:r>
              <a:rPr lang="ro-RO" b="1" dirty="0" err="1">
                <a:solidFill>
                  <a:srgbClr val="0000FF"/>
                </a:solidFill>
              </a:rPr>
              <a:t>Ladder</a:t>
            </a:r>
            <a:r>
              <a:rPr lang="ro-RO" b="1" dirty="0">
                <a:solidFill>
                  <a:srgbClr val="0000FF"/>
                </a:solidFill>
              </a:rPr>
              <a:t> folosind bobine cu memorie (bobine de tip SET/RESET. </a:t>
            </a:r>
          </a:p>
          <a:p>
            <a:r>
              <a:rPr lang="ro-RO" b="1" dirty="0">
                <a:solidFill>
                  <a:srgbClr val="FF0000"/>
                </a:solidFill>
              </a:rPr>
              <a:t>Aplicație – instalație pentru dozare automată ( </a:t>
            </a:r>
            <a:r>
              <a:rPr lang="ro-RO" b="1" i="1" dirty="0" err="1">
                <a:solidFill>
                  <a:srgbClr val="FF0000"/>
                </a:solidFill>
              </a:rPr>
              <a:t>Silo</a:t>
            </a:r>
            <a:r>
              <a:rPr lang="ro-RO" b="1" i="1" dirty="0">
                <a:solidFill>
                  <a:srgbClr val="FF0000"/>
                </a:solidFill>
              </a:rPr>
              <a:t>)</a:t>
            </a:r>
            <a:endParaRPr lang="ro-RO" i="1" dirty="0">
              <a:solidFill>
                <a:srgbClr val="FF0000"/>
              </a:solidFill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0488620D-74AD-40B8-B233-7D98F0309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66" y="411513"/>
            <a:ext cx="6492169" cy="632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323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reptunghi 5">
            <a:extLst>
              <a:ext uri="{FF2B5EF4-FFF2-40B4-BE49-F238E27FC236}">
                <a16:creationId xmlns:a16="http://schemas.microsoft.com/office/drawing/2014/main" id="{ACFAA181-2FF6-4562-AD0A-C8D66B6EF64E}"/>
              </a:ext>
            </a:extLst>
          </p:cNvPr>
          <p:cNvSpPr/>
          <p:nvPr/>
        </p:nvSpPr>
        <p:spPr>
          <a:xfrm>
            <a:off x="243904" y="777269"/>
            <a:ext cx="923533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rgbClr val="0000FF"/>
                </a:solidFill>
              </a:rPr>
              <a:t>Pasul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r>
              <a:rPr lang="ro-RO" sz="2000" b="1" dirty="0">
                <a:solidFill>
                  <a:srgbClr val="0000FF"/>
                </a:solidFill>
              </a:rPr>
              <a:t>V: Trasarea programului </a:t>
            </a:r>
            <a:r>
              <a:rPr lang="ro-RO" sz="2000" b="1" dirty="0" err="1">
                <a:solidFill>
                  <a:srgbClr val="0000FF"/>
                </a:solidFill>
              </a:rPr>
              <a:t>Ladder</a:t>
            </a:r>
            <a:endParaRPr lang="ro-RO" sz="2000" b="1" dirty="0">
              <a:solidFill>
                <a:srgbClr val="0000FF"/>
              </a:solidFill>
            </a:endParaRPr>
          </a:p>
        </p:txBody>
      </p:sp>
      <p:sp>
        <p:nvSpPr>
          <p:cNvPr id="7" name="Dreptunghi 6">
            <a:extLst>
              <a:ext uri="{FF2B5EF4-FFF2-40B4-BE49-F238E27FC236}">
                <a16:creationId xmlns:a16="http://schemas.microsoft.com/office/drawing/2014/main" id="{A5FB5F93-B162-4546-825E-16927526A18F}"/>
              </a:ext>
            </a:extLst>
          </p:cNvPr>
          <p:cNvSpPr/>
          <p:nvPr/>
        </p:nvSpPr>
        <p:spPr>
          <a:xfrm>
            <a:off x="335343" y="45757"/>
            <a:ext cx="110641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Implementarea în limbaj </a:t>
            </a:r>
            <a:r>
              <a:rPr lang="ro-RO" b="1" dirty="0" err="1">
                <a:solidFill>
                  <a:srgbClr val="0000FF"/>
                </a:solidFill>
              </a:rPr>
              <a:t>Ladder</a:t>
            </a:r>
            <a:r>
              <a:rPr lang="ro-RO" b="1" dirty="0">
                <a:solidFill>
                  <a:srgbClr val="0000FF"/>
                </a:solidFill>
              </a:rPr>
              <a:t> folosind bobine cu memorie (bobine de tip SET/RESET. </a:t>
            </a:r>
          </a:p>
          <a:p>
            <a:r>
              <a:rPr lang="ro-RO" b="1" dirty="0">
                <a:solidFill>
                  <a:srgbClr val="FF0000"/>
                </a:solidFill>
              </a:rPr>
              <a:t>Aplicație – instalație pentru dozare automată ( </a:t>
            </a:r>
            <a:r>
              <a:rPr lang="ro-RO" b="1" i="1" dirty="0" err="1">
                <a:solidFill>
                  <a:srgbClr val="FF0000"/>
                </a:solidFill>
              </a:rPr>
              <a:t>Silo</a:t>
            </a:r>
            <a:r>
              <a:rPr lang="ro-RO" b="1" i="1" dirty="0">
                <a:solidFill>
                  <a:srgbClr val="FF0000"/>
                </a:solidFill>
              </a:rPr>
              <a:t>)</a:t>
            </a:r>
            <a:endParaRPr lang="ro-RO" i="1" dirty="0">
              <a:solidFill>
                <a:srgbClr val="FF0000"/>
              </a:solidFill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30AA1D72-8365-4E1F-B813-24FE1087A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781" y="1234464"/>
            <a:ext cx="7592191" cy="5440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876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320074"/>
            <a:ext cx="10698362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FF"/>
                </a:solidFill>
              </a:rPr>
              <a:t>A</a:t>
            </a:r>
            <a:r>
              <a:rPr lang="ro-RO" sz="3600" b="1" dirty="0" err="1">
                <a:solidFill>
                  <a:srgbClr val="0000FF"/>
                </a:solidFill>
              </a:rPr>
              <a:t>genda</a:t>
            </a:r>
            <a:endParaRPr lang="ro-RO" sz="3600" b="1" dirty="0">
              <a:solidFill>
                <a:srgbClr val="0000FF"/>
              </a:solidFill>
            </a:endParaRPr>
          </a:p>
          <a:p>
            <a:pPr algn="ctr"/>
            <a:endParaRPr lang="ro-RO" sz="3600" b="1" dirty="0">
              <a:solidFill>
                <a:srgbClr val="0000FF"/>
              </a:solidFill>
            </a:endParaRPr>
          </a:p>
          <a:p>
            <a:pPr marL="1485900" lvl="2" indent="-571500">
              <a:spcBef>
                <a:spcPts val="600"/>
              </a:spcBef>
              <a:buFontTx/>
              <a:buChar char="-"/>
            </a:pPr>
            <a:r>
              <a:rPr lang="ro-RO" sz="2800" b="1" dirty="0">
                <a:solidFill>
                  <a:srgbClr val="FF0000"/>
                </a:solidFill>
              </a:rPr>
              <a:t>Instrucțiuni pentru controlul programului; </a:t>
            </a:r>
          </a:p>
          <a:p>
            <a:pPr marL="2857500" lvl="5" indent="-571500">
              <a:spcBef>
                <a:spcPts val="600"/>
              </a:spcBef>
              <a:buFontTx/>
              <a:buChar char="-"/>
            </a:pPr>
            <a:r>
              <a:rPr lang="ro-RO" sz="2800" b="1" dirty="0">
                <a:solidFill>
                  <a:srgbClr val="FF0000"/>
                </a:solidFill>
              </a:rPr>
              <a:t>MCR;   ZCL;   JMP;   GOSUB;</a:t>
            </a:r>
          </a:p>
          <a:p>
            <a:pPr marL="2857500" lvl="5" indent="-571500">
              <a:spcBef>
                <a:spcPts val="600"/>
              </a:spcBef>
              <a:buFontTx/>
              <a:buChar char="-"/>
            </a:pPr>
            <a:endParaRPr lang="ro-RO" sz="2800" b="1" dirty="0">
              <a:solidFill>
                <a:srgbClr val="FF0000"/>
              </a:solidFill>
            </a:endParaRPr>
          </a:p>
          <a:p>
            <a:pPr marL="2857500" lvl="5" indent="-571500">
              <a:buFontTx/>
              <a:buChar char="-"/>
            </a:pPr>
            <a:endParaRPr lang="ro-RO" sz="2400" b="1" dirty="0"/>
          </a:p>
        </p:txBody>
      </p:sp>
    </p:spTree>
    <p:extLst>
      <p:ext uri="{BB962C8B-B14F-4D97-AF65-F5344CB8AC3E}">
        <p14:creationId xmlns:p14="http://schemas.microsoft.com/office/powerpoint/2010/main" val="3416547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ED91FF69-F886-4627-9FD4-93B867704A70}"/>
              </a:ext>
            </a:extLst>
          </p:cNvPr>
          <p:cNvSpPr/>
          <p:nvPr/>
        </p:nvSpPr>
        <p:spPr>
          <a:xfrm>
            <a:off x="883977" y="320074"/>
            <a:ext cx="10606924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Agend</a:t>
            </a:r>
            <a:r>
              <a:rPr kumimoji="0" lang="ro-RO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ă: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r>
              <a:rPr lang="ro-RO" sz="24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anose="020F0502020204030204"/>
              </a:rPr>
              <a:t>1) </a:t>
            </a:r>
            <a:r>
              <a:rPr lang="ro-RO" sz="2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Transpunerea diagramelor de tranziție in limbaj </a:t>
            </a:r>
            <a:r>
              <a:rPr lang="ro-RO" sz="2400" b="1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Ladder</a:t>
            </a:r>
            <a:r>
              <a:rPr lang="ro-RO" sz="2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folosind bobine cu memorie 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Expresia algebrică </a:t>
            </a:r>
            <a:r>
              <a:rPr lang="en-US" sz="2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 </a:t>
            </a:r>
            <a:r>
              <a:rPr lang="en-US" sz="2000" b="1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ecua</a:t>
            </a:r>
            <a:r>
              <a:rPr lang="ro-RO" sz="2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ț</a:t>
            </a:r>
            <a:r>
              <a:rPr lang="en-US" sz="2000" b="1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iilor</a:t>
            </a:r>
            <a:r>
              <a:rPr lang="en-US" sz="2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de stare</a:t>
            </a:r>
            <a:r>
              <a:rPr lang="ro-RO" sz="2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în funcție de tipul elementului de memorie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ro-RO" sz="2000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Exemple de utilizare </a:t>
            </a:r>
            <a:r>
              <a:rPr lang="en-US" sz="2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ro-RO" sz="2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pentru o instalație de ambalare produse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kumimoji="0" lang="ro-RO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2) Instrucțiuni pentru controlul programului</a:t>
            </a:r>
          </a:p>
          <a:p>
            <a:endParaRPr kumimoji="0" lang="ro-RO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o-RO" b="1" dirty="0"/>
              <a:t>MCR;  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o-RO" b="1" dirty="0"/>
              <a:t>ZCL;  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o-RO" b="1" dirty="0"/>
              <a:t>JMP; 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o-RO" b="1" dirty="0"/>
              <a:t>GOSUB;</a:t>
            </a:r>
          </a:p>
          <a:p>
            <a:endParaRPr kumimoji="0" lang="ro-RO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endParaRPr kumimoji="0" lang="ro-RO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545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00DEC53F-9089-4C50-BFE8-BA0CD91C5304}"/>
              </a:ext>
            </a:extLst>
          </p:cNvPr>
          <p:cNvSpPr/>
          <p:nvPr/>
        </p:nvSpPr>
        <p:spPr>
          <a:xfrm>
            <a:off x="609660" y="228635"/>
            <a:ext cx="98754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Instrucțiuni pentru controlul programului – </a:t>
            </a:r>
            <a:r>
              <a:rPr lang="ro-RO" b="1" dirty="0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Modul de operare 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5A438DE-2C6D-47E5-A31D-CC3F1CF81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21" y="960147"/>
            <a:ext cx="7132364" cy="457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0BDBB084-308A-407C-A81D-80434F3D31F1}"/>
                  </a:ext>
                </a:extLst>
              </p14:cNvPr>
              <p14:cNvContentPartPr/>
              <p14:nvPr/>
            </p14:nvContentPartPr>
            <p14:xfrm>
              <a:off x="2053629" y="2698825"/>
              <a:ext cx="2053080" cy="130212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0BDBB084-308A-407C-A81D-80434F3D31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35989" y="2681185"/>
                <a:ext cx="2088720" cy="133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337A1547-FAB9-437F-B6C3-E859ECB7568A}"/>
                  </a:ext>
                </a:extLst>
              </p14:cNvPr>
              <p14:cNvContentPartPr/>
              <p14:nvPr/>
            </p14:nvContentPartPr>
            <p14:xfrm>
              <a:off x="1903509" y="2168185"/>
              <a:ext cx="7200" cy="864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337A1547-FAB9-437F-B6C3-E859ECB7568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85869" y="2150545"/>
                <a:ext cx="4284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DB9D86A1-05FB-461E-A4F5-9D73D3DF2898}"/>
                  </a:ext>
                </a:extLst>
              </p14:cNvPr>
              <p14:cNvContentPartPr/>
              <p14:nvPr/>
            </p14:nvContentPartPr>
            <p14:xfrm>
              <a:off x="1957869" y="2100865"/>
              <a:ext cx="1517400" cy="61740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DB9D86A1-05FB-461E-A4F5-9D73D3DF289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40229" y="2065225"/>
                <a:ext cx="1553040" cy="68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111A69E2-5200-4983-AE48-D86E91F8CAB7}"/>
                  </a:ext>
                </a:extLst>
              </p14:cNvPr>
              <p14:cNvContentPartPr/>
              <p14:nvPr/>
            </p14:nvContentPartPr>
            <p14:xfrm>
              <a:off x="3074589" y="2685145"/>
              <a:ext cx="1348200" cy="154080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111A69E2-5200-4983-AE48-D86E91F8CAB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56949" y="2649145"/>
                <a:ext cx="1383840" cy="161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9F91E99F-B2BE-488B-B727-70DE4846EBBC}"/>
                  </a:ext>
                </a:extLst>
              </p14:cNvPr>
              <p14:cNvContentPartPr/>
              <p14:nvPr/>
            </p14:nvContentPartPr>
            <p14:xfrm>
              <a:off x="3336309" y="3266545"/>
              <a:ext cx="344160" cy="40608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9F91E99F-B2BE-488B-B727-70DE4846EBB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318309" y="3230905"/>
                <a:ext cx="379800" cy="47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4016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00DEC53F-9089-4C50-BFE8-BA0CD91C5304}"/>
              </a:ext>
            </a:extLst>
          </p:cNvPr>
          <p:cNvSpPr/>
          <p:nvPr/>
        </p:nvSpPr>
        <p:spPr>
          <a:xfrm>
            <a:off x="609660" y="228635"/>
            <a:ext cx="98754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Instrucțiuni pentru controlul programului </a:t>
            </a:r>
            <a:r>
              <a:rPr lang="ro-RO" b="1" dirty="0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– Lista instrucțiunilor de control 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E1554E-A8FB-47C6-8180-F880A9F66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60" y="685830"/>
            <a:ext cx="8636507" cy="5943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BC60BC0A-8DD8-497C-B76F-6FBDD01FE3BD}"/>
                  </a:ext>
                </a:extLst>
              </p14:cNvPr>
              <p14:cNvContentPartPr/>
              <p14:nvPr/>
            </p14:nvContentPartPr>
            <p14:xfrm>
              <a:off x="3635469" y="5668825"/>
              <a:ext cx="1338120" cy="78516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BC60BC0A-8DD8-497C-B76F-6FBDD01FE3B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617469" y="5651185"/>
                <a:ext cx="1373760" cy="82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48575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00DEC53F-9089-4C50-BFE8-BA0CD91C5304}"/>
              </a:ext>
            </a:extLst>
          </p:cNvPr>
          <p:cNvSpPr/>
          <p:nvPr/>
        </p:nvSpPr>
        <p:spPr>
          <a:xfrm>
            <a:off x="609660" y="228635"/>
            <a:ext cx="66976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Master Control </a:t>
            </a:r>
            <a:r>
              <a:rPr lang="ro-RO" b="1" dirty="0" err="1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Relay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 (</a:t>
            </a:r>
            <a:r>
              <a:rPr lang="ro-RO" b="1" dirty="0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MCR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)  – implementare hardware  </a:t>
            </a:r>
            <a:endParaRPr lang="ro-RO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774A092-3A84-4A2A-B51D-E96F4D134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43" y="960147"/>
            <a:ext cx="11629762" cy="5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BE23EB92-8402-463E-8556-B2D00DB566AB}"/>
                  </a:ext>
                </a:extLst>
              </p14:cNvPr>
              <p14:cNvContentPartPr/>
              <p14:nvPr/>
            </p14:nvContentPartPr>
            <p14:xfrm>
              <a:off x="634869" y="760225"/>
              <a:ext cx="360" cy="36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BE23EB92-8402-463E-8556-B2D00DB566A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6869" y="74222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08" name="Cerneală 2107">
                <a:extLst>
                  <a:ext uri="{FF2B5EF4-FFF2-40B4-BE49-F238E27FC236}">
                    <a16:creationId xmlns:a16="http://schemas.microsoft.com/office/drawing/2014/main" id="{A9DC474E-BD2C-4A5C-A33C-9501ABBF5D0E}"/>
                  </a:ext>
                </a:extLst>
              </p14:cNvPr>
              <p14:cNvContentPartPr/>
              <p14:nvPr/>
            </p14:nvContentPartPr>
            <p14:xfrm>
              <a:off x="7083909" y="822865"/>
              <a:ext cx="360" cy="360"/>
            </p14:xfrm>
          </p:contentPart>
        </mc:Choice>
        <mc:Fallback xmlns="">
          <p:pic>
            <p:nvPicPr>
              <p:cNvPr id="2108" name="Cerneală 2107">
                <a:extLst>
                  <a:ext uri="{FF2B5EF4-FFF2-40B4-BE49-F238E27FC236}">
                    <a16:creationId xmlns:a16="http://schemas.microsoft.com/office/drawing/2014/main" id="{A9DC474E-BD2C-4A5C-A33C-9501ABBF5D0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65909" y="80486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109" name="Cerneală 2108">
                <a:extLst>
                  <a:ext uri="{FF2B5EF4-FFF2-40B4-BE49-F238E27FC236}">
                    <a16:creationId xmlns:a16="http://schemas.microsoft.com/office/drawing/2014/main" id="{70CE7E4B-B89F-4976-B1A7-1B6C57146D62}"/>
                  </a:ext>
                </a:extLst>
              </p14:cNvPr>
              <p14:cNvContentPartPr/>
              <p14:nvPr/>
            </p14:nvContentPartPr>
            <p14:xfrm>
              <a:off x="6256269" y="717025"/>
              <a:ext cx="360" cy="360"/>
            </p14:xfrm>
          </p:contentPart>
        </mc:Choice>
        <mc:Fallback xmlns="">
          <p:pic>
            <p:nvPicPr>
              <p:cNvPr id="2109" name="Cerneală 2108">
                <a:extLst>
                  <a:ext uri="{FF2B5EF4-FFF2-40B4-BE49-F238E27FC236}">
                    <a16:creationId xmlns:a16="http://schemas.microsoft.com/office/drawing/2014/main" id="{70CE7E4B-B89F-4976-B1A7-1B6C57146D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38269" y="69902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B926AEC1-7881-49C9-8CDA-CAF7BD3B68F1}"/>
                  </a:ext>
                </a:extLst>
              </p14:cNvPr>
              <p14:cNvContentPartPr/>
              <p14:nvPr/>
            </p14:nvContentPartPr>
            <p14:xfrm>
              <a:off x="4075029" y="1257385"/>
              <a:ext cx="200880" cy="25632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B926AEC1-7881-49C9-8CDA-CAF7BD3B68F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57389" y="1239745"/>
                <a:ext cx="23652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8D2D6E62-3784-4861-9E70-5E7781BDE0A7}"/>
                  </a:ext>
                </a:extLst>
              </p14:cNvPr>
              <p14:cNvContentPartPr/>
              <p14:nvPr/>
            </p14:nvContentPartPr>
            <p14:xfrm>
              <a:off x="4346469" y="1414705"/>
              <a:ext cx="113040" cy="12816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8D2D6E62-3784-4861-9E70-5E7781BDE0A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328469" y="1396705"/>
                <a:ext cx="14868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B40E951E-71ED-4936-825C-A0D4D347AE27}"/>
                  </a:ext>
                </a:extLst>
              </p14:cNvPr>
              <p14:cNvContentPartPr/>
              <p14:nvPr/>
            </p14:nvContentPartPr>
            <p14:xfrm>
              <a:off x="4537989" y="1448185"/>
              <a:ext cx="226440" cy="11952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B40E951E-71ED-4936-825C-A0D4D347AE2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520349" y="1430185"/>
                <a:ext cx="26208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B6234FDD-B4BC-469A-A2F7-37DF539A3E4B}"/>
                  </a:ext>
                </a:extLst>
              </p14:cNvPr>
              <p14:cNvContentPartPr/>
              <p14:nvPr/>
            </p14:nvContentPartPr>
            <p14:xfrm>
              <a:off x="5226309" y="1410025"/>
              <a:ext cx="923400" cy="40140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B6234FDD-B4BC-469A-A2F7-37DF539A3E4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208309" y="1392041"/>
                <a:ext cx="959040" cy="43700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7468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00DEC53F-9089-4C50-BFE8-BA0CD91C5304}"/>
              </a:ext>
            </a:extLst>
          </p:cNvPr>
          <p:cNvSpPr/>
          <p:nvPr/>
        </p:nvSpPr>
        <p:spPr>
          <a:xfrm>
            <a:off x="609660" y="228635"/>
            <a:ext cx="6545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Master Control </a:t>
            </a:r>
            <a:r>
              <a:rPr lang="ro-RO" b="1" dirty="0" err="1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Relay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 (</a:t>
            </a:r>
            <a:r>
              <a:rPr lang="ro-RO" b="1" dirty="0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MCR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) – implementare software  </a:t>
            </a:r>
            <a:endParaRPr lang="ro-RO" dirty="0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890C07B1-26E1-4745-906E-662C18D5F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25" y="1051586"/>
            <a:ext cx="8320509" cy="4206194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B5B6F8B9-F511-4889-BD7F-311DBC1A4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04" y="1051586"/>
            <a:ext cx="3419475" cy="41052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E3D3ADFF-FC83-4AC0-9A4C-10319763342D}"/>
                  </a:ext>
                </a:extLst>
              </p14:cNvPr>
              <p14:cNvContentPartPr/>
              <p14:nvPr/>
            </p14:nvContentPartPr>
            <p14:xfrm>
              <a:off x="571149" y="793705"/>
              <a:ext cx="2520" cy="36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E3D3ADFF-FC83-4AC0-9A4C-10319763342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3509" y="775705"/>
                <a:ext cx="381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F4147502-2F8B-497A-9CE8-4B09FD31E4AE}"/>
                  </a:ext>
                </a:extLst>
              </p14:cNvPr>
              <p14:cNvContentPartPr/>
              <p14:nvPr/>
            </p14:nvContentPartPr>
            <p14:xfrm>
              <a:off x="4615029" y="1972705"/>
              <a:ext cx="3960" cy="36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F4147502-2F8B-497A-9CE8-4B09FD31E4A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597389" y="1955065"/>
                <a:ext cx="396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32AE7747-419C-4A43-A247-8683FF45E43E}"/>
                  </a:ext>
                </a:extLst>
              </p14:cNvPr>
              <p14:cNvContentPartPr/>
              <p14:nvPr/>
            </p14:nvContentPartPr>
            <p14:xfrm>
              <a:off x="879669" y="1750225"/>
              <a:ext cx="867960" cy="69192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32AE7747-419C-4A43-A247-8683FF45E43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61669" y="1732225"/>
                <a:ext cx="903600" cy="72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D0F3C4C3-20EC-4956-BD98-E460D1A5F2E9}"/>
                  </a:ext>
                </a:extLst>
              </p14:cNvPr>
              <p14:cNvContentPartPr/>
              <p14:nvPr/>
            </p14:nvContentPartPr>
            <p14:xfrm>
              <a:off x="2325789" y="2290225"/>
              <a:ext cx="160920" cy="150156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D0F3C4C3-20EC-4956-BD98-E460D1A5F2E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307789" y="2272585"/>
                <a:ext cx="196560" cy="153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4205DD51-3342-4C68-9C93-6C705AD79740}"/>
                  </a:ext>
                </a:extLst>
              </p14:cNvPr>
              <p14:cNvContentPartPr/>
              <p14:nvPr/>
            </p14:nvContentPartPr>
            <p14:xfrm>
              <a:off x="7367949" y="648265"/>
              <a:ext cx="322200" cy="13608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4205DD51-3342-4C68-9C93-6C705AD79740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349949" y="630625"/>
                <a:ext cx="35784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8B3D7B87-DF34-4EA0-929E-AE50F20326FD}"/>
                  </a:ext>
                </a:extLst>
              </p14:cNvPr>
              <p14:cNvContentPartPr/>
              <p14:nvPr/>
            </p14:nvContentPartPr>
            <p14:xfrm>
              <a:off x="9914949" y="605785"/>
              <a:ext cx="869040" cy="27000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8B3D7B87-DF34-4EA0-929E-AE50F20326F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896949" y="588145"/>
                <a:ext cx="90468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B9261F2E-E314-4F40-83E9-0F9A4C2A6D6D}"/>
                  </a:ext>
                </a:extLst>
              </p14:cNvPr>
              <p14:cNvContentPartPr/>
              <p14:nvPr/>
            </p14:nvContentPartPr>
            <p14:xfrm>
              <a:off x="8089749" y="381865"/>
              <a:ext cx="1418040" cy="42192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B9261F2E-E314-4F40-83E9-0F9A4C2A6D6D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071749" y="364225"/>
                <a:ext cx="1453680" cy="45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8BB81FFE-97D3-4647-9F79-4185CDA3F34A}"/>
                  </a:ext>
                </a:extLst>
              </p14:cNvPr>
              <p14:cNvContentPartPr/>
              <p14:nvPr/>
            </p14:nvContentPartPr>
            <p14:xfrm>
              <a:off x="6641109" y="591745"/>
              <a:ext cx="343800" cy="18252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8BB81FFE-97D3-4647-9F79-4185CDA3F34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623090" y="574105"/>
                <a:ext cx="379477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11D6CE2D-7F6F-4281-B180-D62B24DBF45D}"/>
                  </a:ext>
                </a:extLst>
              </p14:cNvPr>
              <p14:cNvContentPartPr/>
              <p14:nvPr/>
            </p14:nvContentPartPr>
            <p14:xfrm>
              <a:off x="6001029" y="518305"/>
              <a:ext cx="184680" cy="21312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11D6CE2D-7F6F-4281-B180-D62B24DBF45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983355" y="500335"/>
                <a:ext cx="220390" cy="248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6CB54FBB-55A7-45A3-B5AB-5CCC69BB0C39}"/>
                  </a:ext>
                </a:extLst>
              </p14:cNvPr>
              <p14:cNvContentPartPr/>
              <p14:nvPr/>
            </p14:nvContentPartPr>
            <p14:xfrm>
              <a:off x="5587029" y="605785"/>
              <a:ext cx="112680" cy="7380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6CB54FBB-55A7-45A3-B5AB-5CCC69BB0C3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569389" y="588145"/>
                <a:ext cx="14832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94228A2E-B615-4A1B-8B22-2CA039B3F690}"/>
                  </a:ext>
                </a:extLst>
              </p14:cNvPr>
              <p14:cNvContentPartPr/>
              <p14:nvPr/>
            </p14:nvContentPartPr>
            <p14:xfrm>
              <a:off x="5267709" y="441985"/>
              <a:ext cx="174600" cy="31176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94228A2E-B615-4A1B-8B22-2CA039B3F69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249709" y="424345"/>
                <a:ext cx="21024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72C9D3A9-8605-4FCA-B405-BFAEAB02C82B}"/>
                  </a:ext>
                </a:extLst>
              </p14:cNvPr>
              <p14:cNvContentPartPr/>
              <p14:nvPr/>
            </p14:nvContentPartPr>
            <p14:xfrm>
              <a:off x="11048589" y="503185"/>
              <a:ext cx="984240" cy="38448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72C9D3A9-8605-4FCA-B405-BFAEAB02C82B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1030589" y="485185"/>
                <a:ext cx="1019880" cy="42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80E7240C-1C72-4E20-94F3-26BB515318AA}"/>
                  </a:ext>
                </a:extLst>
              </p14:cNvPr>
              <p14:cNvContentPartPr/>
              <p14:nvPr/>
            </p14:nvContentPartPr>
            <p14:xfrm>
              <a:off x="5409189" y="5625625"/>
              <a:ext cx="192240" cy="14904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80E7240C-1C72-4E20-94F3-26BB515318AA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391549" y="5607625"/>
                <a:ext cx="22788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89AFBFCF-CC53-443B-AC9D-D27B2BBB7729}"/>
                  </a:ext>
                </a:extLst>
              </p14:cNvPr>
              <p14:cNvContentPartPr/>
              <p14:nvPr/>
            </p14:nvContentPartPr>
            <p14:xfrm>
              <a:off x="11185389" y="5636065"/>
              <a:ext cx="971280" cy="40032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89AFBFCF-CC53-443B-AC9D-D27B2BBB772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1167756" y="5618065"/>
                <a:ext cx="1006907" cy="43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C3ED5810-B160-42EB-A742-788D86F08E48}"/>
                  </a:ext>
                </a:extLst>
              </p14:cNvPr>
              <p14:cNvContentPartPr/>
              <p14:nvPr/>
            </p14:nvContentPartPr>
            <p14:xfrm>
              <a:off x="4814469" y="5529145"/>
              <a:ext cx="447120" cy="27072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C3ED5810-B160-42EB-A742-788D86F08E4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796469" y="5511505"/>
                <a:ext cx="48276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59" name="Cerneală 158">
                <a:extLst>
                  <a:ext uri="{FF2B5EF4-FFF2-40B4-BE49-F238E27FC236}">
                    <a16:creationId xmlns:a16="http://schemas.microsoft.com/office/drawing/2014/main" id="{2386F4E9-6BF0-4AB4-BAF3-7D7DDB43B15B}"/>
                  </a:ext>
                </a:extLst>
              </p14:cNvPr>
              <p14:cNvContentPartPr/>
              <p14:nvPr/>
            </p14:nvContentPartPr>
            <p14:xfrm>
              <a:off x="6178869" y="5508265"/>
              <a:ext cx="4771800" cy="1173600"/>
            </p14:xfrm>
          </p:contentPart>
        </mc:Choice>
        <mc:Fallback xmlns="">
          <p:pic>
            <p:nvPicPr>
              <p:cNvPr id="159" name="Cerneală 158">
                <a:extLst>
                  <a:ext uri="{FF2B5EF4-FFF2-40B4-BE49-F238E27FC236}">
                    <a16:creationId xmlns:a16="http://schemas.microsoft.com/office/drawing/2014/main" id="{2386F4E9-6BF0-4AB4-BAF3-7D7DDB43B15B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161229" y="5490265"/>
                <a:ext cx="4807440" cy="12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60" name="Cerneală 159">
                <a:extLst>
                  <a:ext uri="{FF2B5EF4-FFF2-40B4-BE49-F238E27FC236}">
                    <a16:creationId xmlns:a16="http://schemas.microsoft.com/office/drawing/2014/main" id="{6526D4D9-74F3-4CF0-929E-C170EFAF49ED}"/>
                  </a:ext>
                </a:extLst>
              </p14:cNvPr>
              <p14:cNvContentPartPr/>
              <p14:nvPr/>
            </p14:nvContentPartPr>
            <p14:xfrm>
              <a:off x="10501029" y="4389025"/>
              <a:ext cx="1368720" cy="135360"/>
            </p14:xfrm>
          </p:contentPart>
        </mc:Choice>
        <mc:Fallback xmlns="">
          <p:pic>
            <p:nvPicPr>
              <p:cNvPr id="160" name="Cerneală 159">
                <a:extLst>
                  <a:ext uri="{FF2B5EF4-FFF2-40B4-BE49-F238E27FC236}">
                    <a16:creationId xmlns:a16="http://schemas.microsoft.com/office/drawing/2014/main" id="{6526D4D9-74F3-4CF0-929E-C170EFAF49E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483029" y="4371385"/>
                <a:ext cx="140436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61" name="Cerneală 160">
                <a:extLst>
                  <a:ext uri="{FF2B5EF4-FFF2-40B4-BE49-F238E27FC236}">
                    <a16:creationId xmlns:a16="http://schemas.microsoft.com/office/drawing/2014/main" id="{FBFED15B-5FC9-4CEF-A5E4-10D7D185E6AA}"/>
                  </a:ext>
                </a:extLst>
              </p14:cNvPr>
              <p14:cNvContentPartPr/>
              <p14:nvPr/>
            </p14:nvContentPartPr>
            <p14:xfrm>
              <a:off x="5183109" y="4778545"/>
              <a:ext cx="2123640" cy="29880"/>
            </p14:xfrm>
          </p:contentPart>
        </mc:Choice>
        <mc:Fallback xmlns="">
          <p:pic>
            <p:nvPicPr>
              <p:cNvPr id="161" name="Cerneală 160">
                <a:extLst>
                  <a:ext uri="{FF2B5EF4-FFF2-40B4-BE49-F238E27FC236}">
                    <a16:creationId xmlns:a16="http://schemas.microsoft.com/office/drawing/2014/main" id="{FBFED15B-5FC9-4CEF-A5E4-10D7D185E6AA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165109" y="4760905"/>
                <a:ext cx="215928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62" name="Cerneală 161">
                <a:extLst>
                  <a:ext uri="{FF2B5EF4-FFF2-40B4-BE49-F238E27FC236}">
                    <a16:creationId xmlns:a16="http://schemas.microsoft.com/office/drawing/2014/main" id="{A54A6CB2-5C85-4653-BECB-586E57BADB90}"/>
                  </a:ext>
                </a:extLst>
              </p14:cNvPr>
              <p14:cNvContentPartPr/>
              <p14:nvPr/>
            </p14:nvContentPartPr>
            <p14:xfrm>
              <a:off x="3373389" y="6487105"/>
              <a:ext cx="360" cy="360"/>
            </p14:xfrm>
          </p:contentPart>
        </mc:Choice>
        <mc:Fallback xmlns="">
          <p:pic>
            <p:nvPicPr>
              <p:cNvPr id="162" name="Cerneală 161">
                <a:extLst>
                  <a:ext uri="{FF2B5EF4-FFF2-40B4-BE49-F238E27FC236}">
                    <a16:creationId xmlns:a16="http://schemas.microsoft.com/office/drawing/2014/main" id="{A54A6CB2-5C85-4653-BECB-586E57BADB90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355749" y="6469465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938427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00DEC53F-9089-4C50-BFE8-BA0CD91C5304}"/>
              </a:ext>
            </a:extLst>
          </p:cNvPr>
          <p:cNvSpPr/>
          <p:nvPr/>
        </p:nvSpPr>
        <p:spPr>
          <a:xfrm>
            <a:off x="609659" y="228635"/>
            <a:ext cx="77723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MCR – implementare software – cazul automatelor Allen-Bradley  </a:t>
            </a:r>
            <a:endParaRPr lang="ro-RO" dirty="0"/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B5B6F8B9-F511-4889-BD7F-311DBC1A4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777269"/>
            <a:ext cx="3419475" cy="4105275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F0ED2252-9707-4CA1-A61F-2638FA05E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659" y="685830"/>
            <a:ext cx="5120584" cy="6056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3953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00DEC53F-9089-4C50-BFE8-BA0CD91C5304}"/>
              </a:ext>
            </a:extLst>
          </p:cNvPr>
          <p:cNvSpPr/>
          <p:nvPr/>
        </p:nvSpPr>
        <p:spPr>
          <a:xfrm>
            <a:off x="609660" y="228635"/>
            <a:ext cx="74013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MCR – implementare software – cazul automatelor Mitsubishi  </a:t>
            </a:r>
            <a:endParaRPr lang="ro-RO" dirty="0"/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B5B6F8B9-F511-4889-BD7F-311DBC1A4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777269"/>
            <a:ext cx="3419475" cy="4105275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8FF55876-4CEF-4E3E-A157-7580D5243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781" y="777269"/>
            <a:ext cx="5962650" cy="527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1341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00DEC53F-9089-4C50-BFE8-BA0CD91C5304}"/>
              </a:ext>
            </a:extLst>
          </p:cNvPr>
          <p:cNvSpPr/>
          <p:nvPr/>
        </p:nvSpPr>
        <p:spPr>
          <a:xfrm>
            <a:off x="609660" y="228635"/>
            <a:ext cx="72587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MCR – implementare software – cazul automatelor Siemens  </a:t>
            </a:r>
            <a:endParaRPr lang="ro-RO" dirty="0"/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C518B42E-A603-4F61-814F-A2A02F192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777269"/>
            <a:ext cx="11082282" cy="55280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12524F43-F424-48E9-94F3-E7BC8D372D7C}"/>
                  </a:ext>
                </a:extLst>
              </p14:cNvPr>
              <p14:cNvContentPartPr/>
              <p14:nvPr/>
            </p14:nvContentPartPr>
            <p14:xfrm>
              <a:off x="2892069" y="785425"/>
              <a:ext cx="3342240" cy="105588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12524F43-F424-48E9-94F3-E7BC8D372D7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74429" y="767785"/>
                <a:ext cx="3377880" cy="10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906A670F-CEF3-4173-B902-CD9F57631E77}"/>
                  </a:ext>
                </a:extLst>
              </p14:cNvPr>
              <p14:cNvContentPartPr/>
              <p14:nvPr/>
            </p14:nvContentPartPr>
            <p14:xfrm>
              <a:off x="2093229" y="5327905"/>
              <a:ext cx="3023640" cy="116460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906A670F-CEF3-4173-B902-CD9F57631E7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75589" y="5309905"/>
                <a:ext cx="3059280" cy="12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498E3A94-42A5-4134-8B8C-FBEC6BBC9AE9}"/>
                  </a:ext>
                </a:extLst>
              </p14:cNvPr>
              <p14:cNvContentPartPr/>
              <p14:nvPr/>
            </p14:nvContentPartPr>
            <p14:xfrm>
              <a:off x="4899789" y="1934545"/>
              <a:ext cx="2211840" cy="163476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498E3A94-42A5-4134-8B8C-FBEC6BBC9AE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82149" y="1916905"/>
                <a:ext cx="2247480" cy="167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016C8EB7-1A50-4901-B41D-EB4045DB5DD4}"/>
                  </a:ext>
                </a:extLst>
              </p14:cNvPr>
              <p14:cNvContentPartPr/>
              <p14:nvPr/>
            </p14:nvContentPartPr>
            <p14:xfrm>
              <a:off x="4797909" y="3941905"/>
              <a:ext cx="2994480" cy="108144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016C8EB7-1A50-4901-B41D-EB4045DB5DD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779909" y="3924265"/>
                <a:ext cx="3030120" cy="11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BB535B7F-5D17-419D-9A29-927B4C8E8892}"/>
                  </a:ext>
                </a:extLst>
              </p14:cNvPr>
              <p14:cNvContentPartPr/>
              <p14:nvPr/>
            </p14:nvContentPartPr>
            <p14:xfrm>
              <a:off x="10348029" y="245065"/>
              <a:ext cx="251640" cy="16632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BB535B7F-5D17-419D-9A29-927B4C8E889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330389" y="227425"/>
                <a:ext cx="28728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F9D45128-1964-400B-977F-42822BAB5F2D}"/>
                  </a:ext>
                </a:extLst>
              </p14:cNvPr>
              <p14:cNvContentPartPr/>
              <p14:nvPr/>
            </p14:nvContentPartPr>
            <p14:xfrm>
              <a:off x="9562869" y="157945"/>
              <a:ext cx="648360" cy="25740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F9D45128-1964-400B-977F-42822BAB5F2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545219" y="139945"/>
                <a:ext cx="68402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E103FAB3-EADF-4A26-BAFD-88462E38F58C}"/>
                  </a:ext>
                </a:extLst>
              </p14:cNvPr>
              <p14:cNvContentPartPr/>
              <p14:nvPr/>
            </p14:nvContentPartPr>
            <p14:xfrm>
              <a:off x="10000989" y="706945"/>
              <a:ext cx="4320" cy="540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E103FAB3-EADF-4A26-BAFD-88462E38F58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983349" y="689305"/>
                <a:ext cx="3996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70A34485-50CC-4506-9ADC-AB81C7C0A79D}"/>
                  </a:ext>
                </a:extLst>
              </p14:cNvPr>
              <p14:cNvContentPartPr/>
              <p14:nvPr/>
            </p14:nvContentPartPr>
            <p14:xfrm>
              <a:off x="10005669" y="866065"/>
              <a:ext cx="19080" cy="2592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70A34485-50CC-4506-9ADC-AB81C7C0A79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987669" y="848425"/>
                <a:ext cx="5472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80AA6952-FA11-4637-AD46-2A421C4BCF03}"/>
                  </a:ext>
                </a:extLst>
              </p14:cNvPr>
              <p14:cNvContentPartPr/>
              <p14:nvPr/>
            </p14:nvContentPartPr>
            <p14:xfrm>
              <a:off x="10000629" y="1005385"/>
              <a:ext cx="14760" cy="1292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80AA6952-FA11-4637-AD46-2A421C4BCF0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982629" y="987745"/>
                <a:ext cx="5040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9FA212DC-0CF3-414D-AAEE-FA13AFAFCF52}"/>
                  </a:ext>
                </a:extLst>
              </p14:cNvPr>
              <p14:cNvContentPartPr/>
              <p14:nvPr/>
            </p14:nvContentPartPr>
            <p14:xfrm>
              <a:off x="9980469" y="1270345"/>
              <a:ext cx="20160" cy="3348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9FA212DC-0CF3-414D-AAEE-FA13AFAFCF52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962469" y="1252345"/>
                <a:ext cx="5580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174F6EB0-D0AF-4630-9A9F-F3731249835F}"/>
                  </a:ext>
                </a:extLst>
              </p14:cNvPr>
              <p14:cNvContentPartPr/>
              <p14:nvPr/>
            </p14:nvContentPartPr>
            <p14:xfrm>
              <a:off x="9640269" y="1537825"/>
              <a:ext cx="1062720" cy="25704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174F6EB0-D0AF-4630-9A9F-F3731249835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622629" y="1519850"/>
                <a:ext cx="1098360" cy="29263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00488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ine 7">
            <a:extLst>
              <a:ext uri="{FF2B5EF4-FFF2-40B4-BE49-F238E27FC236}">
                <a16:creationId xmlns:a16="http://schemas.microsoft.com/office/drawing/2014/main" id="{059986A1-F717-4578-8FF5-5FB6190BA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685830"/>
            <a:ext cx="11082282" cy="55280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25642998-B1FF-4915-B551-94CA9D0F2EDD}"/>
                  </a:ext>
                </a:extLst>
              </p14:cNvPr>
              <p14:cNvContentPartPr/>
              <p14:nvPr/>
            </p14:nvContentPartPr>
            <p14:xfrm>
              <a:off x="5758029" y="1283305"/>
              <a:ext cx="1173240" cy="58068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25642998-B1FF-4915-B551-94CA9D0F2ED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40389" y="1265305"/>
                <a:ext cx="1208880" cy="61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186CFB0C-E796-46B2-934B-F0037AE3B3B2}"/>
                  </a:ext>
                </a:extLst>
              </p14:cNvPr>
              <p14:cNvContentPartPr/>
              <p14:nvPr/>
            </p14:nvContentPartPr>
            <p14:xfrm>
              <a:off x="2898549" y="1668505"/>
              <a:ext cx="254880" cy="25848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186CFB0C-E796-46B2-934B-F0037AE3B3B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80884" y="1650865"/>
                <a:ext cx="29057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9C28317C-2A36-48CD-81E7-510840176F6D}"/>
                  </a:ext>
                </a:extLst>
              </p14:cNvPr>
              <p14:cNvContentPartPr/>
              <p14:nvPr/>
            </p14:nvContentPartPr>
            <p14:xfrm>
              <a:off x="2645469" y="1762465"/>
              <a:ext cx="126000" cy="8064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9C28317C-2A36-48CD-81E7-510840176F6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27778" y="1744545"/>
                <a:ext cx="161742" cy="1161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ED739605-31F7-4A4E-AAE9-0E4AD08FA067}"/>
                  </a:ext>
                </a:extLst>
              </p14:cNvPr>
              <p14:cNvContentPartPr/>
              <p14:nvPr/>
            </p14:nvContentPartPr>
            <p14:xfrm>
              <a:off x="803349" y="2583985"/>
              <a:ext cx="1236960" cy="201024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ED739605-31F7-4A4E-AAE9-0E4AD08FA06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85349" y="2565988"/>
                <a:ext cx="1272600" cy="20458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B74525D7-133D-41F9-9F78-F1C2E41C0DEA}"/>
                  </a:ext>
                </a:extLst>
              </p14:cNvPr>
              <p14:cNvContentPartPr/>
              <p14:nvPr/>
            </p14:nvContentPartPr>
            <p14:xfrm>
              <a:off x="5066829" y="3815185"/>
              <a:ext cx="512280" cy="38376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B74525D7-133D-41F9-9F78-F1C2E41C0DE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049189" y="3797528"/>
                <a:ext cx="547920" cy="4194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008D7988-6354-48A9-9DE8-16D35E7F519E}"/>
                  </a:ext>
                </a:extLst>
              </p14:cNvPr>
              <p14:cNvContentPartPr/>
              <p14:nvPr/>
            </p14:nvContentPartPr>
            <p14:xfrm>
              <a:off x="5733909" y="3830665"/>
              <a:ext cx="849960" cy="28296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008D7988-6354-48A9-9DE8-16D35E7F519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716262" y="3812688"/>
                <a:ext cx="885615" cy="3185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D1C27325-DA7B-413D-A82E-37A08F69A468}"/>
                  </a:ext>
                </a:extLst>
              </p14:cNvPr>
              <p14:cNvContentPartPr/>
              <p14:nvPr/>
            </p14:nvContentPartPr>
            <p14:xfrm>
              <a:off x="5462109" y="1342345"/>
              <a:ext cx="120960" cy="230508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D1C27325-DA7B-413D-A82E-37A08F69A46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444109" y="1324345"/>
                <a:ext cx="156600" cy="234072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Dreptunghi 9">
            <a:extLst>
              <a:ext uri="{FF2B5EF4-FFF2-40B4-BE49-F238E27FC236}">
                <a16:creationId xmlns:a16="http://schemas.microsoft.com/office/drawing/2014/main" id="{710E52F6-A7D6-43CF-AEF4-677B79268E1E}"/>
              </a:ext>
            </a:extLst>
          </p:cNvPr>
          <p:cNvSpPr/>
          <p:nvPr/>
        </p:nvSpPr>
        <p:spPr>
          <a:xfrm>
            <a:off x="609660" y="228635"/>
            <a:ext cx="72587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MCR – implementare software – cazul automatelor Siemens  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9464794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ine 9">
            <a:extLst>
              <a:ext uri="{FF2B5EF4-FFF2-40B4-BE49-F238E27FC236}">
                <a16:creationId xmlns:a16="http://schemas.microsoft.com/office/drawing/2014/main" id="{489C73FD-5F08-4E17-BFB5-262172DE4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685830"/>
            <a:ext cx="11082282" cy="55280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8DD8CC9A-93FA-4328-8638-52F39A1A5DB3}"/>
                  </a:ext>
                </a:extLst>
              </p14:cNvPr>
              <p14:cNvContentPartPr/>
              <p14:nvPr/>
            </p14:nvContentPartPr>
            <p14:xfrm>
              <a:off x="707229" y="2718985"/>
              <a:ext cx="783360" cy="168624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8DD8CC9A-93FA-4328-8638-52F39A1A5D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9229" y="2700985"/>
                <a:ext cx="819000" cy="172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758EE3E1-DDCD-4D43-9194-912447C6A20D}"/>
                  </a:ext>
                </a:extLst>
              </p14:cNvPr>
              <p14:cNvContentPartPr/>
              <p14:nvPr/>
            </p14:nvContentPartPr>
            <p14:xfrm>
              <a:off x="460989" y="6069865"/>
              <a:ext cx="7945920" cy="50580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758EE3E1-DDCD-4D43-9194-912447C6A20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2989" y="6052225"/>
                <a:ext cx="7981560" cy="54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EBF51190-D99C-49F4-BCB6-DB550AFBECAF}"/>
                  </a:ext>
                </a:extLst>
              </p14:cNvPr>
              <p14:cNvContentPartPr/>
              <p14:nvPr/>
            </p14:nvContentPartPr>
            <p14:xfrm>
              <a:off x="9692109" y="6068425"/>
              <a:ext cx="971640" cy="48600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EBF51190-D99C-49F4-BCB6-DB550AFBECA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674469" y="6050425"/>
                <a:ext cx="1007280" cy="52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2F88B3A6-C333-47BB-9C97-770F1220E0A1}"/>
                  </a:ext>
                </a:extLst>
              </p14:cNvPr>
              <p14:cNvContentPartPr/>
              <p14:nvPr/>
            </p14:nvContentPartPr>
            <p14:xfrm>
              <a:off x="8739549" y="6155185"/>
              <a:ext cx="669960" cy="29376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2F88B3A6-C333-47BB-9C97-770F1220E0A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721549" y="6137185"/>
                <a:ext cx="705600" cy="32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D1281728-08AE-482C-925B-7BD725B3E163}"/>
                  </a:ext>
                </a:extLst>
              </p14:cNvPr>
              <p14:cNvContentPartPr/>
              <p14:nvPr/>
            </p14:nvContentPartPr>
            <p14:xfrm>
              <a:off x="10909989" y="6030265"/>
              <a:ext cx="1134360" cy="59976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D1281728-08AE-482C-925B-7BD725B3E16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892349" y="6012265"/>
                <a:ext cx="1170000" cy="63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2" name="Cerneală 111">
                <a:extLst>
                  <a:ext uri="{FF2B5EF4-FFF2-40B4-BE49-F238E27FC236}">
                    <a16:creationId xmlns:a16="http://schemas.microsoft.com/office/drawing/2014/main" id="{7FBF0B2C-7F95-40D3-86DB-528A0794A4A1}"/>
                  </a:ext>
                </a:extLst>
              </p14:cNvPr>
              <p14:cNvContentPartPr/>
              <p14:nvPr/>
            </p14:nvContentPartPr>
            <p14:xfrm>
              <a:off x="1873629" y="1563385"/>
              <a:ext cx="9230760" cy="2919240"/>
            </p14:xfrm>
          </p:contentPart>
        </mc:Choice>
        <mc:Fallback xmlns="">
          <p:pic>
            <p:nvPicPr>
              <p:cNvPr id="112" name="Cerneală 111">
                <a:extLst>
                  <a:ext uri="{FF2B5EF4-FFF2-40B4-BE49-F238E27FC236}">
                    <a16:creationId xmlns:a16="http://schemas.microsoft.com/office/drawing/2014/main" id="{7FBF0B2C-7F95-40D3-86DB-528A0794A4A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855629" y="1545385"/>
                <a:ext cx="9266400" cy="295488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Dreptunghi 8">
            <a:extLst>
              <a:ext uri="{FF2B5EF4-FFF2-40B4-BE49-F238E27FC236}">
                <a16:creationId xmlns:a16="http://schemas.microsoft.com/office/drawing/2014/main" id="{487A25A4-CBB7-40F9-BA25-1335FFD332C1}"/>
              </a:ext>
            </a:extLst>
          </p:cNvPr>
          <p:cNvSpPr/>
          <p:nvPr/>
        </p:nvSpPr>
        <p:spPr>
          <a:xfrm>
            <a:off x="609660" y="228635"/>
            <a:ext cx="72587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MCR – implementare software – cazul automatelor Siemens  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877851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ine 4">
            <a:extLst>
              <a:ext uri="{FF2B5EF4-FFF2-40B4-BE49-F238E27FC236}">
                <a16:creationId xmlns:a16="http://schemas.microsoft.com/office/drawing/2014/main" id="{EC343FB3-E10B-4AA0-8411-01DB32598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868708"/>
            <a:ext cx="5029145" cy="5394901"/>
          </a:xfrm>
          <a:prstGeom prst="rect">
            <a:avLst/>
          </a:prstGeom>
        </p:spPr>
      </p:pic>
      <p:pic>
        <p:nvPicPr>
          <p:cNvPr id="9" name="Imagine 8">
            <a:extLst>
              <a:ext uri="{FF2B5EF4-FFF2-40B4-BE49-F238E27FC236}">
                <a16:creationId xmlns:a16="http://schemas.microsoft.com/office/drawing/2014/main" id="{DE10187A-61CA-4EEE-A66A-72017F313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927" y="960147"/>
            <a:ext cx="6595276" cy="515112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883D0C09-E9C3-4C4E-9DC8-5419F2C92DCC}"/>
                  </a:ext>
                </a:extLst>
              </p14:cNvPr>
              <p14:cNvContentPartPr/>
              <p14:nvPr/>
            </p14:nvContentPartPr>
            <p14:xfrm>
              <a:off x="3561669" y="5196865"/>
              <a:ext cx="591480" cy="16092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883D0C09-E9C3-4C4E-9DC8-5419F2C92DC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44018" y="5178865"/>
                <a:ext cx="627142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228628A1-DAE8-455A-9DD2-EBFCF7D33D5B}"/>
                  </a:ext>
                </a:extLst>
              </p14:cNvPr>
              <p14:cNvContentPartPr/>
              <p14:nvPr/>
            </p14:nvContentPartPr>
            <p14:xfrm>
              <a:off x="3509829" y="3909505"/>
              <a:ext cx="210960" cy="11376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228628A1-DAE8-455A-9DD2-EBFCF7D33D5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91829" y="3891505"/>
                <a:ext cx="24660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61DA14A0-2C90-469F-B101-E5D651C60604}"/>
                  </a:ext>
                </a:extLst>
              </p14:cNvPr>
              <p14:cNvContentPartPr/>
              <p14:nvPr/>
            </p14:nvContentPartPr>
            <p14:xfrm>
              <a:off x="4816989" y="731065"/>
              <a:ext cx="2520" cy="36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61DA14A0-2C90-469F-B101-E5D651C6060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99349" y="713425"/>
                <a:ext cx="381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485CDE25-CB88-45CE-B621-FD7666CD043F}"/>
                  </a:ext>
                </a:extLst>
              </p14:cNvPr>
              <p14:cNvContentPartPr/>
              <p14:nvPr/>
            </p14:nvContentPartPr>
            <p14:xfrm>
              <a:off x="2554389" y="5613025"/>
              <a:ext cx="1243440" cy="69840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485CDE25-CB88-45CE-B621-FD7666CD043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536389" y="5595385"/>
                <a:ext cx="1279080" cy="73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A2AAC7E8-1D92-443E-9931-1E3FAFFEEC04}"/>
                  </a:ext>
                </a:extLst>
              </p14:cNvPr>
              <p14:cNvContentPartPr/>
              <p14:nvPr/>
            </p14:nvContentPartPr>
            <p14:xfrm>
              <a:off x="1250829" y="1120585"/>
              <a:ext cx="2741760" cy="266220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A2AAC7E8-1D92-443E-9931-1E3FAFFEEC0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33189" y="1102943"/>
                <a:ext cx="2777400" cy="2697845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Dreptunghi 9">
            <a:extLst>
              <a:ext uri="{FF2B5EF4-FFF2-40B4-BE49-F238E27FC236}">
                <a16:creationId xmlns:a16="http://schemas.microsoft.com/office/drawing/2014/main" id="{6A7C85B8-8F24-4AAE-9230-B251CAF4098F}"/>
              </a:ext>
            </a:extLst>
          </p:cNvPr>
          <p:cNvSpPr/>
          <p:nvPr/>
        </p:nvSpPr>
        <p:spPr>
          <a:xfrm>
            <a:off x="609660" y="228635"/>
            <a:ext cx="72587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MCR – implementare software – cazul automatelor Siemens  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4466126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Dreptunghi 59">
            <a:extLst>
              <a:ext uri="{FF2B5EF4-FFF2-40B4-BE49-F238E27FC236}">
                <a16:creationId xmlns:a16="http://schemas.microsoft.com/office/drawing/2014/main" id="{75130F91-AA87-4121-9AF8-8684B33F70C2}"/>
              </a:ext>
            </a:extLst>
          </p:cNvPr>
          <p:cNvSpPr/>
          <p:nvPr/>
        </p:nvSpPr>
        <p:spPr>
          <a:xfrm>
            <a:off x="426782" y="228635"/>
            <a:ext cx="85952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Instrucțiuni pentru controlul programului  - </a:t>
            </a:r>
            <a:r>
              <a:rPr lang="ro-RO" b="1" dirty="0">
                <a:solidFill>
                  <a:srgbClr val="FF0000"/>
                </a:solidFill>
              </a:rPr>
              <a:t>instrucțiunea Zone Control </a:t>
            </a:r>
            <a:r>
              <a:rPr lang="ro-RO" b="1" dirty="0" err="1">
                <a:solidFill>
                  <a:srgbClr val="FF0000"/>
                </a:solidFill>
              </a:rPr>
              <a:t>Last</a:t>
            </a:r>
            <a:r>
              <a:rPr lang="ro-RO" b="1" dirty="0">
                <a:solidFill>
                  <a:srgbClr val="FF0000"/>
                </a:solidFill>
              </a:rPr>
              <a:t> State (ZCL)  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7882D66F-ED8D-4BE7-9AD3-B252E8E04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1143025"/>
            <a:ext cx="10429875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6807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Dreptunghi 59">
            <a:extLst>
              <a:ext uri="{FF2B5EF4-FFF2-40B4-BE49-F238E27FC236}">
                <a16:creationId xmlns:a16="http://schemas.microsoft.com/office/drawing/2014/main" id="{75130F91-AA87-4121-9AF8-8684B33F70C2}"/>
              </a:ext>
            </a:extLst>
          </p:cNvPr>
          <p:cNvSpPr/>
          <p:nvPr/>
        </p:nvSpPr>
        <p:spPr>
          <a:xfrm>
            <a:off x="426782" y="228635"/>
            <a:ext cx="85952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Instrucțiuni pentru controlul programului – </a:t>
            </a:r>
            <a:r>
              <a:rPr lang="ro-RO" b="1" dirty="0">
                <a:solidFill>
                  <a:srgbClr val="FF0000"/>
                </a:solidFill>
              </a:rPr>
              <a:t>instrucțiunea </a:t>
            </a:r>
            <a:r>
              <a:rPr lang="ro-RO" b="1" dirty="0" err="1">
                <a:solidFill>
                  <a:srgbClr val="FF0000"/>
                </a:solidFill>
              </a:rPr>
              <a:t>Jump</a:t>
            </a:r>
            <a:r>
              <a:rPr lang="ro-RO" b="1" dirty="0">
                <a:solidFill>
                  <a:srgbClr val="FF0000"/>
                </a:solidFill>
              </a:rPr>
              <a:t> (JMP) 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EF7016AA-7191-491A-B8D3-C2253FB7B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594391"/>
            <a:ext cx="10306050" cy="1504950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03607A05-A5D3-414D-89D0-6B9E83869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21" y="2331732"/>
            <a:ext cx="5290191" cy="4185551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ED1DB542-C149-4758-AA06-0685D5EC0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7439" y="2240293"/>
            <a:ext cx="4937706" cy="426284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32C65D2D-9211-4A79-A01C-DD6F79646743}"/>
                  </a:ext>
                </a:extLst>
              </p14:cNvPr>
              <p14:cNvContentPartPr/>
              <p14:nvPr/>
            </p14:nvContentPartPr>
            <p14:xfrm>
              <a:off x="6531669" y="2190145"/>
              <a:ext cx="1053360" cy="86112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32C65D2D-9211-4A79-A01C-DD6F7964674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14029" y="2172505"/>
                <a:ext cx="1089000" cy="89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FFA0BD02-A2D0-4780-94C6-23279BF95FCE}"/>
                  </a:ext>
                </a:extLst>
              </p14:cNvPr>
              <p14:cNvContentPartPr/>
              <p14:nvPr/>
            </p14:nvContentPartPr>
            <p14:xfrm>
              <a:off x="9448749" y="2241265"/>
              <a:ext cx="1382400" cy="77220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FFA0BD02-A2D0-4780-94C6-23279BF95FC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431109" y="2223625"/>
                <a:ext cx="1418040" cy="80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A91CE3BF-B25D-4AD0-9272-F9DEA278E824}"/>
                  </a:ext>
                </a:extLst>
              </p14:cNvPr>
              <p14:cNvContentPartPr/>
              <p14:nvPr/>
            </p14:nvContentPartPr>
            <p14:xfrm>
              <a:off x="6588189" y="5643625"/>
              <a:ext cx="1040760" cy="84852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A91CE3BF-B25D-4AD0-9272-F9DEA278E82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570189" y="5625625"/>
                <a:ext cx="1076400" cy="88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481856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Dreptunghi 59">
            <a:extLst>
              <a:ext uri="{FF2B5EF4-FFF2-40B4-BE49-F238E27FC236}">
                <a16:creationId xmlns:a16="http://schemas.microsoft.com/office/drawing/2014/main" id="{75130F91-AA87-4121-9AF8-8684B33F70C2}"/>
              </a:ext>
            </a:extLst>
          </p:cNvPr>
          <p:cNvSpPr/>
          <p:nvPr/>
        </p:nvSpPr>
        <p:spPr>
          <a:xfrm>
            <a:off x="426782" y="228635"/>
            <a:ext cx="85952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Instrucțiuni pentru controlul programului  - </a:t>
            </a:r>
            <a:r>
              <a:rPr lang="ro-RO" b="1" dirty="0">
                <a:solidFill>
                  <a:srgbClr val="FF0000"/>
                </a:solidFill>
              </a:rPr>
              <a:t>apelarea subrutinelor (GOSUB) 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150567C1-BF72-4B8D-86B4-4913CE6E9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594391"/>
            <a:ext cx="9259602" cy="601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5259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Dreptunghi 59">
            <a:extLst>
              <a:ext uri="{FF2B5EF4-FFF2-40B4-BE49-F238E27FC236}">
                <a16:creationId xmlns:a16="http://schemas.microsoft.com/office/drawing/2014/main" id="{75130F91-AA87-4121-9AF8-8684B33F70C2}"/>
              </a:ext>
            </a:extLst>
          </p:cNvPr>
          <p:cNvSpPr/>
          <p:nvPr/>
        </p:nvSpPr>
        <p:spPr>
          <a:xfrm>
            <a:off x="426782" y="228635"/>
            <a:ext cx="85952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Instrucțiuni pentru controlul programului – APLICAȚII  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A33C1480-98E1-4477-824E-495C5621C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594391"/>
            <a:ext cx="2686050" cy="447675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0AA1BD04-B2CD-4DE6-9484-4BB3F1E1A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82" y="1143025"/>
            <a:ext cx="10972680" cy="564980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074BBFE3-080E-48B1-9B86-B0B00EB3F23E}"/>
                  </a:ext>
                </a:extLst>
              </p14:cNvPr>
              <p14:cNvContentPartPr/>
              <p14:nvPr/>
            </p14:nvContentPartPr>
            <p14:xfrm>
              <a:off x="6070869" y="3952705"/>
              <a:ext cx="2245680" cy="98964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074BBFE3-080E-48B1-9B86-B0B00EB3F23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2869" y="3934705"/>
                <a:ext cx="2281320" cy="10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4F30A3AD-C7AF-4A30-A1AE-AC925485183D}"/>
                  </a:ext>
                </a:extLst>
              </p14:cNvPr>
              <p14:cNvContentPartPr/>
              <p14:nvPr/>
            </p14:nvContentPartPr>
            <p14:xfrm>
              <a:off x="248229" y="679945"/>
              <a:ext cx="9777600" cy="313668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4F30A3AD-C7AF-4A30-A1AE-AC925485183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0588" y="661947"/>
                <a:ext cx="9813241" cy="317231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7713146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4667</TotalTime>
  <Words>715</Words>
  <Application>Microsoft Office PowerPoint</Application>
  <PresentationFormat>Ecran lat</PresentationFormat>
  <Paragraphs>100</Paragraphs>
  <Slides>29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5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Tahoma</vt:lpstr>
      <vt:lpstr>Times New Roman</vt:lpstr>
      <vt:lpstr>Temă Office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Ionel Bostan</dc:creator>
  <cp:lastModifiedBy>Ionel Bostan</cp:lastModifiedBy>
  <cp:revision>236</cp:revision>
  <dcterms:created xsi:type="dcterms:W3CDTF">2020-09-24T15:20:51Z</dcterms:created>
  <dcterms:modified xsi:type="dcterms:W3CDTF">2025-10-26T18:49:15Z</dcterms:modified>
</cp:coreProperties>
</file>