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0" r:id="rId2"/>
    <p:sldId id="543" r:id="rId3"/>
    <p:sldId id="520" r:id="rId4"/>
    <p:sldId id="519" r:id="rId5"/>
    <p:sldId id="523" r:id="rId6"/>
    <p:sldId id="525" r:id="rId7"/>
    <p:sldId id="528" r:id="rId8"/>
    <p:sldId id="524" r:id="rId9"/>
    <p:sldId id="353" r:id="rId10"/>
    <p:sldId id="354" r:id="rId11"/>
    <p:sldId id="350" r:id="rId12"/>
    <p:sldId id="529" r:id="rId13"/>
    <p:sldId id="553" r:id="rId14"/>
    <p:sldId id="337" r:id="rId15"/>
    <p:sldId id="338" r:id="rId16"/>
    <p:sldId id="339" r:id="rId17"/>
    <p:sldId id="369" r:id="rId18"/>
    <p:sldId id="340" r:id="rId19"/>
    <p:sldId id="306" r:id="rId20"/>
    <p:sldId id="304" r:id="rId21"/>
    <p:sldId id="307" r:id="rId22"/>
    <p:sldId id="341" r:id="rId23"/>
    <p:sldId id="302" r:id="rId24"/>
    <p:sldId id="313" r:id="rId25"/>
    <p:sldId id="561" r:id="rId26"/>
    <p:sldId id="558" r:id="rId27"/>
    <p:sldId id="559" r:id="rId28"/>
    <p:sldId id="560" r:id="rId29"/>
    <p:sldId id="554" r:id="rId30"/>
    <p:sldId id="348" r:id="rId31"/>
    <p:sldId id="349" r:id="rId32"/>
    <p:sldId id="317" r:id="rId33"/>
    <p:sldId id="351" r:id="rId34"/>
    <p:sldId id="370" r:id="rId35"/>
    <p:sldId id="371" r:id="rId36"/>
    <p:sldId id="315" r:id="rId37"/>
    <p:sldId id="555" r:id="rId38"/>
    <p:sldId id="556" r:id="rId39"/>
    <p:sldId id="557" r:id="rId4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6:20.4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14452 561,'-3'-2,"-1"0,1 0,-1 0,0 1,0 0,0-1,0 1,0 1,0-1,0 0,0 1,0 0,0 0,-1 0,-16-1,-132-27,-55-14,6 7,2 6,-130-10,-192-20,163 3,76 22,-82 26,-205-30,177 17,-259 11,109-16,-110-11,200 12,-90 23,-147 44,78-42,79-26,121-6,-134 21,205 10,-154-26,-9 28,50 23,34 11,-181 47,457-58,-38 4,2 8,-91 35,220-55,-255 85,-9 19,41 19,241-122,2 2,0 1,2 1,0 1,1 2,1 1,2 1,1 2,0 0,2 1,2 1,-8 15,0 7,1 1,3 2,-14 46,-56 306,65-264,20-83,2 1,4 0,2 0,3 12,-1 17,27 151,-14-78,-1 35,-13-154,-1-5,2-1,1 0,2 0,3 7,36 185,-22-102,36 115,0 7,-42-142,-12-73,2 0,1 0,2 0,1-1,4 5,74 152,-65-143,1-1,3-1,1-1,30 35,52 55,-73-106,2-1,1-2,1-1,1-3,1-1,1-2,0-2,1-2,9 1,-3 1,145 53,5-15,-136-38,-25-5,1-2,-1-1,1-2,36 1,93-1,128 0,-182-9,360 2,-157-27,52 5,-19 11,187-35,38 44,-265-7,102 2,-254 9,2790-2,-2639-28,429 29,-178-1,-482 2,-1 5,1 2,7 6,104 7,21-9,115 14,-149-18,36 5,5-1,131 0,129-8,-429-7,-1-3,0-2,0-2,-1-2,0-2,-1-2,34-17,-10 7,73-36,38-70,-117 81,-2-2,-2-3,45-55,-63 67,-3-2,-1-1,-2-2,-3-2,17-34,156-349,-175 365,-4-1,-2-1,-4 0,-3-2,6-53,84-454,-87 433,-7 0,-6 0,-9-101,0 115,15-293,-15 53,-36 135,-18 65,15 57,38 107,-2 0,1 1,-1 0,-1-1,1 2,-1-1,0 0,-1 1,1 0,-1 1,-1-1,1 1,-6-4,2 2,-3-5,-1 1,0 1,-1 0,0 1,0 0,-1 1,-9-2,-1 0,10 4,0 1,0 0,0 1,0 0,-1 2,1 0,-8 0,-237 3,197-1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6:59.2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586 0,'-32'3,"0"2,1 1,0 1,0 2,0 1,1 2,1 0,0 2,1 1,0 2,2 0,-20 17,46-34,-9 5,1 1,-1 0,1 0,0 1,1 0,0 0,0 0,0 1,1 0,0 1,1-1,0 1,0 0,0 3,5-9,1 0,-1 0,1 0,0 0,0 0,0 0,1 0,-1 0,0-1,1 1,0 0,0-1,0 1,0-1,0 0,0 0,1 0,-1 0,1 0,-1 0,1 0,0-1,0 0,0 1,0-1,0 0,0 0,0-1,0 1,0-1,0 1,0-1,0 0,0 0,1 0,113 19,-87-16,1 1,0 2,-1 1,0 2,-1 0,2 3,-25-9,0-1,0 2,0-1,0 1,0 0,-1 0,1 0,-1 1,0 0,-1 0,1 0,-1 1,0-1,0 1,-1 0,1 0,-2 1,1-1,0 0,-1 1,-1 0,1-1,-1 1,0 0,0 0,-1 0,0 0,0 0,-1 0,0-1,0 1,0 0,-1 0,0-1,0 1,-1-1,0 0,-3 6,-7 0,0 0,-1-1,0-1,-1 0,0-1,0 0,-1-2,-1 0,1 0,-1-1,0-2,0 1,0-2,-9 1,-41 10,0-3,0-2,-48-2,107-7,14 0,8-1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6:59.7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 0,'-9'23,"0"0,1 0,1 1,2 0,0 0,1 1,2-1,1 1,0-1,2 1,1-1,1 1,2 6,-5-27,0 1,1 0,0 0,0-1,0 1,1 0,0-1,0 1,0-1,0 0,0 0,1 1,0-2,0 1,0 0,0-1,1 1,-1-1,1 0,0 0,0 0,0-1,0 1,0-1,1 0,-1 0,1-1,0 1,-1-1,1 0,0 0,0-1,-1 1,1-1,0 0,0-1,0 1,-1-1,3 0,1-3,0 1,0-2,-1 1,1-1,-1 0,0-1,0 1,-1-1,0-1,0 1,-1-1,1 0,-1-1,-1 1,2-4,50-124,-7-24,-45 154,-10 27,-9 20,5-19,2-1,1 1,0 1,2-1,1 1,1 0,0 1,2 15,2-35,-1 0,1 0,0 0,1-1,-1 1,1-1,0 1,0-1,1 0,-1 1,1-1,0-1,0 1,0 0,0-1,1 1,0-1,-1 0,1 0,0 0,0-1,1 0,-1 1,1-1,-1-1,1 1,-1-1,1 0,2 1,16 2,-1-1,1-1,0-1,0 0,14-3,12-2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0.3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0,'-15'45,"1"1,3 0,2 1,1 0,3 0,2 1,2 16,-6 111,-26 341,19-432,14-85,0 1,-1-1,1 1,0 0,-1-1,1 1,-1 0,1-1,-1 1,1 0,0-1,-1 1,1 0,-1 0,1-1,-1 1,0 0,1 0,-1 0,1 0,-1 0,1 0,-1 0,1 0,-1 0,1 0,-1 0,0 0,1 0,-1 0,1 0,-1 1,1-1,-1 0,1 0,-1 1,1-1,-1 0,1 0,0 1,-1-1,1 1,-1-1,1 0,0 1,0-1,-1 1,1-1,0 1,-1-1,1 1,0-1,0 1,0-1,0 1,0 0,0-1,0 1,0-1,0 1,0-1,0 1,0-1,0 1,0 0,-15-46,5-28,2-1,4 0,5-53,-1 103,1-43,2 0,3-1,3 2,3-1,3 2,3 0,3 0,-18 55,0-1,1 1,0 0,1 0,0 1,1-1,0 1,0 0,1 1,0-1,0 1,1 1,0 0,0 0,9-6,-15 13,1-1,-1 0,0 1,0-1,0 1,1 0,-1 0,0 0,0 0,1 0,-1 1,0-1,0 0,1 1,-1 0,0-1,0 1,0 0,0 0,0 0,0 1,0-1,-1 0,1 1,0-1,-1 1,1 0,-1-1,1 1,-1 0,0 0,1 1,30 67,-27-53,-1 0,-1 0,0 0,-1 0,-1 0,0 0,-1 1,-1-1,-1 0,-3 13,2-24,1 0,-1-1,-1 1,1-1,-1 0,0 0,0 0,0 0,-1-1,0 0,0 0,0 0,0 0,0-1,-1 0,0 0,1 0,-1-1,0 0,0 0,0-1,-1 1,1-1,0-1,-1 1,1-1,0 0,-1 0,1-1,0 0,-1 0,1-1,-2 0,-5-5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1.0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69 315,'12'-8,"-1"0,0 0,-1-1,1-1,-2 1,0-2,0 1,0-1,-2-1,1 1,-1-1,-1-1,0 1,-1-1,0 0,-1 0,-1 0,0-1,-1 1,0-2,-1 12,-1 0,0 0,0 0,0 0,0 1,0-1,-1 0,1 0,-1 0,0 1,0-1,0 0,0 1,0-1,-1 1,1-1,-1 1,0 0,1-1,-1 1,0 0,0 0,0 0,-1 1,1-1,0 0,-1 1,1 0,-1-1,1 1,-1 0,0 0,0 1,1-1,-1 0,0 1,0 0,0 0,1-1,-1 2,0-1,0 0,0 1,-6 3,1 2,-1-1,1 1,0 0,1 1,-1 0,1 0,1 1,-1-1,1 1,1 1,0-1,0 1,0 0,1 0,0 1,1-1,0 1,1 0,-1 5,-2 3,0 0,2 0,0 1,1-1,1 1,0 12,2-24,-1 1,1-1,0 0,1 0,0 0,0 0,0-1,1 1,0 0,0-1,1 0,0 0,0 0,0 0,1-1,0 1,0-1,4 3,3 0,0 0,1-1,0-1,0 0,0 0,0-2,1 0,0 0,0-1,0-1,0 0,0-1,1-1,-1 0,0-1,1 0,-1-1,12-3,-18 2,1-1,-1 1,0-1,0 0,0-1,-1 0,0 0,0-1,0 1,0-2,-1 1,0-1,-1 0,1 0,-1 0,0-1,-1 0,0 0,0 0,-1 0,0-1,1-7,5-19,-3-1,-1 1,-1-1,-2 0,-2 0,0 32,0 4,-1-2,1-1,-1 1,1 0,0 0,-1-1,1 1,0 0,0 0,1-1,-1 1,0 0,1 0,-1 0,1-1,0 1,0 0,0 0,0 0,0 0,0 0,0 0,1 1,-1-1,1 0,-1 1,1-1,0 1,-1-1,1 1,0 0,0 0,0-1,0 2,0-1,0 0,1 0,-1 1,0-1,128 45,-123-43,0 1,0 0,-1 1,1-1,-1 1,0 0,0 1,0 0,0 0,0 0,-1 0,0 1,0 0,0 0,-1 1,1-1,-1 1,-1 0,1 0,-1 0,0 0,0 1,-1-1,0 1,0 0,0 0,-1 0,0 0,0 5,-3 1,0 1,-2-1,1 0,-1 0,-1 0,0-1,-4 7,-23 71,32-88,-1 1,1-1,0 1,0 0,0-1,0 1,0-1,1 1,-1-1,1 1,0-1,0 1,0-1,0 1,0-1,0 0,0 0,1 1,-1-1,1 0,0 0,0-1,0 1,0 0,0 0,0-1,0 0,0 1,0-1,1 0,-1 0,0 0,2 0,87 15,-53-16,0-1,0-3,-1 0,0-3,20-6,-3-1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1.4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1,'-3'22,"0"0,2 1,0-1,1 1,2-1,0 1,2-1,0 0,1 0,1 0,1-1,1 0,1 0,7 9,-10-17,0-2,0 1,1-1,1 0,0 0,1-1,0 0,0 0,1-1,0-1,1 1,4 1,-12-8,-1-1,0 0,0 0,1 0,-1 0,1-1,-1 1,1 0,-1-1,1 0,-1 0,1 0,-1 0,1 0,-1 0,1-1,-1 1,1-1,-1 1,1-1,-1 0,0 0,1 0,-1-1,0 1,0 0,0-1,0 1,0-1,0 0,0 0,-1 0,1 0,0 0,-1 0,36-85,-11-162,1 178,-9 45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1.6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1,'0'18,"0"14,0 8,0 4,0 2,0 0,0-4,2-6,3-7,4-8,1-8,5-11,-1-6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1.8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1,'-2'2,"-1"1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2.6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1,'28'14,"-1"1,0 1,-1 1,-1 2,0 0,-2 2,0 1,-2 0,0 2,-2 0,0 1,-2 1,0 2,-8-6,-1 0,-1 1,-1 0,-1 1,-1 0,-1-1,-1 1,-1 0,-2 0,0 0,-1 0,-1 0,-2-1,0 1,-5 10,-17 64,16-67,1 0,2 0,1 1,2 0,1 1,1-1,2 1,1-1,3 18,-2-40,1-1,0 0,1 0,-1 0,2 0,-1-1,1 1,0-1,1 0,0 0,0 0,1-1,0 0,1 0,-1 0,1-1,0 0,1 0,-1-1,1 0,4 2,-9-6,-1 0,1 0,0 0,0-1,0 1,0-1,0 1,0-1,0 0,0-1,0 1,0 0,0-1,0 1,0-1,0 0,0 0,-1 0,1-1,0 1,-1-1,1 1,-1-1,1 0,-1 0,0 0,0 0,0 0,0-1,0 1,0 0,-1-1,1 0,0-1,4-7,-1 0,-1 0,0-1,0 0,-1 1,-1-1,0 0,0-1,-1-21,-1-1,-1 1,-2 0,-2 0,-1 0,-1 0,-2 1,-1 0,-2 1,-1 0,-2 1,0 1,-2 0,-2 1,-21-26,25 35,-1 1,-1 1,0 1,-2 0,0 2,0 0,-2 1,0 1,0 0,-1 2,0 1,-1 1,-2 0,-6 3,32 6,-1 1,0-1,0 0,0 0,0 1,0-1,0 0,0 1,0-1,0 0,0 0,1 1,-1-1,0 0,-1 0,1 1,0-1,0 0,0 1,0-1,0 0,0 0,0 1,0-1,0 0,0 0,-1 1,1-1,0 0,0 0,0 0,-1 1,1-1,0 0,0 0,0 0,-1 0,27 8,0-1,0-1,0-2,1 0,-1-2,9-1,-19 0,402 5,-415-6,0 0,0-1,-1 1,1-1,0 1,0 0,0 0,0 1,0-1,0 1,0-1,-1 1,1 0,0 0,-1 0,1 0,0 0,-1 1,1-1,-1 1,0 0,1 0,-1 0,0 0,0 0,0 0,-1 0,1 1,0-1,0 2,14 94,-15-93,1 0,0 0,0-1,1 1,-1-1,1 1,0-1,0 0,0 0,1 0,-1-1,1 1,0-1,0 0,0 0,1 0,-1 0,1-1,-1 0,1 0,0 0,0 0,0-1,0 0,0 0,0 0,0-1,0 0,0 0,0 0,0 0,0-1,0 0,0 0,0 0,0-1,0 0,3-1,2-2,0 0,-1-1,0 0,0 0,-1-1,0 0,0 0,0-1,-1 0,0 0,-1-1,0 0,0 0,-1-1,0 1,-1-1,0 0,0-1,-1 1,-1-1,1 1,-2-1,0 0,0 1,0-1,-2 0,1 0,-1 0,-1 1,-1-6,1 10,-1 1,1-1,-1 1,0 0,0 0,-1 0,1 0,-1 1,0 0,0-1,-1 1,1 1,-1-1,0 1,0 0,0 0,0 0,-1 0,1 1,-1 0,1 0,-1 1,0 0,0 0,0 0,0 0,1 1,-1 0,0 1,0-1,0 1,0 0,0 0,1 1,-1 0,0 0,1 0,0 1,-5 2,2 0,0 0,1 0,-1 1,1 0,1 0,-1 1,1 0,0 0,0 0,1 1,-4 7,7-11,0 0,0 0,0 0,1 0,-1 1,1-1,0 1,0-1,1 1,-1-1,1 1,0-1,0 1,1 0,-1-1,1 1,0-1,0 0,1 1,-1-1,1 0,0 0,0 1,2 1,16 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03.1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39 417,'-9'-25,"1"0,2-1,0 0,2 0,1 0,1 0,1-1,1 1,2-1,0 1,2 0,5-19,-9 42,0 1,0-1,1 1,-1-1,0 1,1 0,0-1,-1 1,1 0,0-1,0 1,0 0,0 0,1 0,-1 0,1 0,-1 0,1 0,0 1,-1-1,1 0,0 1,0-1,0 1,0 0,1 0,-1 0,0 0,0 0,1 0,-1 1,0-1,1 1,0-1,71 61,-20-17,2-2,1-3,23 10,-72-43,60 46,-66-50,-1 1,1 0,-1 0,1 0,-1 0,0 1,0-1,0 0,0 0,0 1,0-1,0 1,-1-1,0 1,1-1,-1 0,0 1,0-1,0 1,0-1,-1 1,1-1,-1 1,0-1,1 1,-1-1,0 0,0 0,0 1,-1-1,0 1,-40 52,35-47,0-1,0 1,1 1,-1-1,2 1,0 0,0 1,0-1,1 1,0 0,1 0,1 0,-1 0,1 1,1 1,1-7,0-1,1 1,0-1,0 0,0 0,1 0,-1 0,1 0,0 0,0 0,0 0,1 0,-1-1,1 0,0 1,0-1,0 0,0 0,1-1,-1 1,1-1,0 1,1 0,98 33,-63-30,0-1,0-2,1-3,-1 0,0-3,0-1,38-10,13-6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0.3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18,'21'-5,"0"0,0 2,1 1,-1 0,1 1,0 2,0 0,23 0,136 6,54 13,93 6,178-24,-503-2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1.5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1,'786'23,"292"-19,-991-1,-58 10,-26-5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3.3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0,'3'3,"0"1,0-1,-1 1,1 0,-1-1,0 1,0 0,0 0,0 0,-1 1,1-1,-1 0,0 1,-1-1,1 0,-1 1,0-1,0 1,0-1,-1 1,1-1,-1 0,0 1,0-1,-2 3,1 14,-16 468,8-381,4 0,6 1,4-1,5 6,-7-98,9 58,-4 1,-3 0,-4 30,-9 6,3-64,2 1,3 0,1 1,3-1,3 12,6 10,-3 0,0 66,-11 183,-2-269,-3 0,-1-1,-7 18,-19 136,29 131,-5-157,10 69,2-100,-2 752,-15-630,17-256,1-16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3.8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1,'125'188,"-104"-147,-2 0,-2 1,-2 1,-1 1,2 21,-11-41,1 1,2-1,0 0,1 0,1-1,2 0,0-1,3 3,-14-23,1 0,-1 0,0 0,1 0,-1 0,1-1,0 1,-1 0,1-1,0 0,0 1,0-1,0 0,0 0,0 0,1 0,-1 0,0 0,1-1,-1 1,0-1,1 1,9-4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4.1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348 3,'-7'-2,"-5"1,-2 6,1 7,-2 7,-1 11,-2 9,-2 12,-6 12,-5 8,-1 6,-1 2,1-3,4-8,6-8,5-10,5-14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5.1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 0,'0'19,"0"15,0 13,0 9,0 3,-2-1,-1-3,-2-4,-3-7,1-5,0-10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5.4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4 185,'-3'-95,"3"91,1 0,-1 1,1-1,1 0,-1 1,0-1,1 1,0 0,-1-1,1 1,0 0,1 0,-1 0,1 0,-1 1,1-1,0 1,0-1,0 1,0 0,0 0,1 1,-1-1,1 0,15-3,1 1,0 0,-1 2,1 0,1 1,-1 1,0 1,13 2,-19-3,0 1,0 0,-1 0,1 1,0 1,-1 0,0 1,0 1,0 0,-1 1,1 0,-1 0,0 2,-1-1,0 1,0 1,-1 0,0 1,4 6,-12-13,0 0,-1 0,1 0,-1 0,0 1,0-1,0 1,0-1,-1 1,0-1,1 1,-1-1,0 1,-1-1,1 1,-1-1,1 0,-1 1,0-1,0 1,-1-1,1 0,-1 0,0 0,1 0,-1 0,0 0,-1 0,1-1,0 1,-1-1,-1 1,-97 63,58-47,31-14,-1 0,0 1,1 1,0-1,1 2,-1 0,1 0,1 1,-1 1,-3 27,15-19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6.3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1 396,'10'-34,"-1"0,-1-1,-2 0,-2 0,-1 0,-1-1,-3-12,3-18,-3 65,1 0,0 0,-1 0,1-1,0 1,0 0,0 0,-1 0,1 0,0 0,1-1,-1 1,0 0,0 0,0 0,1 0,-1 0,1 0,-1 0,1 0,-1 0,1 0,-1 0,1 0,0 0,-1 0,1 0,0 0,0 1,0-1,0 0,0 1,0-1,0 1,0-1,0 1,0-1,0 1,0 0,0-1,0 1,0 0,1 0,-1 0,0 0,0 0,0 0,1 0,152 58,-152-58,2 1,-1 0,1 0,0 0,-1 0,1 0,-1 1,1-1,-1 1,1 0,-1 0,0 0,0 1,0-1,0 1,-1 0,1 0,-1-1,1 2,-1-1,0 0,0 0,-1 1,1-1,-1 1,1-1,-1 1,0 0,-1 0,1-1,0 4,-32 216,31-221,0 0,1 1,-1-1,0 0,1 0,-1 0,1 0,0 0,0 0,0 0,0 0,0 0,0 0,0-1,0 1,1 0,-1-1,1 1,-1-1,1 0,0 1,-1-1,1 0,0 0,0 0,0 0,0 0,0 0,0-1,0 1,0-1,0 1,1-1,-1 0,0 0,0 0,0 0,0 0,0-1,0 1,1 0,-1-1,0 0,19-2,0-2,-1 0,1-1,-1-1,-1-1,0-1,0-1,1-1,-19 10,-1 1,1-1,0 1,-1-1,1 0,0 1,-1-1,1 1,0 0,-1-1,1 1,0 0,0-1,0 1,-1 0,1 0,0 0,0-1,0 1,0 0,-1 0,1 0,0 1,0-1,0 0,0 0,-1 0,1 1,0-1,0 0,0 1,-1-1,1 0,0 1,-1-1,1 1,0-1,-1 1,1 0,0-1,-1 1,1 0,-1-1,0 1,1 0,-1-1,1 1,-1 0,0 0,0 0,1-1,-1 1,0 0,0 0,0 1,1 3,-1-1,1 1,0 0,1 0,-1-1,1 1,0 0,0-1,0 0,1 1,-1-1,1 0,0 0,0-1,1 1,-1-1,1 1,0-1,0 0,0 0,0-1,0 1,1-1,-1 0,2 0,5 1,1 0,-1-1,1 0,0-1,0-1,0 0,0 0,0-1,-1 0,1-1,0-1,-1 0,1-1,-1 0,0 0,5-4,-9 5,-1 0,1-1,-1 0,0 0,0-1,-1 0,1 0,-1 0,0 0,0-1,-1 0,0 0,0 0,0-1,-1 1,1-1,-2 0,1 0,-1 0,0 0,-1 0,1-1,-1 1,-1 0,1-1,-2-5,1 7,0 0,0 0,-1 0,0 0,0 0,-1 0,0 0,0 0,0 1,0-1,-1 1,0-1,0 1,-1 0,1 0,-1 0,0 1,-1 0,1-1,-1 1,0 1,0-1,0 1,0 0,0 0,-1 0,1 1,-1-1,0 2,0-1,0 1,0-1,0 2,0-1,0 1,0-1,0 2,0-1,-3 1,2 1,-1 1,1 0,-1 0,1 0,0 1,0 0,0 1,1-1,0 1,0 1,0-1,0 1,1 0,0 0,0 0,-2 6,4-8,0 0,1 0,0 1,0-1,0 1,0-1,1 1,0 0,0 0,0 0,1 0,-1 0,1-1,0 1,1 0,-1 0,1 0,0 0,0 0,0-1,1 1,0 0,0-1,0 1,0-1,1 0,1 2,2 1,0 0,1-1,0 0,0-1,1 1,-1-1,1-1,0 1,0-2,2 2,40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6.9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435 148,'-2'-8,"1"1,-2-1,1 1,-1 0,0-1,-1 1,0 0,0 1,0-1,-1 1,0 0,0 0,0 0,-1 1,0 0,0 0,0 0,-1 1,0 0,0 0,0 1,0 0,0 0,-1 0,1 1,-1 0,1 1,-1 0,0 0,0 0,-3 1,-3 3,0 0,-1 1,1 1,0 0,1 1,0 0,0 1,0 0,0 1,1 1,1 0,0 1,0 0,0 0,1 1,1 1,0-1,-5 11,12-21,0 1,1 0,-1 0,1 0,-1-1,1 2,0-1,0 0,0 0,0 0,0 0,0 1,0-1,1 0,-1 1,1-1,0 1,0-1,0 0,0 1,0-1,0 1,0-1,1 0,0 1,-1-1,1 0,0 1,0-1,0 0,0 0,0 0,1 0,-1 0,1 0,-1 0,1-1,0 1,0 0,0-1,0 1,0-1,0 0,0 0,1 1,13 0,-1-1,1 0,0-1,-1-1,1 0,-1-1,1-1,-1 0,0-1,0-1,0-1,-1 0,0 0,10-7,-9 5,1-1,-1 0,-1-2,0 1,0-2,-1 0,-1 0,0-1,0-1,-1 0,-1-1,-1 1,1-4,-17 37,0 0,1 1,0 0,2 0,1 0,0 0,1 1,2-14,-4 62,3 0,3 0,3 0,3 0,3-1,15 48,-19-87,1 4,0 1,-3 0,0 0,-3 1,0-1,-4 32,1-59,1-1,-1 0,-1-1,1 1,-1 0,0 0,0-1,-1 1,0-1,0 1,0-1,0 0,-1-1,0 1,0 0,0-1,-1 0,1 0,-1 0,0-1,0 0,-1 0,1 0,0 0,-1-1,0 0,1 0,-1 0,0-1,0 0,0 0,0-1,0 1,0-1,0-1,-1 1,0-2,1-1,-1 1,0-1,1 0,-1-1,1 0,0 0,0 0,1-1,-1 1,1-1,0-1,0 1,1-1,0 0,0 0,0 0,-1-3,-46-124,44 110,1 1,2-1,0 0,2 0,0 0,2 0,0 0,2 0,0 0,2 0,0 0,1 1,2 0,0 0,9-18,-9 32,0-1,0 1,1 1,0 0,0 0,1 0,0 1,0 0,0 1,1 0,0 0,0 1,0 1,0-1,1 2,-1-1,1 2,0-1,-1 1,1 1,0 0,30-6,-8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7.2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1,'2'0,"-1"2,-2 3,1 3,-1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8.0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285 551,'-9'-1,"0"0,-1 1,1 0,0 1,0 0,0 0,0 1,0 0,0 0,1 1,-1 0,1 1,-1 0,1 0,1 1,-1 0,0 0,1 1,0 0,-1 2,-3 3,1 0,0 0,0 1,2 1,0-1,0 2,1-1,0 1,2 0,-1 0,-2 14,6-24,1 0,0 0,0 0,0 1,0-1,0 0,1 0,0 0,0 1,0-1,1 0,-1 0,1 1,0-1,0 0,0 0,1 0,-1 0,1-1,0 1,0 0,1-1,-1 1,1-1,0 0,-1 1,1-1,1-1,-1 1,0 0,1-1,-1 0,1 0,0 0,0 0,3 1,3-3,1 0,-1 0,0-1,1-1,-1 0,0 0,0-1,0 0,-1 0,1-1,-1-1,0 1,0-2,0 1,-1-1,0-1,0 1,0-1,6-8,8-6,-1-2,-2 0,0-1,-1-1,-1-1,-1 0,-2-1,-1-1,-1 0,-1-1,6-25,-2-5,-3 0,-3-1,-2 0,-2-1,-4-29,-10 1,9 88,-1 0,1 1,0-1,0 0,-1 0,1 1,-1-1,1 0,0 0,-1 1,0-1,1 1,-1-1,1 0,-1 1,0-1,1 1,-1-1,0 1,1 0,-1-1,0 1,0 0,0-1,1 1,-1 0,0 0,0 0,0 0,0 0,1 0,-1 0,0 0,0 0,0 0,0 0,1 0,-1 1,0-1,0 0,1 1,-1-1,0 0,0 1,1-1,-1 1,0-1,1 1,-1 0,1-1,-1 1,0 0,-9 10,0 1,0 0,2 1,-1 0,2 0,-1 0,2 1,0 0,-3 13,5-18,-12 31,2 0,2 1,1 0,3 1,1 0,2 0,2 1,2 0,2 2,0-29,1 0,1 0,1-1,0 1,1-1,0 0,1 0,1 0,1-1,0 0,0 0,2-1,0-1,0 1,1-1,0-1,1 0,1-1,-1 0,2-1,-1 0,1-1,1-1,-1 0,1-1,1 0,-5-2,-1 0,0-1,1-1,0 0,-1 0,1-1,0 0,0-1,0 0,0 0,0-2,0 1,-1-1,1-1,0 0,-1 0,0-1,0-1,0 1,0-2,-1 1,0-1,0-1,-1 1,1-2,-1 1,1-3,-1 0,0 0,0 0,-1-1,-1 1,0-2,0 1,-1-1,-1 0,0 0,0 0,-1-1,-1 1,0-1,-1 1,0-1,-1 0,0 0,-1 1,0-1,-2 0,1 1,-1 0,-4-10,6 19,0 0,0-1,-1 1,1 0,-1 0,0 1,0-1,0 0,0 0,0 1,-1 0,1-1,-1 1,1 0,-1 0,0 0,0 1,0-1,0 0,0 1,0 0,0 0,-1 0,1 0,0 1,-1-1,1 1,0 0,-1 0,1 0,-1 0,1 1,0-1,-1 1,1 0,0 0,0 0,0 0,0 1,0-1,0 1,0 0,0-1,0 1,1 1,-3 1,0 4,0 0,0 1,0 0,1 0,1 0,-1 0,1 1,1-1,0 1,0 0,1 0,0-1,1 1,0 0,1 0,0 0,0 0,1-1,0 1,1 0,0-1,0 0,1 0,1 0,-1 0,1-1,1 1,0-1,0-1,0 1,1-1,3 3,5 3,1-1,1 0,0-1,0 0,1-2,0 0,1-1,0-1,0 0,1-2,-1 0,1-1,0-1,17 0,38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29.1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1 978,'13'-6,"1"-1,-1 0,-1 0,1-1,-2-1,1 0,-1-1,0 0,-1 0,0-1,-1-1,0 1,-1-2,0 1,-1-1,0 0,-1-1,-1 1,4-15,22-64,-5-2,-4 0,-4-1,1-45,-16 114,1 4,-1 0,-1 0,-2-1,0 1,-1 0,-2-10,3 30,0 0,-1 0,1-1,-1 1,1 0,-1 0,1 0,-1 0,0 0,0 1,0-1,0 0,0 0,-1 0,1 1,0-1,-1 1,1-1,-1 1,0 0,1-1,-1 1,0 0,0 0,0 0,0 0,0 1,0-1,0 0,0 1,0 0,0-1,0 1,0 0,0 0,-1 0,1 0,0 0,0 1,0-1,0 1,0-1,0 1,0 0,0 0,0 0,0 0,1 0,-1 0,0 0,1 1,-1-1,-1 2,-11 12,0 1,1 0,1 1,1 0,0 1,1 0,1 1,1 0,1 0,0 1,1 0,2 0,0 0,1 1,0 6,-6 27,3 1,2 0,2 0,6 47,-2-77,1 0,1 0,2-1,0 1,1-1,2 0,1-1,0 0,2-1,0 0,12 14,-14-23,0-1,1-1,0 0,0-1,1 0,1-1,0 0,0-1,1 0,0-1,-9-4,0-1,0 1,1-1,-1-1,0 1,1-1,-1 0,1 0,-1-1,1 1,-1-1,1-1,-1 1,1-1,-1 0,1 0,-1 0,0-1,0 0,1 0,-1 0,0 0,-1-1,1 0,0 0,-1-1,0 1,0-1,2-1,4-9,-1 1,-1-1,0 0,-1-1,0 0,-1 0,-1-1,-1 1,0-1,-1 0,1-8,17-65,-13 76,-4 19,0 26,-4 13,6 69,-5-110,0 1,0-1,1 0,-1 0,1 0,0 0,0 0,0 0,1 0,-1-1,1 1,0-1,0 1,0-1,1 0,-1 0,1-1,-1 1,1-1,0 0,0 0,0 0,1 0,0-1,0 1,1-1,-1 0,0 0,1-1,-1 0,1 0,-1 0,1-1,-1 0,0 0,1 0,-1 0,0-1,0 0,0 0,0 0,0-1,0 0,-1 0,1 0,-1 0,2-3,2-1,0-1,0 0,-1 0,-1-1,1 0,-1 0,-1 0,0-1,0 0,-1 0,2-4,-1-3,0-1,-1 0,-1 0,-1 0,0 0,-1 0,-2-1,1 1,-3-12,2 30,1 1,0-1,0 0,0 0,-1 0,1 0,0 0,0 0,0 0,-1 0,1 0,0 0,0 0,0 0,-1 0,1 0,0 0,0 0,-1 0,1 0,0 0,0 0,0 0,-1 0,1 0,0 0,0 0,0-1,0 1,-1 0,1 0,0 0,0 0,0 0,0-1,-1 1,1 0,0 0,0 0,0 0,0-1,0 1,0 0,0 0,0-1,0 1,0 0,0 0,0 0,0-1,0 1,0 0,0 0,0 0,-6 20,2 1,0 0,2 0,1 0,0 0,2 0,0 1,3 8,-3-21,1 0,0 0,1 0,-1 0,2 0,-1 0,1-1,1 0,0 1,0-2,0 1,1-1,0 1,0-2,1 1,0-1,0 0,1 0,33 15,-1-6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7:30.1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87,'-10'5,"1"0,-1 0,2 1,-1 0,0 0,1 1,1 0,-1 0,1 1,0 0,-1 2,5-6,0 0,1 0,-1 0,1 1,0-1,0 1,1-1,-1 1,1 0,0-1,0 1,1 0,-1 0,1 0,0-1,0 1,1 0,-1 0,1 0,0-1,0 1,1 0,0-1,0 1,0 0,6 4,0 0,1 0,0-1,0 0,1 0,0-1,0 0,1-1,-1 0,2-1,-1 0,0-1,1 0,0-1,0 0,0-1,0-1,0 1,0-2,1 0,-1 0,1-1,-2 1,0 0,0 0,-1-1,1-1,-1 0,1 0,-1-1,0 0,0-1,0 0,0-1,-1 0,1 0,-1-1,-1 0,1-1,-1 1,0-2,0 1,-1-1,0 0,-1-1,0 0,0 0,-1 0,0-1,0 1,-1-1,-1 0,2-5,-1-5,0 1,-1-1,-1 0,-1 0,-1 0,-1 0,0 0,-4-15,-3 20,13 25,4-2,1-1,0 0,0-1,0 0,1-1,0 0,0 0,1-1,-1-1,1 0,0 0,1-1,-10-2,142 37,-143-36,1 0,-1 0,0 1,1-1,-1 0,0 1,0-1,0 1,0 0,0-1,-1 1,1 0,0 0,-1 1,1-1,-1 0,0 0,0 1,0-1,0 0,0 1,0-1,-1 1,1-1,-1 1,0 0,1-1,-1 1,-1-1,1 1,0 0,-26 80,17-62,8-18,-3 4,0 1,1 0,0 0,0-1,1 2,0-1,0 0,1 0,0 1,1-1,-1 1,2-1,-1 0,1 1,0-1,1 0,2 8,-2-14,0 0,-1 1,1-1,0 0,0 0,0 0,1 0,-1-1,0 1,1 0,-1-1,1 0,-1 0,1 0,0 0,-1 0,1 0,0 0,0-1,0 0,0 1,-1-1,1 0,0-1,0 1,0 0,0-1,-1 1,1-1,0 0,1-1,79-44,-66 29,-1 0,-1-2,-1 0,0 0,-1-1,-1-1,-1 0,-1 0,-1-1,-1-1,3-16,-4 21,-6 47,-3-15,-5 128,8-135,-1 1,1 0,1-1,-1 1,1-1,1 1,-1-1,1 0,1 0,-1 0,1 0,0-1,1 0,0 1,0-2,5 6,-7-8,2 0,-1 0,0 0,1 0,-1-1,1 0,-1 0,1 0,0 0,0-1,0 0,0 0,0 0,0-1,1 0,-1 0,0 0,0 0,0-1,0 0,0 0,0 0,0-1,0 1,0-1,-1-1,1 1,-1 0,2-2,6-4,-1 1,0-2,-1 0,0 0,0-1,-1 0,0-1,-1 1,0-2,3-6,1-6,-2 0,-1 0,0-1,-2-1,-1 1,2-26,-9 61,-1 1,2-1,-1 0,1 1,1-1,0 0,1 1,0-1,0 0,1 0,0 0,1-1,0 1,0-1,1 0,1 0,-1 0,1-1,1 0,-1 0,2 0,-1-1,1 0,0-1,0 1,4 1,2-2,0-1,0 0,0-1,1 0,-1-1,1-1,0 0,0-1,0-1,-1 0,15-3,33-6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04.2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223 196,'-8'4,"-4"0,1 1,0 0,0 1,1 0,-1 1,1 0,1 0,-1 1,1 1,1-1,0 1,0 1,0 0,1 0,1 0,-4 7,-1 25,1 0,2 0,3 0,0 1,3 21,-1-18,-6 106,7-1,6 1,7-1,9 20,-14-137,1 1,3-1,0-1,2 0,2 0,1-1,1-1,1 0,2-1,18 21,72 80,72 66,-155-171,0 0,2-2,0-2,2 0,0-2,2-1,0-1,1-2,0-2,1-1,16 4,13-2,1-3,0-3,0-2,1-3,0-3,6-3,3-7,-1-4,0-3,-1-2,-2-4,0-3,-1-3,-1-4,-2-1,35-27,-63 41,-1-2,-2-1,0-2,-1-1,-2-2,0-1,-2-1,-2-2,0-1,-2-1,-2-1,-1-1,9-19,-16 13,-2-1,-1 0,-2 0,-2-1,-2-1,-2 1,-2-1,-1 0,-4-24,-4-17,-4 1,-4 0,-3 1,-15-39,19 75,-1 2,-3 0,-1 0,-2 2,-3 0,-1 2,-1 0,-3 2,-1 1,-2 2,-2 0,-32-26,25 31,-2 1,-2 3,0 2,-1 1,-2 3,0 1,-1 3,-1 2,-8-1,-32-3,-1 4,-1 4,1 4,-68 3,67 5,1 4,-1 4,1 3,1 5,1 3,0 4,2 5,1 2,2 5,-62 36,24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06.3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2365 411,'-1'-3,"0"-1,1 1,-1-1,0 1,-1 0,1-1,0 1,-1 0,0 0,0 0,0 0,0 1,0-1,-1 0,1 1,-1-1,1 1,-1 0,0 0,0 0,0 1,0-1,0 0,-1 1,-2-1,-162-27,28-12,-138-29,157 55,0 6,-1 5,1 6,-119 16,163-10,2 3,-1 3,2 4,-21 9,61-15,0 1,1 1,0 2,2 2,0 0,0 2,2 2,1 0,1 2,-3 4,4-1,1 1,1 1,2 1,1 0,1 2,2 1,1 0,1 1,2 1,2 0,1 1,2 0,1 0,2 1,2 0,1 0,2 1,2 29,7-16,2 0,2 0,2-1,3-1,1 0,3-1,2-2,2 0,2-1,1-2,3-1,1-1,2-2,2-1,2-2,1-1,2-1,86 58,3-6,116 56,-201-117,0-1,2-2,0-2,1-2,1-2,1-3,0-2,1-1,-1-3,2-3,-1-1,0-3,32-4,-2-16,-2-2,0-4,-1-4,-2-3,-1-3,-2-3,66-48,-119 75,42-23,-1-3,-2-3,-2-2,-2-2,12-16,-51 41,0 0,-1-1,-1 0,-1-1,-2-1,0 0,-1 0,-1-1,-1 0,4-22,1-22,-3-2,-2 1,-3-24,-1 29,-2 0,-2 0,-4 0,-2 0,-4 1,-2 0,-2 0,-4 2,-2 0,-3 1,-2 1,-3 1,-2 2,-3 1,-10-10,24 38,-2 2,0 0,-2 1,0 2,-2 0,-1 1,0 2,-1 1,-1 1,-1 1,0 1,-1 2,-1 1,0 2,-9-2,-61-1,8 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07.5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1393 263,'-44'-7,"0"2,-1 3,1 1,-1 2,1 2,0 2,0 2,0 2,1 1,0 3,1 1,0 3,-12 7,-31 26,2 4,-58 50,91-63,1 1,2 2,2 3,2 1,-10 17,31-34,1 1,1 1,2 0,1 2,2 0,2 0,0 2,3-1,-4 25,9-31,2-1,0 1,2-1,2 1,0-1,2 1,1-1,2 0,0 0,2 0,2-1,0 0,2-1,0 0,2-1,1-1,1 0,5 4,20 17,3-1,1-3,3-1,1-2,1-3,3-2,0-2,28 10,-12-1,1-4,3-2,0-4,3-3,0-3,1-4,1-3,1-4,62 4,-71-19,0-2,0-3,0-4,-1-2,-1-4,39-14,22-14,-3-6,110-61,-202 97,-1-2,-1-2,0 0,-1-2,-1-2,-2-1,0-1,-1-1,-1-1,-1-1,-2-2,-1 0,-1-2,5-11,-10 1,-1 0,-1-1,-3-1,-1 0,-3-1,-1 0,-2 0,-3 0,-1 0,-2 0,-2 0,-2-2,-3-4,-4 0,-1 0,-2 2,-2 0,-3 1,-1 1,-3 0,-1 2,-3 2,-1 0,-8-5,-15-14,-2 2,-3 3,-2 2,-3 3,-2 3,-55-31,72 51,0 1,-2 3,-1 1,0 3,-2 3,0 1,0 3,-2 2,1 3,-1 2,-1 2,1 3,-3 2,-14 8,1 2,0 3,1 4,0 2,-8 7,-118 49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08.7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1810 75,'-21'-11,"0"0,0 1,-1 2,0 0,-1 1,0 1,0 1,0 1,0 2,-1 0,1 1,-1 1,1 2,-1 0,-6 3,-20 4,1 3,0 1,1 3,1 2,1 2,-29 18,-17 15,3 4,2 4,3 4,3 3,2 4,5 3,2 3,4 3,-11 24,37-48,4 1,1 2,4 2,-18 46,37-73,1 1,2 1,2 0,1 0,2 1,2 0,1 0,2 0,2 17,3-20,1-1,2 0,1 0,2 0,1-1,1-1,2 0,1-1,2 0,1-1,1-1,2-1,1-1,0-1,27 23,8 2,2-2,2-3,2-3,2-3,1-2,58 22,4-3,3-5,76 17,-139-50,1-3,0-3,1-4,0-2,1-3,4-4,-19-4,-1-2,0-2,0-4,-1-1,-1-3,0-2,44-22,-1-7,-2-4,-3-4,55-44,-81 52,-2-4,53-53,-93 81,-1-1,-2-1,0-1,-2-1,-1 0,-1-2,-1 0,7-22,-7 2,-3-1,-2-1,-2 1,-2-2,-3 1,-2 0,-2-1,-2 1,-3 0,-2 0,-8-28,0 13,-2 0,-4 1,-2 1,-3 2,-3 0,-2 2,-3 2,-2 1,-3 1,-2 3,-3 1,-1 2,-3 3,-2 1,-2 3,-2 3,-26-15,51 37,-2 2,0 1,0 1,-2 1,1 3,-2 0,1 2,-1 2,0 1,-1 2,1 1,-14 2,-139 22,6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35.7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1451 295,'-65'-24,"37"14,-1 1,-1 1,0 1,0 2,0 1,-1 1,1 2,-1 1,0 1,1 2,0 1,0 1,0 2,0 1,-18 8,-12 15,1 3,2 2,1 3,2 2,2 3,2 2,-38 44,49-50,2 1,2 1,2 2,1 1,3 2,2 1,2 1,2 1,-11 36,8 4,4 2,4 0,4 2,4-1,4 1,6 48,-1-119,1 0,2 0,0 0,1-1,2 1,0-1,1 0,2 0,0-1,1 0,1 0,1-1,1 0,0-1,2-1,0 0,1 0,12 10,12-1,0-1,2-2,0-2,2-1,0-3,2-1,0-3,0-1,1-2,0-3,1-1,33 0,-13 0,0-2,1-3,-1-3,1-3,16-6,-56 6,0-2,0-1,0-1,-1-1,-1-2,0 0,0-2,-1-1,-1-1,0-1,-1 0,0-2,13-16,-6 1,-1-2,-2-1,-2-1,-1-1,-2-2,-2 0,4-14,16-47,-5-1,9-52,-2-22,-8-2,-8-1,-6-19,-14 115,-3 0,-4 0,-5-17,4 72,-2 0,-1 0,-2 0,0 1,-2 0,-1 1,-1 0,-1 0,-1 1,-2 1,-4-6,6 14,-1 1,0 0,-2 1,1 1,-2 0,0 1,0 1,-1 1,0 0,-1 1,0 1,0 1,-1 0,0 2,0 0,-1 2,-8-1,-14 0,-1 1,1 3,-1 2,1 1,0 2,0 2,-36 12,29-4,1 2,0 2,2 2,0 2,1 2,2 3,1 1,-16 15,-50 49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36.6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920 649,'-27'-17,"-1"1,-1 1,-1 2,1 1,-18-4,34 12,0 1,0 0,0 1,0 1,-1 0,1 1,-1 0,1 1,0 1,-1 0,1 0,0 2,0-1,-7 5,-7 7,1 2,1 1,1 1,0 1,1 2,2 0,0 1,1 1,2 0,0 2,-11 22,-2-4,1 2,2 1,2 1,3 2,2 0,1 1,4 1,1 1,3 0,2 1,2 0,3 0,2 1,3 18,9-7,3-1,3 0,2-1,4 0,2-2,2 0,4-2,16 23,-32-57,1-1,1 0,2-1,0 0,2-2,0 0,2-1,0-1,1-1,1-1,1-1,0-1,1-1,26 11,-18-15,-1-2,1-1,1-1,0-2,0-2,0-1,0-1,0-2,0-2,0-1,32-8,0-3,-1-4,0-2,-2-3,0-3,31-20,2-6,-3-5,-2-4,-3-4,73-71,-126 105,-1-3,-2 0,-1-2,-2-2,11-20,-27 37,-1 0,-1-1,-1 0,-1-1,-1 1,-1-2,-2 1,0-1,-1 0,-2 0,0-10,-4-5,-1-1,-2 1,-2 0,-2 1,-1-1,-2 2,-7-14,-23-47,-4 2,-13-15,9 18,-5 2,-3 2,-5 3,-3 2,-3 4,-31-24,72 79,0 2,-2 1,-1 1,0 2,-2 1,0 2,-1 1,-1 1,0 2,-1 2,0 1,-4 1,25 6,0 1,0 1,0 0,0 1,-1 0,1 2,0-1,0 2,0 0,0 1,1 1,-1 0,1 0,0 2,1 0,0 0,0 1,0 1,-1 2,-8 10,1 0,1 2,1 0,1 1,1 1,2 1,-6 12,-38 78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37.6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1502 419,'-42'-8,"1"-2,0-2,0-1,1-2,1-2,0-2,15 7,1 1,-2 1,0 1,0 1,0 1,-1 1,0 2,0 0,0 2,0 1,-1 1,1 1,0 2,-15 3,5 7,1 1,1 2,0 2,1 1,1 2,1 0,1 3,1 0,1 2,2 1,0 1,2 1,-6 10,-20 26,3 2,3 1,3 3,3 1,4 2,2 1,4 2,-17 74,36-121,2 0,0 0,2 0,2 1,1 0,1-1,1 1,2 0,1-1,1 1,2-1,1 0,1 0,2-1,1 0,1-1,2 0,0-1,6 5,8 1,2-1,1-2,1-1,2-2,0-1,2-2,1-1,1-2,1-1,0-2,2-2,0-2,0-1,1-3,19 2,-4-2,-1-3,1-3,0-2,1-2,-1-3,0-3,-1-2,0-2,0-3,-1-2,25-12,-7 2,-2-3,0-4,-2-3,-1-2,-3-4,-1-2,-2-3,-2-3,-2-2,29-35,-64 59,0-1,-2-1,-2 0,0-2,-2 0,-1-1,-2-1,-1 0,-2-1,-1 0,-2-1,-1 0,-2 0,-1 0,-1-31,-6 5,-2 0,-3 0,-3 1,-3 0,-2 1,-2 0,-3 2,-3 0,-2 2,-27-43,28 57,-1 0,-3 2,-1 1,-1 2,-2 1,-2 1,-1 2,-5-1,17 14,-2 2,-1 1,0 0,0 2,-2 2,1 0,-2 2,1 1,-1 2,-1 0,1 2,-1 2,-4 0,2 4,0 1,1 1,0 2,0 1,0 1,1 2,0 1,0 2,1 1,1 1,0 2,1 0,1 2,0 1,-2 5,-26 23,2 1,3 4,2 1,2 2,3 3,-10 19,-42 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38.4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1197 5,'-40'-3,"-1"2,0 1,0 3,1 1,0 2,0 2,0 2,1 1,0 2,1 1,1 3,0 1,1 1,1 2,-7 8,-5 5,1 3,2 2,2 1,2 3,2 1,1 1,3 3,1 0,3 2,2 2,0 5,9-22,1 1,2 1,1 1,2 0,2 1,1 1,2-1,2 1,2 1,1-1,2 1,2-1,2 0,1 1,2-1,8 25,-6-36,2 0,1 0,1-1,2-1,0 0,2-1,1 0,1-1,1-1,1-1,1-1,1 0,1-2,1-1,16 10,-6-9,1-3,0 0,2-3,-1-1,1-1,1-2,0-2,1-2,7 0,24 0,1-4,0-3,-1-2,46-10,-40 1,0-4,-1-3,-1-4,0-2,-3-4,0-3,-2-3,-1-2,57-45,-85 53,-1-2,-2-1,-1-2,-2-2,-1-1,-2-1,-2-2,20-36,-36 54,-1-1,-1 0,-2 0,0-1,-1-1,-2 0,0 1,-2-2,0 1,-2 0,-1-1,-1 0,-1 1,-1-1,-2 1,0 0,-7-22,-3 11,-2 0,-1 1,-1 0,-2 2,-2 0,-1 1,-1 2,-2 0,-1 2,-1 0,-1 2,-1 2,-2 0,0 3,-1 0,-2 2,1 1,-2 2,-1 2,1 1,-2 2,-26-4,38 10,-1 0,1 2,-1 1,1 1,-1 2,0 0,1 2,0 1,-1 1,1 1,1 1,-1 1,-16 9,-74 49,16 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45.1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0,'198'6,"-143"0,1-2,0-3,11-3,6 1,127 3,47 12,-22-2,106-12,-131-1,-201 1,-6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46.2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479 15,'-27'43,"-143"95,140-116,-195 141,202-139,23-23,-1-1,1 1,0-1,-1 1,1-1,0 1,0-1,-1 1,1-1,0 1,0-1,0 1,0-1,0 1,0-1,0 1,0 0,0-1,0 1,0-1,0 1,0-1,0 1,0-1,1 1,-1-1,0 1,0-1,1 1,-1-1,0 1,1-1,-1 1,0-1,1 1,-1-1,1 0,-1 1,0-1,1 0,-1 0,1 1,-1-1,1 0,-1 0,1 0,0 1,-1-1,1 0,-1 0,1 0,-1 0,1 0,0 0,131 8,-103-3,1 2,-2 0,1 2,-1 2,-1 0,21 12,73 28,-120-51,0 1,0-1,0 0,0 1,0-1,0 0,0 0,1 0,-1 0,0 0,0 0,0 0,0 0,0 0,1 0,-1 0,0-1,0 1,0-1,0 1,0-1,0 1,0-1,0 1,0-1,0 0,-1 0,1 1,0-1,0 0,0 0,-1 0,1 0,-1 0,1 0,-1 0,1 0,-1 0,1 0,-1 0,0 0,0 0,1-1,-1 1,0 0,0 0,0 0,0 0,0 0,-1-1,1 1,0 0,0 0,-1 0,1 0,-1-1,-29-200,19 153,-46-207,54 241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47.2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115 209,'-17'28,"1"1,2 1,1 0,2 0,0 2,3-1,0 1,2 0,1 1,2-1,1 1,2 0,1 0,1-1,4 11,-4-21,2 0,1-1,0 1,1-1,2 0,3 7,-11-28,1-1,-1 1,0-1,0 1,0-1,1 1,-1-1,0 1,0 0,1-1,-1 1,0-1,1 1,-1 0,0-1,1 1,-1 0,1 0,-1-1,1 1,-1 0,0 0,1-1,-1 1,1 0,-1 0,1 0,-1 0,1 0,-1 0,1 0,-1 0,1 0,-1 0,1 0,-1 0,1 0,-1 1,1-1,-1 0,1 0,-1 0,0 1,1-1,-1 0,1 0,-1 1,0-1,1 0,-1 1,0-1,1 1,-1-1,0 0,1 1,-1-1,0 1,0-1,0 1,0-1,1 1,-1-1,0 1,0-1,0 1,0-1,0 1,0-1,9-40,-2-223,-8 190,0-433,4 862,-3-344,0-1,1 0,0 0,1 1,0-1,0 0,1-1,1 1,0 0,1-1,-1 0,2 0,0 0,0-1,1 0,3 4,-7-11,0 0,0 0,0 0,0 0,0-1,1 0,-1 0,0 0,1 0,-1 0,0 0,1-1,-1 0,1 0,-1 0,1 0,-1 0,1-1,-1 1,0-1,1 0,-1 0,0 0,1-1,-1 1,1-2,69-58,-53 32,-3-1,0-1,-2 0,-1-1,-2-1,-1 0,-2-1,-1 0,-1 0,-3 0,0-6,1 5,-8 542,3-491,-1 7,1-1,1 0,1 0,1 0,0-1,2 1,1-1,1 0,2 5,-7-22,1 0,-1 0,1 0,0 0,1 0,-1 0,0-1,1 0,0 1,0-1,0-1,0 1,4 1,20 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48.6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546 344,'0'2,"-1"-1,1 0,0 1,-1-1,0 1,1-1,-1 0,0 1,0-1,1 0,-1 0,0 0,0 0,-1 0,1 0,0 0,0 0,0 0,-1 0,1-1,0 1,-1 0,1-1,0 1,-1-1,1 0,-1 1,1-1,-1 0,1 0,-1 0,1 0,-1 0,1 0,-1 0,1-1,0 1,-1 0,1-1,-1 1,1-1,0 0,-1 1,1-1,0 0,0 0,0 0,-1 0,1 0,0-1,-12-6,0 1,0 0,0 1,-1 0,0 1,0 1,0 0,-1 1,1 0,-1 2,1-1,-1 2,0 0,0 0,1 2,-1 0,0 0,-9 4,12 0,0 0,1 1,0 0,0 1,0 1,1-1,0 2,1-1,0 1,1 0,0 1,0 0,1 1,1-1,-4 9,0 2,1 0,2 0,0 1,1 0,1 0,1 1,1 0,1 9,1-20,1 1,0-1,1 0,1 0,0 0,0 0,1 0,1 0,1-1,-1 1,2-1,0-1,0 1,1-1,1 0,-1 0,2-1,0 0,0 0,0-1,11 7,-4-6,0 0,1-2,0 0,0 0,1-2,0 0,0-1,0-1,1-1,0 0,-1-2,1 0,0-1,12-2,4-1,-1-2,1-1,-1-2,0-1,0-2,-2-1,15-8,-18 7,-1-2,0 0,-1-2,-1-1,0-1,-2-1,0-1,-1-2,-2 0,0-1,-1-1,-2-1,0 0,-2-2,-1 0,-1 0,-2-1,-1-1,-1 0,5-26,-13 26,-2 30,0 0,0 1,0-1,0 1,0-1,0 0,0 1,-1-1,1 0,0 1,0-1,0 0,-1 1,1-1,0 0,0 1,-1-1,1 0,0 1,0-1,-1 0,1 0,0 0,-1 1,1-1,0 0,-1 0,1 0,-1 0,1 0,0 0,-1 1,1-1,0 0,-1 0,1 0,-1 0,1 0,0 0,-1-1,1 1,-1 0,1 0,0 0,-1 0,1 0,0-1,-1 1,1 0,0 0,-1 0,1-1,0 1,-1 0,1-1,0 1,0 0,0 0,-1-1,1 1,0 0,0-1,-15 28,2 1,1 1,1 0,1 0,2 1,1 0,2 1,-3 30,3-28,2 1,0-1,3 1,0 0,2-1,2 1,1-1,2 1,10 29,-5-41,-12-21,1-1,-1 0,0 0,0 1,1-1,-1 0,0 0,0 0,1 1,-1-1,0 0,1 0,-1 0,1 0,-1 0,0 1,1-1,-1 0,0 0,1 0,-1 0,0 0,1 0,-1 0,1 0,-1 0,0-1,1 1,-1 0,0 0,1 0,-1 0,0 0,1-1,-1 1,0 0,0 0,1-1,-1 1,0 0,0 0,1-1,-1 1,0 0,0-1,0 1,1 0,-1-1,0 1,0 0,0-1,0 1,0 0,0-1,0 1,0 0,0-1,0 1,0-1,0 1,0 0,0-1,0 1,0-1,16-146,-12 83,-3 47,7-107,5 0,6 1,4 1,22-54,-42 163,0 0,1 0,1 1,0 0,1 0,0 0,1 0,0 1,1 0,0 1,1 0,0 0,1 1,-1 0,2 0,-5 7,1 1,-1 0,1 0,-1 0,1 1,0 0,-1 0,1 1,-1 0,1 0,-1 0,1 1,-1 0,0 0,0 0,0 1,0 0,0 0,0 1,-1 0,0 0,0 0,4 4,16 10,-2 1,0 1,-1 1,-2 0,0 2,-1 1,-1 0,-1 1,-2 1,0 0,-2 1,9 26,-19-48,-1 1,0 0,0 0,-1 0,1 0,-1 0,0 0,-1 1,0-1,0 0,0 0,-1 1,0-1,0 0,0 0,-1 0,0 0,0 0,-1 0,1-1,-1 1,0-1,-1 0,1 0,-1 0,0 0,-1 0,1-1,-1 0,-2 2,-12 4,-1-1,0-1,-1-1,0 0,0-2,0 0,-1-2,0 0,1-1,-1-2,0 0,0-1,0-1,-2-1,7 1,0 1,0-2,0 0,0-2,0 1,1-2,0 0,0-1,0-1,-5-4,21 13,1-1,-1 0,1 0,-1 1,1-1,0 0,-1 0,1 0,-1 0,1 1,-1-1,1 0,0 0,-1 0,1 0,-1-1,1 1,0 0,-1 0,1 0,-1 0,1-1,-1 1,1 0,-1 0,1-1,-1 1,1 0,-1-1,1 1,-1-1,0 1,1 0,-1-1,0 1,1-1,-1 1,0-1,1 1,-1-1,0 0,0 1,0-1,0 1,1-1,-1 1,0-1,0 0,0 1,0-1,0 1,0-1,-1 1,1-1,0 0,0 1,0-1,0 1,-1-1,1 1,0-1,-1 1,1-1,0 1,-1-1,1 1,15 4,-1 0,1 1,-1 1,0 0,-1 1,1 0,-1 1,-1 1,1 0,-2 1,1 0,-1 1,-1 0,0 0,5 10,92 102,-41-44,3-4,3-2,5-2,-43-44,2-1,1-1,0-2,2-2,1-1,0-3,21 6,-34-14,1-1,0-1,1-2,-1-1,1-1,0-1,0-2,0-1,0-1,-1-1,24-7,-44 9,0-1,-1 0,1 0,-1-1,0 1,0-2,0 1,0-1,0 0,-1 0,0-1,0 0,4-4,-9 9,-1-1,1 1,-1-1,1 1,0-1,-1 0,0 1,1-1,-1 0,1 1,-1-1,0 0,1 1,-1-1,0 0,0 0,0 1,1-1,-1 0,0 0,0 0,0 1,0-1,0 0,-1 0,1 0,0 1,0-1,0 0,-1 0,1 1,0-1,-1 0,1 1,-1-1,1 0,-1 1,1-1,-1 1,1-1,-1 1,1-1,-1 1,0-1,1 1,-1-1,0 1,0 0,1-1,-2 1,-39-4,20 10,18-5,0 0,-1 0,1 0,-1 0,1 0,-1-1,1 1,-1-1,1 0,-1 0,1 0,-1-1,0 1,1-1,-1 0,1 0,-2-1,-4-3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54.2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1056 1,'-30'14,"-104"0,123-12,1 0,0 1,0 0,1 1,-1 0,1 0,0 1,0 0,0 1,-3 2,-19 12,0-4,1 1,0 2,2 1,0 1,1 1,1 1,2 2,0 1,0 3,-107 171,83-61,38-117,1 0,1 1,1 0,1 0,1 1,1 0,2-1,-1 7,27 173,13 118,-11-124,-15-130,-3 0,-4 1,-2 30,-3 439,-27-202,25-302,-1 0,-1-1,-2 0,-1 0,-2-1,-9 20,16-40,-1 0,0-1,-1 0,0 0,0 0,-1-1,-1 1,0-1,0-1,0 0,-1 0,-1 0,1-1,-1 0,0 0,-1-1,1-1,-1 0,0 0,-1 0,1-2,-1 1,0-1,0-1,-2 1,9-3,1 0,-1 0,0 1,1-1,-1-1,1 1,-1 0,1-1,-1 0,1 1,-1-1,1-1,-1 1,1 0,0-1,0 0,0 0,0 0,3 1,0 0,0-1,0 1,0 0,0-1,1 1,-1 0,0 0,1 0,-1-1,1 1,-1 0,1 0,0 0,-1 0,1 0,0 0,0 0,0 0,0 0,0 0,0 1,0-1,0 0,0 1,0-1,0 1,0-1,1 1,-1-1,3-3,1 0,0 0,0 1,1 0,-1 0,0 0,1 1,0-1,-1 2,1-1,0 0,0 1,0 0,0 1,0-1,1 1,-1 0,0 1,0-1,0 1,0 0,0 1,0 0,0 0,-1 0,1 0,-1 1,1 0,-1 0,1 1,0 5,0 0,0 0,-1 1,0-1,0 1,-1 0,0 1,-1-1,-1 1,2 9,10 29,3 8,-2 0,-2 1,-3 1,-2 0,-3 0,-3 16,-2 463,-28-152,29 643,23-773,-12-3,1-81,-7 96,-6 458,13-513,-13-169,-1-13,2 1,0-1,2 0,2 0,5 19,15 76,33-36,-51-86,1 0,-1 0,1-1,0 0,0 0,0-1,0 0,1 0,-1-1,0 0,1 0,-1-1,5-1,28 1,-29-1,1 1,-1 0,0 1,0 0,0 1,-1 0,1 1,5 2,69 8,-53-11,49 11,-57-12,-25-1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8:55.4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1,'3'0,"2"0,3 2,3 1,1 0,4 2,3 0,2 1,1 0,1 2,0 0,-2 3,-3 3,-3 2,-6 3,0 0,-3 0,-2-4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0.8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11,'81'-5,"-64"3,0 0,0 1,0 1,1 0,-1 2,0 0,0 1,10 3,-15-2,-1 0,1 1,-1 1,0 0,0 1,0 0,-1 0,0 1,-1 0,0 1,0 0,0 1,-2 0,1 0,-1 0,0 1,-1 0,3 8,4 11,-2 0,0 1,-2 0,-2 0,-1 1,-1 0,-1 0,-2 0,-2 6,-3 61,-5-1,-9 33,-11 141,25-202,-4-1,-2 0,-11 36,1-26,4 0,4 1,3 0,3 10,4-31,3 1,3-1,2 0,2-1,3 0,3-1,2 0,2-1,3-1,11 17,-28-62,1 1,0-1,1-1,0 1,0-1,1 0,0-1,0 0,1 0,0-1,1 0,0 0,0-1,0 0,0-1,1 0,0-1,0 0,8 1,24 1,0-2,1-2,-1-2,1-1,-1-3,1-1,-1-2,12-5,31-12,-87 24,1 0,-1 0,1-1,0 1,-1 0,1 0,0 0,-1 0,1 0,0-1,-1 1,1 0,0 0,-1 0,1-1,0 1,0 0,-1-1,1 1,0 0,0 0,0-1,-1 1,1 0,0-1,0 1,0-1,0 1,0 0,0-1,0 1,-1 0,1-1,0 1,-12 10,-1 1,2 1,-1 0,2 1,0 0,0 0,-7 14,9-14,-37 59,3 1,3 2,3 2,-10 41,13-5,5 2,6 1,4 1,1 65,-22 375,7-127,19-237,-14 41,11-106,3 332,-39-73,51-300,2-48,-2 1,-2-1,-1 1,-5 12,-1-8,-3 7,2 1,2 0,3 0,2 1,9 84,-1-93,-3-1,-1 1,-6 38,-14 17,-5 64,22-128,-2-1,-1 0,-1 0,-3 0,0-1,-2 0,-1-1,-2 0,-32 129,44-155,-1-1,1 0,-1 1,0-1,-1-1,1 1,-1-1,0 0,0 0,0 0,-1 0,1-1,-1 0,0 0,0-1,0 0,0 0,0 0,-1-1,1 0,0 0,-2 0,-37 13,-106 47,147-59,1-1,-1 0,1 0,-1 0,0-1,0 1,0-1,1 0,-1 0,0 0,0 0,1-1,-1 0,0 0,0 0,1 0,-1 0,1-1,-1 1,1-1,0 0,0 0,0 0,-3-3,-10-8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2.9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14,'14'-8,"7"5,0 1,1 2,-1 0,0 1,1 1,-1 1,0 0,0 2,-1 1,0 0,0 2,0 0,-1 1,0 1,8 6,-20-11,-1 0,1 0,-1 1,0 0,0 0,-1 1,0 0,0-1,-1 2,0-1,0 0,0 1,-1 0,0 0,-1 0,0 0,0 0,-1 1,1-1,-2 0,0 1,0-1,0 1,-1-1,0 0,0 1,-1-1,-1 0,-1 5,-10 19,-1 0,-2-1,-1-1,-2 0,0-2,-12 11,-44 66,73-102,0 0,0 1,0-1,0 1,1 0,-1 0,1 0,0 0,0 0,1 0,-1 0,1 1,0-1,0 1,0-1,1 1,-1-1,1 1,0-1,1 1,-1-1,1 1,0-1,0 1,0-1,0 0,1 0,0 1,0-1,1 1,7 1,0 0,0 0,1-1,0-1,0 0,0 0,1-1,-1-1,1 1,-1-2,1 0,0 0,0-1,0-1,-6 1,29 2,0-1,-1-2,1-2,-1-1,0-2,0-1,9-4,-4-3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3.2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54,'-2'-2,"8"-1,15 0,18 1,20-2,20-3,16-2,12 1,0 0,-3 3,-20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3.6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 0,'-11'20,"2"0,1 1,0 0,2 1,0 0,1 0,1 0,2 0,0 1,2-18,0-1,0 1,1 0,-1 0,1 0,0-1,1 1,-1 0,1-1,0 0,0 1,0-1,1 0,0 0,0 0,0 0,0 0,0-1,1 0,-1 1,1-1,0-1,0 1,0 0,0-1,1 0,-1 0,0 0,1-1,0 1,-1-1,1 0,0 0,0-1,7 2,0-1,-1 0,1-1,0-1,0 1,-1-2,1 0,-1 0,1-1,-1-1,0 1,0-2,-1 0,1 0,-1-1,0 0,0-1,-1 0,0 0,0-1,-1 0,0-1,0 1,-1-2,0 1,-1-1,2-4,-6 9,0 0,-1 0,0 1,0-1,0 0,0 0,-1 0,0-1,0 1,0 0,-1 0,0 0,0 0,0 0,0 1,-1-1,0 0,0 1,0-1,0 1,-1-1,0 1,0 0,0 0,0 0,-1 1,1-1,-1 1,0 0,-2-2,-2 0,0-1,-1 1,0 1,0-1,0 1,0 1,-1 0,1 0,-1 1,0 0,0 1,1 0,-1 1,0-1,-3 2,6-1,1 1,-1 0,0 1,0-1,0 1,1 1,-1-1,1 1,0 0,0 0,0 1,0 0,0 0,1 0,0 1,0 0,0 0,0 0,1 1,0-1,-1 3,-4 14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4.1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1,'13'28,"-1"0,-2 1,-1 0,-1 1,-2 0,0 6,2 3,-1 3,-5-26,0-2,1 1,0 0,2 0,-1-1,2 0,0 0,0 0,3 1,-9-14,1 0,-1 0,1 0,0 0,-1 0,1 0,0 0,0 0,0 0,0 0,0 0,0-1,0 1,0 0,0-1,0 1,0-1,0 1,0-1,1 1,-1-1,0 0,0 0,1 1,-1-1,0 0,0 0,1 0,-1 0,0-1,0 1,1 0,-1-1,0 1,0 0,0-1,1 1,-1-1,0 0,0 1,0-1,0 0,0 0,0 0,0 1,-1-1,1 0,33-53,-16 10,-2-2,-2 0,-2 0,7-47,-13 76,1 19,4 29,6 59,-15-71,0 0,2 0,0 0,1 0,1-1,0 0,2 0,0-1,1 0,1 0,2 2,-8-14,2 0,-1-1,1 1,-1-1,1 0,0 0,0-1,1 0,-1 0,1 0,0-1,0 0,-1 0,1-1,0 0,1 0,-1 0,0-1,0 0,0-1,0 0,2 0,13-3,0 0,0-2,-1-1,0 0,0-2,8-4,13-8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4.6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95,'-10'13,"1"0,0 1,1 0,1 1,0-1,1 2,-2 5,7-16,0 0,-1 0,1 1,1-1,-1 0,1 1,0-1,0 0,1 1,0-1,-1 0,2 0,-1 0,1 0,0 1,0-2,0 1,0 0,1 0,0-1,0 0,0 1,1-1,-1 0,3 2,1-1,-1 0,1 0,0 0,0-1,0 0,0 0,1-1,0 0,-1 0,1-1,0 0,0 0,1-1,-1 0,0 0,0-1,1 0,-1-1,0 1,0-2,4 0,0-1,1 0,-1-1,0-1,0 0,0 0,-1-2,0 1,0-1,0-1,-1 0,0 0,-1-1,0 0,0-1,-2 2,0-1,-1-1,0 1,0-1,-1 0,-1 0,0 0,0-1,-1 1,0-1,0-4,-2 9,0 1,-1-1,1 1,-1-1,-1 1,1-1,-1 1,0-1,0 1,-1-1,1 1,-1 0,0 0,-1 0,1 0,-1 0,0 0,0 1,-1-1,1 1,-1 0,0 0,-2-1,-2-1,0 0,-1 1,1 0,-1 1,0 0,0 0,0 1,0 0,-1 1,1 0,-1 1,1-1,-1 2,0-1,0 2,1-1,-1 1,0 0,1 1,-10 3,3 0,0 0,0 1,1 1,-1 0,1 2,1-1,0 2,0 0,1 0,0 2,-7 7,10-8,0 0,1 1,1 0,0 1,0 0,2 0,-1 1,-3 12,8-21,1-1,-1 1,1-1,0 1,1 0,-1 0,1-1,0 1,0 0,0 0,0 0,1-1,0 1,0 0,1-1,-1 1,1 0,0-1,0 0,0 1,1-1,-1 0,1 0,0-1,0 1,1-1,-1 1,4 2,30 14,1-6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4.8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234 93,'-9'-14,"-10"-7,-7-2,-3 2,-2 8,1 13,2 13,4 16,5 17,7 15,5-3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5.1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0,'19'14,"13"7,10 0,8-4,4-4,7-5,4-6,2-8,-3-8,-11-1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6.8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351 385,'-22'61,"2"-80,18 15,-1 1,0 0,1 0,-1 1,-1-1,1 1,0-1,-1 1,1 0,-1 0,0 0,1 1,-1 0,0-1,0 1,0 0,0 1,0-1,0 1,0 0,0 0,0 0,0 0,0 1,0 0,0-1,0 2,0-1,0 0,0 1,0-1,1 1,-1 0,1 1,-10 4,0 0,1 1,0 0,0 1,1 1,0 0,1 0,0 1,1 0,0 1,1 0,0 0,1 1,0 0,1 0,0 1,1 0,1 0,0 0,1 5,2-14,1 1,0-1,0 1,0 0,1-1,0 1,0 0,1-1,-1 0,1 1,0-1,1 0,-1 0,1 0,0 0,1 0,-1-1,1 0,-1 1,1-1,1-1,-1 1,0 0,1-1,0 0,0 0,0-1,0 1,4 0,14 4,0-1,1-1,0-1,0-2,0 0,0-1,0-2,1 0,-1-2,-1 0,1-2,0 0,-1-2,0-1,-1 0,1-2,-2-1,1 0,-2-2,3-2,78-52,-100 66,0 1,0 0,0-1,0 1,0 0,0 0,0 0,0 0,0 0,0 0,0 0,0 0,0 0,0 0,0 1,-1-1,1 0,0 1,0-1,0 1,0-1,0 1,-1-1,1 1,0-1,0 1,-1 0,1 0,0-1,-1 1,1 0,-1 0,1 0,-1-1,1 1,-1 0,0 0,1 0,-1 0,0 0,0 0,0 0,0 0,0 0,0 0,0 0,0 0,0 0,0 0,0 0,0 0,-1 0,1-1,-1 1,1 0,0 0,-1 0,2 10,-1-5,0 0,0-1,1 1,0 0,0 0,0 0,1 0,0-1,0 1,1-1,-1 1,1-1,0 0,1 0,-1 0,1-1,0 1,0-1,0 0,1 0,-1 0,1 0,0-1,0 0,1 0,-1-1,1 1,8 0,-1-1,1 0,-1-2,1 1,0-1,-1-1,1-1,-1 0,1 0,-1-2,0 1,0-2,0 0,-1 0,1-1,-1-1,-1 0,1 0,1-3,-10 8,1 0,-1 0,0 0,0 0,0 0,0-1,0 1,-1-1,1 0,-1 0,1 0,-1 0,0 0,-1-1,1 1,0 0,-1-1,0 1,0-1,0 0,0 1,0-1,-1 0,0 0,0 1,0-1,0 0,0 0,-1 1,0-1,1 0,-2 1,1-1,-1-2,-6-1,0 0,0 1,-1-1,0 2,0-1,0 1,-1 1,0 0,1 0,-2 1,1 0,0 1,0 0,-1 0,1 1,-1 1,0 0,3-1,-3-1,-1 1,0 0,0 1,1 0,-1 0,0 2,0-1,1 1,-7 3,12 6,26-5,10-5,0-2,1 0,-1-3,13-2,6-1,2 0,-20 2,-1 1,1 1,0 2,0 1,18 3,-44-3,-1 0,1 1,-1 0,0 0,1 0,-1 0,0 1,0 0,1 0,-1 0,-1 0,1 1,0-1,0 1,-1 0,0 0,0 0,0 1,0-1,0 1,0 0,-1 0,0-1,0 1,0 1,0-1,-1 0,1 0,-1 3,5 136,-5-141,-1 0,1 0,-1-1,1 1,0-1,0 1,0 0,0-1,0 0,0 1,0-1,1 0,-1 1,0-1,1 0,-1 0,1 0,-1 0,1 0,-1-1,1 1,0 0,0-1,-1 1,1-1,0 0,0 1,-1-1,1 0,0 0,0 0,0 0,-1 0,2-1,57-21,-40 8,0-1,-1-1,-1 0,-1-1,0-1,-2-1,0 0,0-2,2-1,3 13,-13 34,-7-21,1 4,-1 0,2 0,-1 0,1-1,0 1,0 0,1-1,0 0,0 1,1-1,0 0,0-1,1 1,0-1,0 0,0 0,1 0,0-1,0 0,0 0,1-1,-1 1,1-1,0-1,1 1,-1-1,0-1,1 1,0-1,0-1,-1 1,8-1,-1-4,0-1,0-1,-1 0,0-1,0 0,0-1,-1-1,0 0,0 0,-1-2,0 1,-1-1,0-1,0 1,-1-2,-1 1,0-1,0-1,5-12,8-21,-1-1,-3-1,-2-1,-2 0,-2-1,-3 0,-1 0,-3-1,-2 0,-4-36,1 32,-14 303,15-205,0 0,1 0,3 0,1 0,2-1,2 1,4 7,-6-30,0 0,1 0,1-1,1 0,0 0,2-1,0-1,1 0,0 0,2-2,0 0,0 0,10 5,-21-16,0-1,0 0,0 1,1-2,-1 1,1 0,-1-1,1 0,0 0,0-1,0 1,0-1,0 0,1 0,-1-1,0 1,0-1,1-1,2 1,12-9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7.0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14,'26'-2,"28"-1,27 0,25 0,18 2,-13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8.7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1298,'79'-254,"-30"108,-46 138,-4 7,1 0,0 1,0-1,0 0,0 1,0-1,0 0,0 1,0-1,1 0,-1 1,0-1,0 0,1 1,-1-1,0 0,1 1,-1-1,0 1,1-1,-1 1,1-1,-1 1,1-1,-1 1,1-1,-1 1,1 0,-1-1,1 1,0 0,-1 0,1-1,0 1,-1 0,1 0,0 0,-1 0,1 0,0 0,-1 0,1 0,0 0,-1 0,1 0,0 0,0 0,92 17,-85-17,0-1,0 2,0-1,0 1,0 1,0-1,-1 1,1 0,0 1,-1 0,0 0,1 1,-1 0,-1 0,1 1,-1-1,1 1,-1 1,-1-1,1 1,2 4,-3 1,0 1,-1-1,0 1,-1-1,0 1,-1 0,-1 0,0 0,0 1,-1-1,-1 0,-1 4,8 87,-6-100,1 1,0 0,1 0,-1-1,0 1,1-1,0 1,0-1,0 0,0 0,1 0,-1 0,1 0,0 0,0-1,-1 1,2-1,-1 0,0 0,0 0,1 0,-1-1,1 1,0-1,-1 0,1 0,0 0,0 0,0-1,-1 0,2 0,8 0,-1 0,1-1,0-1,-1 0,0 0,1-2,-1 1,-1-2,1 1,101-56,-111 59,-1 0,0 0,-1 0,1 1,0-1,0 0,0 0,0 1,0-1,0 1,0-1,0 1,0-1,0 1,0-1,0 1,0 0,0 0,0 0,0-1,0 1,0 0,1 0,-1 1,0-1,0 0,0 0,0 0,0 1,0-1,0 1,0-1,0 1,0-1,0 1,0-1,0 1,0 0,0 0,0-1,-1 1,1 0,0 0,3 34,-4-30,0 0,1-1,-1 1,1 0,0-1,0 1,1-1,-1 1,1-1,0 1,0-1,0 0,1 0,-1 0,3 1,2 1,0-2,1 1,0-1,0 0,1 0,-1-1,1 0,-1-1,1 0,0 0,0-1,0 0,0 0,0-1,0 0,0-1,8-1,-10 2,0 0,0-1,0 1,0-1,0 0,-1-1,1 0,0 0,-1 0,0-1,1 0,-1 0,0-1,0 1,-1-1,1-1,-1 1,0-1,0 0,0 0,-1 0,0-1,0 1,0-1,-1 0,1 0,-2-1,1 1,-1-1,0 1,0-1,0 0,-1 0,0 0,-1 1,1-1,-1 0,-1-2,-2 0,0-1,0 1,-1 0,0 0,-1 0,0 1,-1-1,1 1,-1 0,-1 1,0 0,0 0,0 0,-1 1,0 0,0 0,0 1,-1 0,0 1,0 0,0 0,-1 1,1 0,-1 0,1 1,-1 1,0 0,0 0,0 0,0 2,0-1,-6 2,13-2,0 0,0 0,0 0,0 1,0 0,0-1,1 1,-1 0,0 0,0 0,0 1,1-1,-1 1,1-1,-1 1,1 0,0 0,0 0,-1 0,1 1,1-1,-1 0,0 1,1-1,-1 1,1 0,0-1,-1 1,1 0,1 0,-1 1,2-2,1 1,0-1,0 0,0 1,0-1,0 0,0 0,1 0,-1-1,1 1,-1 0,1-1,-1 0,1 1,0-1,0 0,0-1,0 1,0 0,0-1,0 0,0 1,0-1,0 0,-2 0,29 0,0 0,0-2,0-1,0-2,-1 0,1-2,-1-2,-1 0,0-2,0-1,9-7,42-15,-1-4,-2-4,-2-2,32-28,-74 48,0-2,-2-1,0-1,-2-2,-2-1,0-1,-3-1,0-1,-2-1,8-21,-22 42,-1-1,0 0,-2 0,0-1,0 0,1-13,-5 25,0 0,1 1,-1-1,0 1,-1-1,1 1,-1-1,1 1,-1-1,0 1,0-1,-1 1,1 0,-1 0,0-1,1 1,-1 0,-1 1,1-1,0 0,-1 1,1-1,-1 1,0 0,0-1,0 2,0-1,0 0,0 0,0 1,-1 0,1 0,-1-1,-12 0,0 1,0 0,1 1,-1 1,0 0,0 1,1 1,-1 0,1 1,0 1,0 0,0 1,1 1,0 0,0 1,1 0,0 1,0 1,1 0,-1 1,-8 10,1 1,1 0,1 2,1 0,1 1,1 0,1 1,2 1,0 0,2 1,1 0,1 1,2-1,1 1,1 1,1-1,1 1,2-1,1 1,2-1,1 0,1 1,5 13,-7-25,2-1,0 0,1-1,1 1,1-1,0 0,1-1,0 0,2-1,-1 0,2 0,0-1,0-1,1 0,1 0,0-1,1-1,0-1,0 0,1-1,0 0,0-2,1 1,0-2,7 1,12-5,-1-1,1-2,-1-2,1-1,-1-2,-1-1,1-2,-2-1,1-2,-2-1,15-9,-30 16,-6 4,0-1,-1-1,1 0,-1 0,0-1,0 0,-1-1,0 0,0 0,0-1,-1 0,0-1,2-3,-9 10,0 0,-1 0,1 0,0 0,-1 0,1 0,-1-1,0 1,0 0,1 0,-2-1,1 1,0 0,0 0,-1-1,1 1,-1 0,0 0,1 0,-1 0,0 0,0 0,0 0,-1 0,1 0,0 0,-1 1,1-1,-2 0,-55-39,44 33,-1 2,0 0,0 1,-1 0,0 1,0 1,0 0,0 1,0 1,-1 1,1 0,0 1,0 1,0 0,-2 2,11-2,0 0,1 1,0 0,-1 0,1 1,0 0,0 0,1 0,-1 1,1-1,0 1,0 1,1-1,-1 1,1-1,1 1,-1 1,1-1,0 0,0 1,1 0,0-1,0 1,0 0,1 0,0 0,0 0,1 0,0 0,1 0,-1 1,2 3,-1-7,1 0,0 0,0-1,0 1,1-1,-1 0,1 1,0-1,-1 0,1 0,1-1,-1 1,0-1,1 1,-1-1,1 0,0-1,0 1,-1 0,1-1,0 0,0 0,0 0,1-1,-1 1,1-1,7 1,0-1,-1-1,1 1,0-2,-1 0,1 0,-1-1,10-3,6-6,0-2,0 0,-2-1,1-2,-2 0,14-14,-34 27,-3 3,-1 0,1-1,-1 1,1 0,-1 0,1 0,0 0,-1 0,1 0,0 1,0-1,0 0,-1 0,1 0,0 1,0-1,0 0,0 1,0-1,1 1,-1 0,0-1,0 1,0 0,0-1,0 1,1 0,-1 0,0 0,0 0,0 0,1 0,-1 0,0 1,0-1,0 0,0 1,0-1,0 1,0-1,1 1,-1-1,0 1,-1 0,1 0,0-1,0 1,0 0,0 0,-1 0,1 0,0 0,0 0,2 17,-3-12,1 0,0 0,0 0,0 0,1 0,0 0,0 0,1 0,-1 0,1-1,0 0,1 1,-1-1,1-1,0 1,1 0,-1-1,4 3,2-3,1 0,0 0,0-1,1 0,-1-1,1 0,-1-1,1 0,-1-1,1 0,-1-1,1 0,-1-1,1-1,-1 1,0-2,0 0,0 0,0-1,-1 0,0 0,8-6,0-1,0 0,0-1,-2-1,1 0,-2-1,0-1,-1 0,0-1,-1-1,-1 0,-1 0,-1-2,0 1,-2-1,0 0,-1-1,-1 0,-1 0,13-71,-4-1,-3 0,-5-1,-4 0,-6-22,4 105,0-36,-2 1,-2 0,-9-38,5 62,8 21,0 1,0 0,0 0,-1-1,1 1,0 0,0 0,0-1,0 1,-1 0,1 0,0-1,0 1,-1 0,1 0,0 0,0-1,-1 1,1 0,0 0,-1 0,1 0,0 0,-1 0,1 0,0 0,0 0,-1 0,1 0,0 0,-1 0,1 0,0 0,-1 0,1 0,0 0,-1 0,1 0,0 0,0 1,-1-1,1 0,0 0,0 0,-1 0,1 1,0-1,0 0,-1 0,1 1,0-1,0 0,0 0,0 1,-1-1,1 0,0 1,0-1,0 0,0 0,0 1,0-1,0 0,0 1,0-1,0 0,0 1,-32 130,14-2,5 1,5 112,6-206,2 0,2 1,1-1,1 0,2 0,2-1,2 0,0 0,3-1,0 0,11 15,-22-44,1 1,1-1,-1 0,1 0,0 0,0 0,0-1,0 1,1-1,0 0,0-1,0 1,0-1,1 0,-1 0,1-1,0 0,0 0,0 0,0 0,0-1,0 0,0 0,0-1,0 0,1 0,-1 0,21-11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9.0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1,'18'7,"23"4,25 3,22 0,20-4,10-1,3-1,-5 0,-22-2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9.2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63,'-7'16,"1"0,1 0,1 0,0 1,1 0,1 0,0 0,1 0,1 0,1 0,2 14,-2-27,0 0,0-1,1 1,-1 0,1-1,0 1,0-1,0 0,0 1,1-1,-1 0,1 0,-1-1,1 1,0 0,0-1,1 0,-1 0,0 0,1 0,-1 0,1-1,0 0,-1 1,1-1,0 0,0-1,0 1,0-1,3 0,1 0,1 0,-1-1,0 0,0-1,0 1,0-2,0 1,-1-1,1 0,-1-1,0 1,0-1,0-1,4-2,-4 0,0 0,-1 0,0 0,0-1,0 0,-1 0,0 0,-1-1,0 0,0 0,-1 0,0 0,0 0,-1-1,0 1,-1-1,0-7,0 11,-1 0,0 0,-1 0,1 0,-1 0,0 0,0 1,-1-1,0 0,0 1,0-1,-1 1,1 0,-1-1,-1 1,1 1,-1-1,1 0,-1 1,-1 0,1 0,-1 0,1 0,-1 1,0 0,0 0,-1 0,1 1,-1-1,-1 1,0 0,1 1,-1 0,0 0,0 1,0 0,0 0,0 0,1 1,-1 0,0 1,0-1,1 1,-1 0,1 1,-1 0,1 0,0 0,0 1,1-1,-3 3,-6 5,0 0,1 1,0 1,1-1,1 2,0 0,-7 13,-25 68,42-92,0 0,0 0,1 1,-1-1,1 0,0 0,0 1,0-1,0 0,1 1,-1-1,1 0,0 0,0 0,0 0,1 0,-1 0,0 0,1 0,0 0,0 0,0-1,0 1,0-1,1 0,-1 1,1-1,-1 0,1 0,1 0,2 1,1 0,0-1,-1 0,1 0,0 0,1-1,-1 0,0-1,0 1,6-2,32-1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9.5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344 38,'-18'-12,"-16"-3,-11 5,-8 9,-1 14,4 12,10 11,12 8,13 9,9-5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09.7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0,'14'19,"11"15,9 9,5-1,4-2,0-9,1-9,2-11,2-11,0-14,-3-13,-10-2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0.7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282 524,'-21'11,"1"2,1 0,0 1,1 0,1 2,0 0,1 1,1 1,0 0,1 1,2 0,0 1,0 1,2 0,1 0,1 1,0 0,2 1,-2 10,6-23,1 0,0 1,0-1,1 1,0-1,1 1,0-1,1 1,0-1,0 0,2 3,-2-9,-1 0,1 0,0-1,0 1,0 0,1-1,-1 1,1-1,0 0,0 0,0 0,0 0,0-1,1 1,-1-1,1 0,0 0,-1 0,1 0,0-1,0 1,0-1,1 0,-1 0,0-1,0 1,0-1,1 0,-1 0,12-3,0-1,0-1,0-1,-1 0,0 0,0-2,-1 0,0 0,0-2,-1 1,0-2,-1 0,0 0,0-1,-2-1,7-9,12-11,-1-2,-2-2,-2 0,-1-1,-2-2,-2 0,-2-1,-1-1,-2 0,-2-1,-2 0,2-30,-3 6,-4-1,-3-66,-2 123,-1-1,0 1,0 0,-1 0,-1 0,0 0,0 0,-2-3,4 13,0-1,0 1,0-1,-1 1,1 0,0 0,-1-1,1 1,0 0,-1 0,0 0,1 1,-1-1,1 0,-1 0,0 1,0-1,1 1,-1 0,0-1,0 1,0 0,1 0,-1 0,0 0,0 1,0-1,1 0,-1 1,0-1,0 1,1 0,-1 0,0-1,1 1,-1 0,1 0,-1 0,1 1,0-1,-1 0,1 0,0 1,0-1,0 1,0-1,0 1,0-1,0 1,1 0,-1 0,-15 21,1 2,1 0,2 1,0 0,2 1,1 0,1 0,1 1,1 0,1 8,-9 44,4 0,3 1,4 1,3 10,1-69,0 0,2 0,1-1,0 0,2 1,0-2,9 20,-12-33,1 0,0-1,1 0,0 1,0-1,0-1,1 1,0-1,0 0,0 0,1-1,0 0,0 0,1-1,-1 0,1 0,0 0,0-1,0 0,0-1,0 0,3 0,8-1,0-1,0 0,0-2,0 0,0-1,0-1,-1-1,0 0,0-2,0 0,0-1,-1 0,-1-2,1 0,-2-1,1 0,-2-1,1-1,-2-1,0 1,0-2,-1 0,7-13,-11 18,-1 0,-1-1,1 0,-2 0,0 0,0 0,-1-1,0 0,-1 0,0 0,-1 0,0-1,-1 1,-1-1,0 1,-1 0,0-1,0 1,-2 0,1 0,-3-5,3 15,0-1,0 0,0 1,0-1,-1 1,1-1,-1 1,1 0,-1 0,0 0,0 1,0-1,0 1,0-1,-1 1,1 0,0 0,0 1,-1-1,1 1,-1-1,1 1,0 0,-1 0,1 1,-1-1,1 1,0 0,0 0,-1 0,1 0,0 0,0 0,0 1,0 0,0 0,0 0,1 0,-1 0,1 0,-1 1,1-1,0 1,0-1,0 1,0 0,0 0,1 0,-2 3,-2 5,0 0,0 0,1 0,1 1,0-1,1 1,0 0,0 0,1 0,1 0,0 0,1 0,0 0,1-1,0 1,1 0,0-1,1 1,0-1,1 0,0 0,1-1,0 1,1-1,0-1,0 1,1-1,0-1,1 1,0-1,0-1,5 3,10 5,0-1,2-1,-1-2,1 0,1-2,0-1,0-1,1-1,-1-2,11 0,73 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1.4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70 167,'-24'181,"-18"353,40-523,1-26,2-748,-2 779,1 0,1 0,0 0,1 0,1 0,0 0,1-1,1 0,0 1,1-2,1 1,0-1,1 0,1 0,0-1,0 0,5 3,-10-13,-1 0,1-1,0 1,0-1,0 0,0 0,0 0,0 0,1-1,-1 0,1 0,-1 0,1-1,-1 1,1-1,-1 0,1 0,-1-1,1 1,-1-1,1 0,-1 0,1-1,-1 1,0-1,0 0,0 0,0 0,3-3,6-4,-1-1,0 0,0 0,-1-1,-1-1,0 0,0-1,0-2,8-13,-2 0,-1-1,-1 0,-2-1,-1-1,-1 0,-1 0,0-11,-8 32,-5 21,-8 55,2 0,4 0,1 42,4-80,1 0,1 1,2-1,0 0,2 0,2-1,0 1,1-1,10 19,-14-38,1 0,0-1,0 0,0 0,1 0,0 0,0-1,1 0,0 0,0-1,2 2,30 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1.7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585 71,'-11'-8,"0"0,-1 0,1 1,-2 1,1 0,-1 1,0 0,0 1,0 0,0 1,-1 0,0 1,1 1,-1 0,0 1,0 1,1 0,-1 1,0 0,1 1,0 0,-1 1,1 1,1 0,-1 1,-3 2,-2 5,0 0,1 2,0 0,1 0,1 2,0 0,2 1,0 0,0 1,2 0,1 1,0 0,1 1,1 0,2 1,0-1,1 1,-1 9,4-22,1 1,0-1,0 1,1-1,0 1,1-1,0 1,0-1,1 1,0-1,1 0,0 0,0 0,1 0,1 0,-1-1,1 1,0-2,1 1,0 0,0-1,3 2,10 3,2 0,0-1,0-2,0 0,1-1,1-1,-1-1,1-1,0-1,0-1,1-1,-1-1,1-1,-1-1,21-4,8 0,0-2,-1-3,18-6,24-11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2.3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119 176,'-13'22,"0"-1,1 2,2 0,0 0,2 0,0 1,1 1,2-1,-1 12,-13 225,17-45,-1-197,1-25,2-35,9-48,4 0,4 1,14-35,-18 69,2 1,2 0,3 2,2 0,2 1,2 1,6-4,-30 49,0-1,1 1,-1 0,1 1,-1-1,1 0,0 1,0 0,1-1,-1 1,1 0,-1 1,1-1,0 1,0 0,0 0,1 0,-1 0,0 1,1-1,-1 1,1 0,-1 1,1-1,-1 1,1 0,0 0,-1 0,1 1,-1-1,1 1,-1 0,1 1,2 0,3 8,1 0,-2 0,1 1,-1 1,-1 0,0 0,-1 0,0 1,-1 0,0 0,-1 1,0 0,-2-1,1 2,-1 5,-1-15,0 0,-1 0,0 0,0 0,-1 0,1 0,-1 0,0 1,0-1,-1 0,1 0,-1 0,0 0,-1 0,1 0,-1 0,0 0,0-1,-1 1,1 0,-1-1,0 0,0 0,-1 0,1 0,-1 0,0-1,-2 3,-9 0,1 0,-1 0,0-2,0 0,0 0,0-1,-1-1,0-1,1 0,-1-1,0-1,1 0,-12-3,-11 2,36 1,1 1,-1-1,0 1,1 0,-1 0,0 0,0 0,1 0,-1 0,0 0,1 0,-1 1,0-1,1 1,-1-1,0 1,1 0,-1-1,1 1,-1 0,1 0,-1 0,1 0,0 1,0-1,-1 0,1 0,0 1,0-1,0 1,0-1,1 1,-1-1,0 1,1-1,-1 1,1 0,-1-1,1 1,0 1,1 9,1-1,1 0,0 0,0 0,1 0,1-1,-1 1,2-1,0 0,0-1,0 1,1-1,1-1,0 1,0-1,0 0,1-1,9 6,12 9,0-1,1-2,1-1,1-2,0-1,1-1,0-2,1-2,3 0,42 7,1-4,0-3,41-1,-8-6,-22-5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4.1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84 0,'-2'14,"-4"12,-2 8,-1 7,0 2,-2 0,0-2,0-6,3-13,3-18,2-9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9.3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267 206,'-72'147,"51"-96,-25 53,-3-3,-30 40,129-258,-34 70,-1 0,-3-2,-2 1,2-31,-12 63,1 0,1 0,0 0,1 0,1 1,1-1,0 1,0 0,2 0,0 1,1-1,0 2,1-1,0 1,10-9,-4 9,2 1,-1 0,2 1,-1 1,1 1,1 0,0 2,0 0,1 1,-1 1,1 0,0 2,0 0,1 2,9 0,-25 0,-1 1,1-1,-1 1,1 0,-1 1,1-1,0 1,-1 0,0 0,1 0,-1 1,0-1,1 1,-1 0,0 0,0 1,0-1,-1 1,1 0,-1 0,1 0,-1 0,0 1,0-1,-1 1,1 0,-1 0,1 0,-1 0,-1 0,1 0,0 1,-1-1,0 0,0 1,0 4,-2-3,1 0,-1 0,-1-1,1 1,-1 0,0-1,-1 1,1-1,-1 0,0 0,0 0,-1 0,0 0,1-1,-1 1,-1-1,1 0,-3 1,-92 59,89-59,-29 16,-1-2,-1-2,0-2,-1-2,-1-2,-4 0,47-12,-1 1,0 0,0 0,0-1,0 1,0 0,0 0,0 0,0 0,0 0,0 0,0 0,0 0,0 1,0-1,1 0,-1 1,0-1,0 0,0 1,0-1,0 1,1-1,-1 1,0 0,0-1,1 1,-1 0,0-1,1 1,-1 0,1 0,-1 0,1-1,0 1,-1 0,1 0,0 0,-1 0,1 0,0 0,0 0,0 0,0 0,0 0,0 0,0-1,0 1,0 0,0 0,1 0,-1 0,0 0,1 0,-1 0,0 0,1-1,-1 1,1 0,0 0,-1 0,1-1,0 1,-1 0,1-1,27 31,2-2,1-1,30 21,-25-21,-13-9,1-1,1 0,0-2,14 5,-31-17,0 0,1-1,-1 0,1-1,-1 1,1-2,0 1,0-1,0-1,0 1,0-1,-1-1,1 0,0 0,0-1,0 0,2-1,16-9,-4-1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19.8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0,'-63'173,"53"-141,1 1,1-1,1 1,2 0,2 1,1-1,1 5,1-33,0 0,1 0,-1 0,1 0,0 0,0 0,0 0,1 0,-1-1,1 1,1 0,-1-1,1 1,-1-1,1 0,0 0,1 0,-1 0,1-1,0 1,-1-1,2 0,-1 0,0 0,0-1,1 0,0 1,-1-2,1 1,0 0,0-1,0 0,0 0,1 0,9-1,0 0,0 0,0-1,0-1,-1-1,1 0,0-1,-1 0,0-1,0-1,0 0,6-5,7-5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20.1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1 110,'0'7,"9"2,17-4,19-9,14-8,10-6,2-5,-4-3,-11 0,-15 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20.4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0 190,'24'-11,"18"-9,15-6,11-3,10 2,4 0,-6 0,-15 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4.2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6,'5'-4,"1"2,0 9,-2 13,2 14,-1 14,-1 11,-3 11,-14 9,-23 5,-31 5,-4-13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6.0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 1,'-14'18,"-4"19,0 13,4 11,4 11,6 10,6 6,3 5,0 3,-1 2,0-17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6.3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1 304,'1'-200,"-2"196,1 0,-1 0,1 1,0-1,1 0,-1 0,1 0,0 0,-1 0,2 0,-1 0,0 1,1-1,0 1,0-1,0 1,0-1,0 1,1 0,-1 0,1 0,0 1,0-1,0 1,0-1,1 1,-1 0,1 0,-1 0,1 1,-1-1,1 1,1 0,11 0,0 2,0-1,0 2,0 0,0 1,0 1,0 0,-1 1,0 1,0 1,8 4,-9-6,-1 1,0 0,-1 1,0 1,0 0,0 0,-1 1,0 1,-1-1,0 2,-1 0,0 0,0 1,-7-9,-1 1,1-1,-1 1,0 0,0-1,-1 1,1 0,-1 0,0 0,0-1,0 1,0 0,-1 0,1 0,-1-1,0 1,0 0,0-1,-1 1,1-1,-1 1,0-1,0 0,0 1,-1-1,1 0,-1-1,1 1,-3 2,-6 5,-1-1,0 0,0 0,-1-1,0-1,0 0,-1 0,-124 32,120-34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6.8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0 605,'19'-21,"0"-1,-1-1,-2 0,0-1,-2 0,-1-2,0 1,-2-2,-1 1,-2-1,0-1,-2 0,1-9,-4-168,-4 204,1 0,0-1,0 1,0-1,0 1,0-1,0 1,1 0,-1-1,0 1,1 0,-1-1,1 1,-1 0,1-1,0 1,-1 0,1 0,0 0,0 0,0-1,0 1,0 1,0-1,0 0,0 0,1 0,-1 0,0 1,0-1,1 1,-1-1,0 1,1-1,-1 1,1 0,-1 0,0 0,1-1,-1 1,1 1,-1-1,0 0,1 0,-1 0,1 1,-1-1,0 1,1-1,-1 1,0-1,0 1,288 69,-189-23,-97-45,0 0,0 0,0 1,-1-1,1 1,-1 0,0 0,1 0,-1 0,-1 0,1 0,0 1,-1-1,1 1,-1-1,0 1,-1-1,1 1,0 0,-1-1,0 1,0 0,0-1,0 1,-1 0,1-1,-1 1,0 1,-5 9,1 0,-2-1,0 0,0 0,-1 0,-1-1,-6 6,7-8,-1 1,2 0,-1 1,1 0,1 0,0 0,1 1,0 0,0 3,5-14,-1 0,1 1,0-1,0 1,0-1,0 1,0-1,1 1,-1-1,1 1,-1-1,1 0,0 1,0-1,0 0,0 0,0 1,1-1,-1 0,1 0,-1-1,1 1,0 0,-1 0,1-1,0 1,0-1,0 1,1-1,-1 0,0 0,0 0,1 0,-1-1,0 1,1 0,-1-1,2 0,98 6,-44-12,-3-4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7.2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420 155,'-5'-8,"-1"-1,0 1,0 0,-1 1,0 0,0 0,-1 0,0 1,0 0,0 0,-1 1,0 0,0 1,0 0,-1 0,1 1,-1 0,0 1,0 0,0 1,0 0,0 0,0 1,0 0,0 1,0 0,0 1,0 0,0 0,0 1,1 0,-1 1,1 0,0 1,0 0,1 0,-1 0,1 1,0 1,1 0,0 0,0 0,0 1,3-4,0 0,0 1,0 0,1 0,0 0,0 0,0 1,1-1,-1 1,1-1,1 1,-1 0,1 0,0 0,0-1,1 1,0 0,0 0,0 0,1 0,0 0,0 0,0 0,1 0,0 0,0-1,0 1,1-1,-1 0,2 0,-1 0,0 0,1 0,0 0,0-1,4 3,-3-4,0 0,1-1,-1 1,1-1,0-1,-1 1,1-1,0 0,0 0,0-1,0 1,0-1,0-1,0 1,0-1,0 0,0-1,0 1,-1-1,1 0,-1 0,1-1,3-2,7-4,-1-1,0 0,-1-1,0-1,-1 0,0-1,4-5,-5 3,0 0,-1-1,-1 0,0-1,-1 0,-1 0,-1-1,0 0,-1-1,-1 1,-1-1,0-6,-7 42,0 0,1 0,0 0,2 0,0 0,1 0,0 1,1-1,2 0,-1-1,2 1,0-1,1 1,1-1,6 10,21 13,2-9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7.8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223 825,'-8'-1,"-1"0,0 1,1 1,-1-1,1 2,-1-1,1 1,0 0,-1 0,1 1,0 1,0-1,1 1,-1 0,1 1,0 0,0 0,0 0,1 1,0 0,0 1,0-1,1 1,0 0,-2 5,3-6,0-1,1 1,0 1,0-1,0 0,1 1,0-1,1 1,-1 0,1-1,0 1,1 0,0 0,0 0,0-1,1 1,0 0,0 0,1-1,-1 1,2 0,-1-1,1 0,0 0,0 0,0 0,1 0,0 0,0-1,1 0,4 5,0-3,0 0,1-1,-1 0,1 0,0-1,0 0,1-1,-1 0,1-1,0 0,0-1,0 0,1 0,-1-1,0-1,9-1,1 0,-1-1,1-1,-1-1,0 0,0-2,0 0,-1-2,15-7,-8 1,-2-1,0 0,0-2,-2-1,0-1,-1-1,-1-1,-1 0,-1-2,0 0,-2-1,-1 0,-1-1,-1-1,-2-1,0 1,1-11,11-55,-4-1,-5-1,-3 0,-3-69,-8-2,-8 120,8 46,0 0,-1-1,1 1,0-1,0 1,0-1,0 1,-1-1,1 1,0-1,0 1,-1-1,1 1,-1-1,1 1,0-1,-1 0,1 1,-1-1,1 0,-1 1,1-1,0 0,-1 0,0 1,1-1,-1 0,1 0,-1 0,1 0,-1 0,1 0,-1 0,1 0,-1 0,0 0,1 0,-1 0,1 0,-1 0,1 0,-1 0,1-1,-1 1,1 0,-1 0,1-1,-1 1,1 0,-1-1,1 1,0-1,-1 1,1 0,-1-1,1 1,0-1,0 1,-1-1,1 1,0-1,0 1,-1-1,1 1,0-1,-7 20,0 0,2 0,0 1,1 0,1 0,1 0,0 10,1-13,-9 112,6 1,6 0,15 92,-14-187,2 0,1 0,2 0,1-1,2-1,1 0,13 23,-23-51,0 0,0 0,1-1,0 0,0 1,0-1,1 0,-1 0,1-1,0 1,0-1,0 0,0 0,1 0,-1 0,1-1,0 0,0 0,-1 0,1-1,1 1,-1-1,0 0,0-1,0 1,0-1,1 0,-1 0,0-1,1 0,11-5,-1-2,-1 0,1-1,-2 0,1-1,-1-1,-1 0,0-1,0 0,-1-1,5-8,101-124,-118 145,1 0,0-1,-1 1,1 0,0 0,-1-1,1 1,0 0,0 0,-1 0,1 0,0 0,0 0,-1 0,1 0,0 1,0-1,-1 0,1 0,0 1,-1-1,1 0,0 1,-1-1,1 0,-1 1,1-1,0 1,-1-1,1 1,-1-1,0 1,1 0,-1-1,1 1,-1-1,0 1,1 0,-1 0,0-1,0 1,1 0,-1-1,0 1,0 0,0 0,0-1,0 1,0 0,0 0,0-1,-1 1,1 0,0-1,0 1,-1 0,1-1,0 1,-1 0,1-1,0 1,-1 0,1-1,0 1,-2 75,0-64,0 1,1 0,1 1,0-1,0 0,1 0,1 0,0 0,1-1,1 1,-1 0,2-1,0 0,0 0,2-1,-1 1,3 2,-3-9,0-1,0 0,0 0,0-1,0 0,1 0,-1 0,1-1,0 0,0 0,0-1,0 1,0-2,0 1,0-1,0 0,0 0,0-1,0 0,0 0,0-1,0 0,0 0,-1-1,1 0,-1 0,1 0,-1-1,0 0,1-1,32-22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8.1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 25,'-11'-2,"-7"-3,-4-4,1 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8.4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28,'23'-5,"25"-1,24 0,23 2,23 0,21 2,8 1,3 5,-23 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8.6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443 113,'-30'-18,"-121"-57,140 71,1 0,-1 1,0 0,0 1,0 0,0 1,0 1,-1-1,1 2,0-1,0 2,0-1,-7 3,12-2,0 1,0-1,1 1,-1 1,1-1,-1 1,1-1,0 2,1-1,-1 0,1 1,0 0,0 0,0 0,1 1,-1-1,1 1,1 0,-1 0,1 0,0 0,0 0,1 0,0 0,0 1,0-1,1 1,0-1,0 0,1 1,-1-1,2 0,-1 1,0-1,1 0,1 0,-1 0,1 0,2 4,2 1,0 0,0-1,1 0,0 0,1-1,0 0,0-1,1 0,0 0,1-1,-1 0,1-1,1 0,3 1,16 6,1-2,1-1,0-1,29 4,22-2,1-4,1-3,-1-4,33-6,28-5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39.4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427 836,'-11'-7,"0"1,-1 1,1 0,-1 0,0 2,0-1,-1 1,1 1,0 0,-1 1,0 1,1-1,-1 2,1 0,-1 0,1 2,-1-1,1 1,0 1,0 0,0 1,1 0,0 1,0 0,0 1,0 0,1 1,-7 6,8-3,1-1,0 1,1 0,0 1,1 0,0 0,1 0,0 0,1 1,0 0,1 0,1 1,1-8,0 1,0 0,1 0,0-1,0 1,0 0,1 0,0-1,1 1,-1-1,1 1,1-1,-1 1,1-1,0 0,0 0,1-1,0 1,0-1,0 1,1-1,-1-1,1 1,3 2,-3-4,1 1,-1-1,1 0,0-1,0 1,0-1,0 0,0-1,0 1,1-1,-1-1,0 1,1-1,-1 0,0 0,1-1,-1 0,0 0,1 0,-1-1,0 0,0 0,0-1,10-4,-1 0,-1-1,0-1,0 0,0-1,-1 0,-1-1,5-6,2-5,-1 0,0-1,-2-1,-1 0,-1-1,-1-1,-1 0,-1-1,-1 0,-2-1,1-7,11-62,-5 0,1-65,-8 80,25-217,-28 250,-10 39,-4 32,8-21,-30 88,4 1,4 2,4 0,4 1,2 27,10-87,1-1,2 1,2-1,1 0,1 1,2-1,7 23,-10-43,1-1,1 1,-1-1,2 0,0 0,0 0,1-1,0 0,1-1,0 1,1-1,0-1,0 0,1 0,0-1,0 0,0-1,1 0,0 0,1-1,7 2,-6-3,0-2,0 1,0-2,0 1,0-2,0 0,0 0,0-1,1-1,-2 0,1-1,0-1,-1 0,1 0,-1-1,0-1,0 0,-1 0,0-1,0-1,-1 0,0 0,6-7,-4 4,-1-1,0 1,-1-2,-1 0,0 0,0-1,-1 1,-1-2,0 1,-1-1,-1 0,0-1,-1 1,-1-1,0 0,-2 0,1 0,-2 0,0-3,-24-47,23 65,0-1,0 1,0 0,0 0,0-1,0 1,-1 0,1 0,-1 0,1 1,-1-1,1 0,-1 0,1 1,-1-1,1 1,-1-1,0 1,1 0,-1 0,0 0,1 0,-1 0,0 0,0 0,1 0,-1 1,0-1,1 1,-1-1,1 1,-1-1,1 1,-1 0,1 0,-1 0,1 0,-2 1,-5 7,1-1,-1 2,1-1,1 1,0 0,0 0,1 1,0-1,1 1,0 0,1 1,0-1,1 0,0 1,1 0,0-1,1 1,0 0,1 1,0 1,1 0,0 0,1 0,0-1,1 1,1-1,0 0,1 0,1 0,0-1,0 0,1 0,0-1,1 0,1-1,0 0,5 5,5 2,2-1,-1-1,2-1,0 0,0-2,2-1,-1 0,21 4,38 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40.1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0,'5'21,"1"21,2 19,2 18,0 10,-3 6,-2-2,1-5,-1-10,-2-15,-1-16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40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85,'18'-11,"0"0,1 1,0 1,1 0,0 2,0 0,0 2,1 0,0 1,0 1,0 1,0 1,0 0,6 2,-3 0,0 1,0 1,-1 1,1 0,-1 2,15 6,-28-8,-1 0,1 0,-1 1,0 0,0 0,0 1,-1 0,1 1,-2 0,1 0,-1 1,0 0,0 0,-1 0,-1 1,2 3,-5-8,0 1,0 0,0 0,-1 0,0 0,0 1,0-1,-1 0,0 0,0 1,0-1,-1 0,1 0,-1 0,-1 0,1 1,-1-1,0-1,0 1,0 0,0 0,-1-1,0 1,0-1,0 0,-1 0,1 0,-4 2,-7 7,-1 0,0-1,0-1,-1-1,0 0,-1-1,-8 2,-29 10,-1-3,-2-3,1-2,-1-2,-1-3,0-2,-31-3,9 6,78-9,1 0,0 1,0-1,0 0,-1 1,1 0,0-1,0 1,0-1,0 1,0 0,0 0,0 0,0-1,0 1,1 0,-1 0,0 0,0 0,1 1,-1-1,1 0,-1 0,1 0,-1 0,1 1,0-1,0 0,0 0,-1 1,1-1,0 0,0 0,1 1,-1-1,0 0,0 0,1 1,-1-1,0 0,1 1,27 49,-3-19,1-1,1-1,2-1,0-2,2-1,1-1,1-2,1-1,1-2,1-1,29 10,-9-7,2-2,0-3,1-2,0-3,1-3,0-2,31-1,-76-5,0 0,0-1,-1 0,1-1,0 0,0-2,-1 0,1 0,-1-1,0-1,0 0,0-1,-1-1,0 0,1-1,10-16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41.0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1,'21'87,"-4"0,1 34,-14-76,-2 1,-2-1,-2 0,-2 0,-9 37,11-74,0-1,1 1,0-1,0 1,1 0,-1 0,2-1,-1 1,1 0,0 0,1-1,0 1,0-1,0 0,1 1,0-1,1 0,0-1,0 1,0 0,10 4,1 0,0-1,1 0,0-2,1 1,-1-2,1 0,1-2,-1 1,1-2,0 0,0-2,1 0,9 0,2 2,0 0,0-3,-1 0,1-2,0-1,20-4,-48 6,0-1,-1 1,1-1,0 1,0-1,-1 0,1 1,-1-1,1 0,-1 0,1 0,-1 0,1 0,-1-1,0 1,0 0,0-1,0 1,0-1,0 1,0-1,0 1,0-1,-1 0,1 1,0-1,-1 0,0 0,1 1,-1-1,0 0,0 0,2-8,1 4,-1 0,1 0,0 1,0 0,0-1,1 1,-1 0,1 1,1-1,-1 1,1 0,-1 0,1 0,0 0,2 0,8-6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41.3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98,'13'0,"20"0,22-4,20-5,14-5,8-2,-1 1,-10 1,-17 3,-23 4,-26 2,-16 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39:41.5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0 247,'16'-16,"20"-8,19-5,22-1,20-1,18 0,10 4,-1 3,-11 4,-25 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0:50.0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1,'2'19,"4"15,0 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18.3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639 0,'-17'12,"-14"13,-9 11,-7 9,-4 7,-4 5,-1 3,-1 2,3 3,3-1,4-1,5-8,4-8,8-12,8-12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18.6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1,'12'21,"15"16,17 11,17 7,17 0,14-1,7-1,1 0,-5 2,-11 1,-14 1,-18-10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19.3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829 0,'-16'9,"-13"13,-12 14,-11 14,-12 14,-7 11,-9 10,-4 6,-2 4,2 0,8-4,12-12,16-16,15-19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19.6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1,'16'16,"20"15,22 12,19 9,18 8,9 8,3 6,-5 2,-8 2,-14 2,-19-13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20.1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874 0,'-16'5,"-15"8,-19 14,-16 14,-16 15,-15 16,-7 11,0 8,6 3,13-2,18-6,21-12,18-17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20.4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0,'4'17,"12"16,13 12,22 11,22 6,20 3,17 1,9 2,0 5,-9 6,-13 5,-16 0,-22-12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20.8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814 1,'-14'16,"-16"15,-17 18,-14 15,-11 13,-10 9,-4 7,1-2,5-1,7-8,9-7,13-11,11-10,11-16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21.1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0,'12'21,"17"16,21 16,19 10,20 7,13 4,10 2,-14-12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32.3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42,'-5'0,"1"-2,4-2,3 1,7-2,6 1,5 0,3 1,2-1,2-1,1 2,-1 1,1 0,-3 1,-6 3,-6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32.6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2,'-5'7,"4"2,6 0,6-2,7-4,7-5,4-3,4-2,1 0,-1 1,-1 2,-3 1,-3 1,-3 1,-6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28T13:41:33.1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96,'-7'16,"-4"9,1 1,2 1,0 0,1 0,2 0,1 1,1 0,1 3,3-25,-1 0,1 0,0-1,1 1,-1 0,1 0,0-1,1 1,-1-1,1 0,0 1,0-1,1 0,-1-1,1 1,0-1,1 0,-1 0,1 0,0 0,0-1,0 0,0 0,0 0,1-1,-1 1,1-1,4 0,-1 1,0-1,0-1,0 0,0 0,0 0,0-1,0-1,0 0,0 0,0 0,-1-1,1-1,0 1,-1-1,1-1,-1 0,0 0,7-5,-3 1,-1-1,0-1,-1 1,0-2,-1 1,0-1,0-1,-1 1,-1-1,0-1,0 0,-1 0,-1 0,-1 0,1-1,-2 0,0 0,-1 0,0 0,-1 0,-1 0,0-1,-1 1,-1-9,-1 15,0-1,-1 1,1 0,-2 1,1-1,-1 1,0 0,0 0,-1 0,0 1,0 0,-1 0,0 1,0-1,0 1,0 1,-1 0,0 0,0 0,0 1,0 0,0 0,-1 1,1 1,-1-1,0 1,1 0,-1 1,0 0,0 1,1 0,-1 0,1 1,-1 0,1 0,-1 1,1 0,0 0,0 1,1 0,-1 1,1-1,0 2,-2 1,-35 48,9 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4:53.7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244 69,'-16'-68,"16"68,0 0,0 0,0 1,0-1,0 0,0 0,0 0,0 0,-1 1,1-1,0 0,0 0,0 0,0 0,0 0,-1 1,1-1,0 0,0 0,0 0,0 0,-1 0,1 0,0 0,0 0,0 0,-1 0,1 0,0 1,0-1,0 0,-1 0,1 0,0-1,0 1,0 0,-1 0,1 0,0 0,0 0,0 0,-1 0,1 0,0 0,0 0,0 0,0-1,-1 1,1 0,0 0,0 0,0 0,0-1,0 1,0 0,-1 0,1 0,0-1,-4 25,4-20,-51 303,47-287,0-1,1 1,1 0,1 0,1-1,0 1,2 0,0 0,1 0,3 5,-4-21,0 1,0-1,0 0,1 0,0 1,0-2,0 1,0 0,0-1,1 1,0-1,-1 0,1 0,1-1,-1 1,0-1,1 0,-1 0,1 0,-1 0,1-1,0 0,0 0,-1 0,1-1,0 0,0 0,0 0,0 0,0-1,0 0,-1 0,1 0,0 0,-1-1,1 0,-1 0,1 0,3-2,33-25,-24 15</inkml:trace>
  <inkml:trace contextRef="#ctx0" brushRef="#br0" timeOffset="331.626">3 309,'-2'-7,"1"-2,3-2,7 1,7 0,9 2,6-1,5 2,4 2,1 1,-2 3,-3 2,-2 4,-6 4,-7 0</inkml:trace>
  <inkml:trace contextRef="#ctx0" brushRef="#br0" timeOffset="733.064">391 537,'-1'5,"1"0,-1 0,1 0,0 0,0 0,1 0,0 0,0 0,0-1,0 1,1 0,-1 0,1-1,0 1,1-1,-1 1,1-1,0 0,0 0,0 0,1-1,-1 1,1-1,0 1,0-1,0-1,0 1,1 0,-1-1,1 0,-1 0,1-1,0 1,0-1,0 0,0 0,0 0,0-2,1 1,0-1,-1 0,1-1,-1 1,1-1,-1 0,0-1,1 1,-1-1,-1 0,1 0,0 0,-1-1,1 0,-1 0,0 0,-1 0,1-1,-1 1,1-1,-1 0,-1 0,1 0,-1 0,0-1,0 1,0-1,-1 1,0-1,0 1,0-1,-1 0,0 0,0 1,-1-6,1 8,-1-1,1 1,-1 0,0 0,0 0,0 0,-1 1,1-1,-1 0,1 0,-1 1,0-1,0 1,0-1,0 1,0 0,-1 0,1 0,-1 0,1 0,-1 1,0-1,0 1,0 0,1 0,-1 0,0 0,-1 0,1 0,0 1,0 0,-2-1,-3 1,1 0,0 0,0 1,0-1,0 2,0-1,0 1,0 0,1 0,-1 1,1 0,-1 0,1 1,-1 0,-1 3,0 0,1 1,-1-1,2 1,-1 1,1-1,1 1,-1 0,2 1,-1-1,1 1,1 0,-1 0,2 0,-2 9,-4 22</inkml:trace>
  <inkml:trace contextRef="#ctx0" brushRef="#br0" timeOffset="3232.416">752 483,'-3'3,"1"-1,0 1,0 0,0 0,0-1,0 2,1-1,0 0,-1 0,1 0,0 1,0-1,1 0,-1 1,1-1,-1 1,1-1,0 1,1-1,-2 2,-3 285,5-176,-1-97,0 6,1-28,12-258,-13-61,-3 300,3 25,0-1,1 0,-1 1,0-1,0 0,0 1,0-1,0 0,0 1,0-1,0 0,0 1,0-1,0 0,0 1,0-1,0 0,0 1,0-1,0 0,0 1,0-1,-1 0,1 1,0-1,0 0,0 0,-1 1,1-1,0 0,0 0,-1 1,1-1,0 0,0 0,-1 0,1 1,0-1,-1 0,1 0,0 0,-1 0,1 0,0 0,-1 0,1 0,0 0,-1 0,1 0,0 0,-1 0,1 0,0 0,-1 0,1 0,0 0,-1 0,1 0,0 0,-1-1,1 1,0 0,0 0,-1 0,1-1,0 1,0 0,-1 0,1-1,0 1,-6 24,0-1,2 2,1-1,0 0,2 24,1-29,-3 53,3 1,3 0,4 0,5 11,-1-49,-4-48,-7-230,-24-86,21 389,4 443,8-599,-3-303,-6 860,2-421,13-65,-1-41,-4-1,-2 0,-2-56,-2 42,3-44,-35 564,15-219,31-523,3 38,-20 257,-2 21,-2 11,-25 200,7 60,22-237,13-79,8-273,-20 263,23-196,-19 217,0 40,-15 506,9-1136,-2 562,-1 58,-7 70,3-1,3 1,4 2,0-23,5 130,3-175,-1-32,0-207,-9 162,-6 53,-3 26,-1 12,-1 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5:02.0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7 121,'2'3,"-1"0,0-1,1 1,0-1,-1 0,1 1,0-1,0 0,0 0,0 0,1 0,-1-1,1 1,-1-1,1 1,-1-1,1 0,0 0,-1 0,1 0,0 0,0-1,0 1,0-1,1 0,10 4,81 4,-37-8,22 14,41 0,190-15,-181 15,496-15,-626 1</inkml:trace>
  <inkml:trace contextRef="#ctx0" brushRef="#br0" timeOffset="862.384">1304 68,'0'0,"1"0,-1 0,0 1,1-1,-1 0,0 0,0 1,1-1,-1 0,0 0,0 1,1-1,-1 0,0 1,0-1,0 0,0 1,1-1,-1 1,0-1,0 0,0 1,0-1,0 0,0 1,0-1,0 1,0-1,0 0,0 1,-1-1,1 0,0 1,0-1,0 1,0-1,0 0,-1 1,1-1,0 0,0 0,-1 1,1-1,0 0,0 1,-1-1,1 0,0 0,-1 0,1 1,0-1,-1 0,1 0,-1 0,1 0,0 0,-1 0,1 0,0 0,-1 0,1 0,28 21,16 2,-31-17,0 0,-1 1,1 0,-2 1,1 0,-1 1,0 0,-1 1,0 0,7 10,-16-19,0 1,0-1,0 0,-1 0,1 1,0-1,-1 0,1 1,-1-1,1 1,-1-1,0 0,0 1,0-1,0 1,0-1,0 1,0-1,0 1,0-1,-1 1,1-1,-1 0,1 1,-1-1,1 0,-1 1,0-1,0 0,0 0,1 0,-1 1,0-1,0 0,-1 0,1 0,0-1,0 1,0 0,-1 0,1-1,0 1,-1-1,1 1,-70 20,62-20,-26 6,0 1,1 1,0 2,-16 8,50-18,-1 0,1-1,0 1,-1-1,1 1,0-1,-1 1,1-1,-1 1,1-1,-1 1,1-1,-1 1,1-1,-1 0,0 1,1-1,-1 0,0 0,1 1,-1-1,0 0,1 0,-1 0,0 0,1 0,-1 0,0 0,1 0,-1 0,0 0,1 0,-1 0,0-1,1 1,-1 0,1 0,-1-1,0 1,1 0,-1-1,1 1,-1-1,1 1,-1 0,1-1,-1 0,1 1,-1-1,1 1,0-1,-1 1,1-1,0 0,0 1,-1-1,1 0,0 1,0-1,0 0,0 1,0-1,0 0,0 1,0-1,0 0,0 0,12-35,-2-1,-2 0,-2 0,-1-1,0-28,-19 80,6-5</inkml:trace>
  <inkml:trace contextRef="#ctx0" brushRef="#br0" timeOffset="2228.093">261 0,'-34'17,"-185"93,219-110,1 1,-1-1,1 0,-1 0,0 1,1-1,-1 0,1 1,-1-1,0 1,1-1,-1 0,0 1,1-1,-1 1,0-1,0 1,1-1,-1 1,0-1,0 1,0-1,0 1,0-1,0 1,0-1,0 1,0 0,0-1,0 1,0-1,0 1,0-1,0 1,0-1,-1 1,1-1,0 1,0-1,-1 1,1-1,0 1,-1-1,1 0,0 1,-1-1,1 0,-1 1,1-1,-1 0,1 1,-1-1,1 0,-1 0,1 1,-1-1,1 0,-1 0,1 0,-1 0,1 0,-1 0,1 0,-1 0,1 0,-1 0,235 109,-233-108,0-1,0 1,0-1,0 1,0-1,0 1,0-1,0 0,0 1,0-1,0 0,0 0,0 0,1 0,-1 0,0 0,0 0,0 0,0 0,0 0,0-1,0 1,0 0,0-1,0 1,0-1,0 0,0 1,0-1,0 1,0-1,0 0,-1 0,1 0,0 1,-1-1,1 0,0 0,-1 0,1 0,-1 0,1 0,-1 0,0 0,1 0,-1 0,0-1,0 1,0-1,-2-181,-3 135,3 48,1 0,0-1,0 1,0 0,0 0,-1 0,1 0,0 0,0 0,0 0,0 0,-1 0,1 1,0-1,0 1,0-1,0 0,0 1,0 0,0-1,0 1,0 0,0-1,0 1,0 0,0 0,1 0,-1 0,0 0,-4 3,-168 106,145-97,6-6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5:14.6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28 536,'-24'35,"20"-63,4-78,5-1,4 1,16-63,-1 115,13 71,-16-10,0-2,0 0,1-1,0-2,0 0,-1-1,1-1,8-2,13 1,491 0,-820 33,-130-23,353-9,59 0,0 1,0 0,0 0,1 0,-1 1,1-1,-1 1,1 0,-1 0,1 0,0 1,0-1,0 1,0-1,1 1,-1 0,1 0,-1 0,1 0,0 1,0-1,1 1,-1-1,1 1,-1 0,1-1,0 1,1 0,-1 0,1 0,-1 0,1-1,0 1,1 0,-1 0,1 0,0 0,-1 0,-12 385,12-381,1-4,-1 1,0-1,0 1,0-1,0 1,-1-1,0 1,0-1,0 1,0-1,-1 0,1 0,-1 0,-1 0,1 0,-1 2,-5-1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5:17.4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361 8,'5'-8,"0"25,-1 47,-4-1,-2 1,-8 38,-3 73,25-84,-10-88,-1 0,0 0,1 0,0 0,-1 0,1-1,0 1,1-1,-1 1,0-1,1 0,-1 0,1 0,0 0,-1 0,1-1,0 1,0-1,0 0,0 0,1 0,-1 0,0 0,0-1,1 1,0-1,7-1,0 1,0-2,0 0,-1 0,1-1,-1 0,0-1,1 0,-2-1,1 0,0 0,-1-1,0 0,-1-1,7-5,-3-1</inkml:trace>
  <inkml:trace contextRef="#ctx0" brushRef="#br0" timeOffset="263.89">0 423,'12'-3,"12"1,12-1,10 0,10-1,6 0,3-2,4 1,-3 0,-4 2,-9 1,-13 1</inkml:trace>
  <inkml:trace contextRef="#ctx0" brushRef="#br0" timeOffset="549.128">749 516,'86'-124,"-56"90,-29 35,1-1,-1 1,0-1,0 1,0 0,1 0,-1-1,0 1,0 0,0 0,0 0,-1 0,1 0,0 0,0 1,-1-1,1 0,0 0,-1 0,1 1,-1-1,0 0,1 1,-1-1,0 0,0 1,0-1,0 0,0 1,0-1,0 0,0 1,-1-1,1 0,-1 1,1-1,-4 127,1-89,2 1,1-1,5 34,5-23,0-8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9:10.9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4495 1,'-29'0,"5"-1,0 1,0 2,1 0,-1 1,-11 4,0 2,0-2,-1-2,0-1,0-1,-20-2,-637-2,452 14,-134-13,106 28,-780-29,725 15,257-12,0 3,1 3,0 3,0 3,1 2,-8 6,-260 88,303-101,0 2,1 1,1 2,0 0,-5 6,-70 80,98-95,1-1,0 1,1-1,-1 1,1 0,0 1,0-1,1 0,-1 1,1-1,1 1,-1 0,1 0,0 0,0 0,0 0,1 0,0 0,0 0,1 0,0-1,1 6,1 3,1 1,1-1,0 0,1 0,1-1,0 0,1 0,4 6,-4-6,0-1,1 0,0 0,1-1,0 0,1-1,0 0,1-1,0 0,10 6,-8-9,16 11,0-2,2-2,0 0,0-2,1-2,0-1,17 1,164 31,-154-26,1-3,0-2,15-1,442-8,-141 14,-40-28,-32-9,-5 5,-23 11,22 0,-185 9,-70 0,0 3,-1 2,1 1,-2 3,8 3,130 28,-94-31,129 26,-108-11,-8-2,71-11,-158-13,25 1,0-1,0-2,0-2,-1-1,30-9,-31 5,-24 7,-1 0,1 0,0-1,-1 0,1-1,-1 0,0-1,-1 0,1-1,-1 0,0 0,0-1,-1 0,0 0,0-1,-1 0,1 0,-2-1,0 0,0-1,6-17,-1 0,-2-1,-1-1,-1 0,-1 0,-2 0,-1 0,-1-1,-3-25,-3 25,-2 0,-1 1,-1 0,-2 0,-1 1,-1 0,-1 1,-2 1,-9-15,12 22,0-1,-1 2,-1 0,-1 0,0 2,-1-1,-1 2,0 1,-1 0,-6-3,-6-2,-1 1,-1 2,0 1,-1 2,-1 1,0 1,0 2,-1 2,0 0,-1 3,1 1,-1 2,0 1,1 2,-15 3,-45 14,1 4,1 4,-11 9,62-22,-120 41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9:15.3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6050 64,'-28'13,"-16"1,-1-1,0-3,0-1,-1-2,0-3,0-1,-1-2,1-3,-5-2,-50 3,-433 15,143-6,308-4,-1-3,1-4,-49-10,-102-19,-214-1,301 25,-74-16,137 14,-321-10,17 7,227 11,-115 15,138-4,-203-6,268 3,0 3,0 3,-4 5,-30 5,-22-1,43-8,0 4,-47 17,90-20,0 1,2 2,0 2,1 2,1 1,1 3,-25 19,51-30,0 1,1 0,1 0,0 1,1 0,1 0,0 1,1 1,1-1,1 1,0 0,2 0,0 0,0 1,2-1,1 10,-4-9,1 1,0-1,2 1,1-1,0 1,1-1,1 1,1-1,1 0,0 0,2 0,0-1,1 1,1-2,0 1,1-1,1 0,10 11,-5-13,1-2,1 0,0-1,0 0,1-2,1 0,0-1,0-1,0-1,1 0,1-2,-1 0,0-1,1-1,0-1,0-1,0-1,6-1,587-29,529 30,-924 8,63 17,-60-4,182-9,-218-11,-135 3,-1 2,0 2,0 3,27 9,-26-8,0-4,1-1,0-2,0-3,3-2,28 2,0 4,1 3,53 15,10-2,0-6,137-4,-275-11,97 6,0 6,13 6,-107-17,189 11,-150-14,0 3,0 3,14 4,-27-2,14 4,1-2,-1-3,10-2,146 10,11-1,-174-12,-26 1,-1-2,1 0,0-1,-1-1,1-1,-1 0,16-6,-29 7,0-1,-1 1,0-1,1 0,-1 0,0-1,-1 1,1-1,-1 0,1 0,-1 0,0 0,-1-1,1 1,-1-1,0 0,0 0,0 1,0-1,-1 0,0 0,0-1,-1 1,1 0,-1 0,0 0,-1 0,1-1,-2-4,2-13,0-13,-2-1,-1 0,-2 1,-6-19,-3 8,-3 1,-1 0,-2 2,-3 0,-1 1,-27-34,-33-36,-77-78,121 145,-36-41,-4 4,-7-1,78 75,0 1,0 0,-1 0,0 1,0 0,0 1,-1 0,0 1,-1 0,1 1,-1 0,1 1,-1 0,0 1,-1 0,0 0,-62 14,3 11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9:18.7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3175 79,'-53'-12,"-22"3,-1 3,0 4,-6 3,-170-9,-106-22,314 28,-133-7,1 8,-151 19,-143 48,322-49,-93 25,188-30,2 2,0 3,0 2,2 2,0 2,-12 11,57-32,-20 11,0 1,1 0,0 2,1 1,1 1,1 0,0 2,2 0,-16 22,30-31,0 0,1 1,0-1,0 1,1 0,1 0,0 0,1 0,0 0,1 1,0-1,1-1,0 1,3 5,8 36,3-1,3 0,13 25,-24-60,0-1,1 0,1 0,0-1,1 0,1-1,0-1,1 0,0 0,1-1,1-1,0 0,0-1,16 7,8 4,-16-8,1-1,1-1,0-1,1-1,8 1,207 39,63-7,-223-34,95 7,76-7,186-37,199 30,-421 13,-2 0,106-14,-246 6,0 4,-1 3,24 10,61 5,-14-21,81-2,-206-7,-1-1,0 0,0-2,0 0,0-1,-1-1,0 0,0-1,-1-1,0-1,9-7,-7 3,0-1,-1 0,0-1,-1-1,-1 0,-1-1,-1-1,0 0,-1 0,-2-2,0 1,0-1,-2-1,-1 0,-1 0,-1 0,0-1,-2 1,-1-1,0-8,-1 9,-1-1,-1 1,-1-1,-1 1,0 0,-2 0,-1 0,-1 0,-7-16,1 5,-2 2,0-1,-3 2,0 0,-2 1,-1 2,-1-1,-1 2,-21-17,29 34,1 0,-2 2,1-1,-1 2,0 0,0 1,0 1,-1 0,1 1,-1 1,0 1,-8 0,-78-14,-76-34,104 26,-1 3,-33-2,30 13,0 2,-1 5,1 2,0 5,0 2,0 4,-73 21,21 3,6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2:58.7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1308 1393,'-223'-39,"184"40,-1 2,1 2,0 1,1 2,0 2,0 1,1 2,0 1,1 2,1 2,0 1,-1 4,0-2,0 1,2 2,0 2,1 1,2 1,1 2,2 1,0 1,3 2,0 0,3 2,0 1,3 0,1 1,1 2,-15 61,5 2,1 12,-12 51,27-127,3 0,1 0,2 1,1 0,2 0,2 0,2-1,2 1,4 17,12 44,-5 2,1 79,-15-135,-2-15,1 1,2 0,1-1,1 1,2-1,2 0,0 0,2-1,13 26,120 161,-104-163,-24-32,0-1,1-1,0 0,2-1,1 0,0-2,2 0,0-2,0 0,2-1,14 6,-7-10,0-2,0-2,1 0,0-2,0-1,0-2,1-1,-1-1,18-4,-34 3,1-1,0 0,-1-1,0-1,1 0,-2-2,1 1,0-2,-1 0,0 0,-1-2,0 1,0-2,-1 0,0 0,7-9,34-43,-2-2,-4-3,13-26,-43 65,-1 0,-2-2,0 1,-3-1,0-1,-2 0,-1-1,-2 0,-1 0,-1-7,7-166,-10 1,-12-55,9 216,-14-227,-19-61,18 220,-5 2,-4 0,-6 1,-18-36,34 105,-1 1,-2 0,-1 1,-2 1,-21-25,34 49,-1 0,0 1,-1 0,-1 0,1 1,-2 1,1 0,-1 1,0 0,-1 1,0 0,0 1,-1 1,1 0,-1 1,0 1,-5-1,-4 5,0 0,1 2,0 1,-1 0,1 2,1 0,-1 2,1 1,1 0,0 2,0 0,1 1,-13 11,-86 52</inkml:trace>
  <inkml:trace contextRef="#ctx0" brushRef="#br0" timeOffset="1332.458">1813 1,'-50'66,"2"2,-35 70,71-117,-312 562,146-261,198-361,-8 15</inkml:trace>
  <inkml:trace contextRef="#ctx0" brushRef="#br0" timeOffset="1592.012">1185 779,'-5'14,"-1"14,-2 13,0 10,-1 5,2 2,-2 1,3-5,0-7,3-10,3-8,5-9,0-11,1-11,-2-5</inkml:trace>
  <inkml:trace contextRef="#ctx0" brushRef="#br0" timeOffset="1947.724">1075 929,'2'3,"0"1,0-1,0 0,0 1,0-1,1 0,-1-1,1 1,0 0,0-1,0 1,0-1,1 0,-1 0,0 0,1 0,0-1,-1 0,1 1,0-1,0-1,-1 1,1 0,0-1,0 0,0 0,0 0,3-1,-6 1,43 4,-26-3,1 0,-1 1,1 1,-1 0,0 2,-1 0,1 1,-1 1,4 2,-17-6,0 0,0 1,-1-1,1 1,-1 0,1 0,-1 0,0 0,-1 0,1 1,-1 0,0-1,0 1,0 0,-1 0,0 0,0 0,0 0,0 0,-1 0,0 0,0 1,0-1,-1 0,1 0,-1 0,-1 0,1 0,-1 0,0 0,0-1,0 1,0-1,-1 1,0-1,0 0,0 0,0 0,-2 1,-217 215,222-219,-2-1,1 1,0 0,0 0,0 0,0 0,0 0,1 0,-1 0,0 0,0 0,1 0,-1 0,0 0,1 1,0-1,-1 0,1 0,0 1,-1-1,1 0,0 1,0-1,0 0,0 1,0-1,0 0,1 1,-1-1,0 0,1 0,-1 1,1-1,-1 0,1 0,0 1,10 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02.1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159 1080,'0'25,"0"-19,0-17,-14-56,14 65,-1 1,0-1,0 1,0-1,0 0,0 1,0-1,0 1,0 0,0-1,-1 1,1 0,-1 0,1 0,-1 0,1 0,-1 0,1 0,-1 1,0-1,0 1,1-1,-1 1,0-1,0 1,0 0,1 0,-1 0,0 0,0 0,0 0,1 1,-1-1,0 1,0-1,0 1,-5 4,1 0,-1 0,1 1,0 0,0 0,1 1,0-1,0 1,0 0,1 0,0 1,1 0,-1-1,2 1,-1 0,1 0,0 1,1-1,-1 0,1 6,-1 0,1 0,0 0,1 1,1-1,0 0,0 0,2 0,0 0,0 0,2 0,4 10,-7-18,1 0,0 0,0-1,0 1,1-1,0 0,0 0,0-1,1 1,-1-1,1 0,0 0,0-1,1 1,-1-1,1 0,0 0,-1-1,1 0,0 0,1 0,-1-1,0 0,0 0,1 0,-1-1,4 0,0-1,1 0,-1-1,0 0,0-1,0 0,-1-1,1 1,-1-2,1 1,-1-2,-1 1,1-1,-1 0,0-1,0 0,-1 0,2-3,8-9,-1-1,-1-1,-1-1,0 0,-2-1,2-7,-14 29,12-20,-7 36,-5-9,0-1,0 0,1 1,0-1,0 0,1 1,-1-1,1 0,0 0,1 0,-1 0,1-1,0 1,0-1,1 1,-1-1,1 0,0 0,0-1,0 1,0-1,1 0,-1 0,1 0,0-1,0 0,0 0,0 0,0 0,0-1,1 0,-1 0,1 0,-1-1,0 1,1-1,-1-1,2 1,-5-1,0 1,-1-1,1 0,0 1,0-1,-1 0,1 0,-1 0,1 0,0 0,-1-1,0 1,1 0,-1-1,0 1,0-1,0 1,0-1,0 0,0 1,0-1,0 0,-1 0,1 1,-1-1,1 0,-1 0,0 0,0 0,0 0,0 0,0 1,0-2,-18-60,12 56,1-1,-1 1,-1 0,0 0,0 1,0 0,0 0,-1 1,0 0,0 0,-3 0,10 4,1 1,0-1,0 1,0-1,0 1,0-1,0 0,0 1,0-1,0 1,0-1,0 1,0-1,0 1,0-1,0 1,0-1,1 1,-1-1,0 1,0 0,1-1,-1 1,0-1,1 1,-1-1,0 1,1 0,-1-1,1 1,-1 0,0 0,1-1,-1 1,1 0,-1 0,1-1,-1 1,1 0,-1 0,1 0,-1 0,1 0,-1 0,1 0,-1 0,1 0,-1 0,1 0,0 0,-1 0,1 1,-1-1,0 0,1 0,-1 0,1 1,-1-1,1 0,5-1,27-9,159-34,-188 43,-1 0,1 1,-1-1,1 1,-1 0,1 0,-1 1,1-1,-1 1,1-1,-1 1,0 0,1 0,-1 1,0-1,0 1,0-1,0 1,0 0,0 0,0 0,-1 1,1-1,-1 1,1-1,-1 1,0 0,0 0,0 0,-1 0,1 0,-1 1,0-1,1 0,-1 3,4 40,-5-40,0 0,0 0,1 1,0-1,0 0,0 0,1 0,0 0,0 0,0 0,1-1,0 1,0-1,0 1,1-1,-2-3,0-1,-1 0,1 0,0 0,0 0,0 0,-1 0,1 0,0-1,0 1,0-1,0 1,0-1,0 0,1 0,-1 0,0 0,0 0,0 0,0-1,0 1,0-1,0 1,0-1,0 0,-1 0,1 0,0 0,1 0,47-39,-40 29,-1 1,0-1,0-1,-1 0,-1 0,0 0,-1-1,0 0,-1 0,0-1,-1 1,0-1,-1 0,0-14,-13 67,9-34,1 0,0 0,0-1,1 1,-1 0,1 0,0-1,0 1,1-1,-1 1,1-1,0 1,0-1,1 0,-1 0,1 0,0 0,0-1,0 1,1-1,-1 0,1 0,0 0,0 0,0 0,0-1,0 0,0 0,1 0,-1 0,1-1,-1 0,1 0,0 0,-1 0,1-1,2 0,89-10,-50-3</inkml:trace>
  <inkml:trace contextRef="#ctx0" brushRef="#br0" timeOffset="609.939">1593 915,'-10'2,"0"0,0 1,0 0,1 0,-1 1,1 0,0 1,0 0,1 0,-1 1,1 0,0 0,1 1,-1 0,2 1,-1-1,1 1,0 0,0 1,1 0,0 0,1 0,0 0,0 1,-2 9,6-16,0 0,0 0,0 0,0 0,0 0,1 0,-1 0,1 0,0 0,0 0,0 0,0 0,0-1,1 1,-1 0,1-1,0 1,0-1,0 0,0 1,0-1,0 0,1 0,-1 0,1-1,-1 1,1-1,0 1,-1-1,1 0,0 0,0 0,0 0,0-1,0 1,0-1,0 0,0 0,0 0,0 0,0 0,0 0,0-1,2 0,8-4,0 0,-1-1,1-1,-1 0,-1 0,1-1,-1-1,-1 0,0 0,0-1,-1-1,0 1,0-1,-1-1,-1 0,0 0,2-6,4-8,-1-1,-2-1,-1 0,-1 0,-1 0,-1-1,-2 0,-1 0,-1-1,-2 1,-1 0,-1-1,-1 1,-2 0,-7-26,10 44,-1 0,0 1,0-1,-1 1,0 0,-1 0,0 1,0-1,-1 1,0 0,-1 1,0-1,-1 1,1 1,-7-5,13 11,-1 0,1 1,-1 0,1-1,-1 1,1 0,-1-1,1 1,-1 0,1 0,-1 0,1 1,-1-1,0 0,1 1,0-1,-1 0,1 1,-1 0,1-1,0 1,-1 0,1 0,0 0,0 0,-1 0,1 0,0 0,0 0,0 0,0 0,0 1,1-1,-1 0,0 1,1-1,-1 1,1-1,-21 59,17-30,1-1,1 1,2 0,1 0,1-1,2 1,0-1,2 0,2 0,0-1,2 0,1 0,2-1,10 18,-17-33,-1 0,2 0,0 0,0-1,1 0,0 0,1-1,0 0,1-1,0 0,0 0,1-1,0 0,1-1,0 0,0-1,0-1,0 0,1 0,0-1,2-1,-9-3,0 0,0-1,0 1,0-2,-1 1,1-1,0 1,0-2,-1 1,1-1,-1 1,0-1,0-1,0 1,0-1,-1 0,1 0,-1 0,0-1,0 0,-1 1,1-1,-1 0,0-1,1-2,6-11,-2-1,0 0,-1 0,-1-1,0 1,0-13,-6 128,0-91,-1 0,0 0,1 0,0 0,0 0,0 0,1 0,-1 0,1 0,0 0,0 0,0 0,1-1,-1 1,1 0,0-1,0 1,0-1,0 0,1 0,-1 0,1 0,0 0,0 0,0-1,0 1,0-1,1 0,-1 0,1 0,0 0,-1-1,1 1,0-1,0 0,0 0,0-1,0 1,3-1,17-4</inkml:trace>
  <inkml:trace contextRef="#ctx0" brushRef="#br0" timeOffset="891.186">2085 588,'0'0</inkml:trace>
  <inkml:trace contextRef="#ctx0" brushRef="#br0" timeOffset="1229.311">2344 1,'-8'27,"1"1,1 0,1 0,1 1,2-1,1 1,1 0,1-1,2 1,1-1,2 6,-5-26,1 9,5 51,2 1,3-1,4 0,2-1,20 46,18-22,-54-88,0-1,0 1,1-1,-1 0,1 0,-1 0,1 0,0 0,0-1,0 1,0-1,0 0,0 0,0 0,0 0,0 0,1-1,-1 0,0 1,0-1,1 0,-1-1,0 1,0 0,1-1,-1 0,0 0,0 0,0 0,2-2,8-5,0-2,-1 0,0-1,-1 0,0 0,-1-1,0 0,-1-1,0-1,-1 1,2-6,-1 3,71-115,-80 131,0 1,1-1,-1 0,0 1,0-1,1 0,-1 1,0-1,1 0,-1 1,0-1,1 0,-1 0,0 1,1-1,-1 0,1 0,-1 0,0 0,1 0,-1 1,1-1,-1 0,0 0,1 0,-1 0,1 0,-1 0,1 0,-1 0,0-1,1 1,-1 0,1 0,-1 0,0 0,1-1,-1 1,0 0,1 0,-1 0,0-1,1 1,-1 0,0-1,1 1,-1 0,0-1,0 1,1 0,-1-1,0 1,0-1,0 1,0 0,0-1,1 1,-1-1,0 1,0 0,0-1,0 1,0-1,0 1,0-1,0 1,-1 0,1-1,0 1,0-1,-13 172,12-165,0-1,1 1,-1-1,1 1,1-1,-1 1,1-1,0 1,0-1,0 1,1-1,0 0,0 0,0 0,1 0,0 0,0 0,0-1,0 1,1-1,-1 0,1 0,0 0,1-1,-1 1,1-1,-1 0,1 0,0-1,0 1,0-1,0 0,1-1,1 1,19-1</inkml:trace>
  <inkml:trace contextRef="#ctx0" brushRef="#br0" timeOffset="1493.128">2959 534,'-14'0,"-7"0,-2 0,0 0,5 0</inkml:trace>
  <inkml:trace contextRef="#ctx0" brushRef="#br0" timeOffset="1734.011">2126 479,'27'-19,"29"-13,25-7,18-5,10 0,1 9,-19 9</inkml:trace>
  <inkml:trace contextRef="#ctx0" brushRef="#br0" timeOffset="1903.415">3136 834,'12'-10,"0"-1,-1-1,0 0,-1 0,0-1,-1 0,0 0,-1-1,-1-1,0 1,-1-1,-1 0,1-3,-5 16,0-1,0 1,-1-1,1 1,0-1,-1 1,0-1,1 0,-1 1,0-1,0 0,-1 1,1-1,-1 1,1-1,-1 1,0-1,1 1,-1-1,-1 1,1 0,0-1,-1 1,1 0,-1 0,1 0,-1 0,0 0,0 0,0 1,0-1,0 1,0-1,-1 1,1 0,0-1,-1 1,1 1,-1-1,1 0,-1 1,1-1,-1 1,0 0,1-1,-1 1,0 1,-3 1,1 1,0-1,0 1,0 1,0-1,0 1,1 0,-1 0,1 0,0 0,0 1,1 0,-1-1,1 2,0-1,1 0,-1 0,1 1,0 0,0-1,1 1,-1 0,1 0,1 0,-1-1,1 1,0 0,0 0,1 0,0 0,0 0,0 0,1 0,0-1,2 5,2-3,0-1,0-1,1 1,0-1,0 0,1-1,-1 0,1 0,0-1,0 1,0-2,1 1,-1-1,0-1,1 1,0-1,-1-1,1 0,0 0,-1 0,2-1,157-18,-83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04.4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1 832,'17'57,"3"-2,2-1,2 0,3-2,-21-40,0-1,0-1,1 1,0-1,0 0,1-1,1 0,0 0,0-1,0 0,9 5,-17-13,1 1,0 0,0-1,0 1,0-1,0 1,0-1,0 0,0 0,0 0,0 0,0 0,0 0,0-1,0 1,0-1,0 1,-1-1,1 0,0 0,0 1,0-1,-1-1,1 1,0 0,-1 0,1-1,-1 1,0 0,1-1,-1 0,0 1,1-2,32-62,-32 59,78-227,-78 227,0 1,1 0,0 0,0 0,0 0,1 0,0 1,0-1,0 1,0 0,1 0,-1 1,1-1,3 0,11-4</inkml:trace>
  <inkml:trace contextRef="#ctx0" brushRef="#br0" timeOffset="817.415">656 859,'-4'-1,"0"0,0 0,0 1,-1-1,1 1,0 0,0 0,-1 0,1 1,0 0,0 0,0 0,-1 0,1 0,0 1,1 0,-1 0,0 0,0 0,1 0,-1 1,1 0,0-1,0 1,0 0,0 1,1-1,-1 1,-1 3,-3 3,0 1,1 1,1-1,0 1,0 0,1 0,1 0,0 1,0 7,2-13,0 0,1 0,0 0,0 0,1 0,0 0,0 0,1 0,0 0,1 5,-2-10,0 0,0 0,0 0,1 0,-1 0,0 0,1-1,-1 1,1 0,-1-1,1 1,0-1,0 1,0-1,0 0,0 0,0 0,0 0,0 0,0 0,0-1,1 1,-1-1,0 1,0-1,1 0,-1 0,0 0,0 0,1 0,-1-1,0 1,0-1,2 0,6-4,0 0,-1 0,1-1,-1 0,-1-1,1 0,-1 0,-1-1,1 0,-1 0,-1-1,1 0,-1 0,-1-1,0 1,0-1,-1 0,2-8,11-49,-18 67,1-1,0 1,-1 0,1 0,0 0,-1-1,1 1,0 0,-1 0,1 0,-1 0,1 0,0 0,-1 0,1 0,-1 0,1 0,0 0,-1 0,1 0,-1 0,1 0,0 0,-1 0,1 0,0 1,-1-1,1 0,0 0,-1 0,1 1,0-1,-1 0,1 0,0 1,-1-1,1 0,0 1,0-1,0 0,-1 1,1-1,0 0,0 1,0-1,0 1,0-1,0 0,-1 1,1-1,0 0,0 1,0-1,0 1,1-1,-1 0,0 1,0-1,0 1,0-1,0 0,1 1,-3 3,0 0,1 0,0 1,0-1,0 0,1 1,-1-1,1 0,0 1,0-1,1 1,-1-1,1 0,0 1,0-1,0 0,1 0,0 0,-1 0,1 0,1 0,-1 0,1-1,-1 1,1-1,0 0,0 0,0 0,1 0,-1 0,1-1,-1 1,1-1,0 0,0 0,0-1,0 1,1-1,-1 0,0 0,0 0,1 0,-1-1,1 0,-1 0,0 0,9-4,-1 0,-1 0,1-1,-1-1,0 0,0-1,-1 0,0 0,0-1,0-1,-1 1,0-2,-1 1,0-1,-1 0,0-1,0 1,3-12,5-9,-2-2,-1 0,-2 0,-1-1,-2 0,-1 0,-2-1,-1 0,-2 0,-1 0,-2 0,-1 1,-8-34,8 47,0 1,-1 0,-1 0,-1 0,-1 1,0 0,-2 0,0 1,-1 0,-1 0,0 1,-1 1,-7-7,17 21,-1-1,1 1,0 0,-1 0,0 0,1 0,-1 1,0-1,0 1,0-1,0 1,0 0,0 0,-1 1,1-1,0 1,0-1,-1 1,1 0,0 0,0 0,-1 1,1-1,0 1,0 0,0 0,0 0,-1 0,2 0,-1 1,0-1,0 1,0 0,-1 2,-4 5,0 1,1 0,0 0,1 1,0-1,1 2,0-1,1 0,0 1,1 0,0 0,1 0,-1 8,0 11,1 1,1 0,2 0,1-1,2 1,1-1,1 1,2-2,1 1,1-1,1 0,2-1,1-1,2 0,0-1,2 0,1-2,1 0,1-1,8 5,-19-18,1-1,1 0,-1-1,2-1,-1 0,1 0,0-1,1-1,3 1,-12-5,0 0,0-1,0 0,1 0,-1 0,0-1,0 1,1-1,-1-1,0 1,1-1,-1 0,0 0,0 0,0-1,0 1,0-1,0-1,-1 1,1-1,0 0,-1 0,0 0,0 0,0-1,0 1,0-2,7-10,-2 1,0-2,0 1,-2-1,0 0,0-1,-2 0,0 0,-1 0,0 0,-2-1,0 0,0 145,-3-122,1 0,0-1,0 1,1 0,-1 0,1 0,0-1,0 1,0 0,1-1,0 1,0-1,0 1,0-1,1 0,0 0,-1 0,2 0,-1-1,0 1,1-1,-1 0,1 0,0 0,0 0,0-1,1 1,-1-1,0 0,3 0,15-2</inkml:trace>
  <inkml:trace contextRef="#ctx0" brushRef="#br0" timeOffset="1081.36">1393 381,'-11'14,"2"12,11 8,11 5,4-3</inkml:trace>
  <inkml:trace contextRef="#ctx0" brushRef="#br0" timeOffset="2292.155">1926 641,'-5'-5,"-1"1,1-1,-1 1,0 0,0 0,0 0,-1 1,1 0,-1 0,0 1,0 0,0 0,0 0,0 1,0 0,0 1,-1-1,1 2,0-1,0 1,-1 0,1 0,0 1,0 0,0 0,1 0,-1 1,0 0,-3 3,3 0,0-1,1 1,0 0,0 1,1-1,-1 1,1 0,1 1,0-1,0 1,0 0,1 0,0 0,0 0,1 1,1-1,-1 1,1-1,0 1,1 0,0-1,1 1,0 6,0-12,0 0,0 0,0 0,0 0,0-1,0 1,1 0,-1-1,1 1,0-1,0 0,0 1,0-1,0 0,1 0,-1 0,0-1,1 1,0 0,-1-1,1 0,0 0,0 0,-1 0,1 0,0 0,0-1,0 1,0-1,0 0,0 0,0 0,0 0,0 0,2-1,3-1,1 0,0 0,0 0,-1-1,1-1,-1 1,0-2,0 1,-1-1,1 0,2-2,3-6,-1 1,0-1,-1-1,0 0,-1-1,-1 0,0 0,-1-1,-1 0,0-1,-1 0,-1 0,-1 0,0 0,-1-2,3-23,-2 0,-1-1,-3 1,-2-1,-5-32,4 40,-2 1,-1-1,-2 1,-1 1,-2 0,-6-14,17 46,0 0,-1 0,1-1,0 1,0 0,-1 0,1-1,0 1,-1 0,0 0,1 0,-1 0,0-1,1 1,-1 0,0 0,0 1,0-1,0 0,0 0,0 0,0 0,0 1,0-1,0 1,0-1,-1 1,1-1,0 1,0-1,-1 1,1 0,0 0,0 0,-1 0,1 0,0 0,-1 0,1 0,0 0,0 1,-1-1,1 0,0 1,0-1,0 1,0 0,-1-1,-2 9,0 0,1-1,0 1,0 0,1 1,0-1,1 0,0 1,0-1,1 1,0-1,2 7,-2-15,1 32,2 1,2-1,1 0,1 0,2-1,1 0,2-1,1 0,1 0,2-1,1-2,1 1,2-2,0 0,2-2,16 16,-33-36,0 0,0 0,1 0,-1 0,1-1,0 0,0 0,0 0,1-1,-1 0,1-1,0 1,0-1,0 0,0-1,0 0,0 0,0 0,1-1,-1 0,0-1,0 1,0-1,0-1,0 1,0-1,0-1,0 1,1-2,3-3,0 0,-1-1,1 0,-2-1,1 0,-1-1,-1 0,1 0,-2-1,0 0,0 0,-1-1,0 0,-1 0,0 0,-1-1,1-3,-5 14,1 0,-1 0,1 1,-1-1,0 0,0 0,1 1,-1-1,0 0,-1 0,1 1,0-1,0 0,-1 0,1 1,-1-1,0 0,1 1,-1-1,0 1,0-1,0 1,0-1,0 1,0-1,-1 1,1 0,0 0,-1 0,1 0,0 0,-1 0,0 0,1 0,-1 0,1 1,-1-1,0 1,0-1,1 1,-1 0,0 0,0-1,1 1,-1 0,0 1,0-1,1 0,-1 0,0 1,0-1,-1 1,-4 3,0 0,-1 1,2-1,-1 1,0 1,1-1,0 1,0 0,1 0,0 1,0 0,0 0,1 0,0 0,0 1,1-1,0 1,0 0,1 0,0 0,0 1,1-1,0 0,1 8,-1-11,1-1,-1 1,1 0,1-1,-1 1,1 0,-1-1,1 1,1-1,-1 1,1-1,0 1,-1-1,2 0,-1 0,1 0,-1 0,1 0,0-1,0 1,1-1,-1 0,1 0,-1 0,1 0,0 0,0-1,0 0,1 0,-1 0,1 0,-1-1,1 0,-1 0,1 0,-1 0,1-1,0 0,0 0,-1 0,4-1,2-1,1-1,-1-1,0 0,0 0,-1-1,1 0,-1 0,0-1,-1-1,1 1,-1-2,0 1,-1-1,0 0,0 0,-1-1,0 0,0 0,-1 0,0-1,-1 0,0 0,0 0,-1 0,-1-1,1-2,-2 9,-1 1,1 0,0 0,-1 0,0 0,1-1,-1 1,-1 0,1 0,0 0,-1-1,0 1,0 0,1 0,-2 0,1 0,0 0,-2-1,-8 16,8-5,2 1,-1-1,1 1,0-1,0 1,1-1,0 1,0-1,1 1,0-1,0 1,1-1,0 1,0-1,1 0,0 0,0 0,0-1,1 1,0-1,1 1,-1-1,1-1,0 1,1-1,-1 0,1 0,0 0,0-1,1 0,-5-3,1 0,-1 0,1 0,0-1,-1 0,1 1,0-1,-1 0,1 0,0 0,-1 0,1-1,-1 1,1-1,0 0,-1 0,1 0,-1 0,0 0,1 0,-1 0,0-1,0 1,1-1,-1 0,-1 0,1 0,0 0,0 0,-1 0,1 0,-1 0,0-1,1 1,-1 0,1-3,24-96,-24-74,-2 173,0 1,0-1,0 0,0 1,0-1,1 1,-1-1,0 1,1-1,-1 1,1-1,0 1,-1-1,1 1,0-1,0 1,0 0,0 0,0 0,0-1,0 1,0 0,1 0,-1 0,0 0,1 1,-1-1,0 0,1 1,-1-1,1 1,-1-1,1 1,-1 0,1-1,0 1,-1 0,1 0,-1 0,1 0,0 1,18 1,0 0,0 2,-1 1,0 0,0 1,0 1,7 5,-25-12,10 4,-1 0,1 1,-1 0,0 0,-1 1,1 0,-1 1,0 0,-1 0,0 1,0 0,0 1,-1 0,-1 0,1 0,3 9,1 9,-10-23,0 1,0 0,0-1,1 1,0-1,-1 0,2 1,-1-1,0 0,1 0,0 0,0-1,0 1,0-1,1 1,-1-1,1 0,0-1,0 1,0-1,0 1,0-1,1 0,-1-1,0 1,1-1,0 0,-1 0,3 0,11-4,0-1,0-2,-1 1,1-2,-1 0,0-1,-1-1,0 0,-1-2,0 1,5-6,-2 5,-1-2,-1 1,0-2,0 0,-1-1,-1-1,-1 0,0-1,-1 0,-1-1,2-5,-11 20,-1 1,1 0,-1-1,0 1,0-1,0 1,0-1,0 0,-1 1,1-1,-1 0,0 1,0-1,0 0,0 0,0 1,0-1,-1 0,1 1,-1-1,0 0,0 1,0-1,0 1,0-1,-1 1,1 0,-1-1,1 1,-1 0,0 0,0 0,0 0,0 1,0-1,-1 0,1 1,-2-2,-1 2,0 0,0 0,0 1,0 0,0 0,1 0,-1 0,0 0,0 1,0 0,0 0,0 1,1-1,-1 1,1 0,-1 0,1 1,0-1,0 1,0 0,0 0,0 0,0 1,1-1,0 1,0 0,0 0,0 0,0 0,1 0,0 1,0-1,0 1,0 0,1-1,0 1,0 0,0 0,1 0,-1 0,1 0,0 0,1 0,-1 0,1-1,0 1,0 0,1 1,0 2,0 1,0-1,1 0,1 0,-1 0,1 0,1 0,-1-1,1 0,1 0,-1 0,1-1,0 1,1-2,0 1,-1-1,2 0,-1 0,1 0,-1-1,8 2,4 2,0-2,0 0,0-1,1-1,0-1,0-1,-1 0,1-2,1 0,51-4</inkml:trace>
  <inkml:trace contextRef="#ctx0" brushRef="#br0" timeOffset="3095.267">1680 1324,'-4'263,"6"-233,2 0,1 0,1 0,1-1,2 0,1 0,1-1,1 0,1-1,2-1,9 12,-23-36,0 1,1-1,-1 0,1 0,-1 1,1-1,0-1,0 1,0 0,0 0,0-1,1 1,-1-1,0 1,1-1,-1 0,1 0,-1 0,1-1,0 1,-1 0,1-1,0 0,-1 0,1 0,0 0,-1 0,1 0,0 0,-1-1,3 0,10-8,-1 0,0-1,-1-1,0 0,0-1,-1 0,2-3,1-1,163-168,-178 184,0-1,0 1,0 0,1-1,-1 1,0-1,0 1,0-1,1 1,-1 0,0-1,1 1,-1 0,0-1,1 1,-1 0,0-1,1 1,-1 0,1 0,-1-1,0 1,1 0,-1 0,1 0,-1 0,1-1,-1 1,1 0,-1 0,1 0,-1 0,1 0,-1 0,1 0,-1 1,0-1,1 0,-1 0,1 0,-1 0,1 0,-1 1,1-1,-1 0,0 1,1-1,-1 0,0 0,1 1,-1-1,0 1,1-1,-1 0,0 1,0-1,1 1,-1-1,0 0,0 1,0 0,1 33,-2-26,1-3,4 81,-4-83,1-1,-1 1,1 0,0 0,-1-1,1 1,1-1,-1 1,0-1,1 1,-1-1,1 0,0 1,-1-1,1 0,0 0,0 0,1-1,-1 1,0 0,1-1,-1 0,1 1,-1-1,1 0,-1 0,1 0,1-1,16-1,-2-4</inkml:trace>
  <inkml:trace contextRef="#ctx0" brushRef="#br0" timeOffset="3360.566">2281 1460,'-14'12,"-4"3</inkml:trace>
  <inkml:trace contextRef="#ctx0" brushRef="#br0" timeOffset="3626.357">1516 1543,'19'-5,"22"-6,20-8,19-8,16-6,13-5,5-2,-18 5</inkml:trace>
  <inkml:trace contextRef="#ctx0" brushRef="#br0" timeOffset="4877.719">2650 1475,'-3'11,"2"1,0 1,0-1,1 0,0 0,1 0,1 0,0 0,0 0,1 0,1-1,0 1,1-1,0 0,0 0,1 0,1-1,0 0,0-1,1 1,0-1,0 0,1-1,1 0,5 3,-13-9,1 0,-1 0,1 0,0 0,0-1,-1 0,1 1,0-1,0 0,1 0,-1 0,0-1,0 1,0-1,0 0,1 0,-1 0,0 0,0-1,0 1,0-1,1 1,-1-1,0 0,0-1,0 1,-1 0,1-1,0 0,0 1,-1-1,1 0,1-3,6-9,-1 0,0-1,-1 0,-1-1,0 0,-1 0,-1 0,-1-1,0 0,-1 0,-1 0,0 0,-1 0,-1-1,-1 1,-1-43,-6 53,1 23,4-5,1 0,0-1,1 1,0 0,1 0,0 0,1 0,0 0,3 10,-4-18,1 1,0-1,0 0,0 0,0 0,1 0,-1 0,1-1,-1 1,1 0,0-1,0 1,1-1,-1 1,0-1,1 0,-1 0,1 0,0-1,0 1,0-1,0 1,0-1,0 0,0 0,0 0,0-1,0 1,0-1,1 1,-1-1,0 0,0 0,1-1,0 1,7-4,1 1,-1-2,0 1,-1-1,1-1,-1 0,0-1,-1 0,0 0,0-1,0 0,-1 0,0-1,-1-1,0 1,0-1,-1 0,0 0,-1-1,0 0,1-6,17-79,-23 105,0 1,0-1,0 0,1 0,1 1,0-1,0 0,1 0,0-1,0 1,1 0,1-1,1 0,-1-1,1 0,0 0,1 0,0-1,0 0,0-1,1 1,-1-1,1-1,1 1,-1-2,1 1,-1-1,1 0,0-1,0 0,0 0,0-1,0 0,1-1,-1 0,0 0,0-1,1 0,-1-1,0 0,0 0,-1-1,1 0,8-4,-5 0,0 0,0 0,0-1,-1-1,0 0,0 0,-1-1,-1 0,1-1,-2 0,0-1,0 0,-1 0,0 0,-1-1,-1 0,0 0,0-1,-2 0,1 1,-2-1,0 0,-1 0,0 0,-1-13,0 25,0 1,1-1,-1 0,0 0,0 1,0-1,0 0,-1 1,1-1,0 0,-1 1,1-1,-1 0,0 1,1-1,-1 1,0-1,0 1,0-1,0 1,0 0,0-1,-1 1,1 0,0 0,-1 0,1 0,0 0,-1 0,1 0,-1 1,0-1,1 0,-1 1,0-1,1 1,-1 0,0 0,1-1,-1 1,0 0,1 1,-1-1,0 0,0 0,1 1,-1-1,0 1,0 0,0 1,0 0,0 0,1 0,-1 1,1-1,0 0,0 1,0-1,0 1,0-1,0 1,1 0,-1-1,1 1,0 0,-1 0,1-1,1 1,-1 0,0-1,1 1,-1 0,1-1,0 1,0 0,0-1,32 67,54 41,-81-105,-1 0,1 0,0-1,1 0,-1 0,1-1,-1 1,1-1,0-1,1 0,-1 0,0 0,0-1,1 0,-1 0,1-1,4 0,9-2,-1-1,1-1,-1-1,0-1,-1-1,1 0,-1-2,-1 0,0-1,0-1,4-3,-14 8,0 1,-1-1,0-1,0 1,0-1,-1 0,0-1,-1 1,1-1,-1 0,-1-1,0 1,0-1,-1 0,1 0,-2 0,0 0,0 0,0-1,-1 1,-1-2,1 1,-1 1,0 0,0 0,-1 0,0-1,-1 1,0 0,0 1,-1-1,0 0,-1 1,0-1,0 1,-1 0,0 1,0-1,-1 1,-1-1,7 7,0 1,0 0,0-1,-1 1,1 0,0-1,0 1,0 0,0-1,0 1,0 0,0-1,0 1,0-1,0 1,0 0,0-1,0 1,0 0,1-1,-1 1,0 0,0-1,0 1,0 0,1 0,-1-1,0 1,0 0,1-1,-1 1,0 0,0 0,1 0,-1-1,0 1,1 0,-1 0,0 0,1 0,-1 0,0-1,1 1,-1 0,0 0,1 0,-1 0,0 0,1 0,-1 0,1 0,-1 0,0 0,1 1,-1-1,0 0,1 0,-1 0,0 0,1 0,-1 1,0-1,0 0,1 0,-1 1,4-2,263-35,-265 36,-1 0,1-1,0 1,0 0,-1 0,1 0,0 1,-1-1,1 0,0 1,-1-1,1 1,0-1,-1 1,1 0,-1 0,1-1,-1 1,1 0,-1 1,0-1,0 0,1 0,-1 0,0 1,0-1,0 1,0-1,-1 1,1-1,0 1,0-1,-1 1,1 0,-1-1,0 1,1 0,-1-1,0 1,0 0,0-1,0 1,0 0,-1 1,-2 70,2-59,0 0,0 1,1-1,1 0,0 0,1 0,0 0,3 5,-3-14,0-1,1 1,0-1,0 0,0 0,0 0,0 0,1 0,0-1,-1 1,1-1,1 0,-1 0,0-1,1 1,-1-1,1 0,0 0,0-1,0 1,0-1,0 0,0 0,0-1,1 0,12 2,0-2,0 0,0-1,0 0,0-2,10-3,-1 0,-1-1,0-1,0-2,-1-1,0 0,0-2,-2-1,15-11,-21 5,-36 9,-13 12,-5 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27.3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1066 86,'-21'-12,"0"0,-1 2,0 0,0 2,-1 0,-1 2,1 0,-1 1,0 2,0 1,0 0,-15 2,38 0,-48-1,1 1,-1 3,1 2,-47 10,78-10,-14 1,1 2,1 2,0 0,0 2,-20 12,31-13,1 1,1 1,0 0,0 1,1 1,1 0,1 1,0 0,-3 7,6-10,1 0,0 0,1 1,1 0,0 1,0-1,2 1,0 1,0-1,2 1,0-1,1 1,0 6,-5 87,2-2,6-102,1 0,0-1,0 1,1 0,-1-1,1 0,0 0,0 0,0 0,1 0,-1 0,1-1,0 0,0 0,0 0,1 0,1 0,15 13,-12-8,1-1,0 0,0-1,0 0,1-1,0 0,0-1,0 0,1-1,0 0,-1-1,1 0,0 0,0-2,4 1,94 11,28 3,318-16,-438 0,0-1,0-1,0-1,-1 0,1-1,-1-1,0-1,10-5,-16 5,0 0,-1-1,0 0,0 0,-1-1,0 0,-1-1,7-9,4-3,-10 13,-1 0,0-1,-1 0,0 0,0-1,-1 0,0 0,-1 0,-1-1,1 1,-2-1,0 0,0-1,-1 1,-1 0,0-1,0 1,-2-1,1 1,-1-1,-1 1,-1 0,1 0,-2 0,0 0,0 0,-1 1,-3-5,-3 1,-1 1,0 0,-1 0,-1 1,0 1,-1 0,0 1,-1 1,0 0,0 1,-1 1,0 1,-1 0,0 1,-1 0,-22-4,-1 1,1 2,-2 2,1 2,-1 1,-5 3,-54 5,13 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29.9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99 206,'-2'3,"0"0,0 1,0-1,1 0,-1 1,1-1,0 1,0 0,0-1,0 1,1 0,0 0,0-1,0 1,0 0,0 0,1-1,-1 1,1 0,0 0,0-1,1 1,-2-4,1 1,-1-1,1 1,-1-1,1 0,-1 1,1-1,-1 0,1 0,0 1,-1-1,1 0,-1 0,1 0,0 0,-1 0,1 0,0 0,-1 0,1 0,-1 0,1 0,0 0,-1 0,1-1,-1 1,1 0,0 0,-1-1,1 1,-1 0,1-1,-1 1,1-1,-1 1,1 0,-1-1,0 1,1-1,-1 1,0-1,1 0,-1 1,0-1,0 1,1-1,-1 1,0-1,0 0,0 1,0-1,11-31,-11 30,1 0,-1 0,0 1,0-1,0 0,0 0,0 0,-1 0,1 1,0-1,-1 0,1 0,-1 1,0-1,1 0,-1 1,0-1,0 1,0-1,0 1,-1-1,1 1,0 0,-1-1,1 1,0 0,-1 0,1 0,-1 0,0 0,1 1,-1-1,0 0,1 1,-1-1,0 1,0 0,0-1,1 1,-1 0,0 0,0 0,0 0,0 1,1-1,-1 0,0 1,0-1,1 1,-1 0,-1 0,-40 37,23-13</inkml:trace>
  <inkml:trace contextRef="#ctx0" brushRef="#br0" timeOffset="246.339">126 752,'11'-16,"5"-13,-1-6,-8 1,-7 4,-9 7,-6 7,-4 10,-1 6,1 12,3 7,5 6,6 3,12-1,10-5,15-6,2-6</inkml:trace>
  <inkml:trace contextRef="#ctx0" brushRef="#br0" timeOffset="618.494">645 383,'-4'12,"0"0,1 0,0 0,0 0,2 0,-1 1,2-1,0 1,0-1,1 0,1 1,0-1,0 0,1 0,1 0,0 0,1-1,0 1,3 3,-4-6,2 1,-1-2,1 1,0-1,1 1,0-2,0 1,1-1,0 0,0-1,1 0,-1 0,1 0,1-2,-1 1,1-1,0 0,0-1,0 0,0-1,0 0,1 0,0-1,-5-1,1 0,-1-1,0 0,1 0,-1 0,0-1,0 0,0 0,0 0,0-1,-1 0,1 0,-1 0,0-1,1 0,-2 0,1 0,0-1,-1 1,0-1,0 0,0-1,-1 1,0 0,0-1,0 0,0 0,-1 0,1-3,1-4,-1 0,1 0,-2 0,0 0,-1 0,0 0,-1 0,0-1,-1 1,-1 0,0 0,0 0,-5-13,4 18,-1-1,0 0,0 1,0-1,-1 1,0 1,-1-1,0 1,0 0,-1 0,0 0,0 1,0 0,-1 1,1 0,-2 0,1 0,0 1,-1 0,0 1,0 0,0 0,0 1,0 0,0 1,-1 0,1 0,-1 1,1 0,-2 1,-4 2,0 1,1 0,0 1,0 1,0 0,1 1,-1 0,1 1,1 0,0 1,0 1,1 0,0 0,1 1,0 1,-11 12,2 1,1 1,1 1,1 0,2 1,-8 19,-3 20</inkml:trace>
  <inkml:trace contextRef="#ctx0" brushRef="#br0" timeOffset="969.449">1273 0,'-21'24,"-21"25,-21 31,-24 34,-25 32,-21 31,-13 20,-3 10,7-6,28-37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28.9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546 11,'0'21,"0"21,0 15,0 11,0 9,0 4,0 1,0-4,0-9,0-12,0-12,0-15</inkml:trace>
  <inkml:trace contextRef="#ctx0" brushRef="#br0" timeOffset="262.897">0 93,'16'0,"17"0,19 0,22-2,17-4,11-4,7-4,2-1,-8-1,-11 3,-14 3,-21 3</inkml:trace>
  <inkml:trace contextRef="#ctx0" brushRef="#br0" timeOffset="647.954">1010 25,'-12'30,"2"1,1 0,2 1,0 0,3 0,0 1,3-1,0 1,-2 15,-8 204,11-251,-1 0,1 0,0 0,-1 0,1 0,0 0,0 0,0 0,0 1,0-1,0 0,0 0,0 0,0 0,1 0,-1 0,0 0,1 0,-1 0,1 0,-1 0,1 0,-1 0,1 0,0 0,0 0,-1-1,1 1,0 0,0 0,0-1,0 1,0-1,0 1,0-1,0 1,0-1,0 1,0-1,0 0,0 0,0 1,0-1,0 0,0 0,0 0,0 0,1 0,-1-1,0 1,0 0,0 0,0-1,0 1,12-7,0-1,-1 0,-1 0,1-1,-2-1,1 0,4-5,4-4,161-157,-134 144,-45 33,0 0,0 0,0-1,0 1,0 0,-1 0,1 0,0 0,-1 1,1-1,-1 0,1 0,-1 0,0 0,1 1,-1-1,0 0,0 0,0 0,0 1,0-1,0 0,0 0,0 1,-1-1,1 0,0 0,-1 0,1 0,-1 1,1 1,-40 252,35-221,1 1,2-1,2 1,1 0,1-1,2 1,2-1,1 0,1-1,11 26,-2-22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46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29,'253'-15,"-167"7,1 3,0 5,18 4,-68 1,-52-2,-15-1,3-2,0 2,0 0,0 2,0 1,1 1,-4 2,18-4,-1 0,1 1,0 1,0-1,1 2,-1 0,1 0,1 1,0 0,0 1,0 0,1 1,0-1,1 2,0-1,1 1,0 1,1-1,0 1,1 0,0 0,1 1,0 0,1-1,1 1,0 0,0 0,2 1,0 11,1-14,2-1,-1 1,1-1,1 0,0 0,0 0,1 0,0-1,1 1,0-2,1 1,-1 0,2-1,-1-1,1 1,0-1,1 0,-1-1,1 0,1-1,-1 0,5 2,4 1,0-1,0-1,1 0,-1-2,1 0,0-1,1-1,-1 0,0-2,0 0,0-2,6 0,-14 0,0 0,-1-1,1 0,-1 0,1-1,-1 0,0-1,6-5,-12 8,-1 0,1 0,-1-1,0 0,0 0,0 0,0 0,-1 0,1 0,-1-1,0 1,0-1,0 1,0-1,-1 0,0 0,1 0,-1 0,-1 0,1 0,0 0,-1 0,0 0,0-2,-1 3,1 0,-1-1,0 1,0 0,0 0,0 0,0 0,-1 0,1 0,-1 1,0-1,0 0,0 1,0-1,-1 1,1 0,0 0,-1 0,0 0,1 0,-1 1,0-1,0 1,0-1,0 1,0 0,0 0,0 1,-1-1,1 1,-7-2,-1 0,1 1,0 1,0-1,-1 2,1 0,0 0,0 0,-2 2,2-1,1 1,-1 0,1 1,0 0,0 0,0 1,0 0,1 1,0 0,0 0,1 1,0 0,0 0,0 0,1 1,-1 1,6-7,0 0,0-1,0 1,0-1,1 1,-1 0,1 0,-1-1,1 1,0 0,-1 0,1 0,0 0,0-1,0 1,0 0,1 0,-1 0,0 0,1-1,0 1,-1 0,1-1,0 1,0 0,0-1,0 1,0-1,0 1,0-1,0 1,1-1,-1 0,0 0,1 0,-1 0,1 0,-1 0,1 0,0 0,0-1,-1 1,2 0,27 10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46.8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52,'9'0,"15"-2,15-4,12-2,10-3,5 1,1 2,-6 2,-9 5,-13 7,-13 5,-11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47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31,'14'2,"16"-1,18-1,13-3,11-3,7-3,2 0,-13 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48.3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137 114,'-3'19,"0"15,0 11,1 7,1 7,-1 2,0 0,-4-3,0-5,1-6,1-9,2-16,0-12</inkml:trace>
  <inkml:trace contextRef="#ctx0" brushRef="#br0" timeOffset="370.957">0 46,'3'-4,"-1"1,0 0,1 0,-1 0,1 0,0 0,0 1,0-1,0 1,0 0,1 0,-1 0,1 0,-1 0,1 1,0 0,0-1,0 2,0-1,-1 0,1 1,0-1,0 1,0 0,0 1,0-1,2 1,2 0,0 0,1 0,-1 0,0 1,0 1,0-1,-1 1,1 1,-1-1,1 1,-1 1,0-1,-1 1,1 0,-1 1,0 0,0 0,-1 0,0 0,0 1,0 0,-1 0,0 0,0 1,-1-1,0 1,0 0,-1 0,0 0,0 0,0 8,-3-12,0 1,0-1,0 0,-1 0,0 1,0-1,0 0,0-1,0 1,-1 0,0-1,0 1,0-1,0 0,0 0,-1 0,1 0,-1-1,0 0,1 1,-1-1,0 0,-1-1,1 1,0-1,0 0,-1 0,1 0,-4 0,-37 16,42-15,1 1,-1-1,1 0,0 1,0 0,0-1,0 1,0 0,0 0,1 0,0 0,-1 0,1 0,0 0,0 1,1-1,-1 0,1 1,0-1,0 0,0 1,0-1,0 0,1 1,-1-1,1 0,0 1,0-1,0 0,1 1,7 22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49.3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0 308,'1'0,"-1"1,1-1,0 0,-1 0,1 0,-1 0,1 0,-1 0,1 0,0 0,-1 0,1 0,-1 0,1 0,-1 0,1-1,-1 1,1 0,-1 0,1-1,-1 1,1 0,-1 0,1-1,-1 1,1-1,-1 1,0 0,1-1,-1 1,0-1,1 1,-1-1,0 1,1-1,-1 1,0-1,0 1,0-1,0 0,0 1,0-1,1 1,-1-1,0 1,0-1,-1 0,1 1,0-1,0 1,0-1,0 1,1-4,58-208,-59 209,1-1,0 0,0 0,0 1,1-1,-1 1,1-1,0 1,0 0,0 0,0 0,1 0,-1 0,1 0,0 0,0 1,0 0,0-1,0 1,0 0,1 1,-1-1,1 0,-1 1,1 0,-1 0,1 0,0 0,2 1,1-1,0 0,1 1,-1 0,0 1,1 0,-1 0,0 0,0 1,0 0,0 0,0 1,0 0,-1 0,1 1,-1-1,0 1,0 1,0-1,-1 1,1 0,-1 1,0-1,-1 1,0 0,1 0,-2 0,1 1,-1-1,0 1,0 0,-1 0,1 4,-1 3,-2 1,0-1,0 1,-1-1,-1 1,-1-1,-3 14,-8 61,14-87,0 0,0 0,1-1,-1 1,0 0,0-1,1 1,-1 0,1-1,0 1,-1-1,1 1,0 0,0-1,0 0,0 1,0-1,0 0,0 1,1-1,-1 0,0 0,1 0,-1 0,1 0,-1 0,1-1,-1 1,1 0,0-1,-1 1,1-1,0 0,-1 1,1-1,0 0,64-5,-47-1,0 1,-1-2,1-1,-1 0,-1-1,0-1,0-1,-1 0,1-2,-11 8,0 0,0 0,0-1,-1 1,0-2,0 1,0 0,-1-1,0 0,0 0,-1 0,0 0,0-1,0 1,-1-1,-1 0,1 1,-1-1,0 0,-1 0,0 0,0 0,-2-7,1 10,-1-1,1 1,-1 0,-1 0,1 0,-1 0,0 1,0-1,0 1,-1-1,1 1,-1 0,3 3,0 0,-1-1,1 1,0 0,0 0,-1 0,1 0,-1 0,1 1,-1-1,1 0,-1 1,1-1,-1 1,0-1,1 1,-1 0,0-1,1 1,-1 0,0 0,1 0,-1 1,0-1,1 0,-1 1,1-1,-1 1,0-1,1 1,-1 0,1 0,-1-1,1 1,0 0,-1 0,1 1,0-1,0 0,-1 1,-4 7,1 0,0 0,1 0,0 1,0 0,1 0,0 0,1 0,0 0,0 0,1 1,1-1,0 1,0-1,1 0,0 1,1-1,0 1,1-3,-1 0,1 0,0 0,1 0,0-1,0 1,0-1,1 0,0 0,1-1,-1 1,1-1,1-1,-1 1,1-1,0 0,0-1,0 1,1-1,0-1,-1 1,1-1,0-1,1 0,-1 0,0 0,1-1,-1 0,1-1,-1 0,1 0,-1-1,0 0,1-1,3 0,28-9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50.1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231 536,'-12'-1,"0"0,0 1,0 0,0 1,0 0,1 1,-1 0,0 1,1 0,-1 1,1 1,0-1,1 2,-1-1,1 2,0-1,-3 4,11-9,0 1,0 0,0-1,0 1,1 0,-1 0,1 0,-1 0,1 1,0-1,0 0,0 0,0 1,0-1,0 1,1-1,-1 1,1-1,0 1,-1-1,1 1,0-1,1 1,-1-1,0 1,1-1,-1 1,1-1,0 1,0-1,0 0,0 1,0-1,1 0,-1 0,0 0,1 0,0 0,0 0,-1-1,1 1,0 0,0-1,2 1,130 80,-7-6,-97-45,-29-30,0-1,-1 1,1 0,-1-1,1 1,-1 0,1-1,-1 1,0 0,1 0,-1 0,0-1,0 1,1 0,-1 0,0 0,0 0,0 0,0-1,0 1,0 0,0 0,0 0,-1 0,1-1,0 1,0 0,-1 0,1 0,0-1,-1 1,1 0,-1 0,1-1,-1 1,1 0,-1-1,0 1,1-1,-1 1,0-1,1 1,-1-1,-1 1,-8 2,-1 0,0-1,0 0,-1 0,1-2,0 1,0-1,-1-1,-3 0,11 0,-1 2,1-1,0-1,-1 1,1-1,-1 1,1-1,0-1,0 1,-1 0,1-1,0 0,0 0,1 0,-4-2,7 2,0 1,-1 0,1 0,-1 0,1 0,0-1,0 1,0 0,0 0,0-1,0 1,0 0,0 0,0-1,1 1,-1 0,0 0,1 0,-1-1,1 1,-1 0,1 0,0 0,0 0,-1 0,1 0,0 0,0 0,0 1,0-1,0 0,0 0,0 1,0-1,0 1,0-1,0 1,1-1,-1 1,0-1,0 1,228-129,-228 128,19-10,-1-1,0-1,-1-1,-1 0,0-1,11-14,-27 29,0-1,0 0,0 1,0-1,0 0,-1 0,1 1,0-1,0 0,-1 0,1 0,-1 0,1 0,-1 0,1 0,-1 0,1 0,-1 0,0 0,0 0,0 0,1-1,-1 1,0 0,0 0,0 0,-1 0,1 0,0 0,0 0,-1-1,1 1,0 0,-1 0,1 0,-1 0,0 0,1 1,-1-1,0 0,1 0,-1 0,0 0,0 1,0-1,0 0,1 1,-1-1,0 1,0-1,0 1,0-1,-1 1,1 0,0-1,0 1,0 0,0 0,0 0,0 0,0 0,-1 0,-3 0,-1 0,1 0,-1 0,0 1,1 0,-1 0,1 1,-1-1,1 1,0 0,0 1,0-1,0 1,0 0,0 0,1 0,0 1,-1 0,1 0,1 0,-1 0,0 1,1-1,0 1,0 0,1 0,-1 0,0 4,-1-1,2-1,-1 1,1 0,1 0,-1 0,1 0,1 0,-1 1,2-1,-1 0,1 0,0 0,0 0,1 0,1 0,-1 0,1 0,0-1,3 6,3-1,0-1,1 0,0 0,1-1,0 0,0-1,1 0,0 0,1-2,0 1,0-2,0 0,1 0,0-1,0-1,1-1,-1 0,1 0,-1-2,1 1,3-2,-10 0,1-1,0 0,-1 0,1-1,-1 0,0-1,0 0,0 0,0 0,0-1,-1 0,1-1,-1 0,0 0,-1 0,1-1,-1 0,0-1,0 1,-1-1,0 0,0 0,1-4,7-13,-2-1,0 0,-2 0,0-1,-2 0,4-25,58-427,-58 389,-3-3,-17 86,-3 22,-13 31,2 1,2 1,3 1,-11 45,16-54,1 1,1 0,3 0,2 1,1 0,2 1,3-1,1 1,6 39,-5-73,0 0,1 0,-1 0,2 0,0 0,0-1,1 1,0-1,0-1,1 1,0-1,1 0,0 0,0 0,1-1,-1-1,2 1,-1-1,1 0,0-1,0 0,0-1,1 0,-1 0,1-1,0 0,0 0,0-1,1-1,-1 0,7 0,-13-2,0 1,1-1,-1 0,0 0,0 0,1-1,-1 1,0-1,-1 0,1 0,0-1,0 1,-1-1,0 0,4-3,13-19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50.4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7,'-14'-2,"3"-1,12 2,20 2,22 0,26 0,19-2,-6-1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50.7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77 258,'12'16,"10"13,11 10,10 8,6 3,4 0,3-1,-4-5,-6-5,-9-7,-8-6,-9-13,-8-13,-5-6</inkml:trace>
  <inkml:trace contextRef="#ctx0" brushRef="#br0" timeOffset="274.277">446 272,'-17'-2,"-11"4,-9 8,-4 9,-6 12,0 6,-1 7,2 6,4 2,4 0,7-4,8-10</inkml:trace>
  <inkml:trace contextRef="#ctx0" brushRef="#br0" timeOffset="580.006">1101 54,'0'16,"0"17,0 15,0 10,0 8,0 3,0-2,2-4,1-8,0-11,0-10,-2-16,0-11</inkml:trace>
  <inkml:trace contextRef="#ctx0" brushRef="#br0" timeOffset="2995.817">814 122,'19'-17,"10"-7,10-2,6 4,3 5,2 5,0 8,3 9,-3 8,-3 6,-11 1</inkml:trace>
  <inkml:trace contextRef="#ctx0" brushRef="#br0" timeOffset="3263.117">1388 463,'-7'17,"-2"11,0 6,2 0,4-3,5-6,7-6,4-7,3-7,-2-5</inkml:trace>
  <inkml:trace contextRef="#ctx0" brushRef="#br0" timeOffset="4513.211">1211 245,'57'6,"182"33,-218-34,0 2,0 0,0 1,-1 1,-1 1,1 1,-2 1,1 0,11 12,-21-15,-1 1,0 0,0 0,-1 0,-1 1,0 0,0 1,-1-1,-1 1,0 0,0 1,-1-1,-1 0,0 1,0-1,-1 6,2 8,-3-24,0 0,0 0,0 0,1 0,-1 0,0 0,1-1,-1 1,1 0,0 0,-1 0,1 0,0-1,0 1,0-1,0 1,1 0,-1-1,0 0,1 1,-1-1,0 0,1 0,0 1,-1-1,1-1,0 1,-1 0,1 0,0-1,0 1,0-1,0 1,0-1,0 0,0 0,-1 1,1-1,0-1,0 1,1 0,12-6,-1-1,0 0,-1-1,0 0,0-1,-1 0,0-1,0-1,-1 0,0 0,-1-1,5-9,49-72,-64 92,0 1,0 0,0-1,0 1,0 0,-1-1,1 1,0 0,0-1,1 1,-1 0,0-1,0 1,0-1,0 1,0 0,0-1,0 1,1 0,-1 0,0-1,0 1,0 0,1-1,-1 1,0 0,0 0,1-1,-1 1,0 0,1 0,-1 0,0-1,0 1,1 0,-1 0,0 0,1 0,-1 0,1 0,-1 0,0 0,1 0,-1 0,0 0,1 0,-1 0,0 0,1 0,-1 0,0 0,1 0,-1 0,0 0,1 1,-1-1,0 0,1 0,-1 0,0 1,0-1,1 0,-1 0,0 1,0-1,1 0,-1 1,0-1,2 27,-2-25,-1 4,9 95,-7-98,0 1,0 0,1 0,-1-1,1 1,0-1,0 1,0-1,0 0,1 0,-1 0,1 0,0 0,0 0,0-1,0 1,0-1,1 0,-1 0,1 0,-1-1,1 1,0-1,2 1,101-3,-101 0,-1-1,1 1,0-1,-1 0,1-1,-1 0,0 0,0 0,0 0,0-1,-1 1,0-1,1-1,-1 1,-1 0,1-1,0 0,-1 0,0 0,-1 0,1-1,-1 1,0-1,0 1,0-1,-1 0,0 0,0-2,15-56,-19 70,1 1,0-1,0 1,1 0,-1 0,2 0,-1 0,1 0,0 0,0 0,1 0,0 0,0 0,0-1,1 1,0 0,1-1,-1 1,1-1,1 0,-1 0,1 0,0 0,0 0,1-1,-1 0,1 0,0 0,1-1,5 4,0-5,0 0,0 0,1-1,-1-1,1 0,-1-1,1 0,-1 0,1-1,-1-1,1 0,-1-1,0 0,0 0,0-1,0-1,-1 0,0 0,0-1,0-1,-1 1,0-1,0-1,0 0,-1 0,0-1,-1 0,0 0,-1 0,1-1,-2 0,0-1,0 1,0-1,-2 0,1 0,1-10,-4 19,0 1,-1-1,1 1,0-1,-1 1,0-1,1 0,-1 1,0-1,1 0,-1 1,0-1,0 0,-1 0,1 1,0-1,0 0,-1 1,1-1,-1 1,0-1,1 0,-1 1,0-1,0 1,0 0,0-1,0 1,0 0,0 0,-1-1,1 1,0 0,-1 0,1 0,0 0,-1 1,0-1,1 0,-1 1,1-1,-1 1,0-1,1 1,-1 0,0 0,1 0,-1 0,0 0,1 0,-1 0,0 0,1 1,-1-1,0 1,-4 3,1 1,0 0,0 0,0 1,1-1,0 1,0 0,0 0,1 0,0 1,0-1,0 1,1 0,0-1,0 1,1 0,0 0,0 1,1-1,0 0,0 2,-1-4,1 0,0 1,0-1,1 1,-1-1,1 1,0-1,1 0,-1 0,1 1,0-1,1 0,-1-1,1 1,0 0,0-1,0 1,1-1,-1 0,1 0,0 0,0-1,0 0,1 1,0-1,-1-1,1 1,3 1,10 2,0 0,0-1,0-1,0-1,1 0,0-1,-1-1,1-1,1-1,44-2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3:56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35 141,'-1'79,"3"0,4 0,16 77,-17-134,-2-17,-2-14,-3-17,-68-446,71 419,25 69,-8 6,-1 1,-1 0,-2 2,0 0,5 13,-17-33,0-1,0 0,0 0,-1 1,1-1,-1 1,0-1,-1 1,1 0,-1-1,0 1,0-1,0 1,-1 0,0-1,0 1,0-1,0 1,-1-1,1 1,-1-1,0 0,-1 0,1 0,-2 2,-90 84,93-90,1 0,-1 0,1 1,0-1,-1 0,1 1,0-1,-1 0,1 1,0-1,0 0,-1 1,1-1,0 1,0-1,0 0,-1 1,1-1,0 1,0-1,0 1,0-1,0 1,0-1,0 1,0-1,0 0,0 1,0-1,0 1,1-1,-1 1,0-1,0 1,0-1,1 0,-1 1,0-1,0 1,1-1,-1 0,0 1,1-1,-1 0,0 0,1 1,-1-1,1 0,-1 0,0 1,1-1,-1 0,1 0,-1 0,1 0,-1 0,1 0,-1 0,1 0,-1 0,0 0,1 0,0 0,37 3,-34-3,12 0,-1 1,1 1,-1 0,0 1,0 1,0 0,0 1,-1 0,0 1,0 1,0 0,-1 1,0 1,0 0,-1 1,-1 0,1 0,-2 2,1-1,-2 1,1 0,2 8,-8-15,0 0,-1 1,0-1,0 1,-1 0,1 0,-1 0,0 0,-1 0,0 1,0-1,0 0,0 1,-1-1,0 1,-1-1,0 1,1-1,-2 0,1 1,-1-1,0 0,0 0,-1 0,0-1,0 1,0 0,-1-1,0 0,0 0,-4 4,-3-3,0-1,0 0,-1-1,0 0,0 0,0-2,0 1,-1-2,1 1,0-2,-1 0,1 0,-1-1,1 0,-1-1,1-1,0 0,0-1,1 0,-10-5,17 8,2 1,1 0,-1 0,1 0,-1-1,0 1,1 0,-1-1,1 1,-1-1,0 0,1 1,0-1,-1 0,1 0,-1 0,1 0,0 0,0 0,0 0,-1-1,1 1,0 0,1-1,-1 1,0 0,0-1,0 1,1-1,-1 0,1 1,0-1,-1 1,1-1,0 0,0 1,0-1,0 0,0 1,0-1,0-1,65-32,-54 31,22-8</inkml:trace>
  <inkml:trace contextRef="#ctx0" brushRef="#br0" timeOffset="1161.971">718 564,'-5'-6,"-1"1,0 0,0 0,0 0,0 0,-1 1,0 1,0-1,0 1,0 0,-1 0,1 1,-1 0,0 0,1 1,-1 0,0 1,0-1,0 2,0-1,1 1,-1 0,0 0,-4 2,3 3,0-1,0 1,1 0,-1 1,1 0,1 0,0 1,0 0,0 0,1 1,0 0,1 0,0 0,0 1,1-1,0 1,1 0,0 0,0 1,1 1,2-11,-1 1,1 0,0 0,0 0,0 0,0 0,0 0,1-1,-1 1,0 0,1 0,-1 0,1-1,0 1,0 0,0-1,0 1,0 0,0-1,0 1,0-1,0 0,1 1,-1-1,1 0,-1 0,1 0,-1 0,1 0,-1 0,1 0,0-1,0 1,0 0,-1-1,1 0,0 1,0-1,0 0,0 0,-1 0,1 0,0 0,1-1,7-1,0 0,0-1,0-1,-1 0,1 0,-1-1,0 0,0 0,-1-1,1 0,-1-1,-1 0,1 0,-1-1,0 0,-1 0,0 0,0-1,-1 0,3-7,-1-8,-4 13,-2 26,0-8,0 1,1-1,0 1,0-1,1 0,0 0,0 0,1-1,0 1,0-1,0 1,1-1,0-1,0 1,0-1,1 0,-1 0,2 0,-1-1,0 0,1 0,-1-1,1 1,0-2,0 1,1-1,-1 0,0 0,1-1,-1 0,1 0,0-1,-1 0,1-1,4 0,29-1</inkml:trace>
  <inkml:trace contextRef="#ctx0" brushRef="#br0" timeOffset="1813.791">1183 386,'-13'-2,"1"-1,-1 1,1 1,-1 0,0 1,0 0,1 1,-1 1,0 0,1 0,-1 1,1 1,0 0,0 1,1 0,-1 1,1 0,0 1,-2 2,11-8,-1 0,1 0,0 0,0 1,0-1,0 1,0-1,0 1,0 0,0 0,1 0,-1 0,1 0,-1 1,1-1,0 0,0 0,0 1,0-1,0 1,1-1,-1 1,1-1,0 1,-1 0,1-1,0 1,0-1,1 1,-1-1,1 1,-1 0,1-1,0 0,0 1,0-1,0 1,0-1,0 0,1 0,-1 0,1 0,1 2,10 7,0-1,0-1,1 0,0 0,0-2,1 0,0 0,15 3,-11-2,46 15,-40-15,0 1,0 1,-1 2,21 12,-45-24,1 1,0-1,-1 0,1 0,0 0,-1 1,1-1,0 0,-1 1,1-1,-1 1,1-1,-1 1,1-1,-1 0,1 1,-1 0,1-1,-1 1,0-1,1 1,-1 0,0-1,1 1,-1 0,0-1,0 1,0 0,0-1,0 1,0 0,0-1,0 1,0 0,0-1,0 1,0 0,0-1,0 1,-1 0,1-1,0 1,0 0,-1-1,1 1,0-1,-1 1,1 0,-1-1,1 1,-1-1,1 0,-1 1,1-1,-1 1,0-1,1 0,-1 1,1-1,-1 0,0 0,1 1,-1-1,0 0,1 0,-1 0,-51 12,49-11,-14 2,-1-1,1 0,-1-1,0-1,1 0,-1-2,1 0,-15-3,32 5,-1 0,1 0,-1 0,1 0,-1 0,1 0,-1 0,1 0,-1-1,0 1,1 0,-1 0,1 0,-1-1,1 1,0 0,-1 0,1-1,-1 1,1 0,-1-1,1 1,0-1,-1 1,1-1,0 1,-1 0,1-1,0 1,0-1,-1 1,1-1,0 1,0-1,0 0,0 1,0-1,0 1,0-1,0 1,0-1,0 1,0-1,0 1,0-1,0 1,0-1,1 1,-1-1,0 1,0-1,1 1,-1-1,0 1,1-1,-1 1,0-1,1 1,-1 0,1-1,-1 1,0 0,1-1,-1 1,1 0,0 0,35-20,74-21,-79 32,0-2,0-2,-1 0,-1-2,0-1,15-12,-38 23,0 1,0-1,0-1,-1 1,1-1,-2 0,1 0,0 0,-1-1,0 0,-1 1,1-1,-2-1,1 1,-1 0,0-1,0 1,-1-1,0 0,0 1,-1-4,0 9,0 1,0-1,-1 0,1 0,-1 1,0-1,1 0,-1 1,0-1,0 0,0 1,0 0,0-1,-1 1,1-1,0 1,-1 0,1 0,-1 0,1 0,-1 0,1 0,-1 0,0 1,1-1,-1 0,0 1,1-1,-1 1,0 0,0 0,0 0,0 0,1 0,-1 0,-1 0,-1 1,-1-1,1 1,0 0,-1 1,1-1,0 1,0 0,0 0,0 0,0 0,1 1,-1-1,1 1,-3 2,0 2,1 0,-1 1,1 0,0 0,1 0,0 1,0-1,1 1,0 0,1 0,0 0,0 1,1-1,0 0,1 1,-1-1,2 0,0 1,0-1,0 0,1 0,1 0,0 0,0 0,0 0,1-1,1 1,3 5,0-5,1 0,0 0,0-1,1 0,0-1,0 0,1 0,0-1,0-1,0 0,1 0,-1-1,1-1,0 0,0-1,2 0,9 2,1-2,-1 0,1-2,0-1,-1 0,1-2,21-5,8-7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2.0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38,'19'0,"12"-3,14-2,7-3,3-1,-1 2,-6 2,-8 6,-11 8,-11 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2.2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24,'14'2,"14"1,13 0,12-3,11-4,8-3,6-3,-10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3.9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0,'14'0,"11"0,11 0,7 0,2 0,-2 0,-7 0</inkml:trace>
  <inkml:trace contextRef="#ctx0" brushRef="#br0" timeOffset="1">28 178,'14'5,"13"1,13-3,10-3,8-8,4-4,-8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5.0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0 306,'54'-234,"-52"224,-1 6,0-1,0 0,0 0,1 0,0 1,0-1,0 1,1 0,-1-1,1 1,0 0,3-3,-3 7,0 0,0 0,0 0,0 0,-1 1,1-1,0 1,0 0,0 0,-1 0,1 0,0 0,-1 0,1 1,-1-1,0 1,1 0,-1 0,0 0,0 0,0 0,0 0,0 1,-1-1,1 1,-1-1,0 1,1-1,-1 2,3 2,114 145,-117-149,20 32,-21-33,1 0,-1-1,1 1,-1 0,0 0,0-1,1 1,-1 0,0 0,0-1,0 1,0 0,0 0,0 0,0-1,0 1,0 0,0 0,-1 0,1-1,0 1,0 0,-1 0,1-1,0 1,-1 0,1-1,-1 1,1 0,-1-1,1 1,-1-1,0 1,1-1,-1 1,0-1,1 1,-1-1,0 0,1 1,-1-1,0 0,0 0,0 0,-57 4,59 0,9-2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5.2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11,'3'0,"2"-5,1-1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4.2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52 239,'-14'-219,"10"200,-4 54,-18 311,31-288,1-41</inkml:trace>
  <inkml:trace contextRef="#ctx0" brushRef="#br0" timeOffset="320.359">216 239,'-1'8,"0"0,0 0,1 0,0 0,0 0,1 0,0 0,0 0,1 0,0 0,1 0,-1-1,2 1,-1-1,1 0,0 0,0 0,1 0,0-1,0 0,0 0,1 0,0 0,0-1,1 0,3 2,-4-5,-1 0,1-1,0 1,0-1,0 0,0-1,0 1,0-1,0-1,-1 1,1-1,0 0,0 0,0 0,0-1,-1 0,1 0,-1-1,0 0,1 0,-1 0,0 0,-1-1,1 1,-1-1,1-1,-1 1,0-1,-1 1,1-1,-1 0,0 0,0 0,-1-1,1 1,-1-1,0 0,-1 1,1-1,0-3,1 0,-1 1,-1-1,1 0,-1 0,-1 0,0 0,0 0,-1 0,0 0,0 0,-1 1,0-1,-1 0,0 1,0 0,-1-1,0 1,0 1,-1-1,0 0,-1 1,1 0,-1 1,-1-1,-6-4,11 9,-1 1,0-1,0 1,0 0,0 0,0 0,0 1,0-1,0 1,0-1,0 1,0 0,0 1,0-1,0 0,0 1,0-1,0 1,0 0,0 0,0 0,0 1,1-1,-1 1,1-1,-1 1,1 0,-1 0,1 0,-2 2,-1 2,-1 0,1 0,0 1,1 0,-1 0,1 0,1 0,-1 1,1-1,1 1,-1 1,-1 71,11-45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02.5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113 253,'-84'-245,"84"245,0 0,-1 1,1-1,0 0,0 0,-1 1,1-1,0 0,-1 0,1 1,0-1,-1 0,1 0,0 0,-1 1,1-1,0 0,-1 0,1 0,0 0,-1 0,1 0,-1 0,1 0,0 0,-1 0,1 0,-1 0,1 0,0 0,-1-1,1 1,0 0,-1 0,1 0,0 0,-1-1,1 1,0 0,-1 0,1-1,0 1,0 0,-1 0,1-1,0 1,0 0,0-1,-1 1,1 0,0-1,0 1,0-1,0 1,0 0,0-1,0 1,0 0,0-1,0 1,0-1,0 1,0 0,0-1,0 1,0-1,-6 33,2 203,4-233,-1 4,0 1,1 0,-1 0,2-1,-1 1,1 0,0 0,0-1,1 1,0-1,0 1,1-1,0 0,0 0,0 0,0 0,1-1,0 1,1-1,-1 0,1 0,0 0,2 1,13 1</inkml:trace>
  <inkml:trace contextRef="#ctx0" brushRef="#br0" timeOffset="341.669">209 226,'-1'5,"0"0,0 0,1 0,0 0,0 0,0 0,1 0,0-1,0 1,0 0,0 0,1 0,-1-1,1 1,1-1,-1 0,0 1,1-1,0 0,0 0,0-1,1 1,-1-1,1 0,0 1,0-1,0-1,0 1,0-1,1 0,2 1,-1 0,0 0,0 0,0-1,0 0,0 0,1-1,-1 0,1 0,-1-1,1 1,-1-1,1-1,-1 1,1-1,-1 0,1-1,-1 1,0-1,0-1,0 1,0-1,0 0,0 0,-1-1,0 1,1-1,-1-1,-1 1,1-1,0 0,-1 0,0 0,-1 0,1-1,-1 0,0 0,0-1,-1 0,0 0,0 0,-1 0,0 0,0 0,-1 0,0-1,0 1,-1 0,0 0,0 0,0 0,-1 0,0 0,0 0,-1 1,0-1,0 1,-1-1,0 1,0 0,0 1,-1-1,1 1,-1 0,-1 0,1 0,-1 1,0-1,0 1,0 1,0-1,-1 1,1 0,-7-1,8 4,0 0,0 0,1 0,-1 1,0 0,0 0,1 0,-1 1,1 0,-1-1,1 1,0 1,0-1,-1 1,2 0,-1 0,0 0,1 0,-1 0,1 1,0 0,0-1,0 1,1 1,-1-1,1 0,0 0,0 1,1-1,-1 1,1 0,0-1,0 1,1 0,-1 0,1-1,0 1,1 0,-1 0,1 0,0-1,0 1,0 0,0-1,2 3,12 14</inkml:trace>
  <inkml:trace contextRef="#ctx0" brushRef="#br0" timeOffset="617.928">687 104,'16'11,"15"9,11 6,10 2,6 2,2 0,-5 0,-6-3,-10-2,-11-4</inkml:trace>
  <inkml:trace contextRef="#ctx0" brushRef="#br0" timeOffset="863.274">1069 89,'-14'5,"-12"8,-10 9,-6 8,-6 8,-1 5,3 4,7 0,8 1,9-5,13-6,7-10</inkml:trace>
  <inkml:trace contextRef="#ctx0" brushRef="#br0" timeOffset="1154.494">1329 308,'14'-39,"-2"-1,-2-1,-1 0,1-32,-11 103,1 1,1-1,2 0,1 0,1 0,2 0,1-1,1 0,9 18,-3-19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22.6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1505 423,'-2'-4,"0"0,0 0,0 0,-1 1,1-1,-1 1,0-1,0 1,0 0,0 0,-1 0,1 1,-1-1,1 1,-1 0,0 0,0 0,0 0,0 1,0 0,-1 0,-3-1,-101-6,94 8,-21 3,0 1,1 2,-1 2,1 1,0 1,1 2,1 2,0 0,0 3,2 1,0 1,1 1,1 2,1 1,1 1,1 1,1 2,1 0,-18 29,8-2,2 2,2 1,-8 27,-4 5,26-56,-44 89,5 3,6 2,2 9,-126 500,156-557,4 0,3 1,3 21,-9 187,-7 275,24 55,8-465,17 73,8 140,-32-215,-1-17,14 89,9-53,-5-36,2 109,-11-38,23 109,34 209,3-30,-42-260,53 168,-56-215,-3-24,26 94,-26-181,3-1,4-1,2-1,24 36,-29-67,2 0,1-2,2-2,2 0,1-2,2-2,2-1,0-2,2-2,1-1,42 19,-23-8,2-3,2-3,1-3,1-2,1-3,40 7,49-4,136 33,-169-30,2-5,8-5,98 19,73 35,178 47,-386-97,2-3,0-5,28-2,424 44,-440-46,0-6,1-4,-1-5,60-12,-126 11,-1-3,0-1,-1-3,0-1,-1-2,0-1,-1-3,-1-1,-1-2,0-2,10-10,212-159,-245 180,-1-1,0-1,-1 0,0 0,-2-1,1-1,-2 0,0-1,7-16,126-219,-77 143,-44 66,-2-2,-2 0,-2-2,-1 0,-3-2,44-129,-9 65,49-81,-73 143,-2-1,-2-1,-2 0,-2-2,-4 0,3-26,73-394,-26 90,34-276,-9-27,-34-52,-32 565,5-45,-7-62,-10-220,-2 244,-11-1,-39-248,-2 101,32 337,-4 1,-3 1,-15-31,-14-43,25 61,-4 1,-3 1,-21-30,14 35,-12-22,-3 3,-31-35,45 76,-2 2,-3 2,-2 2,-1 2,-3 2,-1 2,-21-9,-177-98,-237-100,-259-104,608 296,-4 7,-1 6,-1 6,-80-6,26 11,-1 8,-1 10,-117 10,220 5,0 5,0 4,1 3,-9 8,52-5,1 3,2 1,0 3,1 2,1 2,-18 17,-20 10,-41 21,1-3</inkml:trace>
  <inkml:trace contextRef="#ctx0" brushRef="#br0" timeOffset="3184.781">2009 2034,'0'10,"0"7,0 5,-2 7,-3 5,-4 3,1 1,-1-2,0-3,1-4,1-5,1-4,3-7,1-10,1-4</inkml:trace>
  <inkml:trace contextRef="#ctx0" brushRef="#br0" timeOffset="3447.358">1845 2089,'-7'-2,"5"-1,10 0,12 1,15 0,13 1,9 0,6 1,-3 0,-5 0,-11 0,-12 3,-17 2,-17 1,-9-1</inkml:trace>
  <inkml:trace contextRef="#ctx0" brushRef="#br0" timeOffset="35746.894">4263 4985,'-7'18,"-3"14,2 0</inkml:trace>
  <inkml:trace contextRef="#ctx0" brushRef="#br0" timeOffset="39615.445">4290 6309,'-3'-27,"-34"260,-17 129,53-349,5-31,11-74,7-43,5-133,-25 177,-12 137,-45 398,40-288,12-133,17-62,4-84,-5-1,-5 0,-7-51,-1 43,0 132,0 0,0 0,0 0,-1 0,1 0,0 0,0 0,-1 24,0-11,0 2,-6 74,3 1,5-1,3 1,7 20,0-82,-9-191,-1 53,1 19,-4 0,-3 1,-8-23,11 107,2 5,-1 1,1 0,0-1,-1 1,1-1,0 1,-1 0,1-1,0 1,-1-1,1 1,0-1,0 1,0-1,-1 1,1-1,0 1,0-1,0 0,0 1,0-1,0 1,0-1,0 1,0-1,0 1,0-1,1 1,-1-1,0 1,0-1,0 1,1-1,-1 1,0-1,1 1,-1-1,0 1,1-1,-1 1,0 0,1-1,-1 1,1 0,-1-1,1 1,-1 0,1 0,-1-1,1 1,-1 0,1 0,-1 0,1 0,-1 0,1 0,0 0,-1 0,1 0,29 11,1-1,0-2,1 0,15-1,115 7,0-8,20-8,204 8,-360-3,-92 0,-887 32,789-18,151-6,38-4,18-4,0-3,0-2,0-1,36-9,-52 9,316-50,264-29,-568 79,-25 5,-24 3,-38 8,-1-2,-1-2,-21 0,48-6,-102 13,-1-5,-120-6,232-5,9 0,-1 0,0 0,0 0,0-1,1 0,-1 0,0-1,1 1,-1-1,1 0,0-1,-3-1,7 4,1 0,0-1,-1 1,1 0,-1-1,1 1,0-1,0 1,-1 0,1-1,0 1,0-1,-1 1,1-1,0 1,0-1,0 1,0-1,0 1,0-1,0 1,0-1,0 1,0-1,0 1,0-1,0 1,0-1,0 1,1-1,-1 1,0-1,0 1,0 0,1-1,-1 1,0-1,1 1,-1 0,0-1,1 1,-1 0,1-1,-1 1,0 0,1-1,-1 1,1 0,-1 0,1 0,-1 0,1-1,-1 1,0 0,1 0,-1-1,0 1,1 0,-1 0,0-1,0 1,1 0,-1-1,0 1,0 0,0-1,1 1,-1 0,0-1,0 1,0 0,0-1,0 1,0-1,1 1,-1 0,0-1,0 1,0-1,-1 1,1 0,0-1,0 1,0 0,0-1,0 1,0-1,0 1,-1 0,1-1,0 1,0 0,-1-1,1 1,0 0,0-1,-1 1,1 0,0 0,-1 0,1-1,0 1,-1 0,1 0,0 0,-1-1,1 1,-1 0,1 0,0 0,-1 0,1 0,-1 0,1 0,-164-42,74 12,88 30,1 1,0 0,0-1,-1 1,1 0,0 0,0 0,0 0,0 0,0 0,0 0,0 0,0 0,1 0,-1 0,0 1,1-1,-1 0,1 0,-1 1,1-1,0 1,-1-1,1 0,0 1,0-1,0 0,0 1,0-1,0 1,1-1,-1 1,0 1,1 409,-40-76,64-612,-25 273,5-89,-5 0,-9-76,-1 128,0 57,-5 55,3 2,-2 67,12-124,-5 65,3 0,3 0,5 12,8-37,-12-57,0 1,0-1,1 0,-1 0,0 0,0 1,1-1,-1 0,0 0,1 0,-1 1,0-1,1 0,-1 0,0 0,1 0,-1 0,1 0,-1 0,0 0,1 0,-1 0,0 0,1 0,-1 0,0 0,1 0,-1-1,0 1,1 0,-1 0,0 0,1 0,-1-1,0 1,0 0,1 0,-1-1,0 1,0 0,1 0,-1-1,0 1,0 0,0-1,1 1,-1 0,0-1,0 1,0 0,0-1,0 1,0 0,0-1,0 1,0-1,0 1,0 0,0-1,0 1,0 0,0-1,0 1,0 0,-1-1,1 1,5-25,-1 0,-1 0,-2 0,0 0,-2-9,1 15,-13-185,13 203,0 0,1 0,-1 0,0 1,0-1,0 0,0 0,1 0,-1 0,0 1,-1-1,1 0,0 0,0 0,0 0,0 0,-1 1,1-1,0 0,-1 0,1 1,-1-1,1 0,-1 0,1 1,-1-1,1 1,-1-1,0 0,1 1,-1-1,0 1,0 0,1-1,-1 1,0-1,0 1,0 0,1 0,-1-1,0 1,0 0,0 0,0 0,1 0,-1 0,0 0,0 0,0 0,0 1,0-1,1 0,-1 0,0 1,0-1,1 0,-1 1,0-1,0 1,1-1,-1 1,0-1,1 1,-1 0,1-1,-1 1,-13 18,2 0,0 0,1 1,1 1,1 0,1 0,1 2,-3 2,9-14,10-25,3-15,-2-1,-2 0,-1-1,-1 0,-1 0,-2 0,-1-1,-1 1,-3-15,1 27,0 16,1 0,-1 1,1-1,-1 0,1 0,0 1,0-1,0 0,1 0,-1 0,1 1,-1-1,1 0,0 1,0-1,0 1,0-1,1 1,-1-1,0 1,1 0,0-1,0 1,0 0,0 0,0 0,0 1,0-1,0 0,1 1,-1 0,27-8,0 2,0 1,0 1,1 2,12 0,-4 0,259-13,176 17,-439 0,205 17,-230-14,-21-2,-289 0,124-2,1-8,-148-27,266 20,63 9,146-1,400-17,-471 14,-83 7,-239 0,-209 4,436-1,29 0,763-26,-762 24,-33 2,-485 13,457-10,14 1</inkml:trace>
  <inkml:trace contextRef="#ctx0" brushRef="#br0" timeOffset="40594.286">4195 6158,'7'22,"0"0,-1 1,-2-1,0 1,-1 0,-2 0,0 0,-2 0,0 0,-2 3,-8 45,-3-1,-15 41,-19 91,36-62,15-337,11-181,-27 449,26-91,24-154,-21 81,-15 87,1 0,0 0,0 0,1 1,0-1,0 1,0-1,0 1,1 0,0 1,0-1,0 1,1-1,0 1,-1 1,1-1,1 1,-1-1,0 1,1 1,0-1,-1 1,9-3,-1 1,1 0,-1 1,1 1,0 0,0 1,0 0,0 1,3 1,351 32,-228-26,0-6,0-7,33-9,-122 4,-51 6,-8 2</inkml:trace>
  <inkml:trace contextRef="#ctx0" brushRef="#br1" timeOffset="62020.046">5655 2034,'0'-1,"1"0,-1 0,0 0,0 0,0 0,1 0,-1 0,1 0,-1 0,1 0,-1 0,1 0,-1 0,1 1,0-1,0 0,-1 0,1 1,0-1,0 0,0 1,0-1,0 1,0-1,0 1,0-1,0 1,0 0,0-1,0 1,0 0,0 0,0 0,0 0,0 0,0 0,0 0,0 0,0 0,0 1,0-1,0 0,0 1,0-1,0 1,0-1,0 1,0-1,0 1,0-1,0 1,-1 0,1 0,0 0,0-1,-1 1,1 0,-1 0,1 0,0 1,-4-5,1 0,-1 1,1-1,-1 1,0 0,0 0,0 0,0 0,0 0,0 1,-1-1,1 1,-1 0,1 0,-1 0,1 1,-1-1,1 1,-1 0,0 0,1 0,-1 0,1 1,-1-1,1 1,-1 0,1 0,-1 0,1 1,0-1,-1 1,1 0,0 0,0 0,0 0,1 0,-1 1,0-1,1 1,0 0,-1-1,1 1,0 0,0 1,1-1,-1 1,2-1,1 0,-1 0,1 0,0 0,0 0,0-1,0 1,1 0,-1-1,1 1,0-1,-1 1,1-1,0 0,1 0,-1 0,0 0,0 0,1 0,-1-1,1 1,0-1,-1 0,1 1,0-1,0-1,0 1,0 0,-1-1,1 1,0-1,0 0,0 0,0 0,0 0,0-1,0 1,0-1,3 0,-5 0,0 0,1 0,-1 0,0 0,1 0,-1 0,0-1,0 1,0 0,0 0,0-1,0 1,-1-1,1 1,0-1,-1 1,1-1,-1 1,1-1,-1 0,0 1,0-1,0 1,0-1,0 0,0 1,0-1,0 0,0 1,-1-1,1 1,-1-1,0 1,1-1,-1 1,0-1,0 1,0-1,0 1,0 0,0 0,0-1,0 1,0 0,-1 0,1 0,1 1,0 1,0-1,0 0,0 1,0-1,0 0,0 1,-1-1,1 0,0 0,0 1,0-1,0 0,0 0,-1 1,1-1,0 0,0 0,0 1,-1-1,1 0,0 0,0 0,-1 0,1 1,0-1,-1 0,1 0,0 0,0 0,-1 0,1 0,0 0,-1 0,1 0,0 0,-1 0,1 0,0 0,0 0,-1 0,1 0,0 0,-1 0,1 0,0-1,0 1,-1 0,1 0,0 0,0 0,5 7,1 1,0-1,1 0,-1 0,1-1,1 0,-1 0,1-1,0 0,1 0,-1 0,1-2,0 1,0 0,31 15,98 67,-100-58,-1 1,-2 1,-1 3,19 23,-33-34,-14-16,-1-1,0 1,0 1,0-1,-1 1,1-1,-2 1,1 0,-1 1,0-1,0 2,34 91,8 17,-31-20,-42 39,14-67,0 27,1-14,-16 70,-10 33,24-67,-12 134,14-88,0 8,4-5,-5-14,8 101,7-155,7 163,6-51,14 18,-12-53,0 57,-16-232,1 24,-1 1,-2-1,0 1,-2-1,0 0,-2 0,-9 24,-21 24,-10 11,32-68,1 0,-2 0,0-2,-1 0,0-1,-1 0,-8 3,-140 89,125-76,53-29,3-8,2-1</inkml:trace>
  <inkml:trace contextRef="#ctx0" brushRef="#br1" timeOffset="65926.719">5942 6350,'0'1,"0"0,-1-1,1 1,-1 0,1-1,-1 1,1-1,-1 1,1-1,-1 1,1-1,-1 1,0-1,1 0,-1 1,0-1,1 0,-1 1,0-1,0 0,1 0,-1 0,0 0,0 0,1 0,-1 0,0 0,0 0,1 0,-1 0,0 0,0 0,1-1,-1 1,0 0,1 0,-1-1,0 1,1-1,-1 1,0-1,1 1,-1-1,1 1,-1-1,1 1,-1-1,1 0,-1 1,1-1,0 0,-1 1,1-1,0 0,0 1,0-1,-1 0,1 0,0 1,0-1,0 0,0 0,0 1,0-1,0 0,1 0,-1 1,0-1,0 0,-55 56,2 3,3 3,-10 18,56-73,0-2,1 0,0 0,0 1,0-1,1 1,-1 0,1 0,0 0,0 0,1 0,0 0,0 1,0-1,0 0,1 4,1-9,0 1,-1 0,1-1,0 1,0-1,0 1,0-1,0 1,0-1,0 0,0 0,0 1,0-1,0 0,0 0,0 0,0 0,1 0,-1 0,0 0,0-1,0 1,0 0,0-1,0 1,0 0,0-1,-1 1,1-1,0 0,0 1,0-1,0 0,-1 1,1-1,0 0,0 0,2-1,10-3,0 0,1 2,-1-1,1 2,0-1,0 2,-1 0,1 1,0 0,14 2,14 0,125-3,-164 1,0-1,0 0,0-1,0 1,0 0,0-1,-1 0,1 0,-1 1,1-1,-1-1,0 1,0 0,0-1,0 1,0-1,0 1,-1-1,1 0,-1 0,0 1,0-1,0 0,0 0,0-1,-1 1,1 0,-1 0,0 0,0 0,0 0,0 0,-1-1,1 1,-1 0,0 0,0 0,0 0,0 0,0 1,-1-1,1 0,-1 0,0 1,0-1,0 1,0 0,0-1,0 1,-1 0,0 0,-13-11,13 11,0 0,0 1,0-2,1 1,-1 0,1 0,-1-1,1 0,0 1,0-1,0 0,1 0,-1 0,0 0,1 0,0-1,0 1,0 0,0-1,0 0,14 100,-10-151,-2 36,-1 12,1-1,-1 1,0-1,0 1,-1-1,0 1,0-1,-1 1,0-1,-1 1,1 0,-1 0,0 0,-3-2,5 8,0 1,1 0,-1 0,0 0,0 0,0 0,0 0,0 0,0 0,1 1,-1-1,0 0,0 0,0 1,0-1,1 0,-1 1,0-1,0 1,1-1,-1 1,0 0,1-1,-1 1,0-1,1 1,-1 0,1 0,-1-1,1 1,0 0,-1 0,1 0,0-1,-1 1,1 0,0 0,0 0,0 0,0 0,0 0,0-1,0 1,0 0,0 0,0 0,1 0,-1 0,-2 5,0 1,0-1,1 1,0-1,0 1,1-1,0 1,0 0,0-1,1 1,0-1,1 3,7-21,-9 12,0 0,0 0,-1 0,1 0,0 0,0 1,0-1,-1 0,1 0,0 0,0 0,-1 0,1 0,0 0,0 0,0 0,-1 0,1 0,0 0,0 0,-1 0,1 0,0 0,0 0,0 0,-1 0,1 0,0-1,0 1,0 0,-1 0,1 0,0 0,0 0,0-1,-74 43,39-25,87-29,22-13,-74 24,0 1,0 0,0 0,-1 0,1 0,0 0,0 0,0-1,0 1,0 0,0 0,-1 0,1 0,0-1,0 1,0 0,0 0,0 0,0-1,0 1,-25 6,-58 30,82-36,1 0,0 0,-1 0,1 0,0 0,-1 0,1 0,0 0,-1 0,1 0,0 0,0 0,-1 0,1 0,0 0,-1 0,1 0,0 0,-1 1,1-1,0 0,0 0,-1 0,1 1,0-1,0 0,0 0,-1 1,1-1,0 0,0 0,0 1,0-1,-1 0,1 1,0-1,0 0,0 0,0 1,0-1,0 0,0 1,0-1,0 0,0 1,0-1,0 0,0 1,0-1,0 0,0 1,1-1,-1 0,0 0,0 1,0-1,0 0,1 0,-1 1,0-1,0 0,0 0,1 1,-1-1,0 0,1 0,-1 0,0 0,1 1,23-3,68-40,-88 37,-14 8,-18 7,-74 48,90-44,23-14,26-13,2-5,-32 14,-26 13,-16 14,48-24,26-15,-88 47,67-30,16-6,-28 16,66-14,-40-2,-39 5</inkml:trace>
  <inkml:trace contextRef="#ctx0" brushRef="#br1" timeOffset="68040.229">5915 6445,'-27'24,"-125"134,140-141,12-17,0 0,0-1,1 1,-1 0,0 0,0-1,0 1,1 0,-1 0,0 0,0-1,1 1,-1 0,0 0,0 0,1 0,-1 0,0 0,0-1,1 1,-1 0,0 0,1 0,-1 0,0 0,0 0,1 0,-1 0,0 0,1 0,-1 0,0 1,0-1,1 0,-1 0,0 0,0 0,1 0,-1 0,0 1,0-1,1 0,-1 0,0 0,0 1,0-1,1 0,-1 0,0 1,0-1,0 0,0 0,0 1,0-1,1 0,-1 1,203-147,-185 132,9-8,-39 32,-188 163,171-155,28-18,1 0,0 0,-1-1,1 1,0 0,-1 0,1 0,0-1,0 1,-1 0,1 0,0 0,-1-1,1 1,0 0,0-1,0 1,-1 0,1-1,0 1,0 0,0-1,0 1,0 0,0-1,-1 1,1 0,0-1,0 1,0-1,0 1,0 0,0-1,1 1,-1 0,0-1,0 1,0 0,0-1,0 1,0 0,1-1,-1 1,0 0,0-1,1 1,-1 0,0-1,0 1,1 0,-1 0,0 0,1-1,-1 1,0 0,0 0,1 0,-1 0,1-1,131 8,114 16,-304-15,50-2</inkml:trace>
  <inkml:trace contextRef="#ctx0" brushRef="#br1" timeOffset="71512.965">6297 3181,'25'-5,"-24"5,-1 0,0 0,1 0,-1 0,0 0,1 0,-1 0,1 0,-1 0,0 0,1 0,-1 0,0 0,1 0,-1 1,0-1,1 0,-1 0,0 0,0 1,1-1,-1 0,0 0,0 0,1 1,-1-1,0 0,0 1,0-1,1 0,-1 1,0-1,0 0,0 1,0-1,0 0,0 1,0-1,0 0,0 1,0-1,0 0,0 1,0-1,0 1,0-1,0 0,0 1,0-1,0 0,0 1,-1-1,1 0,0 0,0 1,0-1,-1 0,1 1,0-1,0 0,-1 0,1 1,0-1,0 0,-1 0,1 0,-13 16,0-1,-1 0,0-2,-1 1,-1-2,-15 10,11-7,-67 50,-2-3,-4-5,-52 24,141-80,3 0,-1 1,1-1,-1 0,1 0,-1-1,0 1,0 0,1 0,-1-1,0 1,0-1,0 0,0 1,0-1,0 0,0 0,0 0,1-1,-1 1,0 0,0-1,0 1,0-1,0 0,1-4</inkml:trace>
  <inkml:trace contextRef="#ctx0" brushRef="#br1" timeOffset="72923.514">5846 3468,'-290'215,"267"-195,23-20,0 1,0-1,0 1,0-1,0 0,0 1,0-1,0 1,0-1,0 1,0-1,0 1,0-1,0 1,0-1,0 1,0-1,1 0,-1 1,0-1,0 1,1-1,-1 0,0 1,1-1,-1 0,0 1,1-1,-1 0,0 1,1-1,-1 0,1 0,-1 0,0 1,1-1,-1 0,1 0,-1 0,1 0,-1 0,1 0,-1 0,0 0,1 0,-1 0,1 0,-1 0,1 0,-1 0,1 0,-1 0,1-1,-1 1,0 0,1 0,204-12,-181 19,-22-6,-1 0,1 0,-1 0,1 0,-1 0,1-1,0 1,0-1,-1 1,1-1,0 0,-1 1,1-1,0 0,0 0,0 0,-1-1,1 1,0 0,0-1,-1 1,1-1,0 1,-1-1,1 0,-1 0,1 0,-1 0,1 0,-1 0,1 0,2-5,-1 0,0 0,0 0,0-1,0 1,-1-1,0 1,-1-1,1 0,-1 0,0 0,-1 1,0-1,0 0,-1 0,1 0,-1 0,-1 0,1 0,-2-1,-9 1,19-108,-25 122,-41 46,59-53,1 0,0 0,-1 0,1 0,-1 0,1 0,-1 0,1 0,-1 0,1 1,-1-1,1 0,-1 0,1 0,-1 1,0-1,1 0,-1 0,1 1,-1-1,0 0,1 1,-1-1,0 1,1-1,-1 0,0 1,1-1,-1 1,0-1,0 1,0-1,1 1,-1-1,0 1,0-1,0 1,0-1,0 1,0-1,0 1,0-1,0 1,0-1,0 1,-1-1,1 1,0-1,0 1,0-1,-1 1,1-1,0 1,-1-1,1 1,0-1,-1 0,1 1,0-1,-1 0,1 1,-1-1,1 0,0 0,-1 1,1-1,-1 0,1 0,-1 0,40-6,-30 2,0 1,0-1,-1-1,0 1,0-2,0 1,0-1,-1 0,2-2,-9-2,-19 17,-24 18,0 3,2 1,1 2,-19 20,20-11,70-35,151-19,-181 14,1 0,0 0,-1 0,1-1,0 1,-1 0,1-1,-1 0,1 1,-1-1,1 0,-1 0,0 0,1 0,-1 0,0 0,0 0,0 0,0 0,0-1,0 1,0 0,0-1,0 1,0-1,-1 1,1-1,-1 1,1-1,-1 1,0-1,1 1,-1-1,0 0,0 1,0-1,0 0,0 1,-1-1,1 1,0-1,-1 0,1 1,-1-1,0 1,0-1,-2-7,-2 0,1 0,-1 0,0 1,-1-1,0 2,0-1,-1 0,-3-1,10 8,0 1,-1-1,1 1,0-1,-1 1,1 0,-1-1,1 1,-1 0,1 0,-1-1,1 1,-1 0,1 0,-1 0,1-1,-1 1,1 0,-1 0,1 0,-1 0,0 0,1 0,-1 0,1 0,-1 0,1 1,-1-1,1 0,-1 0,1 0,-1 1,1-1,-1 0,1 1,-1-1,1 0,0 1,-1-1,1 0,-1 1,1-1,0 1,-1-1,1 1,0-1,0 1,-1-1,1 1,0-1,0 1,0-1,0 1,0-1,0 1,-1-1,1 1,0-1,1 1,-1 0,0-1,0 1,0-1,0 1,0-1,0 1,1-1,-1 1,0-1,1 1,1 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5:38.92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1088 81,'-62'-20,"0"2,-1 3,-1 2,-7 3,47 7,-1 2,1 1,0 0,-1 2,1 1,0 1,1 1,-1 1,1 1,0 1,0 1,-12 8,0 3,2 2,0 1,1 2,2 1,0 2,2 0,1 2,2 1,1 1,1 2,1 0,3 1,-7 16,17-35,1 1,0-1,2 2,0-1,0 1,2-1,0 1,1 1,1-1,1 0,0 1,1-1,1 1,1-1,1 0,0 0,2 0,0 0,0-1,2 1,7 12,-4-15,2-1,0-1,0 1,1-2,1 0,0-1,1 0,0-1,1 0,-1-2,2 0,-1 0,1-2,0 0,3 0,33 7,1-1,1-3,-1-2,23-2,-7 0,1-3,-1-4,1-2,-1-3,0-4,-1-2,0-4,-2-2,0-4,-1-2,40-23,-88 40,0-1,-2 0,1-1,-1-1,0 0,-1-2,-1 1,0-2,-1 0,0-1,-1 0,0 0,-2-2,0 1,-1-1,0-1,-1 1,-1-1,-1-1,-1 1,0-1,-2 0,1-4,-5 3,0 1,-1 0,-2-1,1 2,-2-1,-1 0,0 1,-1 0,-1 0,-1 1,0 0,-1 0,-1 1,-7-7,-2-2,-2 0,-1 2,-1 1,0 0,-2 2,0 1,-2 1,-7-3,3 5,0 1,-1 1,-1 2,0 2,0 1,-1 1,0 2,0 2,-1 1,1 1,-1 2,1 2,-1 1,1 2,0 1,1 2,-1 2,1 0,1 3,0 0,1 3,-19 11,3 4,0 2,3 3,1 1,1 2,-22 28,-52 66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44:30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1846 148,'-6'-5,"0"0,0 0,0 1,0 0,-1 0,1 1,-1-1,0 1,0 1,0-1,-1 1,1 1,0-1,-1 1,1 1,-1-1,1 1,-1 1,1-1,-1 1,1 0,-3 2,-24-2,-252-14,253 12,0 2,0 2,0 1,0 1,1 1,0 2,0 2,1 1,0 1,1 1,-18 12,26-12,0 0,0 1,2 1,0 1,1 1,0 1,2 1,0 0,1 1,1 1,1 0,0 1,2 0,1 1,-5 15,6-9,1 1,2 0,0 0,3 1,0-1,1 27,2-41,1-1,0 1,2-1,-1 0,2 1,0-1,1 0,0 0,1-1,1 1,0-1,1-1,1 1,0-1,8 11,-4-12,-1 0,2-1,-1-1,2 0,-1 0,1-1,1-1,-1 0,1-1,1-1,-1 0,1-1,0-1,0 0,1-1,1-1,263 36,-248-34,1-1,0-1,0-2,-1-2,1-1,0-1,-1-2,0-2,0 0,31-14,-20 6,2-1,0-1,-1-2,-1-2,15-11,-47 25,-1 0,0-1,0 0,-1 0,0-1,0-1,-1 0,0 0,-1-1,-1 1,0-2,0 1,-1-1,-1 0,0 0,-1-1,1-6,1-19,-3 1,-1 0,-2-1,-2-19,0-13,2 51,0 0,-2 0,0 0,-1 0,0 0,-2 1,-1-1,0 1,-1 1,-1-1,-1 1,-1 1,0-1,-1 2,-1 0,-1 0,0 1,-8-7,2 7,0 0,-2 2,1 0,-2 1,1 1,-2 1,1 2,-1 0,-1 1,1 1,-1 1,0 1,-3 1,-23 0,1 1,-1 3,1 1,-1 3,1 2,0 2,-209 60,140-29</inkml:trace>
  <inkml:trace contextRef="#ctx0" brushRef="#br0" timeOffset="25954.038">2542 1773,'-3'-4,"-1"0,0 0,0 0,-1 0,1 1,-1 0,0 0,0 0,0 1,0 0,0 0,0 0,-1 0,1 1,-2-1,-363-79,275 58,-1 3,-1 5,-39 1,87 11,-1 3,1 2,-1 2,1 2,0 2,1 2,-32 12,46-11,0 1,1 1,1 2,0 2,1 0,1 2,1 2,1 0,0 2,2 1,0 1,2 1,0 3,15-17,1 1,0 0,1 1,1-1,0 1,0 1,2-1,0 1,0 0,1 0,1 0,1 0,0-6,1 0,0 0,1 0,0 0,1 0,-1 0,2 0,-1-1,1 1,1-1,-1 1,1-1,1-1,-1 1,2 0,-1-1,1 0,0 0,0-1,6 5,12 3,0 0,2-1,-1-1,2-2,-1-1,2-1,-1-1,1-1,0-1,0-2,0-1,23-1,149 5,0-8,0-9,114-23,-291 31,43-4,0-2,-1-4,0-2,0-3,49-22,-102 35,-1 0,0-1,0-1,0 1,-1-2,0 1,0-1,-1-1,0 0,0 0,-1-1,-1 0,1 0,-2-1,1 0,-2 0,1 0,-1-1,-1 0,0 0,-1 0,0-1,-1 1,0-8,-2 1,0 0,-2 1,0-1,-2 0,1 1,-2 0,-1 0,0 0,-1 1,-1 0,-1 0,0 1,-1 0,-1 1,-2-4,-10-9,-1 1,-2 1,0 0,-2 2,0 2,-1 0,-15-6,9 7,-1 2,-1 1,0 3,-1 0,-1 3,0 1,-1 1,0 3,0 1,-1 2,0 2,1 1,-1 3,0 1,-39 8,27 2,1 1,0 3,1 3,1 1,1 2,1 3,2 2,0 1,2 3,1 2,2 1,1 2,-9 14,-56 70</inkml:trace>
  <inkml:trace contextRef="#ctx0" brushRef="#br1" timeOffset="91066.606">2161 1718,'-176'-202,"163"188,-1 0,0 1,-1 1,0 0,-1 1,0 1,-1 0,0 1,-1 1,0 1,0 0,0 1,-14-1,-12 2,-1 3,1 1,0 3,-1 1,1 2,0 2,1 3,0 1,0 1,-35 18,28-12,1 3,0 2,2 3,1 1,1 2,-34 30,55-40,2 2,1 0,0 1,2 1,0 0,2 2,0 0,2 1,1 1,1 0,1 1,-7 25,15-37,1-1,0 1,1 0,0 0,2-1,0 1,0 0,2 0,0 0,1 0,0-1,1 1,1-1,0 0,1 0,1-1,1 0,-1 0,2-1,0 1,1-2,0 0,1 0,9 8,19 10,2-1,1-1,1-3,1-2,1-1,1-2,1-3,0-2,1-1,38 4,7 2,1-4,1-5,0-4,0-3,72-9,-125 2,-1-2,0-2,-1-2,1-1,-2-3,0 0,23-14,-38 16,-1-2,0-1,-1-1,0-1,-1 0,-1-2,-1 0,-1-2,0 0,-2 0,0-2,4-8,-7 8,-1-1,0-1,-2 0,-1 0,-1-1,-1 0,-1-1,-1 1,-1-1,-1 0,-2 0,-1-1,0 1,-2 0,-2 0,0 1,-1-1,-2 1,0 0,-2 0,-1 1,0 0,-6-7,-2 3,-2 0,0 2,-2 0,-1 2,-1 0,-1 1,0 2,-2 1,-1 1,0 1,-1 1,-17-6,-14-4,-1 3,-1 3,-1 2,-1 3,-63-7,45 11,0 3,-1 5,0 2,0 5,0 3,0 4,1 3,1 4,0 3,2 4,0 3,-9 9,50-18,1 2,1 1,1 2,1 1,2 2,0 1,1 2,1 2,15-15,1 1,1 0,1 0,0 2,1-1,1 2,1-1,1 1,0 1,2-1,0 1,1 0,1 1,2-1,0 1,1 5,2-3,1-1,2 1,1-1,0 0,2 0,0 0,2-1,0 0,2-1,0 0,1-1,1 0,1-1,1 0,1-1,14 13,4 1,2-2,1-1,1-1,2-3,0-1,2-2,0-1,6-1,27 7,2-3,0-4,1-3,1-3,1-4,-1-4,50-2,-68-4,-1-3,0-3,1-2,-2-2,1-4,-2-1,0-4,33-16,-63 23,0-1,-1-2,0-1,-1 0,-1-3,-1 0,-1-1,0-1,-2-1,0-1,-1-1,-2-1,-1 0,0-2,-2 0,-1 0,7-22,-14 26,0-2,-1 1,-1 0,-1-1,-2 0,0 0,-2 0,0 0,-2 0,-1 0,-1 1,-1-1,-1 1,-1 0,-1 0,-1 1,-1 0,-1 1,-1 0,-3-2,-7-7,-1 1,-1 1,-2 1,-1 1,0 2,-2 1,-1 1,-1 1,-1 1,-21-8,-2 1,-1 3,-1 3,-1 2,-1 2,-1 3,-11 1,14 4,1 3,-1 3,-1 2,1 2,0 3,0 3,0 2,-40 12,63-12,0 2,1 2,0 1,1 2,1 1,0 1,1 1,1 2,0 1,2 2,1 0,1 2,0 0,-13 21,19-19,1 1,1 1,2 0,0 1,2 1,2 0,1 0,1 1,2 1,1-1,1 1,2 0,1 0,2 0,1 1,2-1,1-1,2 1,1 0,1-1,2-1,1 1,1-2,2 0,2 2,5 1,1-1,1 0,2-2,1-1,1 0,1-3,2 0,1-2,0-1,2-1,0-2,25 10,-10-8,0-1,2-3,0-2,1-2,0-3,1-1,0-3,1-2,9-3,-23-1,0-3,0-1,0-2,-1-1,1-2,-2-2,1-1,-1-2,-1-2,0-1,-2-2,0-1,0-2,-2-1,-1-2,-1-1,-1-1,-1-1,2-6,-3 1,-2-2,-1-1,-2-1,-2 0,-1-2,-2 0,-1-1,-2-1,-2 0,-2-1,-2 0,-1-1,-2 0,-2 0,-2 0,-1 0,-6-30,3 48,-2 1,0-1,-2 1,0 0,-2 0,0 1,-2 0,0 1,-1 0,-2 1,0 0,-1 1,0 1,-2 1,0 0,-1 1,-17-12,-4 5,0 1,-2 2,0 2,-2 1,0 3,0 1,-1 2,-1 2,1 2,-1 2,-1 2,-9 2,-45-1,1 4,-1 5,1 4,1 4,0 4,2 5,0 4,2 4,-30 17,80-31,2 1,0 2,1 2,2 2,0 1,2 2,1 2,1 1,1 2,2 1,2 2,-19 29,39-49,0 1,1 0,2 1,-1 0,2 0,1 0,0 1,1 0,1 0,1 0,0 0,2 0,0 1,1-1,1 0,1 0,0 0,2 0,0-1,1 0,1 0,0 0,2 0,2 2,12 12,1-1,1-2,2 0,1-2,1-1,1-1,1-2,1-1,1-1,1-2,1-1,0-2,1-1,17 3,44 14,3-5,0-3,1-6,1-3,0-5,26-4,-50-1,-1-4,1-3,0-3,-1-4,0-3,-1-4,-1-3,0-3,69-31,-121 43,-1-1,-1-1,0 0,0-2,-2 0,1-1,-2-2,0 1,-1-2,-1 0,0-2,-2 1,0-2,-1 0,-1 0,-2-1,0 0,-1-1,-1 0,-1-1,-1 0,-1 0,-1 0,-1 0,-2-1,0 1,-2-6,-2 7,-1 0,-1 1,-1-1,-1 1,-2 0,0 1,0 0,-2 0,-1 1,-1 0,0 1,-1 1,-1 0,-1 1,-16-13,3 5,-1 2,-1 1,-1 1,-1 2,-1 1,0 2,-1 1,-1 2,-17-3,-17-2,0 4,-2 3,0 3,0 3,0 3,0 4,0 2,0 4,0 3,2 3,-13 6,33-6,1 2,0 2,1 2,2 2,-42 27,68-37,1 1,1 1,0 0,1 1,1 1,0 1,1 0,1 1,1 0,0 1,1 1,1 0,1 1,-3 12,8-18,1 1,0-1,2 1,0 0,0 0,2 0,0 0,1 1,0-1,1 0,1-1,1 1,0 0,1-1,1 0,0 0,8 14,0-5,1-1,1-1,1 0,0-1,2 0,1-2,0 0,1-2,1 0,6 2,28 13,2-2,1-3,1-3,1-2,1-3,0-3,2-3,0-2,0-3,1-3,-1-2,2-4,-6 2,1-2,-1-3,0-3,0-2,-1-3,0-3,-1-2,-1-2,0-3,-2-3,33-20,-70 35,0-1,0 0,-2-2,1 0,-2-1,0 0,0-1,-2-1,0 0,0-1,-2 0,0-1,-1 0,-1-1,0 0,-2-1,0 1,-1-1,-2-1,1 1,-2-1,-1 1,-1-1,0 0,-2 0,-3-3,0 1,-2 0,-1 0,-1 1,0 0,-2 1,-1-1,0 2,-2 0,0 0,-1 1,-16-17,0 5,-1 1,-1 2,-1 1,-1 1,-2 2,-31-16,3 9,0 3,-3 2,0 3,-1 4,-1 2,0 3,-1 4,-1 2,1 4,-1 2,0 4,0 3,1 2,0 4,-30 10,48-8,1 3,1 1,0 3,1 1,1 3,-19 14,44-23,1 0,0 1,1 1,1 1,1 0,1 2,0 0,1 1,2 1,0 1,1 0,1 1,-5 16,12-23,0 1,2 1,0-1,1 1,1-1,1 1,1 0,0-1,1 1,1 0,1-1,1 1,0-1,1 0,1-1,1 1,1-1,0 0,1-1,1 0,0 0,1-1,1 0,12 11,12 7,1-1,2-1,2-2,0-3,2 0,1-3,0-2,2-2,0-1,1-3,1-2,2-1,48 12,1-5,1-3,0-5,1-4,0-5,0-4,0-5,52-11,-100 9,-1-3,-1-1,0-3,-1-2,0-2,45-27,-72 34,1-1,-2-2,0 0,-1-1,0-2,-2 0,0 0,-1-2,-1-1,-1 0,-1-1,-2 0,0-1,4-11,-8 12,-2 0,0-1,-2 0,0 0,-2 0,0-1,-2 1,-1-1,0 1,-2-1,-1 1,-1 0,-1 0,-1 0,-1 0,-1 1,-2 0,0 1,-1 0,-1 1,-1 0,-1 1,-3-4,-5-1,-1 0,-2 1,0 1,-1 2,-1 0,-2 2,1 1,-2 1,0 2,-1 1,-1 1,0 2,-18-4,-5 2,0 1,-1 4,-1 1,1 3,-1 3,0 2,-43 7,36 0,1 4,0 2,0 2,2 4,1 2,0 3,-30 18,48-20,1 1,1 3,1 1,2 1,1 2,1 2,2 1,1 2,2 1,-12 22,26-34,1 0,1 2,2 0,0 0,2 1,1 0,1 1,2 0,1 0,0 4,4-13,0 1,1-1,1 0,1 0,1 0,0-1,2 1,0-1,1 1,1-2,1 1,0-1,2 0,0-1,5 6,1-2,1-1,1-1,1 0,0-2,1 0,1-1,1-1,0-1,1-1,1-1,0-2,11 4,14 4,2-3,0-2,1-3,0-1,39 0,-31-5,0-2,1-3,-1-2,0-3,0-3,-1-2,-1-3,0-2,0-3,-2-2,-1-3,0-2,-2-3,41-29,-73 44,-2-1,0-1,0 0,-2-1,0-1,-1-1,0 0,-2-1,-1-1,0 0,-1-1,-2 0,0-1,-1 0,-2-1,0 1,-1-1,-2-1,0 1,-2-1,0 1,-2-10,-4 8,-1 1,0 0,-2 0,-1 1,-1-1,-1 2,-1-1,-2 2,0 0,-1 0,-1 1,-1 1,0 0,-2 1,-9-7,-8-6,-2 2,-1 2,-1 1,-1 1,-2 3,0 2,-2 1,0 2,-19-5,0 4,-1 2,0 3,-2 3,1 3,-1 2,0 4,0 2,0 3,0 3,1 3,-16 6,42-6,0 2,1 2,1 1,0 1,1 3,1 1,0 1,-2 4,17-9,0 1,1 1,0 0,1 1,1 1,1 1,1 0,1 1,1 1,0 0,2 1,0 0,0 6,4-6,1 1,1 0,1 0,1 1,1-1,1 0,1 1,2-1,0 1,1-1,2 0,0 0,2-1,0 1,2-1,1-1,0 0,2 0,0-1,2 0,0-2,1 1,1-2,0 0,14 10,6 1,1-3,1-1,1-2,1-1,1-2,1-3,0 0,1-3,1-2,0-2,1-1,0-3,0-1,1-2,-1-3,1-1,-1-3,0-1,3-3,-17 4,-1-2,0 0,0-2,0-2,-1 0,-1-2,0-1,-1-2,0 0,-1-2,-1-1,0-1,-1 0,-2-2,0-1,-1-1,-1-1,-2 0,0-2,-1 0,-2-1,-1 0,1-6,-7 10,-1 0,-1 0,-2-1,0 0,-1 0,-2 0,0 0,-2 0,0 0,-2 0,0 0,-2 0,-1 1,-1-1,0 1,-2 1,-1 0,0 0,-2 1,0 0,-2 1,0 1,-1 0,-1 1,-1 0,0 1,-12-7,6 8,-1 0,-1 2,-1 1,0 1,0 2,-1 0,0 1,-1 2,0 1,0 1,0 2,-23-1,2 4,1 1,-1 3,1 1,0 3,1 2,0 2,-10 5,-11 8,1 3,1 2,2 4,1 2,2 3,1 3,-28 27,1 7,3 4,3 4,5 3,-16 29,-84 128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12:26.1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14266 12351,'5'18,"1"15,0 11,1 8,2 3,-1 2,-2 0,-2-1,-1 0,-2-3,0-11</inkml:trace>
  <inkml:trace contextRef="#ctx0" brushRef="#br0" timeOffset="1894.504">7182 12592,'-10'22,"-4"18,-3 10,2 5,3 2,4-11</inkml:trace>
  <inkml:trace contextRef="#ctx0" brushRef="#br0" timeOffset="-2245.798">14294 653,'0'18,"0"13,0 8,0 7,0 4,0 2,0 5,2 1,1 2,0-9</inkml:trace>
  <inkml:trace contextRef="#ctx0" brushRef="#br0" timeOffset="34429.166">7128 105,'-13'-105,"13"105,0 0,0 1,0-1,0 0,0 0,0 0,0 1,0-1,0 0,0 0,0 0,0 1,-1-1,1 0,0 0,0 0,0 0,0 0,0 1,-1-1,1 0,0 0,0 0,0 0,0 0,-1 0,1 0,0 0,0 1,0-1,0 0,-1 0,1 0,0 0,0 0,0 0,-1 0,1 0,0 0,0 0,0 0,-1 0,1-1,0 1,0 0,0 0,-1 0,1 0,0 0,0 0,0 0,0 0,-1-1,1 1,0 0,-4 23,4-22,-32 309,-52 125,79-414,-17 121,22-136,0 1,1-1,0 0,0 0,0 0,1 0,0-1,0 1,0 0,1-1,0 1,0-1,0 0,1 0,-1 0,1 0,0-1,1 1,-1-1,1 0,4 2,6 3,0-2,1 0,-1 0,1-2,1 0,-1-1,1 0,0-1,-1-1,1-1,5 0,-16-1,0 0,0 0,0-1,0 0,-1 0,1 0,0-1,0 0,-1 0,1 0,-1 0,0-1,0 0,0 0,0-1,0 1,-1-1,1 0,-1 0,0-1,0 1,-1-1,1 0,-1 0,0 0,1-5,7-15</inkml:trace>
  <inkml:trace contextRef="#ctx0" brushRef="#br0" timeOffset="34753.364">6807 453,'4'0,"9"2,14 1,13 0,15-1,13-2,8-5,7-5,3-1,-1-1,-5 2,-8 4,-13 8,-15 4</inkml:trace>
  <inkml:trace contextRef="#ctx0" brushRef="#br0" timeOffset="35155.432">7542 1041,'-2'5,"0"0,0 0,1 1,0-1,0 1,0-1,0 0,1 1,0-1,0 1,1-1,-1 1,1-1,0 1,1-1,-1 0,1 0,0 1,0-1,1-1,0 1,-1 0,2-1,-1 1,0-1,1 0,3 3,1-1,0-1,1 0,0 0,0-1,0 0,1 0,-1-1,1-1,0 0,0 0,0 0,0-1,0-1,0 0,4-1,-8 1,-1 0,0-1,0 1,0-1,1-1,-1 1,0-1,0 0,-1 0,1 0,0-1,-1 1,1-1,-1 0,0-1,0 1,0-1,-1 1,1-1,-1-1,0 1,0 0,0-1,0 1,-1-1,0 0,0 0,0 0,0-4,-1 3,0 0,0-1,-1 1,0 0,0 0,-1 0,1 0,-1 0,-1 0,1 0,-1 0,0 0,-1 1,1-1,-1 1,0 0,0-1,-1 1,1 0,-1 1,-1-1,1 1,0 0,-1 0,0 0,0 1,0-1,-1 1,-4-4,-1 2,0-1,0 2,0-1,0 1,-1 1,0 0,1 1,-1 0,0 1,0 0,0 1,0 0,-1 1,6-1,-1 1,0 0,1 1,-1 0,1 0,0 1,0 0,0 0,0 1,0-1,0 1,1 1,0 0,0-1,0 2,1-1,0 1,0 0,0 0,0 0,1 0,0 1,1 0,-1 0,1 0,1 0,-1 1,1-1,1 1,-1-1,1 1,0-1,1 1,0 0,0 0,1 0,9 40,4-7</inkml:trace>
  <inkml:trace contextRef="#ctx0" brushRef="#br0" timeOffset="39004.422">15109 239,'-11'67,"11"-46,-27 364,7-261,-10 122,30-233,0 0,1-1,0 1,1 0,1-1,0 1,0-1,2 0,3 8,-7-16,1-1,0 1,1 0,-1-1,1 1,0-1,-1 0,1 0,1 0,-1 0,0-1,1 1,-1-1,1 0,0 0,0 0,-1 0,1-1,1 0,-1 0,0 0,0 0,0 0,0-1,1 0,-1 0,0 0,0 0,1-1,0 0,8-2,0-1,0-1,-1 0,0-1,1 0,-2-1,1 0,-1-1,0 0,-1-1,0 0,0 0,-1-1,7-10,8-11</inkml:trace>
  <inkml:trace contextRef="#ctx0" brushRef="#br0" timeOffset="39253.132">14855 707,'-7'0,"5"0,14 0,23-3,26-4,25-7,19-2,12-2,-1 3,-8 7,-18 8,-24 5</inkml:trace>
  <inkml:trace contextRef="#ctx0" brushRef="#br0" timeOffset="39563.704">15524 1054,'-2'7,"0"0,0 0,1 0,1 0,-1 1,1-1,0 0,1 0,-1 0,2 1,-1-1,1 0,0 0,0-1,1 1,0 0,0-1,0 0,1 1,0-1,0-1,1 1,0-1,0 1,0-1,5 3,-1-3,-1 0,1-1,0 0,0-1,1 0,-1-1,1 1,-1-2,1 1,0-2,-1 1,1-1,8-1,-14 0,1 1,-1-1,1 0,-1 0,0 0,1 0,-1-1,0 0,0 0,0 0,-1 0,1-1,0 1,-1-1,1 0,-1 0,0 0,0-1,0 1,-1-1,1 0,-1 1,0-1,0 0,0 0,-1-1,1 1,-1 0,0 0,1-5,-2 4,0-1,0 1,0-1,-1 1,0 0,0 0,0-1,-1 1,0 0,0 0,0 0,0 0,-1 1,0-1,0 1,0-1,0 1,-1 0,1 0,-1 1,0-1,-1 1,1 0,0 0,-1 0,0 0,0 1,0 0,0 0,0 0,0 1,0-1,0 1,-1 1,1-1,0 1,-1 0,1 0,-1 0,1 1,0 0,-4 1,2-1,1 0,-1 0,1 1,-1 0,1 1,0-1,0 1,0 0,1 1,-1-1,1 1,0 0,-1 0,2 1,-1 0,1 0,-1 0,1 0,1 1,-1-1,1 1,0 0,0 0,1 0,-2 4,5-7,-1 0,1 0,0 0,-1 0,1 0,1 0,-1-1,0 1,1 0,-1-1,1 1,0-1,0 0,0 1,0-1,0 0,0 0,1 0,-1-1,1 1,-1 0,1-1,0 0,-1 0,1 0,0 0,0 0,0 0,0-1,0 1,34 9</inkml:trace>
  <inkml:trace contextRef="#ctx0" brushRef="#br0" timeOffset="39854.019">16045 867,'9'2,"14"1,18 0,14-3,10-3,3-2,-1-3,-8 2,-11-2,-14 1</inkml:trace>
  <inkml:trace contextRef="#ctx0" brushRef="#br0" timeOffset="40059.289">16352 653,'-13'-2,"-8"3,1 9,3 10,4 12,6 12,2 10,3 10,4 3,4 1,4-2,1-7,0-14</inkml:trace>
  <inkml:trace contextRef="#ctx0" brushRef="#br0" timeOffset="40319.388">16740 960,'0'-306,"-14"383,5 18,4 0,4 0,5 2,9-5,-5-61</inkml:trace>
  <inkml:trace contextRef="#ctx0" brushRef="#br0" timeOffset="40686.408">16994 960,'-4'5,"1"0,0 0,1 0,-1 1,1-1,0 1,0-1,1 1,-1 0,1 0,0 0,1-1,0 1,0 0,0 0,0 0,1 0,0 0,1 0,-1-1,1 1,0-1,0 1,1-1,-1 0,1 1,1-1,2 3,0-2,1-1,-1 0,1 0,0 0,1-1,-1 0,1 0,0-1,0 0,0-1,0 0,0 0,1 0,-1-1,0-1,1 1,-1-1,5-1,-7 1,0-1,0 0,0 0,0 0,0 0,0-1,0 0,-1-1,1 1,-1-1,1 0,-1 0,0-1,0 1,-1-1,1 0,-1-1,0 1,0-1,0 0,-1 0,1 0,-1 0,0 0,1-5,-1 2,-1 0,0 1,0-1,-1 0,0 0,0 0,-1 0,0 0,0-1,-1 1,0 0,-1 1,1-1,-2 0,1 0,-1 1,0-1,-1 1,1 0,-1 0,-1 0,1 1,-1-1,-1 1,1 0,-1 1,0-1,0 1,0 0,-1 1,0-1,0 1,0 1,0-1,-1 1,0 1,-2-2,4 4,1 0,-1 1,1-1,-1 1,1 0,0 1,-1-1,1 1,0 0,0 0,0 1,0-1,1 1,-1 0,1 1,-1-1,1 1,0 0,0 0,1 0,-1 0,1 0,0 1,0 0,1 0,-1-1,1 2,0-1,0 0,1 0,0 1,-1-1,2 0,-1 1,1-1,0 1,0-1,0 1,1-1,0 1,0-1,0 0,1 1,0-1,9 29</inkml:trace>
  <inkml:trace contextRef="#ctx0" brushRef="#br0" timeOffset="41316.323">17569 1241,'3'-10,"0"-1,1 1,0 0,0 0,1 1,1-1,0 1,0 0,4-4,3-5,34-49,-2-2,-4-2,24-58,-52 96,-2 26,-9 31,-2-18,1 19,1 0,2 1,0-1,2 0,1-1,0 0,2 0,1 0,1-1,1-1,13 20,58 78,-82-119,-1 0,0-1,1 1,-1 0,0-1,1 1,-1 0,0 0,0 0,0-1,0 1,0 0,0 0,0-1,0 1,0 0,0 0,0-1,0 1,-1 0,1 0,0-1,-1 1,1 0,0 0,-1-1,1 1,-1-1,1 1,-1 0,1-1,-1 1,0-1,1 1,-1-1,0 1,1-1,-1 0,0 1,1-1,-1 0,0 0,0 1,1-1,-1 0,0 0,0 0,1 0,-1 0,0 0,0 0,0 0,0 0,-47-2,46 2,-85-14,78 12</inkml:trace>
  <inkml:trace contextRef="#ctx0" brushRef="#br1" timeOffset="94960.211">26392 907,'-21'-5,"0"1,-1 1,1 1,-1 1,1 1,-11 1,26 0,1-1,-1 1,0 0,1 1,-1-1,1 1,-1 0,1 0,0 1,0-1,0 1,0 1,0-1,1 0,-1 1,1 0,0 0,0 1,1-1,-1 1,1-1,0 1,0 0,1 0,-1 1,0 1,2-5,0 1,0 0,0-1,1 1,-1 0,1 0,-1-1,1 1,0 0,0 0,0-1,0 1,1 0,-1 0,1 0,-1-1,1 1,0 0,0-1,0 1,1-1,-1 1,1-1,-1 0,1 0,0 1,0-1,0 0,0 0,0-1,0 1,0 0,1-1,-1 1,1-1,-1 0,1 0,-1 0,1 0,0 0,0-1,-1 1,1-1,2 0,5-1,1 0,-1-2,1 1,-1-1,0-1,0 0,0 0,-1-1,1 0,-1-1,-1 0,1 0,-1-1,0 0,0 0,-1-1,0 0,0-1,-1 1,0-1,-1 0,0-1,0 1,-1-1,0-1,9-25,-3-1,-1 0,-1 0,-3 0,-1-1,-1 0,-2 0,-2 0,-2-3,3 25,0 8,0 1,0-1,0 1,-1-1,0 0,0 1,-1-1,0 1,-1 0,1 0,-1 0,-4-6,6 12,-1 1,1-1,-1 1,1 0,-1-1,1 1,-1 0,1 0,-1 0,0 0,1 0,-1 0,1 0,-1 1,1-1,-1 1,1-1,-1 1,1-1,-1 1,1 0,0 0,-1 0,1 0,0 0,0 0,0 0,-1 0,1 0,0 0,1 1,-1-1,0 0,0 1,0-1,1 0,-1 1,1-1,-1 1,1-1,0 1,0 0,-1-1,-10 25,0 0,2 1,1 0,1 1,2 0,0-1,2 2,1-1,1 18,0-29,1-1,1 0,0 0,1 0,0 0,1-1,1 1,1 0,0-1,1 0,1-1,0 1,1-1,0 0,1-1,1 0,0-1,0 0,2 0,4 4,-10-13,-1 0,1 0,-1 0,1-1,0 0,0 0,0 0,0-1,0 0,0 0,0-1,1 1,-1-1,0-1,0 1,0-1,1 0,-1-1,0 1,0-1,-1 0,1-1,0 1,-1-1,1 0,-1-1,0 1,0-1,0 0,-1 0,1-1,-1 1,0-1,0 0,2-5,0 2,-1-1,0 0,-1 0,0 0,-1-1,1 1,-2-1,1 0,-2 0,1 0,-1 0,-1 0,1 0,-2 0,0 0,0-1,0 1,-2 1,-1-7,4 14,-1 0,1 0,-1 1,0-1,0 0,0 0,0 1,0-1,0 0,-1 1,1-1,0 1,-1 0,1-1,-1 1,1 0,-1 0,0 0,0 0,1 0,-1 0,0 0,0 1,0-1,0 1,0 0,0-1,0 1,0 0,0 0,0 0,0 0,0 0,0 1,0-1,0 1,0-1,1 1,-1 0,0-1,0 1,0 0,1 0,-1 1,0-1,1 0,-1 0,1 1,-1 0,-2 3,1 0,1 0,-1 0,1 1,-1-1,1 1,1-1,-1 1,1-1,0 1,1 0,-1 0,1 0,0 0,0-1,1 1,0 0,0 0,0-1,1 1,0-1,0 1,0-1,1 0,-1 1,1-1,1 0,-1-1,1 1,-1-1,1 0,1 1,-1-2,1 1,-1 0,1-1,1 0,57 37,5-8</inkml:trace>
  <inkml:trace contextRef="#ctx0" brushRef="#br1" timeOffset="95493.705">27729 226,'-4'75,"-3"-1,-4 1,-5 12,-9 57,24-133,-5 21,2-1,2 0,0 1,2 0,4 26,-3-54,-1 0,1-1,-1 1,1 0,1 0,-1 0,0-1,1 1,0 0,0-1,0 0,0 1,0-1,1 0,-1 0,1 0,0-1,0 1,0-1,0 1,1-1,-1 0,0 0,1-1,0 1,-1-1,1 1,0-1,0 0,3 0,1-1,0 0,-1 0,1-1,0 0,0 0,0-1,0 0,-1-1,1 1,-1-2,0 1,0-1,0 0,0 0,-1-1,1 1,-1-2,-1 1,1-1,-1 1,1-2,-2 1,1 0,-1-1,0 0,0 0,-1 0,0-1,0 1,-1-1,0 1,0-1,-1 0,0 0,0 0,-1 0,0 0,0 0,-1 0,0 0,0 1,-1-1,-1-3,3 10,0-1,-1 1,1-1,-1 1,1 0,-1-1,1 1,-1-1,1 1,-1 0,0 0,0-1,0 1,0 0,0 0,0 0,0 0,0 0,0 0,0 1,-1-1,1 0,0 0,-1 1,1-1,0 1,-1-1,1 1,-1 0,1-1,-1 1,1 0,-1 0,1 0,-1 0,1 0,0 1,-1-1,1 0,-1 1,1-1,-1 1,1-1,0 1,-1 0,1-1,0 1,0 0,0 0,-1 0,1 0,0 0,0 0,0 0,1 0,-1 1,0-1,0 0,1 0,-1 2,-2 1,1 1,0 0,1 0,-1 1,1-1,0 0,0 0,1 1,0-1,0 0,0 1,0-1,1 0,0 1,0-1,0 0,1 0,-1 0,1 0,1 0,-1 0,1 0,0-1,0 0,3 5,3 2,0 0,1-1,1 0,-1 0,1-1,1-1,0 0,0 0,4 0,1 1,0-1,1-1,0-1,1 0,-1-1,14 1,1-3</inkml:trace>
  <inkml:trace contextRef="#ctx0" brushRef="#br1" timeOffset="96266.745">27582 559,'762'38,"-575"-34,-415-2,226-3,0 1,-1 0,1 0,-1 0,1 0,0 0,-1 1,1-1,0 1,-1-1,1 1,0 0,0 0,0 0,-1 0,1 0,0 1,0-1,1 0,-1 1,0 0,0-1,1 1,-1 0,1 0,0 0,-1 0,1 0,0 0,0 0,0 1,1-1,-1 0,0 1,1-1,0 0,-1 1,1 1,4 3,0 0,1-1,0 0,0 0,0 0,1 0,0-1,0 0,0 0,1-1,-1 0,2 1,6 4,74 47,-50-33,-2 1,0 1,30 29,-38-16,-27-38,-1 1,0 0,1 0,-1 0,0 0,0 0,0 0,0 0,0 0,0-1,0 1,0 0,0 0,0 0,-1 0,1 0,0 0,0 0,-1-1,1 1,-1 0,1 0,-1 0,1-1,-1 1,0 0,1-1,-1 1,0 0,1-1,-1 1,0-1,0 1,1-1,-1 1,0-1,0 0,0 1,0-1,0 0,0 0,1 0,-1 0,0 0,0 0,-1 0,-78 0,78 0,0 0,0 0,0-1,0 1,0-1,0 0,0 0,0 1,0-1,0 0,0-1,0 1,1 0,-1 0,0-1,1 1,-1-1,1 1,0-1,0 0,-1 0,1 1,0-1,0 0,0 0,1 0,-1 0,0 0,1 0,0 0,-1-1,1 1,0 0,0 0,0-2,2-5,1 1,0 0,0 0,1 0,0 0,1 1,-1-1,1 1,1 0,-1 0,2 0,3-5,193-254,-169 216,-3-2,-2-2,-3 0,-2-2,-2-1,-3 0,6-33,-20 26,-5 63,0 0,0 0,0 0,0-1,-1 1,1 0,0 0,-1 0,1 0,-1 0,1 0,-1 0,1 0,-1 0,1 1,-1-1,0 0,0 0,0 0,1 1,-1-1,0 0,0 1,0-1,0 1,0-1,0 1,0-1,0 1,0 0,0 0,0-1,0 1,-1 0,1 0,0 0,0 0,0 0,0 0,0 1,0-1,0 0,0 0,0 1,0-1,0 1,0-1,0 1,0-1,0 1,0 0,-1 0,-5 3,0 0,1 1,-1 0,1 0,0 0,0 1,0 0,1 0,0 0,0 1,1 0,0 0,0 0,0 0,1 1,0-1,0 4,-4 10,2 0,0 0,2 0,0 1,1-1,1 1,4 40,2 1,3-2,3 1,2-1,3-1,3 0,19 39,-27-68,1-1,1-1,2 0,1-1,20 25,-36-51,1 0,0-1,-1 1,1-1,0 1,0-1,0 0,0 1,0-1,0 0,0 1,0-1,1 0,-1 0,0 0,1 0,-1 0,1-1,-1 1,1 0,-1-1,1 1,0-1,-1 1,1-1,0 0,-1 0,1 1,0-1,-1-1,1 1,0 0,0 0,-1 0,1-1,-1 1,1-1,0 0,-1 1,1-1,-1 0,1 0,0 0,10-48,-10 18</inkml:trace>
  <inkml:trace contextRef="#ctx0" brushRef="#br1" timeOffset="96518.071">28664 439,'28'-9,"26"-3,26 0,18 3,12 2,3 3,-5 2,-9-1,-16 0,-21 0,-25 1,-26 1,-24 1,-9-1</inkml:trace>
  <inkml:trace contextRef="#ctx0" brushRef="#br1" timeOffset="92334.233">21673 1254,'5'36,"-1"-49,-6 9,0 0,1 0,-2 0,1 1,0-1,-1 0,1 1,-1 0,0-1,-1 1,1 0,0 1,-1-1,1 1,-1-1,0 1,0 0,0 0,0 1,0-1,0 1,0 0,-1 0,1 0,0 1,-1 0,1-1,-1 1,1 1,0-1,-1 1,1 0,0 0,-1 0,1 0,0 1,0-1,0 1,0 0,1 1,-1-1,0 1,1-1,0 1,-1 0,-1 3,1-2,0 1,1 0,-1 0,1 0,0 0,0 1,1-1,-1 1,1 0,0 0,1 0,0 0,0 0,0 0,0 0,1 0,0 0,1 0,-1 0,1 0,0 0,0 0,1 0,0 0,0 0,1-1,-1 1,1-1,0 0,0 1,1-1,0-1,0 1,0-1,0 1,1-1,0 0,-1-1,1 1,2 0,4 2,0 0,0 0,1-1,-1 0,1-1,0-1,1 1,-1-2,1 0,-1-1,1 0,0 0,-1-2,1 0,-1 0,1-1,-1 0,1-1,-1-1,0 0,0 0,-1-1,1-1,-1 0,0-1,-1 0,0 0,0-1,0 0,-1-1,0 0,-1-1,0 0,0 0,-1 0,5-11,-6-8,-15 37,8-5,0 1,0 0,0 0,0-1,1 1,-1 0,1 0,0 0,0 0,1-1,-1 1,1 0,0 0,0 0,0-1,0 1,1-1,-1 1,1-1,0 1,0-1,0 0,0 0,1 0,0 0,-1 0,1-1,0 1,0-1,0 1,1-1,5 4,0-1,-1 0,2 0,-1-1,0 0,1-1,0 0,0-1,0 0,0 0,5-1,-12 0,-1-1,0 0,1 0,-1 0,0 0,0-1,1 1,-1 0,0-1,0 0,0 0,1 1,-1-1,0 0,0-1,0 1,0 0,-1-1,1 1,0-1,-1 1,1-1,-1 0,1 1,-1-1,0 0,1 0,-1 0,0 0,-1 0,1-1,0 1,0 0,-1 0,0-1,1 1,-1 0,0 0,0-1,0 1,0 0,-1-1,1 1,0 0,-1 0,0 0,0-1,1 1,-1 0,0 0,-5-7,1 0,-1 0,-1 0,0 1,0 0,0 1,-1-1,0 1,-1 1,1 0,-1 0,0 0,-1 1,0 1,1 0,-1 0,-1 1,1 0,0 0,-7 1,62 3,-1-2,0-2,1-2,-1-2,-40 6,44-6,-14 2,-1 1,1 1,0 2,16 1,-48 0,0 0,-1 1,1-1,0 0,0 1,0-1,0 1,0 0,0-1,-1 1,1 0,0 0,-1 0,1 0,-1 1,1-1,-1 0,1 1,-1-1,0 0,0 1,1 0,-1-1,0 1,-1 0,1 0,0-1,0 1,-1 0,1 0,-1 0,0 0,1 0,-1 0,0 0,0 0,0-1,-1 1,1 0,0 0,-1 1,0 0,1-1,-1 1,1-1,0 0,-1 1,1-1,0 1,0-1,1 1,-1-1,1 1,-1-1,1 1,0-1,-1 0,1 1,1-1,-1 0,0 0,0 0,1 0,-1 0,1 0,0 0,0 0,-1-1,1 1,0-1,0 1,1-1,-1 0,0 1,0-1,1-1,-1 1,0 0,1 0,1-1,4 1,-1-1,1 0,-1 0,1-1,-1 0,1-1,-1 1,0-1,0-1,0 1,0-1,0-1,0 1,-1-1,0 0,1-1,-1 1,-1-1,1 0,-1-1,0 1,0-1,-1 0,0-1,0 1,0-1,-1 1,1-1,-2 0,1 0,0-4,3 0,-7 28,1-2,1-9,0 0,0 0,1 0,0-1,0 1,0 0,1-1,0 1,0-1,0 0,0 0,1 0,0 0,0-1,1 0,-1 0,1 0,0 0,0-1,0 1,0-1,1 0,-1-1,1 0,0 0,-1 0,1 0,0-1,0 0,5 0,30 9</inkml:trace>
  <inkml:trace contextRef="#ctx0" brushRef="#br1" timeOffset="92997.031">23277 1161,'-133'15,"127"-14,1 1,0 0,0 0,0 0,0 1,0-1,0 1,1 0,-1 1,1-1,0 1,0 0,0 0,1 0,-1 0,1 1,0-1,0 1,1 0,-1 0,1 0,0 0,0 1,1-3,0 0,1 0,-1 1,1-1,-1 0,1 1,0-1,0 1,1-1,-1 0,1 1,0-1,0 0,0 0,0 1,0-1,0 0,1 0,0 0,0-1,0 1,0 0,0-1,0 1,0-1,1 1,0-1,-1 0,1 0,0-1,0 1,0 0,0-1,3 1,1 1,0-1,0 0,0 0,0 0,0-1,0 0,0-1,1 0,-1 0,0 0,0-1,0 0,1-1,-1 1,0-1,1-1,0-1,0 0,1-1,-2 0,1-1,-1 0,1 0,-2 0,1-1,-1 0,0 0,0 0,-1-1,0 0,0 0,-1-1,0 1,0-1,-1 0,-1 0,1 0,-1-2,5-28,-1 1,-3-1,-1 0,-2-20,0 49,0-34,2-13,-3 0,-2 1,-3-1,-7-25,-9 28,22 53,-1 0,1 0,-1 0,0 0,1 0,-1 0,0 0,0 0,1 1,-1-1,0 0,0 0,0 1,0-1,0 1,0-1,0 1,0-1,0 1,0-1,0 1,0 0,0 0,-1 0,1-1,0 1,0 0,0 0,0 1,0-1,0 0,-1 0,1 0,0 1,0-1,0 1,0-1,0 1,0-1,0 1,0-1,0 1,0 0,1 0,-2 0,-3 6,0 0,0 1,1-1,0 1,0 0,1 0,0 0,1 1,-1-1,2 1,-1-1,1 1,0 6,1-10,-5 29,2 0,1 1,3-1,0 1,2-1,2 1,1-1,1-1,2 1,1-1,2-1,1 0,2-1,1 0,1-1,21 26,-33-49,1 0,0 0,1-1,-1 0,1-1,0 1,0-1,1-1,0 1,6 2,-11-6,1 0,0 0,0 0,0 0,0-1,0 1,0-1,0 0,0 0,0-1,0 1,0-1,0 0,0 0,0 0,-1 0,1-1,0 0,-1 1,1-1,-1-1,1 1,-1 0,2-2,10-13,0 0,-1-1,0 0,-2-1,0-1,-1 0,-1 0,7-20,-7 18,8-17,-21 66,0-15,1 0,0 1,1-1,0 0,1 0,1 1,0-1,0 0,1 1,-1-9,0 0,0 0,0 0,1 0,-1 0,1 0,0-1,0 1,1-1,-1 1,1-1,0 0,-1 0,1 0,1 0,-1 0,0-1,1 1,-1-1,1 0,0 0,0 0,-1-1,1 1,0-1,1 0,-1 0,0-1,16 2</inkml:trace>
  <inkml:trace contextRef="#ctx0" brushRef="#br1" timeOffset="93247.364">23705 786,'0'0</inkml:trace>
  <inkml:trace contextRef="#ctx0" brushRef="#br1" timeOffset="93587.668">24052 479,'-29'-47,"28"46,1 1,-1 0,1 0,-1 0,1 0,-1-1,1 1,-1 0,1 0,-1 0,1 0,-1 0,1 0,-1 0,1 1,-1-1,1 0,-1 0,1 0,-1 0,1 1,-1-1,1 0,-1 0,1 1,0-1,-1 0,1 1,-1-1,1 0,0 1,-1-1,1 1,0-1,0 1,-1-1,1 0,0 1,0-1,0 1,0-1,-1 1,1-1,0 1,0-1,0 1,0-1,0 1,0 0,0-1,0 1,1-1,-1 1,-9 148,9-13,6 0,22 124,-27-253,25 94,-25-98,0 0,0 0,1-1,-1 1,1 0,-1-1,1 1,0-1,0 0,0 1,0-1,0 0,1 0,-1 0,1-1,-1 1,1-1,0 1,0-1,-1 0,1 0,0 0,0 0,0-1,0 1,0-1,0 0,0 1,0-2,0 1,2 0,5-4,0 0,0 0,0-1,-1-1,0 1,0-2,0 1,0-1,-1 0,-1-1,1 0,-1 0,0-1,-1 0,0 0,0 0,1-5,-2 5,0-1,0 1,-1-1,0 0,0 0,-1 0,-1 0,0-1,0-3,-1 13,-1 1,0-1,1 1,-1-1,0 1,0 0,1-1,-1 1,0-1,0 1,0-1,0 1,0-1,0 1,0-1,0 1,0-1,0 1,0-1,0 1,0-1,0 1,0-1,0 1,-1-1,1 1,0-1,0 1,-1-1,1 1,0-1,0 1,-1 0,1-1,-1 1,1 0,0-1,-1 1,1 0,-1-1,1 1,-1 0,1 0,-1 0,1-1,-1 1,1 0,-1 0,1 0,-1 0,1 0,-1 0,1 0,-1 0,1 0,-1 0,1 0,-1 0,1 1,-1-1,1 0,-1 0,1 1,-24 25,21-21,-1-1,2 1,-1 0,0 0,1 0,0 1,0-1,1 0,0 1,0-1,0 1,0-1,1 1,0 0,0-1,0 1,1-1,0 1,0 0,0-1,1 0,0 1,0-1,0 0,1 0,-1 0,1 0,0-1,1 1,-1-1,1 1,0-1,0-1,0 1,1 0,-1-1,1 0,1 1,72 12,-40-15</inkml:trace>
  <inkml:trace contextRef="#ctx0" brushRef="#br1" timeOffset="93835.828">24507 907,'-16'-9,"-10"-6,-2-2,-2 0,5 2</inkml:trace>
  <inkml:trace contextRef="#ctx0" brushRef="#br1" timeOffset="94018.241">23932 640,'27'-14,"28"-6,24-1,20 4,11 7,0 8,-18 3</inkml:trace>
  <inkml:trace contextRef="#ctx0" brushRef="#br1" timeOffset="94331.629">25015 1027,'-9'-7,"-1"1,0 1,0 0,-1 0,0 1,0 0,0 1,0 0,0 0,-1 2,1-1,-1 1,-2 1,8 0,0 0,0 1,0 0,0 0,1 0,-1 0,0 1,1 0,-1 0,1 1,0 0,0 0,0 0,0 0,0 1,0 0,1 0,0 0,0 0,0 1,1-1,-1 1,1 0,0 0,0 0,0 3,1-5,1 0,0 1,-1-1,1 0,1 0,-1 1,0-1,1 0,0 1,0-1,0 1,0-1,0 1,1-1,-1 0,1 1,0-1,0 0,0 0,1 0,-1 0,1 0,0 0,-1 0,1 0,1 0,-1-1,0 1,1-1,-1 0,1 1,0-1,-1 0,1-1,2 2,5 1,0-1,0 0,0-1,1 0,-1-1,1 0,-1 0,1-1,0-1,-1 0,1 0,-1-1,1 0,-1-1,0 0,0 0,0-1,-1-1,1 0,-1 0,0 0,0-1,-1-1,0 0,0 0,-1 0,5-6,-8 9,-1-1,0 0,0 1,0-1,0-1,-1 1,0 0,0 0,0-1,-1 1,1-1,-2 0,1 1,0-1,-1 0,0 1,0-1,-1 0,0 1,0-1,0 0,-1-1,1 7,1 0,-1-1,0 1,1 0,-1 0,0-1,1 1,-1 0,0 0,0 0,1 0,-1 0,0 0,0 0,1 0,-1 0,0 0,0 0,1 1,-1-1,0 0,1 0,-1 1,0-1,1 1,-1-1,1 0,-1 1,0-1,1 1,-1-1,1 1,-1 0,1-1,0 1,-1-1,1 1,0 0,-1-1,1 1,0 0,0 0,-1-1,1 1,0 0,0-1,0 1,0 0,0 0,0-1,0 1,0 0,1 0,-1-1,0 1,0 0,0-1,1 1,-1 0,0-1,1 2,0 3,1 1,-1-1,1 0,0 0,0 0,0 0,1 0,0 0,0 0,0-1,0 1,1-1,0 0,0 0,0 0,0-1,1 0,-1 1,1-1,0-1,0 1,0-1,0 0,0 0,6 1,55 20,2-4</inkml:trace>
  <inkml:trace contextRef="#ctx0" brushRef="#br2" timeOffset="-103560.941">363 3848,'13'41,"1"-1,2-1,1 0,3-1,0-1,3-1,25 31,-46-64,0 0,0 1,0-1,1 0,-1 0,1-1,0 1,0-1,0 1,0-1,0 0,0 0,1 0,-1 0,1-1,-1 0,1 1,0-1,-1 0,1-1,0 1,0-1,0 1,-1-1,1-1,0 1,0 0,0-1,-1 0,1 0,0 0,0 0,-1 0,1-1,-1 0,0 0,1 0,-1 0,1-1,9-14,-2 0,0-1,-1 0,-1-1,0 1,-2-2,0 1,-1-1,-1 0,-1-1,1-9,29-165,-34 196,0-1,0 1,1-1,-1 0,0 1,1-1,-1 0,0 0,1 1,-1-1,0 0,1 0,-1 1,1-1,-1 0,0 0,1 0,-1 0,1 0,-1 0,1 0,-1 0,0 0,1 0,-1 0,1 0,-1 0,1 0,-1 0,1 0,-1 0,0 0,1-1,-1 1,1 0,-1 0,0 0,1-1,-1 1,0 0,1-1,-1 1,0 0,1-1,-1 1,0 0,0-1,0 1,1 0,-1-1,0 1,0-1,0 1,0-1,0 1,0 0,1-1,-1 1,0-1,0 1,0-1,-1 1,1-1,0 1,0 0,0-1,0 1,16 37,-13-30,10 26</inkml:trace>
  <inkml:trace contextRef="#ctx0" brushRef="#br2" timeOffset="-102711.015">1152 4156,'0'-4,"1"0,-1 0,0 0,0 0,-1 0,1 0,-1 0,0 0,0 1,0-1,0 0,-1 1,0-1,1 0,-1 1,0 0,-1 0,1-1,-1 1,1 0,-1 1,0-1,0 1,0-1,0 1,-1 0,1 0,-1 0,1 0,-1 1,1-1,-1 1,0 0,0 0,0 1,0-1,1 1,-2 0,-2 2,0 0,1 0,-1 1,0 0,1 0,0 1,0 0,0 0,0 0,0 1,1 0,0 0,0 0,0 1,1-1,0 1,0 0,0 0,1 1,0-1,0 1,1 0,-1 0,1 0,1 0,0 0,0 0,0 0,1 0,0 1,0 2,1-5,0-1,0 1,1 0,-1-1,1 0,0 1,0-1,0 0,1 0,-1 0,1-1,0 1,0-1,1 1,-1-1,1 0,0 0,-1 0,1-1,0 1,0-1,1 0,-1 0,0-1,1 1,-1-1,1 0,0 0,-1-1,1 1,0-1,-1 0,1 0,0-1,-1 1,1-1,0 0,-1 0,1 0,-1-1,0 0,1 0,-1 0,0 0,0-1,3-2,2-2,0 0,0-2,0 1,-1-1,0 0,-1 0,0-1,0 0,-1 0,-1-1,0 0,0 0,-1 0,0-1,-1 1,0-1,-1 0,-1 1,1-7,-2 27,0-1,1 0,-1 1,2-1,-1 0,1 0,1 0,-1 0,1 0,1 0,0-1,0 0,0 1,1-1,0-1,3 5,-2-7,0 1,0-1,0 0,1-1,-1 1,1-1,0-1,0 1,0-1,0 0,0-1,0 0,1 0,-1 0,0-1,1 0,-1-1,0 0,0 0,1 0,-1-1,0 0,0 0,0-1,4-2,5-2,0-1,-1-1,1 0,-2-1,0 0,0-1,-1-1,0 0,-1-1,3-5,0-3,-2 0,0-1,-1-1,-2 0,0 0,-2-1,0 0,-1 0,-2-1,-1 0,0 0,-2 0,-1 0,-1-1,-1 1,-2 0,0 0,-1 0,-2 0,-1-2,3 16,0 0,-1 0,0 0,0 0,-1 1,0 0,-1 1,-1-1,-2-3,7 11,1-1,0 1,-1 0,1 0,-1 0,0 0,0 0,0 0,0 1,0-1,0 1,0 0,0 0,0 0,-1 0,1 1,0-1,-1 1,1 0,-1 0,1 0,0 0,-1 1,1-1,0 1,-1 0,1 0,0 0,0 1,0-1,0 1,0-1,0 1,-1 2,-6 5,1 1,0 1,0 0,1 0,1 1,0 0,1 0,0 1,1-1,0 1,1 1,0-1,1 0,1 1,0 0,1 0,0 5,-1 4,1 1,1-1,1 0,1 1,2-1,0 0,1 0,1-1,1 1,1-1,1-1,1 1,1-2,1 1,0-2,2 0,0 0,1-1,1-1,1 0,0-2,9 7,-19-17,0 1,1-1,0 0,0 0,0-1,0 0,1 0,0-1,0 0,0-1,0 0,0 0,0-1,0 0,1-1,-1 0,0-1,0 1,1-2,-1 1,0-1,0-1,0 0,-1 0,1 0,-1-1,0-1,0 1,0-1,0-1,6-5,-5 1,-1-2,0 1,0-1,-1 0,-1 0,0-1,0 0,-2 0,1 0,-2-1,3-12,-8 47,0-9,0-1,1 1,0-1,1 1,0 0,1-1,0 1,1-1,0 1,1-1,0 0,1 0,0 0,1 0,0-1,1 0,1 3,-4-11,0 1,0-1,0 0,0 0,0 0,0 0,1 0,-1-1,0 1,1-1,0 0,-1 0,1 0,0-1,-1 1,1-1,0 0,-1 0,1 0,0-1,-1 1,1-1,1 0,21-8</inkml:trace>
  <inkml:trace contextRef="#ctx0" brushRef="#br2" timeOffset="-102413.176">2061 3715,'-13'18,"1"11,11 4,14 2,16-1,3-6</inkml:trace>
  <inkml:trace contextRef="#ctx0" brushRef="#br2" timeOffset="-101173.948">2783 4062,'-165'-44,"154"42,0 1,0 0,0 1,0 0,0 1,0 0,0 1,1 0,-1 1,1 0,-1 1,1 0,0 0,-3 3,7-4,1 1,0 0,0 1,0-1,0 1,1 0,0 0,0 1,0-1,1 1,0-1,0 1,0 0,-1 6,3-9,0 0,0 0,0 0,1 0,-1 1,1-1,0 0,0 0,0 0,1 0,-1 0,1 0,-1 0,1 0,0 0,0 0,1 0,-1 0,1 0,-1-1,1 1,0 0,0-1,0 0,0 1,0-1,0 0,1 0,-1 0,1-1,0 1,-1 0,8 1,-1 0,1-1,-1 0,1 0,0-1,0 0,0-1,0 0,-1-1,1 0,0 0,0-1,-1 0,1-1,-1 0,0 0,0-1,0 0,0-1,-1 0,1 0,-1-1,6-6,2-1,0-1,-1-1,0 0,-1-1,-1-1,-1 0,0-1,-1 0,-1-1,-1 0,-1 0,0-1,-2 0,0 0,-1-1,-1 0,-1 0,-1 0,0 0,-2 0,-1-11,0-2,-1 1,-1 0,-2 0,-2 0,-1 0,8 29,-1 1,1 0,-1-1,0 1,-1 0,1-1,0 1,-1 0,0 0,0 0,0 0,0 1,0-1,0 0,-1 1,0 0,1 0,-2-1,2 3,0 1,0-1,1 1,-1 0,0 0,0 0,1 0,-1 0,1 0,-1 0,1 1,-1-1,1 1,0-1,0 1,-1-1,1 1,0-1,0 1,1 0,-1 0,0 0,1-1,-1 1,1 0,-1 0,1 1,-1-2,-12 42,2 1,2 0,1 1,3 0,1 22,1-36,2 0,2 0,0 0,3-1,5 25,-7-44,1-1,0 0,0 1,1-2,1 1,0 0,0-1,0 0,2 0,-1 0,1-1,0 0,0-1,1 1,0-1,1-1,0 0,3 3,5-2,1 0,-1-1,1-1,0-1,0 0,0-1,1-1,-1-1,1-1,-1 0,1-1,-1-1,1-1,-1-1,0 0,0-1,-1-1,0-1,0 0,0-1,14-10,-24 13,0 1,-1-1,1-1,-1 1,0-1,-1 0,1 0,-1-1,0 1,-1-1,2-4,-4 8,-1 0,1 0,-1-1,0 1,0-1,0 1,-1 0,1-1,-1 1,0-1,0 0,0 1,0-1,0 1,-1-1,0 1,0 0,0-1,0 1,0 0,-1-1,1 1,-1 0,0 0,0 0,0 0,-1-1,-1 1,-1-1,1 0,-1 1,1 0,-1 0,0 0,0 1,0 0,-1 0,1 0,0 0,-1 1,1 0,-1 0,0 0,1 1,-1 0,0 0,1 0,-1 1,1 0,-1 0,1 0,-1 1,1 0,0 0,-1 0,1 1,0-1,1 1,-1 1,0-1,1 0,0 1,0 0,0 0,0 0,1 1,-1 0,0 0,1 0,0 0,0 0,0 1,0-1,1 1,0-1,0 1,1 0,0 0,0 0,0 0,0 0,1 0,0 0,0 0,1 0,0 0,0 0,0 0,1 0,0-1,0 1,0 0,1-1,0 0,0 1,0-1,1 0,-1-1,1 1,0-1,2 1,0-1,1 0,0-1,0 0,0-1,0 0,0 0,1 0,-1-1,1 0,-1 0,1-1,-1 0,1 0,0-1,-1 0,0-1,1 1,-1-1,0-1,0 1,5-3,-1 0,-1-1,1 0,-1 0,-1-1,1 0,-1-1,0 0,-1 0,0-1,0 0,-1 0,0-1,2-5,-3 4,-1 1,-1-1,0 0,0 0,-1-1,0 1,-1-1,0-5,-13 73,9-42,1 0,1 0,0-1,1 1,1 0,0 0,1-1,0 1,4 7,-5-15,0 0,1 0,0-1,0 0,0 1,0-1,1 0,0-1,0 1,1-1,-1 1,1-1,0-1,0 1,0-1,0 0,1 0,-1 0,1-1,0 0,0 0,4 1,-5-2,0 0,0-1,0 1,0-1,0 0,0-1,0 1,0-1,-1 0,1 0,0-1,0 1,-1-1,1 0,-1 0,0-1,1 1,-1-1,0 0,0 0,-1 0,1-1,-1 1,0-1,1 0,-2 0,1 0,0 0,-1-1,1 0,4-9,-1 0,0-1,-1 0,-1 0,0 0,-1 0,0-1,-1 1,-1-3,0-5,-2-1,0 0,-1 1,-2-1,0 1,-4-10,-6 4,18 40,3-4,2-2,-1 1,1-1,-1 0,1-1,1 0,-1 0,0-1,1 0,0-1,0 0,0-1,8 1,-1 1,12 1,78 23,-103-25,0 0,0 0,0 1,0-1,0 1,-1 0,1 0,-1 0,0 0,0 1,0-1,0 1,-1 0,1-1,-1 1,0 1,0-1,-1 0,1 0,-1 1,0-1,1 4,4 183,-5-187,-1-1,2 1,-1-1,0 1,1-1,-1 0,1 0,0 0,0 0,1 0,-1 0,0-1,1 1,0-1,-1 1,1-1,0 0,0 0,0 0,1-1,-1 1,0-1,1 0,-1 1,1-2,-1 1,1 0,-1-1,1 1,0-1,-1 0,3-1,3 1,0-1,0-1,0 1,0-1,-1-1,1 0,-1 0,1-1,-1 0,0 0,-1-1,7-4,-2-1,-1-1,1 1,-2-2,0 0,0 0,-1-1,0 0,-2 0,1-1,-1 0,-1-1,-1 1,0-1,-1 0,0 0,-2-1,1 1,-2-1,0-4,-15-41,14 59,-1 1,1 0,-1-1,1 1,-1 0,0 0,0 0,0 0,1 0,-1-1,0 1,-1 1,1-1,0 0,0 0,0 0,0 1,-1-1,1 0,0 1,-1-1,1 1,0 0,-1-1,1 1,0 0,-1 0,1 0,-1 0,1 0,0 0,-1 0,1 1,-1-1,1 0,0 1,-1-1,1 1,0-1,0 1,-1 0,1 0,-5 4,1 1,-1 0,1 1,1-1,-1 1,1 0,0 0,1 0,-1 0,2 1,-1-1,1 1,0 0,0 0,1 0,0 0,1 0,0 0,0 0,0 0,3 8,-2-7,1-1,1 1,-1 0,2-1,-1 1,1-1,0 0,1 0,0-1,0 1,1-1,0 0,0-1,0 1,1-1,0 0,0-1,1 0,-1 0,3 0,13 8,1-1,0-2,1 0,0-2,1-1,9 1,131 16,-96-20</inkml:trace>
  <inkml:trace contextRef="#ctx0" brushRef="#br2" timeOffset="-111779.194">1112 1857,'-3'1,"0"1,-1-1,1 1,0 0,0 0,0 1,0-1,1 1,-1-1,1 1,-1 0,1 0,0 0,0 0,0 0,1 1,-1-1,1 0,0 1,-1-1,2 1,-1 0,0-1,1 1,0 0,-1 1,-4 14,-51 146,26-81,3 2,-5 37,77-316,57-146,-96 321,3-12,2 0,1 1,1 0,17-27,-30 55,1 1,-1-1,0 0,0 0,1 0,-1 0,0 1,1-1,-1 0,1 0,-1 1,1-1,-1 0,1 1,-1-1,1 0,0 1,-1-1,1 1,0-1,0 1,-1-1,1 1,0 0,0-1,0 1,0 0,-1 0,1 0,0 0,0-1,0 1,0 0,0 0,0 1,-1-1,1 0,0 0,0 0,0 0,0 1,-1-1,1 0,0 1,0-1,0 1,-1-1,1 1,0-1,-1 1,1 0,-1-1,2 2,42 111,-37-88,29 112,-7 1,-6 2,3 97,-25-218</inkml:trace>
  <inkml:trace contextRef="#ctx0" brushRef="#br2" timeOffset="-111512.096">872 2230,'-3'-2,"7"-1,11 0,17-1,19-3,19-2,13-2,7 0,-4 6,-15 2</inkml:trace>
  <inkml:trace contextRef="#ctx0" brushRef="#br2" timeOffset="-106341.614">578 2913,'-1'7,"-2"-32,1 19,-2 1,1-1,-1 1,1 0,-1 0,-1 0,1 0,-1 1,0-1,0 1,0 1,0-1,-1 1,0 0,1 0,-1 0,0 1,0 0,-1 0,1 1,0-1,-1 1,1 1,0-1,-1 1,1 0,-1 1,1-1,0 1,-1 1,1-1,0 1,0 0,0 1,0-1,0 1,0 0,1 1,-1-1,1 1,-2 2,-1 2,1 0,0 1,1 0,0 0,0 0,1 1,0 0,1 0,0 0,1 0,0 1,0-1,1 1,1 0,0 0,0 0,1 0,0 0,1-1,0 1,1 0,0 0,1-1,0 1,4 6,-4-11,0-1,1 0,-1 1,2-1,-1-1,0 1,1-1,0 1,0-1,0-1,0 1,1-1,0 0,-1 0,1-1,0 1,0-1,0-1,1 1,-1-1,0 0,1 0,-1-1,2 0,8 0,0-1,-1 0,1-1,-1-1,0 0,1-1,-2-1,1 0,7-4,-1-2,0 0,-1-1,-1-1,0-1,0-1,-1 0,-1-1,-1-1,0-1,8-14,-21 29,-3 2,0 1,-1 0,1-1,0 1,0-1,0 1,0 0,0-1,0 1,0-1,0 1,0-1,0 1,0 0,1-1,-1 1,0-1,0 1,0 0,0-1,1 1,-1 0,0-1,0 1,1 0,-1-1,0 1,1 0,-1-1,0 1,1 0,-1 0,0 0,1-1,-1 1,1 0,-1 0,0 0,1 0,-1 0,1 0,-1 0,0 0,1 0,-1 0,1 0,-1 0,1 0,-1 0,0 0,1 0,-1 0,1 0,-1 1,0-1,1 0,-1 0,0 0,1 1,-1-1,0 0,1 0,-1 1,0-1,1 4,-1 6,0 1,1-1,0 1,1-1,0 0,1 0,0 1,1-2,0 1,0 0,1-1,6 9,-6-12,0 1,0-1,1 0,0 0,0 0,1-1,0 0,0 0,0-1,0 0,0 0,1-1,0 0,7 2,-14-4,0-1,1 0,-1 0,0 0,0 0,1 0,-1 0,0 0,0 0,1-1,-1 1,0 0,0-1,1 1,-1-1,0 1,0-1,0 0,0 1,0-1,0 0,0 0,0 0,0 0,0 1,-1-1,1-1,0 1,-1 0,1 0,0 0,-1 0,0 0,1-1,-1 1,0 0,1 0,-1 0,0-1,0 1,0 0,0-2,-7-55,5 52,0-1,-1 0,0 1,0 0,0-1,-1 1,0 1,0-1,-1 0,0 1,0 0,0 0,0 1,-1-1,1 1,-1 0,0 1,-1-1,1 1,-1 1,1-1,-1 1,0 0,-2 0,2 5,22 1,11-3,0-1,0-1,0-2,23-5,16-1,88 1,-151 9,1 0,-1 0,1 0,-1 0,1 1,-1-1,0 1,0 0,1 0,-1 0,-1 0,1 0,0 0,0 0,-1 1,1-1,-1 0,0 1,0-1,0 1,0 0,0-1,0 1,-1 0,1 0,-1-1,0 1,0 0,0 0,0-1,-1 1,1 0,0 0,-1-1,0 1,0 0,0-1,0 1,-1 1,-1 25,2 130,6-136,6-31,14-66,-14 39,1 0,2 1,1 1,10-15,5 16,-30 32,1-1,0 1,0 0,0-1,0 1,0 0,0 0,-1-1,1 1,0 0,0 0,0 0,0 0,0 0,0 0,0 0,0 0,0 1,0-1,0 0,-1 1,1-1,0 0,0 1,0-1,0 1,-1-1,1 1,0 0,0-1,-1 1,1 0,-1-1,1 1,-1 0,1 0,-1-1,1 1,-1 0,1 0,-1 0,0 0,0 0,26 92,5 11,-29-100,0 1,1-1,0 0,0 0,0-1,1 1,-1-1,1 1,0-1,0 0,0 0,0-1,0 1,1-1,-1 0,1 0,-1 0,1-1,0 0,4 1,0-1,0-1,0 1,0-2,0 1,0-1,0-1,0 0,0 0,0 0,-1-1,9-4,22-11</inkml:trace>
  <inkml:trace contextRef="#ctx0" brushRef="#br2" timeOffset="-105720.102">2141 3033,'-23'-3,"1"1,-1 1,0 1,0 1,1 1,-22 4,36-4,0 0,0 1,-1-1,2 2,-1-1,0 1,1 0,0 1,0 0,0 0,0 0,1 1,0 0,0 0,0 1,1-1,0 1,1 0,-4 7,6-11,0 0,0 0,0 0,1 0,-1 0,1 0,0 0,0 0,0 1,0-1,1 0,0 0,-1 1,1-1,0 1,0-1,1 0,-1 1,1-1,0 0,-1 0,1 1,1-1,-1 0,0 0,1 0,0 0,0 0,0-1,0 1,0 0,0-1,0 0,1 1,0-1,-1 0,1 0,0-1,0 1,0 0,1-1,4 2,-1-1,1-1,0 0,0 0,0 0,1-1,-1-1,0 1,0-1,0 0,0-1,-1 0,1 0,0-1,-1 0,1 0,0-2,9-3,-1-1,0-2,0 1,-2-2,1 0,11-13,-15 13,-1 0,0-1,-1-1,-1 1,0-1,-1-1,0 1,-1-1,-1-1,0 1,-1-1,-1 0,-1 0,0 0,0-3,-1-9,-2 0,0 0,-2 1,0-1,-2 1,-2-1,0 1,-5-10,9 31,2 0,0 1,-1 0,0 0,0-1,-1 1,1 1,-1-1,0 0,0 1,-1-1,0 1,1 0,-1 0,-4-2,7 6,-1 0,1 0,-1 0,0 0,1 1,-1-1,1 0,-1 1,1-1,-1 1,1 0,0 0,-1-1,1 1,0 0,0 0,-1 0,1 0,0 0,0 1,0-1,0 0,0 0,1 1,-1-1,0 0,0 1,1-1,-1 1,1-1,0 1,-1-1,1 1,0-1,0 1,0 0,0 0,-7 30,2 0,1 0,1 0,2 1,2-1,0 1,4 14,-2-21,1 1,1-1,2 0,0 0,2-1,4 10,-9-26,0-1,0 0,1 0,0 0,0 0,1-1,0 0,0 0,1 0,0-1,0 0,0-1,1 1,0-1,0-1,0 1,1-2,-1 1,1-1,0 0,-3-2,0 0,0 0,1 0,-1-1,0 0,0-1,1 1,-1-1,0 0,0-1,0 1,0-1,0 0,-1-1,1 1,0-1,-1-1,0 1,0-1,0 1,0-1,2-3,3-4,0 0,-1 0,0-1,-1 0,0 0,-1-1,0 0,-1 0,0-2,2 4,-7 31,-1-19,-1 26,6 88,-4-110,0 0,0 0,1 1,0-1,0 0,0 0,0-1,1 1,0 0,0-1,0 0,0 1,1-1,0 0,0-1,0 1,0-1,0 0,3 2,13 4</inkml:trace>
  <inkml:trace contextRef="#ctx0" brushRef="#br2" timeOffset="-105459.79">2503 2739,'2'13,"8"5,2 0</inkml:trace>
  <inkml:trace contextRef="#ctx0" brushRef="#br2" timeOffset="-105064.806">2783 2432,'-34'-123,"30"139,15 140,7-1,17 54,-32-180,1 0,2-1,1 1,1-1,2 0,0-1,2 0,1-1,1 0,1-1,2 0,11 13,-24-35,0 1,1-1,-1 0,0 0,1-1,0 1,0-1,0 0,0 0,0 0,0-1,0 0,0 0,0 0,1-1,-1 0,0 0,1 0,-1 0,0-1,0 0,1 0,-1-1,0 1,0-1,0 0,0 0,-1-1,1 1,-1-1,1 0,0-1,16-11,-1 0,0-1,-1-1,-1-1,0-1,-1 0,-2-1,0-1,5-11,-1-7,-15 63,-6-17,1-1,0 1,0 0,0-1,1 1,1 0,-1-1,1 1,0 0,0-1,1 1,0-1,0 0,0 1,1-1,0 0,0 0,1-1,-1 1,1-1,0 0,1 0,-1 0,1 0,0-1,1 0,-1 0,1 0,-1 0,4 0,24 2,-2-5</inkml:trace>
  <inkml:trace contextRef="#ctx0" brushRef="#br2" timeOffset="-104813.287">3424 2765,'-18'-9,"-8"-3,-2-2,-1 0,0-1,5 3</inkml:trace>
  <inkml:trace contextRef="#ctx0" brushRef="#br2" timeOffset="-104550.981">2703 2591,'2'-2,"10"-1,17 0,19-1,22-3,21-2,17 0,5 2,-17 1</inkml:trace>
  <inkml:trace contextRef="#ctx0" brushRef="#br2" timeOffset="-104364.481">3772 3166,'13'-7,"0"-1,0-1,-1 0,0-1,0 0,-1-1,-1 0,0-1,0 0,-1 0,-1-1,0 0,-1-1,0 0,-1 0,-1 0,0-1,-1 0,0 0,1-14,-5 26,1 0,-1 0,0-1,1 1,-2 0,1 0,0-1,-1 1,1 0,-1 0,0 0,0 0,0 0,-1 0,1 0,-1 0,1 0,-1 0,0 1,0-1,0 1,-1-1,1 1,-1 0,1 0,-1 0,1 0,-1 1,0-1,0 1,0-1,0 1,0 0,0 0,0 1,-1-1,-2 0,-1 3,-1 0,1 1,0-1,0 2,0-1,0 1,1 0,0 0,0 0,0 1,0 0,0 1,1-1,0 1,0 0,1 0,0 0,0 1,0 0,1-1,0 1,0 0,1 1,0-1,0 1,-1 0,1 0,0 0,0 1,1-1,1 0,-1 0,1 1,0-1,1 0,0 1,0-1,1 0,0 0,1 0,0 0,0 0,0-1,1 0,0 1,0-1,1 0,0-1,0 1,1-1,0 0,0-1,5 5,6-1,1 1,-1-2,2 0,-1-1,1-1,0-1,0-1,0 0,1-2,0 0,-1-1,1-1,0-1,-1 0,1-2,-1 0,0-1,10-4,17-7</inkml:trace>
  <inkml:trace contextRef="#ctx0" brushRef="#br2" timeOffset="-98205.073">1714 5038,'67'288,"-52"-256,-15-31,1-1,-1 0,1 1,-1-1,1 1,-1-1,1 0,-1 1,1-1,0 0,-1 0,1 1,-1-1,1 0,0 0,-1 0,1 0,0 0,-1 0,1 0,0 0,-1 0,1 0,-1 0,1 0,0 0,-1-1,1 1,0 0,-1 0,1-1,-1 1,1 0,-1-1,1 1,-1-1,1 1,-1 0,1-1,-1 1,0-1,1 0,-1 1,0-1,1 1,-1-1,0 1,0-1,1 0,59-129,-22 39,-38 91,0 1,0-1,1 0,-1 0,0 0,0 0,0 0,0 0,1 1,-1-1,0 0,0 0,0 0,0 0,1 0,-1 0,0 0,0 0,0 0,1 0,-1 0,0 0,0 0,0 0,1 0,-1 0,0 0,0 0,0 0,1 0,-1 0,0 0,0-1,0 1,1 0,-1 0,0 0,0 0,0 0,0 0,0-1,1 1,-1 0,0 0,0 0,0-1,0 1,0 0,0 0,0 0,0-1,0 21,-4 25,1 85,4-127,0 0,0 1,0-1,0 0,0 0,1 0,-1 0,1 0,0 0,0 0,0-1,0 1,1-1,-1 1,1-1,-1 0,1 0,0 0,0 0,0-1,0 1,0-1,0 1,0-1,1 0,-1-1,0 1,1 0,1-1,3 1,0-1,-1 0,1 0,-1-1,1 0,-1-1,1 1,-1-1,0-1,1 1,-1-1,6-4,-2 0,0 0,-1-1,0 0,-1-1,0 0,0 0,0-1,-1 0,-1 0,0-1,0 0,-1-1,-1 1,0-1,0 0,-1 0,-1-1,0 1,-1-1,1-7,-2 4,-12 34,9-2,-1 0,2 0,0 0,1 0,0 0,2 0,0 0,1 2,-2-12,1 0,-1 0,1 0,1 0,-1-1,1 1,0-1,0 1,1-1,0 0,0-1,0 1,0 0,1-1,-1 0,1 0,0-1,0 1,1-1,-1 0,1-1,2 2,12 1,-1-1,1 0,0-2,0 0,0-1,0-1,0-1,0-1,0 0,0-2,-1 0,1-2,-1 0,0-1,-1 0,0-2,0 0,0-1,-5 2,-1 0,1-1,-1 0,-1-1,1 0,-2-1,0-1,1-1,-7 9,0-1,0-1,-1 1,0 0,0-1,-1 0,1 0,-1 0,0 0,-1 0,1 0,-1 0,-1 0,1-1,-1 1,0 0,0 0,-1-1,0 1,-1-4,1 7,-1 0,0 0,0 0,0 0,0 0,0 0,0 0,-1 1,1-1,-1 1,0 0,0 0,0 0,0 0,0 0,0 1,0-1,-1 1,1 0,-1 0,1 0,-1 0,1 1,-1 0,1-1,-1 1,1 0,-1 1,0-1,1 1,-1-1,1 1,0 0,-1 0,1 1,0-1,-1 1,1 0,0-1,0 1,1 1,-1-1,0 0,1 1,-1-1,1 1,0 0,-1 1,-1 0,0 1,0 0,1 0,0 0,0 0,0 0,1 1,-1-1,2 1,-1 0,0 0,1-1,0 1,0 0,1 0,0 0,0 0,0 0,1 0,0 0,0 0,0 0,1 0,0-1,0 1,2 4,1 0,1-1,-1 1,2-1,-1 0,1 0,1-1,-1 0,1-1,1 1,-1-1,1-1,1 0,-1 0,3 0,1 1,0-1,0-1,1 0,0-1,0-1,0 0,0 0,0-2,1 0,-1 0,1-1,-1-1,0-1,5 0,-13-1,0 1,1 0,-1-1,0-1,0 1,-1-1,1 1,-1-2,0 1,0-1,0 1,0-1,-1-1,0 1,0-1,0 1,-1-1,0 0,0 0,-1-1,1 1,-1-1,5-16,-1-1,-1 1,-1-1,-1 0,0-14,-2 19,-3-106,2 125,0-1,0 0,0 1,0-1,0 0,0 1,0-1,0 0,-1 1,1-1,0 0,0 1,-1-1,1 0,0 1,-1-1,1 1,-1-1,1 0,0 1,-1-1,0 1,1-1,-1 1,1 0,-1-1,1 1,-1 0,0-1,1 1,-1 0,0 0,1-1,-1 1,0 0,1 0,-1 0,0 0,1 0,-1 0,0 0,0 0,1 0,-1 0,0 1,1-1,-1 0,0 0,1 1,-1-1,-24 27,24-24,0 0,0 0,0-1,0 1,0 0,0 0,1 0,0 0,-1 0,1 0,0 0,1 0,-1 0,0 0,1 0,-1 0,1 0,0 0,0-1,0 1,1 0,-1 0,1-1,-1 1,1-1,0 0,0 1,0-1,0 0,0 0,1 0,-1 0,1-1,-1 1,1-1,-1 1,1-1,0 0,0 0,1 0,14 5,1-1,-1-1,1-1,0-1,0 0,13-1,75 10,-103-10,-1-1,0 1,0-1,0 1,0 0,0 0,-1 1,1-1,0 0,0 1,-1 0,1-1,-1 1,0 0,1 1,-1-1,0 0,0 1,0-1,-1 1,1-1,0 1,-1 0,0 0,0-1,0 1,0 0,0 0,0 0,-1 0,0 1,1-1,-1 0,0 0,-1 0,1 0,0 0,-1 0,0 0,0 3,-49 106,40-95,2-1,-1 2,2-1,0 1,1 0,1 3,4-19,0 0,1 1,-1-1,1 1,0-1,0 1,0-1,0 0,0 1,0-1,1 1,-1-1,1 1,-1-1,1 0,0 0,0 1,0-1,0 0,1 0,-1 0,1 0,-1 0,1 0,0 0,-1-1,1 1,0-1,0 1,0-1,0 0,1 1,-1-1,0 0,0-1,1 1,-1 0,0-1,1 1,-1-1,2 0,26 2,0-2,0-1,0-1,0-2,-1-1,0-1,0-1,0-2,1-2,73-22,-10-1</inkml:trace>
  <inkml:trace contextRef="#ctx0" brushRef="#br2" timeOffset="-99905.606">737 4731,'2'250,"16"69,2-225,-19-91,0-1,0 0,0 0,0 1,1-1,-1 0,1 0,-1 0,1 0,0-1,-1 1,1 0,0-1,0 1,0-1,1 0,-1 0,0 0,0 0,1 0,-1 0,1 0,-1-1,0 1,1-1,-1 0,1 0,-1 0,1 0,-1 0,1 0,-1-1,1 1,-1-1,1 0,-1 0,21-8,0-1,-1-1,0-1,-1-1,0-1,-1-2,-1 3,68-53,-86 66,-1-1,0 1,1-1,-1 1,1 0,-1-1,1 1,-1 0,1 0,-1 0,1-1,-1 1,1 0,-1 0,1 0,-1 0,1 0,0 0,-1 0,1 0,-1 0,1 0,-1 0,1 0,-1 0,1 0,-1 1,1-1,-1 0,1 0,-1 0,1 1,-1-1,1 0,-1 1,1-1,-1 1,0-1,1 0,-1 1,0-1,1 1,-1-1,0 1,0-1,1 1,-1-1,0 1,0-1,0 1,0-1,0 1,1 0,-1-1,0 1,0-1,-1 1,1 0,5 43,-4-35,17 103,-16-106,-1-1,1 1,0-1,1 1,0-1,-1 0,2 0,-1 0,0-1,1 1,0-1,0 1,0-1,1-1,0 1,-1-1,1 1,1-1,14 5</inkml:trace>
  <inkml:trace contextRef="#ctx0" brushRef="#br2" timeOffset="-99631.345">1205 5051,'-4'11,"2"5,5-2,1-2</inkml:trace>
  <inkml:trace contextRef="#ctx0" brushRef="#br2" timeOffset="-99383.916">417 4958,'18'-11,"25"-9,22-3,21 0,17 5,8 4,2 5,-19 4</inkml:trace>
  <inkml:trace contextRef="#ctx0" brushRef="#br2" timeOffset="-74058.807">7182 6696,'10'361,"1"-177,-8 0,-11 46,4 159,0-355,4-28,2-11,2-5</inkml:trace>
  <inkml:trace contextRef="#ctx0" brushRef="#br2" timeOffset="-71794.585">2649 8233,'58'10,"220"4,26-13,33 1,147 38,242-54,235 15,-904-3,-1-2,1-2,-1-3,9-5,-5 2,1 3,0 2,1 3,27 3,-23 0,-1-3,59-12,-105 13,0 1,1 1,-1 1,0 1,1 1,-1 0,5 2,163 10,-40 5,-146-19,0 0,1 0,-1 1,0-1,1 0,-1 0,0 0,0 0,1-1,-1 1,0 0,1 0,-1-1,0 1,0-1,0 1,1-1,-1 0,0 1,0-1,0 0,0 0,0 0,0 0,0 0,-1 0,1 0,0 0,0 0,-1 0,1 0,-1 0,1-1,-1 1,1 0,-1 0,0-1,1 1,-1 0,0-1,0 1,0 0,0 0,0-1,0 1,-1 0,1-1,0 1,-1-1,0-4,0-1,-1 1,0-1,0 1,-1 0,1 0,-1 0,-1 0,1 0,-1 1,0 0,-2-3,-15-14</inkml:trace>
  <inkml:trace contextRef="#ctx0" brushRef="#br2" timeOffset="-70992.053">617 6843,'3'16,"0"14,0 14,-1 10,-2 8,-7 6,-6 4,-3 0,-4-4,2-8,2-12,3-11,4-14,3-12</inkml:trace>
  <inkml:trace contextRef="#ctx0" brushRef="#br2" timeOffset="-70752.694">256 6909,'-2'-9,"8"-5,17-5,18-2,18 4,13 3,7 5,5 4,-4 3,-8 4,-10 3,-8 2,-14-1</inkml:trace>
  <inkml:trace contextRef="#ctx0" brushRef="#br2" timeOffset="-70309.778">1046 6735,'-14'39,"2"1,2 0,2 0,1 0,1 16,-2 6,-21 174,28-235,1 1,0-1,0 0,0 1,-1-1,1 0,0 1,1-1,-1 0,0 0,0 1,0-1,1 0,-1 1,1-1,-1 0,1 0,0 0,-1 0,1 1,0-1,0 0,-1 0,1 0,0-1,0 1,0 0,0 0,0 0,1-1,-1 1,0 0,0-1,0 1,1-1,-1 0,0 1,0-1,1 0,-1 0,0 0,1 0,-1 0,0 0,1 0,-1 0,0 0,0-1,1 1,-1-1,0 1,0-1,1 1,-1-1,0 1,1-2,24-10,0-2,-1-1,0-1,19-17,-13 10,-16 13,0 0,1-1,-2-1,0 0,0-1,-1 0,5-7,-11 2,-17 18,0 13,0 0,1 0,1 1,0 0,1 0,1 1,0 0,1 0,-1 6,3-13,-21 69,4 1,3 1,4 0,-1 50,10-83</inkml:trace>
  <inkml:trace contextRef="#ctx0" brushRef="#br2" timeOffset="-69911.59">1540 6990,'0'2,"-1"1,1-1,1 0,-1 0,0 0,0 1,1-1,-1 0,1 0,0 0,0 0,0 0,0 0,0 0,0 0,0 0,1 0,-1-1,1 1,-1 0,1-1,0 1,-1-1,1 0,0 0,0 0,0 0,0 0,0 0,0 0,0 0,0-1,1 1,-1-1,0 0,0 1,0-1,1 0,-1 0,0-1,0 1,0 0,1-1,-1 1,0-1,0 0,0 0,0 0,0 0,0 0,0 0,0 0,-1-1,1 1,1-1,0-5,0 0,0-1,0 1,-1 0,0-1,-1 0,1 1,-1-1,-1 0,0 0,0 1,0-1,-1 0,0 0,-1 1,1-1,-1 0,-1 1,0 0,0 0,0 0,-1 0,0 0,0 0,-1 1,0 0,-2-2,6 6,-1 1,1-1,-1 1,1 0,-1 0,1 0,-1 0,0 0,0 0,0 0,1 0,-1 1,0-1,0 1,0-1,0 1,0 0,0 0,0 0,0 0,0 0,0 0,0 0,0 1,0-1,0 1,0-1,1 1,-1 0,0 0,0 0,0 0,1 0,-1 0,1 0,-1 1,1-1,-1 1,1-1,0 1,0-1,-1 2,-3 6,0 0,1 0,0 0,0 1,1-1,0 1,1 0,0 0,0 9,-3 22</inkml:trace>
  <inkml:trace contextRef="#ctx0" brushRef="#br2" timeOffset="-69628.36">1634 7364,'4'6,"-2"-3,1 1,-1-1,0 1,1-1,0 0,0 0,0 0,0 0,1-1,-1 1,0-1,1 0,0 0,0 0,0 0,-1-1,1 1,1-1,-1 0,0 0,3 0,-5-4,1 1,-1-1,0 1,0-1,0 0,0 0,0 0,0 0,-1 0,1 0,-1 0,0 0,0-1,0 1,0 0,-1-1,0 1,1-1,-1 1,0 0,0-1,-1 1,1-1,-1 1,0-1,0 1,0 0,0 0,-1-1,2 2,0-1,-1 1,0 0,1-1,-1 1,0 0,0-1,0 1,-1 0,1 0,0 0,-1 0,1 0,-1 0,0 0,0 1,0-1,0 0,0 1,0 0,0-1,0 1,0 0,-1 0,1 0,-1 1,1-1,0 0,-1 1,1 0,-1-1,1 1,-1 0,1 0,-1 1,1-1,-1 0,1 1,-1 0,1-1,0 1,-1 0,1 0,0 0,0 1,0-1,0 0,0 1,-1 0,0 0,0 1,0 0,0 0,0 0,1 0,-1 0,1 0,0 0,0 1,0-1,0 1,0 0,1 0,0-1,0 1,0 0,0 0,1 0,-1 0,1 0,0 0,0 0,1 0,-1 0,1 0,0 0,0 0,0 0,0 0,1-1,-1 1,1 0,0-1,0 1,2 1,13 4</inkml:trace>
  <inkml:trace contextRef="#ctx0" brushRef="#br2" timeOffset="-68729.239">2141 7030,'-7'19,"0"1,2 0,0 0,1 0,1 1,1-1,1 16,1-27,1 1,0 0,0-1,1 1,1-1,0 1,0-1,0 0,1 0,1 0,0-1,0 0,0 1,1-2,0 1,1-1,2 2,0-1,1 0,0 0,0-1,1 0,-1-1,2 0,-1-1,1 0,0-1,0 0,0-1,0 0,0-1,1 0,4-1,-9-1,1 0,0 0,-1-1,1 0,-1 0,1-1,-1 0,0-1,0 1,0-2,0 1,0-1,-1 0,0-1,1 0,-2 0,1 0,-1-1,1 0,-2-1,1 1,3-6,0-5,-1-1,-1-1,0 1,-1-1,-2 0,1 0,-2-1,-1 1,0-1,-2 0,0 1,-1-1,-1 0,-1 1,0 0,-2-1,-3-7,4 11,-1 1,0-1,-2 1,1 0,-2 1,0 0,-5-7,9 16,1 1,-1 0,1-1,-1 1,-1 0,1 1,0-1,-1 1,0 0,1 0,-1 1,0-1,-1 1,1 0,0 0,-1 1,1-1,-1 1,1 1,-1-1,0 1,1 0,-3 0,-2 2,1 0,0 0,-1 1,1 0,0 1,1 0,-1 0,1 1,-1 0,1 1,1-1,-1 2,1-1,0 1,1 0,-3 3,-3 5,0 0,1 1,1 0,1 1,0 0,1 1,-4 15,8-22,1 0,1 0,0 1,0-1,1 0,1 1,0-1,0 1,1-1,1 2,10 37</inkml:trace>
  <inkml:trace contextRef="#ctx0" brushRef="#br2" timeOffset="-68432.93">3198 6562,'-5'16,"-5"16,-9 17,-7 18,-7 18,-6 20,-8 17,-10 14,-9 11,-6 3,-3-4,4-11,16-29</inkml:trace>
  <inkml:trace contextRef="#ctx0" brushRef="#br2" timeOffset="-67878.837">3879 6856,'-2'16,"-3"14,-3 14,-3 10,1 8,0 4,-1 3,2-2,2-2,0-7,1-5,2-10,2-12</inkml:trace>
  <inkml:trace contextRef="#ctx0" brushRef="#br2" timeOffset="-67537.588">3452 6950,'2'-5,"1"0,-1 0,1 0,1 0,-1 1,1-1,-1 1,1 0,1 0,-1 1,0-1,1 1,0 0,-1 0,1 0,1 1,-1 0,0 0,2 0,37-13,1 2,1 2,0 2,1 1,-1 3,1 2,40 3,172 3,-249-4,1 0,-1-1,0 0,0 0,0-1,0 0,0-1,8-5,-10 6,12-6</inkml:trace>
  <inkml:trace contextRef="#ctx0" brushRef="#br2" timeOffset="-67156.72">4789 6883,'-5'20,"-1"15,0 9,-1 6,1 5,1 1,-1 0,-1 1,-2-2,-2-2,-1-6,1-7,1-9,1-9,3-9,2-10,2-12,1-5</inkml:trace>
  <inkml:trace contextRef="#ctx0" brushRef="#br2" timeOffset="-66843.86">4534 6789,'0'0,"0"0,0-1,0 1,1 0,-1 0,0-1,0 1,0 0,0 0,0-1,0 1,0 0,0 0,0-1,0 1,0 0,0 0,0-1,0 1,0 0,-1 0,1-1,0 1,0 0,0 0,0 0,0-1,0 1,-1 0,1 0,0 0,0-1,0 1,-1 0,1 0,0 0,0 0,0 0,-1 0,1-1,0 1,0 0,-1 0,1 0,0 0,0 0,-1 0,1 0,28-3,-22 3,633-78,-606 80,-42 4</inkml:trace>
  <inkml:trace contextRef="#ctx0" brushRef="#br2" timeOffset="-96663.14">6660 3554,'11'5,"14"1,12-1,13 0,11-2,11 1,4 0,1 0,-3-2,-6-1,-7 0,-10-1,-10 0,-14 0</inkml:trace>
  <inkml:trace contextRef="#ctx0" brushRef="#br2" timeOffset="-96136.934">7302 2151,'-10'189,"13"102,26 135,0 22,-25-259,-29-595,18 335</inkml:trace>
  <inkml:trace contextRef="#ctx0" brushRef="#br2" timeOffset="-94831.92">7275 2672,'-76'-207,"71"184,1-1,1 0,1 1,2-1,0 0,1 0,2 0,0 1,1-1,2 1,7-19,0-15,-4-6,30 71,4 0,0-1,1-3,-1-1,1-2,20-4,-1 2,1415 1,-917 25,-115 1,240-24,347-1,-217 10,318-48,-963 27,355-8,-148 40,-357-19,-26-1,-34-1,-5-1</inkml:trace>
  <inkml:trace contextRef="#ctx0" brushRef="#br2" timeOffset="-92879.526">5978 3701,'17'6,"0"0,0-2,1 0,-1 0,1-2,0 0,0-1,0-1,8-1,4 1,710-1,-335-13,-400 15,-1-1,0 0,1-1,-1 1,1-1,-1 0,1 0,-1 0,0 0,0-1,0 0,0 0,0 0,0 0,0-1,0 1,-1-1,0 0,1 0,-1-1,0 1,0 0,-1-1,1 0,-1 0,0 0,0 0,0 0,0 0,-1 0,0 0,0-1,3-38,-2 0,-2 0,-2 0,-6-29,2 5,-8-433,13 296,-4 134,-3 1,-3 0,-3 0,-4-5,-15-72,25 132,3 43,1 301,16 116,-11-414,21 278,-19-293</inkml:trace>
  <inkml:trace contextRef="#ctx0" brushRef="#br2" timeOffset="-90871.034">7315 2284,'-2'-6,"-3"-6,1 0,0-1,1 1,1-1,0 0,0 0,2 0,-1-11,3 20,0 1,-1 0,1 0,1 0,-1 0,0 0,1 1,-1-1,1 1,0-1,-1 1,1 0,1 0,-1 0,0 1,0-1,1 1,-1 0,0 0,1 0,-1 0,1 0,0 1,-1 0,1 0,-1 0,1 0,0 0,-1 1,1-1,-1 1,1 0,0 0,19 0,51-6,-46 2,-1 1,1 2,0 0,-1 2,6 2,71 18,-48-9,1-3,0-2,5-2,69-6,93-14,52 0,351 7,-153 0,-294 8,1415-1,-1057-13,55-1,-15-13,-159 14,267 6,-594 2,173-7,110 15,343 7,-462-12,131-5,-58 1,-295 9,-50 0,-6-4</inkml:trace>
  <inkml:trace contextRef="#ctx0" brushRef="#br2" timeOffset="-89400.392">5952 3715,'864'-58,"-655"49,-198 8,-28 0,3 1,-641-21,176-11,856 49,19-18,-177 0,-201 0,44 9,-63-7,1 0,0 0,0 0,-1 0,1 0,-1 0,1 0,-1 0,0 0,1 0,-1 0,0 0,1-1,-1 1,0 0,0-1,0 1,0 0,0-1,1 1,-1-1,0 0,0 1,0-1,0 0,-1 1,1-1,0 0,0 0,0 0,0 0,-1 0,-25 5,-1 0</inkml:trace>
  <inkml:trace contextRef="#ctx0" brushRef="#br2" timeOffset="-79031.269">7315 2177,'-9'29,"-3"36,0 40,1 38,1-4</inkml:trace>
  <inkml:trace contextRef="#ctx0" brushRef="#br2" timeOffset="-65354.698">7422 2859,'0'3,"-1"0,0 0,1 0,-1 0,1 0,0 0,0 0,0 0,0 0,1 0,-1 0,1 0,-1 0,1 0,0 0,0-1,1 1,-1 0,0 0,1-1,0 1,0-1,-1 1,2-1,-1 0,0 0,0 0,1 0,-1 0,1 0,-1-1,1 1,1-1,-1-2,0 0,1-1,-1 0,0 0,0 0,0 0,0 0,0 0,-1-1,1 0,-1 1,1-1,-1 0,0 0,0 0,0 0,-1-1,1 1,-1 0,0-1,0 1,0-1,0 0,-1 1,1-1,-1 1,0-4,0 5,0 0,0 0,0 0,0 0,0 1,0-1,-1 0,1 0,-1 0,0 0,1 1,-1-1,0 0,0 0,0 1,0-1,0 1,0-1,-1 1,1-1,0 1,-1 0,1 0,-1 0,0 0,1 0,-1 0,0 0,0 0,1 1,-1-1,0 1,0-1,0 1,0 0,0-1,0 1,-1 0,-1 0,1 0,-1 0,0 0,0 1,0-1,1 1,-1 0,0 0,1 0,-1 1,1-1,-1 1,1 0,0 0,0 0,0 0,0 0,0 1,-2 1,3-2,1 1,-1-1,0 0,1 0,-1 1,1-1,0 1,0-1,0 1,0 0,0-1,1 1,-1 0,1 0,0-1,0 1,0 0,0 0,0-1,0 1,1 0,-1 0,1-1,0 1,0 0,0-1,0 1,0-1,1 1,-1-1,1 0,0 0,-1 1,1-1,0 0,0-1,0 1,1 0,-1 0,0-1,1 0,-1 1,1-1,-1 0,1 0,0 0,-1-1,2 1,1 1,-1-1,0 0,0-1,1 1,-1-1,0 1,1-1,-1-1,0 1,1-1,-1 1,0-1,1 0,-1-1,0 1,0-1,0 0,0 0,-1 0,1 0,0-1,-1 1,0-1,1 0,-1 0,0 0,0-1,-1 1,1-1,-1 1,1-3,-3 4,0 0,0 0,0 0,-1 1,1-1,-1 0,1 0,-1 0,1 1,-1-1,0 0,0 0,0 1,0-1,0 1,-1-1,1 1,0 0,-1-1,1 1,0 0,-1 0,0 0,1 0,-1 0,0 0,1 0,-1 1,0-1,0 1,0-1,0 1,1 0,-1-1,0 1,0 0,0 0,0 1,0-1,-1 1,1-2,1 1,0-1,-1 1,1 0,0 0,-1 0,1 0,-1 0,1 0,0 0,-1 1,1-1,0 0,-1 1,1-1,0 1,0-1,-1 1,1 0,0-1,0 1,0 0,0 0,0 0,0 0,0 0,0 0,0 0,1 0,-1 0,0 1,1-1,-1 0,1 0,-1 1,1-1,-1 0,1 1,0-1,0 0,0 1,0-1,0 0,0 1,0-1,0 0,0 1,1-1,-1 0,0 1,1-1,-1 0,1 1,0-1,-1 0,1 0,0 1,1 0,0 1,0-1,0 0,0 0,0 1,1-1,-1-1,1 1,-1 0,1-1,0 1,0-1,0 0,-1 0,1 0,0 0,1 0,8 1</inkml:trace>
  <inkml:trace contextRef="#ctx0" brushRef="#br2" timeOffset="-62082.086">7435 2778,'-1'1,"0"0,1 0,-1 0,0 0,0 0,1 1,-1-1,0 0,1 0,-1 0,1 1,0-1,-1 0,1 0,0 1,0-1,0 0,0 1,0-1,0 0,0 1,1-1,-1 0,0 1,1-1,-1 0,1 0,-1 1,1-1,-1 0,1 0,0 0,0 0,0 0,-1 0,1 0,0 0,0 0,0 0,0-1,1 1,-1 0,0-1,0 1,0-1,1 1,-1-1,0 0,0 1,1-1,-1 0,0 0,1 0,-1 0,0 0,1 0,-3 0,0 0,0 0,0 0,1-1,-1 1,0 0,0 0,0-1,1 1,-1-1,0 1,1-1,-1 1,0-1,1 1,-1-1,1 1,-1-1,1 0,-1 1,1-1,-1 0,1 0,0 1,-1-1,1 0,0 0,-1 0,1 1,0-1,0 0,0 0,0 0,0 1,0-1,0 0,0 0,0 0,1 0,-1 1,0-1,0 0,1 0,-1 0,0 1,1-1,-1 0,1 1,-1-1,1 0,-1 1,1-1,0 1,-1-1,1 1,0-1,-1 1,1-1,0 1,0 0,-1-1,1 1,0 0,0-1,0 1,-1 0,0 1,0-1,0 0,0 0,1 0,-1 0,0 0,0 0,0 0,0 1,0-1,0 0,0 0,1 0,-1 0,0 1,0-1,0 0,0 0,0 0,0 0,0 1,0-1,0 0,0 0,0 0,0 0,0 1,0-1,0 0,0 0,0 0,0 0,0 1,0-1,0 0,-1 0,1 0,0 0,0 1,0-1,0 0,0 0,0 0,0 0,-1 0,1 0,18 10,225 38,-41-4,-152-31,0 1,-1 3,0 2,-2 2,8 6,-29-12,-1 0,-1 2,0 1,-1 1,-1 1,-1 1,-1 0,-1 2,-1 0,0 1,-2 1,-1 1,9 21,-1 13,-2 0,-3 1,-3 1,-3 1,-2 0,-3 0,-3 1,-2 30,-3-48,-1 0,-3 0,-1 0,-9 29,-75 243,76-274,-2 0,-2-1,-2-2,-2 1,-2-2,-1-1,-2-2,-2 0,-1-2,-2-1,-11 8,-17 14,-2 5,-3-3,-2-3,-2-3,-2-3,-28 12,-360 149,173-64,248-126,0 2,2 2,0 1,2 2,1 1,1 2,2 1,-7 10,-16 25,2 3,3 2,4 1,3 3,1 5,29-55,2 1,0 0,2 0,0 1,2 0,1 0,1 1,2-1,0 16,2-15,-3-10,1-1,0 1,2 0,0 0,1-1,1 1,0-1,1 0,1 0,1 0,1 0,0-1,1 0,0-1,1 0,10 12,2-9,1-1,1 0,1-2,0-1,1 0,0-2,1-1,0-1,1-2,0 0,10 0,80 17,2-6,19-2,-91-12,42 1,-154-23,50 8</inkml:trace>
  <inkml:trace contextRef="#ctx0" brushRef="#br2" timeOffset="-61677.038">6874 6990,'0'0,"-1"0,0-1,0 1,0 0,0 0,1 0,-1 0,0 0,0 0,0 0,0 1,0-1,1 0,-1 0,0 0,0 1,0-1,1 1,-1-1,0 0,1 1,-1-1,0 1,1 0,-1-1,0 1,1-1,-1 1,1 0,0 0,-1-1,1 1,-1 0,1 0,0-1,-1 1,1 0,0 0,0 0,0 0,0-1,0 1,0 0,0 0,0 0,0 0,0-1,0 1,1 0,-1 0,0 0,0-1,1 1,-1 0,1 0,-1-1,1 1,-1 0,1-1,0 1,3 5,1-1,-1 0,2-1,-1 1,0-1,1 0,0-1,0 1,0-1,0 0,2 0,16 10,-7-4,0 2,-1 0,0 1,-1 1,0 0,-1 1,7 10,-17-20,0 1,-1 0,1 0,-1 0,0 0,-1 0,1 1,-1-1,0 1,0 0,-1 0,0-1,0 1,0 0,-1 0,0 0,0 0,0 0,-1 0,0 0,0 0,0 0,-1-1,0 1,0 0,0-1,-1 1,-7 9,-1-1,0 0,-1-1,0 0,-1-1,-1 0,0-1,-1 0,0-2,0 0,-15 7,-8-7,29-15</inkml:trace>
  <inkml:trace contextRef="#ctx0" brushRef="#br2" timeOffset="-60259.457">7275 6789,'-4'-9,"1"-1,0 0,1 0,0 0,1 0,0 0,0 0,1 0,1-5,-5-50,-11 8,-4-40,20 95,0 0,0 0,1 0,-1 0,0 1,1-1,-1 0,1 1,0-1,-1 1,1-1,0 1,0 0,0-1,0 1,0 0,0 0,0 1,1-1,-1 0,0 1,0-1,1 1,-1 0,0 0,0 0,1 0,-1 0,0 0,1 1,-1-1,0 1,0 0,1 0,8-1,289 0,33-15,210 5,-196-15,-146 6,509-2,51-38,279 15,-929 39,-182 5,36 0</inkml:trace>
  <inkml:trace contextRef="#ctx0" brushRef="#br2" timeOffset="-59037.012">7154 6549,'27'463,"1"23,-28-437,-1 24,4 0,9 46,-4-41,-4 1,-4 42,0-80,0-52</inkml:trace>
  <inkml:trace contextRef="#ctx0" brushRef="#br2" timeOffset="-57439.513">2716 8313,'279'-26,"-88"4,291 5,-124-14,-103 6,36 11,-65 6,108-22,44-5,93 19,-461 15,144-16,111 5,-27 26,-72 13,49-14,-233-13,-2 0</inkml:trace>
  <inkml:trace contextRef="#ctx0" brushRef="#br2" timeOffset="-57161.968">6339 8246,'14'0,"15"0,15-2,13-3,11-6,7-2,5-2,0 2,-5 0,-8 4,-11 2,-12 3,-15 4,-11 4,-11 2,-8 0</inkml:trace>
  <inkml:trace contextRef="#ctx0" brushRef="#br2" timeOffset="-54521.415">7315 6469,'62'15,"380"9,-357-15,0-3,0-3,18-5,-2 0,327 2,-185-14,461 14,-495-35,5 3,47 6,-58 12,225-26,-143 27,241 13,-304 14,905-14,-880-14,-70 14,-191 0,-6 0</inkml:trace>
  <inkml:trace contextRef="#ctx0" brushRef="#br2" timeOffset="-52997.296">11472 6241,'1'0,"-1"0,0 0,0 0,1 0,-1 0,0 0,0 0,1 0,-1 0,0 0,0 0,1 0,-1 1,0-1,0 0,0 0,1 0,-1 0,0 0,0 0,1 1,-1-1,0 0,0 0,0 0,0 0,1 1,-1-1,0 0,0 0,0 1,0-1,0 0,0 0,0 1,0-1,1 0,-1 0,0 1,0-1,0 0,0 0,0 1,0-1,-1 0,1 0,0 1,0-1,0 0,0 0,0 1,0-1,0 0,0 0,-1 0,1 1,0-1,0 0,0 0,-1 1,156 2,738 4,223-1,-1004 7,52-12,-176-4,0 0</inkml:trace>
  <inkml:trace contextRef="#ctx0" brushRef="#br2" timeOffset="-52431.377">13465 6321,'527'-40,"-408"40,-111-2,-3-1</inkml:trace>
  <inkml:trace contextRef="#ctx0" brushRef="#br2" timeOffset="-50818.871">7957 7618,'940'-8,"-779"4,551-29,75-17,-78 20,-706 30,391-34,39 17,747-21,-710 25,-318 13,-144-2,-6-1</inkml:trace>
  <inkml:trace contextRef="#ctx0" brushRef="#br2" timeOffset="-50537.628">13639 7177,'16'18,"14"9,9 1,4 1,3-2,-3-2,-4-2,-9 0,-9-1,-8 2,-9 0,-14 2,-16 2,-23 6,-25 4,-30 2,3-5</inkml:trace>
  <inkml:trace contextRef="#ctx0" brushRef="#br2" timeOffset="-49359.607">8585 7418,'-48'28,"-2"-1,-1-3,-1-2,-1-2,-1-2,0-3,-45 6,204 14,-43-4,-23-9,1-1,1-2,1-3,1-1,0-1,1-3,35 4,-75-15,-2 1,-1 0,1-1,0 1,0-1,-1 1,1-1,0 0,0 0,0 0,0 0,-1 0,1 0,0-1,0 1,-1 0,1-1,0 1,0-1,-1 0,1 0,0 0,-1 0,1 0,-1 0,0 0,1 0,-1 0,0-1,1 1,-1 0,0-1,0 1,0-1,0-1,-2-5,0-1,0 0,-1 0,-1 1,1-1,-1 1,-1 0,1 0,-1 0,-1 0,-1-1,-2-8,-115-189,121 203,1 2,0 1,0 0,1-1,-1 1,0 0,0-1,1 1,-1-1,0 1,1-1,-1 0,1 1,-1-1,1 0,-1 1,1-1,-1 0,1 1,0-1,-1 0,1 0,0 0,0 1,-1-1,1 0,0 0,0 0,0 1,0-1,0 0,0 0,0 0,1 0,-1 1,0-1,0 0,1 0,-1 0,0 1,1-1,-1 0,0 0,1 1,-1-1,1 1,0-1,-1 0,1 1,-1-1,1 1,0-1,0 1,-1-1,1 1,0 0,0-1,18 3</inkml:trace>
  <inkml:trace contextRef="#ctx0" brushRef="#br2" timeOffset="-48448.727">9841 6870,'0'0</inkml:trace>
  <inkml:trace contextRef="#ctx0" brushRef="#br2" timeOffset="-47512.799">9735 8019,'469'-96,"-406"88,-63 8,1 0,-1 0,0 0,1 0,-1 0,1 0,-1 0,1 0,-1 0,1 0,-1 0,1 0,-1 0,0 0,1 0,-1 0,1 1,-1-1,0 0,1 0,-1 1,1-1,-1 0,0 0,1 1,-1-1,0 0,1 1,-1-1,0 0,0 1,1-1,-1 1,0-1,0 0,0 1,0-1,1 1,-1-1,0 1,0-1,0 0,0 1,0-1,0 1,0-1,0 1,0-1,0 1,-1-1,1 0,0 1,0-1,0 1,0-1,-1 0,1 1,0-1,0 1,-1-1,1 0,0 1,-1-1,1 0,0 0,-1 1,1-1,-25 25,24-25,-73 57,50-40,0 0,1 2,1 1,1 1,-8 11,17-16,0 0,2 0,0 1,0 1,-6 17,14-30,0 1,0-1,0 1,1-1,0 1,0 0,0-1,1 1,0 0,0 0,0 0,1-1,0 1,0 0,0 0,1-1,0 1,0-1,0 0,1 1,-1-1,2 0,5 4,1 0,-1 0,2-2,-1 1,1-1,0-1,1 0,0 0,0-1,0-1,0 0,0-1,1 0,0 0,0-2,0 0,0 0,-1-1,1-1,2 0,-9 1,0 0,0 0,0-1,0 0,0 0,-1 0,1-1,0 0,-1 0,1 0,-1-1,0 0,0 0,0 0,0-1,0 1,-1-1,1 0,-1-1,0 1,-1-1,1 1,-1-1,0 0,0-1,0 1,-1 0,0-1,0 1,0-1,-1 0,1 0,-1-3,0 6,-1-1,1 1,-1-1,0 1,0-1,0 1,0 0,-1-1,1 1,-1-1,0 1,0 0,0 0,-1-1,1 1,-1 0,0 0,1 0,-1 1,-1-1,1 0,0 1,-1-1,1 1,-1 0,0 0,1 0,-1 0,0 0,0 0,-1 1,1 0,0 0,0 0,-1 0,1 0,0 0,-1 1,1 0,-1 0,1 0,-1 0,1 0,-6 1,1-1,0 1,0 1,0 0,-1 0,2 1,-1 0,0 0,0 1,1-1,0 2,0-1,0 1,1 0,-1 1,1-1,0 1,1 1,-1-1,1 1,-3 5,8-11,-1 0,0 0,1 0,-1 0,0 0,1 0,-1 1,1-1,0 0,-1 0,1 1,0-1,0 0,0 0,0 1,0-1,0 0,0 0,0 1,1-1,-1 0,0 0,1 1,-1-1,1 0,-1 0,1 0,0 0,-1 0,1 0,0 0,0 0,0 0,0 0,0 0,0 0,0 0,0-1,0 1,0 0,0-1,1 1,54 5,-22-10</inkml:trace>
  <inkml:trace contextRef="#ctx0" brushRef="#br2" timeOffset="-47267.375">10470 8139,'7'3,"11"0,12 0,12-3,10-4,6-1,1-2,-4 0,-9 2,-13 1</inkml:trace>
  <inkml:trace contextRef="#ctx0" brushRef="#br2" timeOffset="-47077.875">10577 8313,'20'5,"17"-1,12-4,8-1,2-3,-1-1,-10 0</inkml:trace>
  <inkml:trace contextRef="#ctx0" brushRef="#br2" timeOffset="-46811.055">11232 8287,'0'-299,"-23"584,21-265,1-8,0-1,0 0,1 1,1-1,0 0,0 1,1-1,1 0,2 8,4-3</inkml:trace>
  <inkml:trace contextRef="#ctx0" brushRef="#br2" timeOffset="-46472.286">11459 8207,'-28'93,"28"-90,-1 1,1-1,1 0,-1 1,0-1,1 0,0 0,-1 1,1-1,1 0,-1 0,0 0,1 0,0 0,-1 0,1 0,0-1,0 1,1-1,-1 1,0-1,1 0,0 0,-1 0,1 0,0 0,2 0,2 1,-1 1,1-2,0 1,0-1,0 0,1 0,-1-1,0 0,1-1,-1 1,1-1,-1-1,0 1,1-1,-1 0,0-1,0 0,0 0,0-1,0 0,0 0,0 0,-1-1,0 0,0 0,0-1,0 0,-1 0,1 0,-1 0,-1-1,1 0,-1 0,0 0,0-1,-1 1,0-1,0 0,0 0,-1 0,0 0,-1 0,1-1,-1-2,-1 4,-1-1,1 0,-1 1,-1-1,1 0,-1 1,0 0,-1-1,1 1,-1 0,-1 0,1 0,-1 1,0-1,0 1,0 0,-1 0,0 0,0 1,0 0,-1 0,1 0,-1 0,0 1,0 0,0 0,0 1,-1 0,1 0,-1 0,1 1,-1 0,0 0,1 0,-1 1,0 0,0 1,1-1,-1 1,0 1,1-1,-1 1,1 0,0 1,-1 0,1-1,0 1,0 0,1 1,-1-1,1 1,0 0,0 0,0 1,1 0,-1 0,1 0,0 0,1 0,-1 1,1 0,0 0,0 0,1 0,0 0,0 0,0 1,1-1,0 1,0-1,1 1,0 6,5 15</inkml:trace>
  <inkml:trace contextRef="#ctx0" brushRef="#br2" timeOffset="-45886.762">12114 8340,'84'-170,"-54"118,77-154,-97 197,-7 28,-2-9,3 7,1 0,0 0,1-1,1 0,1 0,0 0,1-1,1 0,0-1,2 0,-2-1,0 1,-1-1,0 2,-1-1,-1 1,0 0,-1 1,-1-1,0 1,-1 0,1 11,-5-25,0 0,0 0,0 1,-1-1,1 0,-1 0,1 0,-1 1,0-1,0 0,0 0,0 0,0 0,0 0,0-1,-1 1,1 0,-1 0,1-1,-1 1,0-1,0 0,0 1,0-1,1 0,-2 0,1 0,0 0,0-1,0 1,0 0,0-1,-1 0,1 1,0-1,0 0,-1 0,1 0,0 0,0-1,-1 1,1-1,-2 0,-3 1,5 1,0-1,-1 0,1 1,0-1,0 0,0 0,0 0,-1 0,1-1,0 1,0-1,0 1,0-1,0 1,0-1,0 0,0 0,0 0,0-1,1 1,-1 0,0 0,1-1,-1 1,1-1,-1 0,1 1,0-1,-1 0,2-10</inkml:trace>
  <inkml:trace contextRef="#ctx0" brushRef="#br2" timeOffset="-45634.436">12783 8287,'0'0</inkml:trace>
  <inkml:trace contextRef="#ctx0" brushRef="#br2" timeOffset="-42849.554">13411 6388,'20'-5,"0"1,0 1,0 1,0 1,1 0,14 3,0-2,248 1,-96 12,-30-14,-139-8,-18 3</inkml:trace>
  <inkml:trace contextRef="#ctx0" brushRef="#br2" timeOffset="-40675.552">14026 6308,'36'0,"14"1,0-2,1-3,29-6,-23-9,-50 15,1 1,0 0,1 0,-1 1,0 0,1 1,-1-1,1 2,7-1,-14 2,0-1,0 1,0 0,0 0,-1-1,1 1,0 1,0-1,-1 0,1 0,-1 0,1 1,-1-1,0 1,1-1,-1 1,0 0,0 0,0-1,0 1,0 0,-1 0,1 0,-1 0,1 0,-1 0,1 0,-1 1,5 61,-5-63,0 450,41-140,-34-163,0 39,-9-118,-8 76,7-69,3-129,0 18</inkml:trace>
  <inkml:trace contextRef="#ctx0" brushRef="#br2" timeOffset="-39647.718">14414 6295,'0'7,"-1"51,2 0,3 0,2-1,11 42,-5-50,-2 1,-2-1,-2 1,-3 1,-3 47,-19 120,-3 107,23-37,-14-159,11-65,-11-81,8-1</inkml:trace>
  <inkml:trace contextRef="#ctx0" brushRef="#br2" timeOffset="-38865.773">14360 6469,'24'135,"-6"-61,0 63,-6 2,-6 69,-5-193,0 826,4-880,-2 16</inkml:trace>
  <inkml:trace contextRef="#ctx0" brushRef="#br2" timeOffset="-38396.366">14467 7270,'-5'66,"2"0,3 0,2-1,8 30,-1 27,-2-38,0 104,-12-171,3-10,5-12,4-9,0-1</inkml:trace>
  <inkml:trace contextRef="#ctx0" brushRef="#br2" timeOffset="-36786.708">14507 7965,'25'0,"266"-12,-77-3,20-11,30 20,261-15,33-20,-124 42,172 40,-460-42,-126-9,-22 2</inkml:trace>
  <inkml:trace contextRef="#ctx0" brushRef="#br2" timeOffset="-35151.383">14507 7979,'6'8,"148"-1,-102-8,243 29,-166-18,-1-7,108-10,-26-1,180 16,274-1,-413-8,599 1,-885-8,7 2</inkml:trace>
  <inkml:trace contextRef="#ctx0" brushRef="#br2" timeOffset="-34613.524">16178 7939,'372'15,"-32"-5,0-15,7-16,-323 20,92-7,1 4,97 12,-159 3,-65-5,-193-8,147-1</inkml:trace>
  <inkml:trace contextRef="#ctx0" brushRef="#br2" timeOffset="-34270.619">16365 7993,'1335'-1,"-1108"-9,-245 8,-126 1,86 1</inkml:trace>
  <inkml:trace contextRef="#ctx0" brushRef="#br0" timeOffset="-1934.553">14387 2258,'-9'18,"-6"13,1 10,2 7,3 5,3 2,5 4,5 2,4 1,1-11</inkml:trace>
  <inkml:trace contextRef="#ctx0" brushRef="#br0" timeOffset="-1619.467">14347 4009,'-2'20,"-1"17,0 10,3 11,1 9,1 10,0 6,-1-9</inkml:trace>
  <inkml:trace contextRef="#ctx0" brushRef="#br0" timeOffset="-711.269">14481 8300,'-5'16,"-1"12,0 8,1 7,4 5,2 4,1 4,0 4,0 6,-1 3,-2 2,-2-9</inkml:trace>
  <inkml:trace contextRef="#ctx0" brushRef="#br0" timeOffset="1525.491">7235 8701,'-2'18,"-1"16,0 12,1 13,0 10,1 8,1 8,-1 10,-1 13,-3 12,-1-15</inkml:trace>
  <inkml:trace contextRef="#ctx0" brushRef="#br2" timeOffset="-13528.186">510 10292,'0'16,"0"16,0 17,0 16,0 12,0 10,-2 3,-1 1,0-7,1-13,0-14,1-21,1-17</inkml:trace>
  <inkml:trace contextRef="#ctx0" brushRef="#br2" timeOffset="-13269.765">110 10319,'9'-3,"17"0,21 0,22-1,20-3,14 0,6 1,-2 2,-12 1,-23 2</inkml:trace>
  <inkml:trace contextRef="#ctx0" brushRef="#br2" timeOffset="-12310.477">1219 10278,'-3'44,"-2"0,-3-1,-1 0,-2-1,-2 0,-12 27,11-30,-41 118,54-154,1-2,-1 0,0 0,0-1,0 1,1 0,-1 0,1 0,-1 0,1 0,-1 1,1-1,-1 0,1 0,0 0,0 0,0 0,-1 0,1 1,0-1,1 0,-1 0,0 0,0 0,0 1,1-1,-1 0,0 0,1 0,-1 0,1 0,-1 0,1 0,0 0,-1 0,1 0,0 0,0-1,0 1,0 0,0 0,-1-1,1 1,0 0,0-1,1 1,-1-1,0 0,0 1,99-46,-60 23,216-84,-205 80,-36 15</inkml:trace>
  <inkml:trace contextRef="#ctx0" brushRef="#br2" timeOffset="-12049.615">1473 10532,'-11'18,"-7"13,1 11,3 9,3 7,7 7,3 7,2 5,1 0,0-2,0-13</inkml:trace>
  <inkml:trace contextRef="#ctx0" brushRef="#br2" timeOffset="-11767.286">1834 10386,'-8'8,"1"1,1 0,0 1,0-1,0 1,1 0,1 1,0-1,0 1,1 0,1 0,-1 2,3-11,0 0,0-1,0 1,1 0,-1-1,0 1,1-1,-1 1,1-1,0 1,-1-1,1 1,0-1,0 0,0 1,0-1,0 0,0 0,0 1,0-1,1 0,-1 0,0 0,1-1,-1 1,1 0,-1 0,1-1,-1 1,1-1,-1 0,1 1,0-1,-1 0,1 0,-1 0,1 0,0 0,-1 0,1 0,-1-1,1 1,0 0,-1-1,1 1,-1-1,1 0,-1 0,0 1,1-1,-1 0,0 0,1 0,-1-1,0 1,0 0,4-4,-1 1,0-1,0 0,0 1,-1-2,0 1,0 0,0-1,-1 1,0-1,0 0,0 0,0 0,-1 0,0 0,-1-2,1 5,-1 0,0 0,0 1,0-1,0 0,-1 0,1 0,-1 0,0 1,1-1,-1 0,0 0,-1 1,1-1,0 1,-1-1,0 1,1 0,-1 0,0-1,0 1,0 0,-1 1,1-1,0 0,-1 1,1-1,-1 1,1 0,-1 0,0 0,0 0,1 0,-1 0,-1 1,-1 0,1 0,-1 0,0 1,0-1,0 1,1 1,-1-1,0 1,1-1,0 1,-1 0,1 1,0-1,0 1,0 0,0 0,1 0,-1 0,1 1,0 0,0-1,0 1,0 0,1 0,-1 1,1-1,0 0,0 1,1 0,0-1,-1 5,-8 26</inkml:trace>
  <inkml:trace contextRef="#ctx0" brushRef="#br2" timeOffset="-11501.926">1887 10961,'3'0,"-1"1,0-1,1 1,-1-1,1 0,-1 0,1 0,-1 0,0 0,1-1,-1 1,1-1,-1 0,0 1,1-1,-1 0,0 0,0 0,0-1,0 1,0-1,0 1,0-1,0 1,-1-1,1 0,-1 0,1 0,-1 0,1 0,-1 0,0 0,0-1,0 1,-1 0,1 0,0-1,-1 1,0-1,1 1,-1-1,0 1,0 0,0-1,-1 1,1-1,0 1,-1 0,0-1,0 0,-1-1,0 0,0 0,0 0,-1 1,0-1,0 0,0 1,0 0,0 0,-1 0,1 0,-1 1,0-1,0 1,0 0,-3-1,5 1,0 1,0 0,0 1,0-1,0 0,0 0,0 1,-1-1,1 1,0 0,0 0,-1 0,1 0,0 0,0 0,-1 0,1 1,0-1,0 1,0 0,0 0,0 0,0 0,0 0,0 0,0 0,0 0,0 1,0-1,1 1,-1 0,1-1,-2 2,2 0,0 0,0 0,1-1,-1 1,1 0,-1 0,1 0,0 0,0 0,0 0,0 0,1-1,-1 1,1 0,0 0,0 0,0-1,0 1,0 0,0-1,1 1,-1-1,1 1,0-1,0 0,0 0,0 0,0 0,0 0,1 0,-1-1,0 1,2 0,21 14</inkml:trace>
  <inkml:trace contextRef="#ctx0" brushRef="#br2" timeOffset="-11036.658">2368 10465,'-6'4,"0"-1,1 1,-1 0,0 0,1 0,0 1,0 0,1 0,-1 0,1 1,0 0,1-1,-1 1,1 0,0 1,0-1,1 1,0-1,0 1,1 0,0-1,0 1,0 0,1 0,0 0,0 0,1 0,0-1,0 2,2 4,0 0,0-1,1 0,0 0,1 0,0 0,1 0,0-1,0 0,2-1,-1 1,1-1,0-1,1 1,0-2,0 1,0-1,1 0,1-1,-1 0,1-1,0 0,0-1,0 0,0-1,1 0,0-1,-1 0,1 0,0-2,0 1,0-2,0 1,0-2,0 1,10-4,-15 3,-1-1,1 1,-1-1,1 0,-1-1,0 0,-1 0,1 0,0 0,-1-1,0 0,0 0,-1-1,1 1,-1-1,-1 0,1 0,-1 0,0-1,0 1,0-1,-1 0,0 1,-1-1,0 0,1-1,-1-5,0 0,-1 1,0-1,-1 0,0 1,-1-1,0 1,-1-1,-1 1,0 0,0 0,-1 0,-1 1,-1-3,-2 1,1 1,-1 0,-1 1,0 0,-1 0,0 1,0 0,-1 1,0 1,-1 0,-1 0,9 5,0 0,0 0,-1 1,1 0,-1 0,1 0,-1 1,1 0,-1 0,0 0,0 1,1 0,-1 0,0 0,0 1,0 0,1 0,-1 0,1 1,-1 0,1 0,-1 0,1 1,0-1,0 1,0 1,0-1,1 1,-3 2,2-1,0 1,0 0,1 1,0-1,0 1,0-1,1 1,0 0,0 1,1-1,0 0,0 1,1-1,0 1,0 0,1-1,0 3,3 32</inkml:trace>
  <inkml:trace contextRef="#ctx0" brushRef="#br2" timeOffset="-10773.333">3358 9784,'-12'18,"-14"25,-15 31,-14 33,-11 33,-8 29,-3 23,-1 17,2 4,6-4,10-18,15-41</inkml:trace>
  <inkml:trace contextRef="#ctx0" brushRef="#br2" timeOffset="-10097.539">3598 10278,'0'10,"0"11,0 12,0 11,0 12,0 8,0 4,0 2,0-4,0-6,0-12,0-10,0-13</inkml:trace>
  <inkml:trace contextRef="#ctx0" brushRef="#br2" timeOffset="-9737.468">3559 10212,'11'2,"-1"0,1 2,-1-1,1 1,-1 0,-1 1,1 1,0-1,-1 1,0 1,-1 0,1 0,1 3,-4-5,20 16,-1 1,-1 1,-1 1,-1 1,-1 1,-2 1,0 1,-2 0,-1 1,-2 1,0 1,-2 0,0 6,-9-29,0 0,-1 0,0 0,-1 0,0 0,0 1,-1-1,0 0,0 0,-1 1,0-1,0 0,-1 0,0 0,-1 0,1 0,-2-1,1 1,-1-1,0 0,0 0,-1 0,0-1,-5 6,-5-3,1 0,-1-1,-1-1,0 0,0-1,0-1,0-1,-1 0,0-1,0-1,0 0,0-1,-16-2,-47 7,45 3,49-5,5-5</inkml:trace>
  <inkml:trace contextRef="#ctx0" brushRef="#br2" timeOffset="-9478.163">4308 10305,'-10'13,"-4"15,-3 11,2 10,1 8,2 6,5 3,0 0,1-2,3-6,0-7,5-13,0-13</inkml:trace>
  <inkml:trace contextRef="#ctx0" brushRef="#br2" timeOffset="-9259.453">4240 10386,'0'20,"2"16,4 9,7 6,10 0,11 0,10-3,8-5,3-6,0-6,-6-8,-5-9,-10-8,-9-6</inkml:trace>
  <inkml:trace contextRef="#ctx0" brushRef="#br2" timeOffset="-9060.44">4681 10225,'-2'5,"-1"12,3 20,3 19,1 18,0 16,-1 9,0 5,-2-16</inkml:trace>
  <inkml:trace contextRef="#ctx0" brushRef="#br0" timeOffset="-389.083">14440 10064,'-2'21,"-1"15,-2 11,0 9,0 4,0 3,0 2,-2 2,-1 1,-2-1,-2 3,2-11</inkml:trace>
  <inkml:trace contextRef="#ctx0" brushRef="#br0" timeOffset="1727.949">7195 11027,'-3'21,"-2"15,-3 13,-3 10,-1 6,-1 4,-1 3,0 1,0-1,3-12</inkml:trace>
  <inkml:trace contextRef="#ctx0" brushRef="#br0" timeOffset="8027.141">4200 12057,'0'0,"-1"0,0 0,0 0,1 1,-1-1,0 0,0 0,1 1,-1-1,0 0,1 1,-1-1,0 0,1 1,-1-1,1 1,-1-1,1 1,-1 0,1-1,-1 1,1 0,0-1,-1 1,1 0,0-1,-1 1,1 0,0-1,0 1,0 0,-1 0,1-1,0 1,0 0,0 0,1 0,-1-1,0 1,0 0,0 0,0-1,1 1,-1 0,0-1,1 1,-1 0,0-1,1 1,-1 0,1-1,-1 1,1-1,-1 1,1-1,0 1,-1-1,1 1,0-1,-1 0,1 1,0-1,-1 0,1 0,0 1,0-1,-1 0,1 0,7 3,0 1,0-2,0 1,1-1,-1-1,1 1,-1-1,1-1,-1 0,1 0,0 0,-1-1,1-1,-1 1,0-1,6-3,20-1,5 1,1 2,0 2,0 1,0 2,0 2,13 4,22 1,0-4,0-4,20-3,14 1,139 1,-145 14,-52-14,-27-1,1 2,-1 0,1 2,-1 0,2 2,9 2,0-2,0-2,1-1,0-2,11-2,18 1,57-12,18 5,53-6,100 9,-174-9,81 6,-99 11,-33 3,76-7,0-6,47-12,-109 7,354-41,-17-1,-218 24,25 6,-12 7,247-8,-51-1,308 18,-307-6,332 9,-368-8,143-15,-229 15,-57 6,63 2,-154-9,32 22,-125 2,118 12,-73-9,-90-14,0 0,-1-1,1 1,-1-1,0 0,1 0,-1 0,0 0,0 0,0 0,0 0,-1-1,1 1,-1-1,1 0,-1 1,0-1,0 0,0 1,0-1,-1 0,1 0,-1 0,0 0,0 0,0 0,0 0,0 0,-1-2,1 4,1-370,-3 31,-24 114,27 21,13 74,-15 109,0 17,0 1,1-1,-1 0,1 0,0 1,1-1,-1 0,1 0,0 1,0-1,1 1,-1-1,1 1,0-1,1-1,0 4,0 0,-1 1,1-1,0 1,0 0,0 0,0 0,0 1,0-1,0 1,0-1,0 1,0 0,0 0,0 0,1 1,4-1,585 27,-85-36,64-28,249-9,-750 42,-71 4,0 0,0 0,0-1,0 1,0 0,0 0,0-1,0 1,0 0,0 0,0-1,0 1,0 0,0-1,0 1,0 0,0 0,0 0,0-1,0 1,0 0,1 0,-1-1,0 1,0 0,0 0,0 0,1-1,-1 1,0 0,0 0,0 0,1 0,-1 0,0-1,0 1,1 0,-1 0,0 0,0 0,1 0,-27-6,-74-2,61 7</inkml:trace>
  <inkml:trace contextRef="#ctx0" brushRef="#br0" timeOffset="9580.9">14401 10426,'7'-3,"-4"20,-11 251,16 454,-6-659,1-9,-3 0,-2-1,-3 8,0-39,5-22,0-1,0 1,0 0,0 0,0-1,0 1,0 0,0 0,0-1,0 1,-1 0,1 0,0-1,0 1,0 0,0 0,0-1,-1 1,1 0,0 0,0 0,0 0,0-1,-1 1,1 0,0 0,0 0,-1 0,1 0,0 0,0-1,-1 1,1 0,0 0,0 0,-1 0,1 0,0 0,0 0,-1 0,1 0,0 0,0 0,-1 0,1 1,0-1,0 0,-1 0,1 0,0 0,0 0,-1 0,1 1,0-1,0 0,0 0,-1 0,1 0,0 1,0-1,0 0,0 0,0 1,-1-1,1 0,-7-24,0-32,2 0,3 0,3-32,0 53,20-429,0-71,-21 522,-1 29,29 414,11 325,-36-1059,24-147,-16 303,15-201,-31 397,-42 609,18-367,-14 11,29-246,9-60,-1-133,10-239,41-272,-41 625,-2 29,-1 42,-3 781,2-794</inkml:trace>
  <inkml:trace contextRef="#ctx0" brushRef="#br0" timeOffset="16362.034">14507 7070,'15'-3,"0"0,0 1,1 1,-1 0,1 1,-1 1,0 0,1 2,0-2,40 4,0 3,-1 2,0 2,-1 3,0 2,-2 2,0 3,10 8,-37-17,-1 1,0 1,-2 1,1 1,-2 1,-1 1,0 0,-1 2,-1 0,-1 2,-2-1,0 2,-1 0,-1 1,-1 0,-2 1,4 14,-5-7,-3 1,0 1,-2-1,-2 1,-1-1,-2 1,-1-1,-2 1,-1-1,-2 0,-1 0,-4 6,-6 14,-2-2,-3 0,-2-1,-2-1,-2-2,-2 0,-7 3,-43 42,-3-4,-5-4,-3-4,-3-4,-4-4,-3-4,-49 22,-562 293,269-153,392-205,1 2,2 3,1 1,2 2,1 3,1 1,1 4,37-36,0 1,0 0,0 0,1 0,0 0,1 1,-1 0,1 0,1 0,0 0,0 1,1-1,-1 1,2 0,0-1,0 1,0 0,1 0,0 0,1 0,0 0,0-1,1 1,0 0,1 0,10 12,0 0,1-1,2 0,0-2,1 1,0-2,2-1,0 0,1-1,1-1,22 21,22 18,14 15,2-2,4-5,2-3,3-4,75 32,-64-49,1-5,69 11,-93-24,30 18,-108-37,1 0,0 0,-1 0,1 0,-1 0,1 1,-1-1,1 0,-1 0,1 0,-1 1,1-1,-1 0,0 1,1-1,-1 0,1 1,-1-1,0 0,1 1,-1-1,0 1,1-1,-1 1,0-1,0 1,1-1,-1 1,0-1,0 1,0-1,0 1,0-1,0 1,0-1,0 1,0-1,0 1,0 0,0-1,0 1,0-1,-1 1,1-1,0 1,0-1,0 1,-1-1,1 1,0-1,-1 0,1 1,0-1,-1 1,0-1,-28-3,5-34,17 22</inkml:trace>
  <inkml:trace contextRef="#ctx0" brushRef="#br0" timeOffset="18252.536">14079 10680,'0'0,"0"0,0 0,0 0,0 1,0-1,0 0,0 0,0 0,0 1,0-1,0 0,0 0,-1 0,1 1,0-1,0 0,0 0,0 0,0 0,-1 0,1 1,0-1,0 0,0 0,0 0,-1 0,1 0,0 0,0 0,0 0,-1 0,1 0,0 0,0 0,-1 0,1 0,0 0,0 0,0 0,-1 0,1 0,0 0,0 0,0 0,-1 0,1 0,0 0,0-1,0 1,0 0,-1 0,1 0,0 0,0 0,0-1,0 1,0 0,0 0,-3 21,6-3,0-1,1 1,1-1,1 0,1 0,0 0,1-1,1 0,0-1,1 0,1 0,0-1,1 0,0-1,1-1,11 8,29 37,-50-54,0-1,0 1,0-1,-1 1,1 0,-1 0,1 0,-1 0,0 1,0-1,0 0,-1 1,1 0,-1-1,0 1,0 0,0 0,-1-1,1 1,-1 0,0 0,0 0,0 0,0 0,-1 0,0-1,0 1,0 0,0 0,0-1,-1 1,1-1,-1 1,-1 0,-9 5,0-1,0 0,-1-1,0-1,-1 0,0 0,1-2,-2 1,1-2,0 0,-13 1,10-1,-242 41,244-38,34-18,-12 4,-1-1,0 0,0 0,-1 0,-1-1,1 0,-1 0,-1 0,0-1,0-3,6-15,9-26,-3-1,-2-1,-3 0,-2 0,-3-9,-4 60,-1 3,1-1,-1 1,1-1,-1 1,0-1,-1 1,1-1,-1 1,1 0,-1-1,0 1,0 0,0-1,-1 1,1 0,-1 0,-2-3,3 6,0 0,0 1,-1-1,1 1,0-1,0 1,0-1,0 1,0-1,0 1,0 0,0 0,0-1,0 1,0 0,1 0,-1 0,0 0,0 0,1 0,-1 0,1 0,-1 1,1-1,-1 0,1 0,0 0,0 0,0 1,-1-1,1 0,0 0,0 1,1-1,-1 0,0 0,0 0,0 1,1-1,-1 0,1 1,1 12,-1 1,-1 0,0 0,-1-1,0 1,-1 0,-1-1,-3 10,-13 29,-10 54,29-104,0 0,1 0,-1 0,1 0,-1-1,1 1,0 0,0 0,0 0,1 0,-1-1,1 1,-1-1,1 1,0-1,0 0,0 1,0-1,0 0,1 0,-1-1,0 1,1 0,2 0,68 30,-70-31,59 15,-130 23,22-5,50-56,-1 17,0 0,1-1,-1 2,1-1,0 0,1 1,-1 0,1 0,-1 0,1 0,0 1,1 0,-1 0,1 0,-1 1,1-1,0 1,0 1,-1-1,5 1,-7 1,0 1,0 0,-1 1,1-1,0 0,-1 1,1 0,-1-1,0 1,0 0,1 0,-1 0,0 1,-1-1,1 0,0 1,-1-1,1 1,-1 0,0-1,0 1,0 0,0 0,0 0,-1 1,0-4,0 0,0 1,-1-1,1 0,0 1,0-1,-1 1,1-1,0 0,0 0,-1 1,1-1,0 0,-1 1,1-1,-1 0,1 0,0 0,-1 0,1 1,-1-1,1 0,0 0,-1 0,1 0,-1 0,1 0,-1 0,1 0,0 0,-1 0,1 0,-1 0,1 0,-1-1,1 1,0 0,-1 0,1 0,-1-1,1 1,0 0,-1 0,1-1,0 1,-1 0,1-1,0 1,0 0,-1-1,1 1,0 0,0-1,0 1,-1-1,1 1,0 0,0-1,0 1,0-1,0 1,0-1,0 1,0 0,0-1,0 1,0-1,0 0,-16-16,6 6,0 1,0-1,1-1,1 0,0 0,1 0,-2-6,9 17,-1 0,1 0,0 0,0 0,0 0,0 0,0 0,0 0,0 0,0 0,0 0,1-1,-1 1,0 0,1 0,-1 0,1 0,-1 0,1 1,-1-1,1 0,0 0,-1 0,1 0,0 1,0-1,0 0,0 0,0 1,-1-1,1 1,0-1,0 1,0 0,0-1,0 1,1 0,-1-1,0 1,0 0,0 0,0 0,0 0,0 0,1 0,53 2,13 35,-105-37,-27-21,63 20,0 1,1-1,-1 1,1-1,-1 0,1 1,0-1,-1 0,1 1,0-1,-1 0,1 0,0 1,0-1,-1 0,1 0,0 0,0 1,0-1,0 0,0 0,0 0,0 1,1-1,-1 0,0 0,0 1,1-1,-1 0,0 0,1 1,-1-1,0 0,1 1,-1-1,1 1,-1-1,1 0,0 1,-1-1,1 1,0-1,-1 1,1 0,0-1,0 1,33-23,36-11,-108 98,31-20,7-44,1 0,-1 1,0-1,0 0,0 0,0 1,1-1,-1 0,0 0,0 1,0-1,1 0,-1 0,0 0,0 0,1 1,-1-1,0 0,1 0,-1 0,0 0,1 0,-1 0,0 0,0 0,1 0,-1 0,0 0,1 0,-1 0,0 0,1 0,-1 0,0 0,1 0,-1 0,0 0,0-1,1 1,-1 0,0 0,0 0,1 0,-1-1,0 1,0 0,1 0,-1-1,0 1,0 0,0 0,0-1,0 1,1 0,-1 0,0-1,0 1,0 0,0-1,0 1,0 0,0-1,0 1,0 0,0-1,11-20,-7 5,0 0,-1 0,-1 0,-1 0,0 0,-1 0,-1-1,0 1,-1 0,-1 0,0 0,-1 1,-3-7,7 22,0-1,0 1,0-1,1 1,-1-1,0 1,0 0,0-1,0 1,0-1,0 1,0-1,0 1,0-1,0 1,0-1,0 1,-1 0,1-1,0 1,0-1,0 1,-1-1,1 1,0 0,0-1,-1 1,1 0,0-1,-1 1,1 0,0-1,-1 1,1 0,0 0,-1-1,1 1,-1 0,1 0,-1 0,1 0,-1 0,1-1,0 1,-1 0,1 0,-1 0,1 0,-1 0,1 0,-1 1,1-1,-1 0,1 0,0 0,-1 0,1 0,-1 1,1-1,0 0,-1 0,1 1,-1-1,1 0,-2 11,1 0,1 0,0 0,0 0,1-1,1 1,0 0,0 0,1-1,0 1,1-1,0 0,0 0,4 4,5 11</inkml:trace>
  <inkml:trace contextRef="#ctx0" brushRef="#br0" timeOffset="44843.166">14601 10225,'-9'4,"28"2,65 8,0-5,41-1,-82-6,1206 49,-703-37,-929-15,185-10,-30-12,21 2,-66 2,-124 12,317 10,-1 3,1 4,-60 16,128-21,18-2,24-1,940-3,433 1,-1812-11,-155-20,-192 27,324 11,1757-21,-1157 14,90 1,94-18,-284 7,-68 10,-1 0,1-1,0 1,0 0,-1 0,1 0,0 0,0 0,0-1,-1 1,1 0,0 0,0 0,0-1,0 1,-1 0,1 0,0 0,0-1,0 1,0 0,0 0,0-1,0 1,0 0,0 0,0-1,0 1,0 0,0-1,0 1,0 0,0 0,0-1,0 1,0 0,0 0,0-1,0 1,0 0,1 0,-1-1,0 1,0 0,0 0,-30-4,-247 13,142 0,-54-1,92-3</inkml:trace>
  <inkml:trace contextRef="#ctx0" brushRef="#br0" timeOffset="46419.849">3424 11268,'1'6,"-1"-1,1 1,1 0,-1-1,1 1,0-1,0 1,0-1,1 0,-1 0,1 0,1 0,-1 0,1-1,0 0,0 1,0-1,0-1,1 1,0-1,-1 1,5 1,8 4,1 0,0 0,1-2,0 0,0-1,1-1,71 13,1-4,0-4,1-4,3-4,-25 0,0-2,-1-4,1-3,-1-2,0-4,-1-3,-1-3,-1-2,-1-4,0-3,18-13,-35 13,-1-3,-2-2,-2-2,-1-2,-2-1,-1-3,-2-1,-2-1,-2-3,-2 0,-2-2,-2-2,-3 0,-1-2,-3 0,-2-1,-3-1,-2-1,-2-1,3-44,-12 73,-1-1,-1 0,-2 0,0 0,-2 0,-1 0,-2 1,0-1,-2 1,-1 1,-1 0,-1 0,-1 1,-2 0,0 1,-1 1,-2 0,0 1,-2 1,-17-15,11 15,-2 2,0 1,-2 1,1 2,-2 1,0 1,-1 1,0 2,-1 1,-14-2,-11 1,0 2,0 3,-1 2,1 3,-34 5,25 1,1 4,1 2,0 3,0 2,2 4,1 2,0 3,-19 13,36-15,0 3,2 1,1 2,1 2,1 1,3 2,0 2,3 1,1 2,1 1,1 4,4-1,2 2,2 1,2 0,2 1,2 1,2 1,3 0,1 1,3 0,2 1,3-1,1 1,3-1,4 15,33 121,14-28</inkml:trace>
  <inkml:trace contextRef="#ctx0" brushRef="#br0" timeOffset="53657.664">16780 10305,'282'0,"-183"14,323-14,-348-1,-73-1,-4-1</inkml:trace>
  <inkml:trace contextRef="#ctx0" brushRef="#br0" timeOffset="54284.362">16927 10278,'413'8,"73"-2,-362 6,-131-11,-7-1</inkml:trace>
  <inkml:trace contextRef="#ctx0" brushRef="#br0" timeOffset="54870.104">16874 10238,'62'0,"573"-15,-538 7,270-9,-412 18,20-1</inkml:trace>
  <inkml:trace contextRef="#ctx0" brushRef="#br0" timeOffset="55352.462">17234 10225,'111'10,"-1"-5,51-6,-62 0,152-1,74-17,-265 13,-72 6</inkml:trace>
  <inkml:trace contextRef="#ctx0" brushRef="#br0" timeOffset="55817.614">17475 10238,'116'12,"-100"-12,387-31,141 11,-466 11,-78 8,0 1,-1 0,1 0,0 0,0 0,0 0,0 0,0 0,0-1,0 1,0 0,-1 0,1 0,0 0,0 0,0-1,0 1,0 0,0 0,0 0,0 0,0 0,0-1,0 1,-20 0,-1 3</inkml:trace>
  <inkml:trace contextRef="#ctx0" brushRef="#br0" timeOffset="56160.254">17850 10305,'772'-39,"-762"37,-16 2</inkml:trace>
  <inkml:trace contextRef="#ctx0" brushRef="#br0" timeOffset="60151.918">16847 2043,'188'-13,"76"21,-204-7,-1-2,1-3,-1-3,42-10,7 4,-1 5,1 4,40 7,-5-1,-34-2,-1-5,9-5,82-16,-194 25,1 1,-1 0,0 0,1-1,-1 0,0 0,0 0,1-1,-1 0,0 0,0 0,-1-1,1 1,0-1,-1 0,2-2,-1-3</inkml:trace>
  <inkml:trace contextRef="#ctx0" brushRef="#br1" timeOffset="85659.319">18732 1990,'121'-8,"30"-6,-130 11,0 1,1 2,-1 0,0 1,0 0,1 2,-1 1,19 6,-31-8,-7-2,0 0,0 0,0 1,0-1,0 0,-1 1,1 0,0-1,0 1,0 0,0 0,-1 0,1 0,0 0,-1 0,1 1,-1-1,0 0,1 1,-1-1,0 1,0 0,0-1,0 1,0 0,0-1,0 1,0 0,-1 0,1 0,-1 0,0 0,1 0,-1 0,0 0,0 17,-1-1,0 1,-1-1,-1 0,-1 1,-1-1,-2 6,-1 13,1 0,2 1,2-1,1 1,2 0,3 17,-1 21,-16 286,1-64,14-147,-15-188,7 9,0 0</inkml:trace>
  <inkml:trace contextRef="#ctx0" brushRef="#br1" timeOffset="87573.681">19226 2070,'-8'39,"8"-4,1 0,1 1,2-1,2 0,1 0,2-1,4 10,29 148,-35-73,-7 111,-2-93,2 128,-15-131,16-15,1-116,-1 0,1-1,0 0,0 0,0 1,0-1,0 0,0 0,1-1,-1 1,1 0,-1-1,1 0,-1 1,1-1,0 0,0 0,0-1,-1 1,1-1,0 1,0-1,0 0,0 0,0 0,0 0,0-1,0 1,0-1,-1 0,1 0,3-1,11 1,357-19,949-1,-680 55,123 12,-526-46,-240 0,-1 0,1-1,-1 1,1-1,0 1,-1 0,1-1,0 1,0-1,0 1,-1-1,1 1,0-1,0 1,0-1,0 1,0-1,0 0,0 1,0-1,0 1,0-1,0 1,0-1,0 1,0-1,0 1,1-1,-1 1,0-1,0 1,1-1,-1 1,0 0,1-1,-1 1,0-1,1 1,-1 0,0-1,1 1,-1 0,1-1,-1 1,1 0,-1 0,1-1,-1 1,1 0,-1 0,1 0,-1 0,1 0,-1 0,1 0,-1 0,1 0,0 0,-1 0,1 0,-1 0,1 0,-15-14</inkml:trace>
  <inkml:trace contextRef="#ctx0" brushRef="#br1" timeOffset="90145.68">20870 1709,'-232'176,"183"-136,-616 511,471-404,-150 80,318-207,30-17,3-5</inkml:trace>
  <inkml:trace contextRef="#ctx0" brushRef="#br1" timeOffset="90754.265">19574 2552,'-1'0,"-1"0,1 0,0 0,0 1,0-1,-1 0,1 1,0-1,0 1,0-1,0 1,0 0,0-1,0 1,0 0,0 0,0 0,0 0,1 0,-1 0,0 0,1 0,-1 0,0 0,1 0,-1 0,1 0,0 0,-1 1,1-1,0 0,0 1,-2 2,-78 203,10-68,70-139,1-1,-1 1,0 0,0 0,0 0,1 0,-1 0,0 0,0 0,0 0,0 0,1 0,-1 0,0 0,0 0,0 0,1 0,-1 0,0 0,0 0,0 0,1 0,-1 0,0 0,0 0,0 0,0 0,1 1,-1-1,0 0,0 0,0 0,0 0,0 0,1 1,-1-1,0 0,0 0,0 0,0 0,0 1,0-1,0 0,0 0,0 0,0 0,0 1,1-1,-1 0,0 0,0 0,0 1,-1-1,19-15,-17 15,8-8,4-6,2 1,-1 1,1 0,1 1,0 1,1 0,0 1,1 1,-1 0,11-1,185-19,-212 28,0 0,0 0,0-1,0 1,0-1,0 1,-1-1,1 1,0-1,0 1,-1-1,1 1,0-1,-1 0,1 0,-1 1,1-1,-1 0,1 0,-1 0,1 1,-1-1,0 0,1 0,-1 0,0 0,0 0,0 0,0 0,0 0,0 0,0 0,0 1,0-1,0 0,0 0,-1 0,1 0,0 0,-1 0,1 0,0 1,-1-1,1 0,-1 0,0 0,1 1,-1-1,1 0,-1 1,0-1,0 1,1-1,-1 1,0-1,0 1,0-1,0 1,0 0,0-1,-3-4,-110-157,105 146,9 16,0-1,0 1,0 0,0 0,0-1,0 1,1 0,-1-1,0 1,0 0,0 0,1 0,-1-1,0 1,0 0,0 0,1 0,-1-1,0 1,0 0,1 0,-1 0,0 0,1 0,-1 0,0 0,1-1,-1 1,0 0,0 0,1 0,-1 0,0 0,1 0,-1 1,0-1,1 0,-1 0,0 0,0 0,1 0,-1 0,0 0,1 1,-1-1,0 0,0 0,1 0,-1 1,0-1,0 0,0 0,0 1,1-1,-1 0,0 0,0 1,0-1,0 0,0 0,0 1,1-1,-1 0,0 1,0-1,0 0,14 11,1 0,-1 1,-1 1,0 0,-1 1,-1 0,0 1,8 13</inkml:trace>
  <inkml:trace contextRef="#ctx0" brushRef="#br1" timeOffset="98117.045">22114 2244,'-8'0,"0"0,0 1,0 0,0 0,1 1,-1 0,0 1,1-1,-1 1,1 1,0 0,0 0,0 0,1 1,-1 0,1 0,0 0,1 1,-1 0,1 0,0 0,1 1,0 0,0 0,0 0,1 0,0 0,0 1,1 0,0-1,0 1,0 1,2-6,0 0,0 0,0 0,1 0,-1 0,1 0,-1 0,1-1,0 1,0 0,0 0,1 0,-1-1,1 1,-1 0,1-1,0 0,0 1,0-1,0 0,0 0,1 0,-1 0,1-1,-1 1,1 0,-1-1,1 0,0 0,0 0,0 0,0 0,0 0,0-1,0 0,0 1,0-1,0 0,0 0,0-1,0 1,0-1,0 1,0-1,10-4,0 0,-1-1,1 0,-1-1,-1 0,1-1,-1-1,0 1,-1-2,0 1,-1-2,0 1,0-1,-1 0,-1-1,1 0,-2 0,0-1,-1 0,0 0,0-2,4-15,-3-1,0 1,-2-1,-1 0,-1 0,-2-1,-1 1,-2 0,0 0,-3 0,0 1,-10-25,-16-23,31 77,1 1,0-1,-1 0,1 1,0-1,-1 1,1-1,-1 1,1-1,-1 1,1-1,-1 1,0-1,1 1,-1 0,1-1,-1 1,0 0,1 0,-1-1,0 1,1 0,-1 0,0 0,0 0,1 0,-1 0,0 0,1 0,-1 0,0 0,1 0,-1 1,0-1,1 0,-1 0,0 1,1-1,-1 0,0 1,1-1,-1 1,1-1,-1 1,1-1,-1 1,1-1,-1 1,1 0,-17 33,8 4,2 0,1 0,2 0,2 0,2 1,1-1,4 25,-4-37,1-1,1 0,1 0,1 0,1-1,2 0,0 0,1 0,2-1,7 12,-16-31,1-1,-1 0,0 0,1 0,0 0,-1 0,1 0,0-1,1 1,-1-1,0 0,1 0,-1 0,1-1,-1 1,1-1,0 0,0 0,0 0,0 0,-1-1,1 1,0-1,0 0,0-1,0 1,0-1,0 1,0-1,0 0,-1 0,1-1,0 1,-1-1,1 0,-1 0,2-1,7-6,-1 0,0-1,-1 0,0 0,0-1,-1 0,-1-1,0 0,0 0,-1-1,-1 0,0 0,-1-1,0 0,-1 1,-1-2,0 1,-1 0,0 0,-1-1,-1-13,0 27,1 0,-1 0,1 0,-1 0,1 0,-1 0,0 0,0 0,1 0,-1 0,0 0,0 0,0-1,0 1,0 0,-1 0,1 0,0 0,0 0,-1 0,1 0,0 0,-1 0,1 0,-1 0,0 0,1 0,-1 0,0 0,1 0,-1 1,0-1,0 0,0 1,0-1,0 0,0 1,0-1,0 1,0-1,0 1,0 0,0-1,0 1,0 0,0 0,0 0,0 0,-1 0,1 0,0 0,0 0,0 0,0 1,0-1,0 0,-1 1,-5 7,1 0,0 0,1 0,0 1,0 0,1 0,0 0,0 1,1 0,0-1,1 1,0 0,1 0,0 0,0 7,1-12,0 1,0-1,1 0,0 0,0 1,0-1,0 0,1 0,0 0,0 0,0 0,0-1,1 1,0-1,0 1,0-1,0 0,1 0,0-1,0 1,0-1,0 0,0 1,1-2,-1 1,1-1,0 1,0-1,0-1,0 1,2 0,25 5</inkml:trace>
  <inkml:trace contextRef="#ctx0" brushRef="#br1" timeOffset="98470.14">22729 2123,'10'31,"2"-2,2 0,0 0,2-1,1-1,1-1,9 10,-23-30,0-1,0 1,0-1,1 0,-1 0,1 0,1-1,-1 1,1-1,-1 0,1-1,0 0,0 0,1 0,-1 0,4 0,-8-3,0-1,0 1,0 0,0-1,0 1,0-1,0 0,0 0,0 1,0-1,0-1,-1 1,1 0,0 0,-1-1,1 1,-1 0,0-1,1 0,-1 1,0-1,0 0,0 0,0 1,0-1,-1 0,1 0,0 0,-1-1,13-61,-13 64,-3-185,2 183,1 0,-1-1,1 1,0 0,0 0,0 0,0 0,0 0,0 0,0 0,1 0,-1-1,1 1,0 0,0 1,-1-1,1 0,0 0,0 0,1 0,-1 1,0-1,1 0,-1 1,1-1,-1 1,1 0,0 0,-1-1,1 1,0 0,0 0,0 1,0-1,0 0,0 1,1-1,17-2</inkml:trace>
  <inkml:trace contextRef="#ctx0" brushRef="#br1" timeOffset="98717.857">23370 2164,'3'16,"2"9,1 6,-1 4,-1 1,-1-4,-1-7</inkml:trace>
  <inkml:trace contextRef="#ctx0" brushRef="#br1" timeOffset="99295.642">23344 1950,'33'14,"-1"3,-1 0,0 2,-1 1,-2 2,0 1,-1 1,-1 1,21 28,-34-32,-1 1,-1 0,-2 0,0 1,-1 0,4 20,-7-24,-5-18,0 0,0 1,0-1,0 1,0-1,0 1,0-1,0 0,1 1,-1-1,1 0,-1 1,1-1,-1 0,1 1,0-1,0 0,-1 0,1 0,0 0,0 0,0 0,0 0,0 0,1 0,-1 0,0 0,0-1,1 1,-1 0,0-1,1 0,-1 1,0-1,1 1,-1-1,1 0,-1 0,0 0,1 0,-1 0,1 0,-1 0,1-1,-1 1,0-1,1 1,-1 0,0-1,1 0,-1 1,0-1,0 0,0 0,0 0,1 0,10-13,-1 0,0-1,-1-1,-1 1,0-2,-1 1,-1-1,0 0,0-5,4-7,-6 14,23-35,-27 50,0 1,0-1,1 1,-1-1,0 1,0 0,0-1,1 1,-1 0,0 0,0 0,0 0,0 0,-1 0,1 0,0 0,0 0,-1 1,1-1,0 0,-1 0,0 1,1-1,-1 0,0 1,1-1,-1 0,0 1,0-1,0 1,1 0,-1 6,1 0,1 0,0 0,0 0,0-1,1 1,0-1,1 1,0-1,0 0,0-1,1 1,0-1,0 0,0 0,1 0,0-1,0 0,1 0,-1 0,1-1,0 0,0 0,0-1,5 1,-1-2,1-2,-1 1,1-1,-1-1,0 0,1-1,-1 0,0-1,0 0,0-1,-1 0,1 0,-1-1,0-1,0 0,0 0,-1-1,0 0,-1 0,1-1,-1-1,-1 1,0-1,0 0,-1-1,0 1,0-1,-1-1,0 1,0-4,-4 12,0-1,0 1,0 0,0 0,0-1,-1 1,1-1,-1 1,0 0,1-1,-1 1,0-1,-1 1,1-1,0 1,-1-1,1 1,-1 0,0-1,0 1,0 0,0 0,0 0,0-1,-1 1,1 0,-1 1,1-1,-1 0,0 0,0 1,0-1,0 1,0-1,0 1,0 0,0 0,-2-1,-1 2,-1 1,0 0,0-1,1 2,-1-1,0 1,1 0,-1 0,1 0,0 1,0-1,0 1,0 1,0-1,1 1,0 0,-1 0,1 0,1 0,-1 1,0 0,1-1,0 1,1 0,-1 1,1-1,0 0,0 1,0 0,1-1,0 1,0 0,0 1,1-3,1 0,-1 0,1-1,-1 1,1 0,1-1,-1 1,0-1,1 1,0-1,0 1,0-1,0 0,0 0,1 0,-1 0,1-1,0 1,-1-1,1 1,1-1,-1 0,0 0,2 0,86 33,-26-20</inkml:trace>
  <inkml:trace contextRef="#ctx0" brushRef="#br1" timeOffset="102777.557">24855 2030,'44'-15,"0"-3,-1-1,-1-3,0-1,-2-2,-1-2,19-17,-45 33,0-1,-1 0,0 0,-1-2,-1 1,0-1,-1-1,0 0,-1 0,-1 0,0-1,0-5,-5 19,-1 0,0 1,0-1,-1 0,1 0,0 0,-1 0,1 0,-1 0,1-1,-1 1,0 0,0 0,0 0,0 0,-1 0,1 0,0 0,-1 0,0 0,1 0,-1 0,0 0,0 0,0 0,0 0,0 0,-1 1,1-1,0 1,-1-1,1 1,-1-1,0 1,1 0,-1 0,0-1,0 1,0 1,0-1,0 0,0 0,0 1,-1-1,-3 4,-1 1,1 0,0 0,1 0,-1 1,1 0,0 0,0 0,0 1,1-1,0 1,0 0,0 0,1 1,0-1,0 1,0 0,1-1,0 1,1 0,0 0,-1 5,-5 38,2-1,2 1,2 0,2 0,3 0,1-1,3 1,2-2,7 18,22 144,-34-170,-1-1,-3 1,0 0,-3 0,-1 0,-3-1,-1 2,-6 11</inkml:trace>
  <inkml:trace contextRef="#ctx0" brushRef="#br1" timeOffset="103556.555">25068 2177,'-47'-35,"47"34,-1 0,1 0,0 0,0 0,0 1,0-1,0 0,0 0,1 0,-1 0,0 0,0 0,1 0,-1 0,0 1,1-1,-1 0,1 0,-1 0,1 1,0-1,-1 0,1 0,0 1,-1-1,1 1,0-1,0 1,-1-1,1 1,0-1,0 1,0 0,0-1,0 1,0 0,-1 0,1 0,0 0,0 0,0 0,196-53,214-46,-369 83,-37 13,-24 8,2 1,1 0,0 0,0 2,1 0,0 1,0 0,1 2,0-1,1 2,-1 1,11-11,1 0,0 0,-1 1,1-1,1 1,-1 0,0 0,1-1,-1 1,1 0,0 0,0 0,0 0,0 1,0-1,1 0,0 0,-1 0,1 1,0-1,1 0,-1 0,1 1,-1-1,1 0,0 0,0 0,0 0,0 0,1 0,-1 0,1-1,0 1,0 0,0-1,0 1,0-1,1 0,-1 0,1 0,-1 0,1 0,0 0,0-1,-1 1,1-1,3 1,0 0,1 0,0-1,-1 0,1 0,0-1,0 1,-1-2,1 1,0-1,0 0,-1 0,1 0,0-1,-1 0,0-1,1 0,-1 0,0 0,0 0,-1-1,1 0,-1 0,0-1,0 1,0-1,0 0,-1 0,0-1,0 0,-1 1,1-1,-1 0,0-1,-1 1,0 0,0-1,0 1,-1-1,0 0,0 0,0 1,-1-7,3 26,1 0,1 0,-1-1,2 0,0 0,1 0,0-1,0 0,1 0,-5-7,1-1,-1 1,1-1,0 1,-1-1,1 0,1 0,-1-1,0 1,1-1,-1 0,1 0,0-1,-1 1,1-1,0 0,0 0,0-1,0 0,0 0,0 0,0 0,0 0,0-1,0 0,-1 0,1-1,0 1,0-1,-1 0,1 0,-1-1,0 1,0-1,0 0,0 0,2-2,13-11,-1 0,0-1,-1-1,-1-1,-1 0,-1-1,0 0,-2-1,0-1,-1 0,7-23,-3 1,-2-1,-2 0,-2 0,-1-1,0-40,-6 70,0 1,-1-1,-1 0,0 1,-1-1,-1 0,0 1,-1 0,-1-1,0 1,-1 1,0-1,-2 1,-5-11,9 22,0 1,0-1,0 1,0 0,0 0,0 0,0 0,-1 1,1-1,-1 1,1 0,-1 0,0 0,1 0,-1 1,0 0,0 0,1 0,-1 0,0 0,1 1,-1-1,0 1,1 0,-1 0,0 0,1 1,0-1,-1 1,1 0,0 0,0 0,0 1,0-1,0 1,1-1,-1 1,1 0,-1 0,1 0,0 0,0 2,-10 14,1 0,1 0,1 1,1 1,0-1,2 1,0 0,2 1,0 0,2-1,0 1,1 0,2 17,0-8,1 0,2 0,1-1,1 1,2-1,1 0,1-1,2 0,6 11,-9-22,0-2,1 1,1-1,1 0,0-1,1-1,1 0,0 0,0-2,2 0,-1 0,2-2,-1 0,1-1,10 4,16 2</inkml:trace>
  <inkml:trace contextRef="#ctx0" brushRef="#br1" timeOffset="103940.687">26645 1763,'-12'-3,"0"2,-1 0,1 0,0 2,-1-1,1 1,-1 1,1 0,0 1,0 0,0 1,1 0,-1 1,1 1,0-1,0 2,1-1,-1 2,9-6,0 0,0 0,0 0,0 0,1 0,-1 0,1 0,-1 1,1-1,0 0,0 1,0-1,0 1,0-1,1 1,-1 0,1-1,0 1,0 0,0-1,0 1,0-1,0 1,1 0,-1-1,1 1,0-1,0 1,0-1,0 1,0-1,0 0,1 1,-1-1,1 0,0 0,0 0,-1 0,1 0,0-1,0 1,1 0,-1-1,0 0,2 1,13 7,-1-1,1-1,1 0,-1-1,1-1,18 2,59 20,-93-27,-1 1,1-1,0 0,0 1,0-1,0 1,0 0,-1 0,1 0,0 0,-1 0,1 0,0 0,-1 0,1 0,-1 1,0-1,0 1,1-1,-1 1,0 0,0-1,0 1,0 0,-1 0,1-1,-1 1,1 0,-1 0,1 0,-1 0,0 0,0 0,0 0,0 0,0 0,0 0,-1 0,1-1,-1 1,1 0,-1 0,0 2,-8 5,0 0,0 0,0-1,-1 0,0 0,-1-1,0-1,0 0,0 0,-1-1,0-1,-1 1,-34 7,47-12,-1-1,0 1,1-1,-1 1,0 0,1-1,-1 0,1 1,-1-1,1 1,0-1,-1 1,1-1,-1 0,1 1,0-1,0 0,-1 0,1 1,0-1,0 0,0 1,0-1,0 0,0 0,0 1,0-1,0 0,0 0,0 1,0-1,0 0,1 1,-1-1,0 0,1 1,-1-1,0 0,1 1,-1-1,1 0,-1 1,1-1,-1 1,1-1,-1 1,1 0,0-1,-1 1,1-1,0 1,-1 0,1 0,0-1,-1 1,1 0,0 0,18-16</inkml:trace>
  <inkml:trace contextRef="#ctx0" brushRef="#br1" timeOffset="104223.648">26860 1990,'0'2,"-3"1,-2 0,-3-1,-3 0,2-1</inkml:trace>
  <inkml:trace contextRef="#ctx0" brushRef="#br1" timeOffset="104588.939">26860 1990,'0'-1,"0"0,0 0,0 0,0 0,0 0,1 0,-1 0,0 0,1 0,-1 0,1 0,-1 0,1 0,-1 0,1 1,-1-1,1 0,0 0,0 1,-1-1,1 0,0 1,0-1,0 1,0-1,0 1,0-1,0 1,0 0,0-1,0 1,0 0,0 0,0 0,0 0,0 0,0 0,0 0,0 0,0 0,0 0,0 1,0-1,0 0,0 1,0-1,0 1,-1-1,1 1,0-1,0 1,0-1,0 1,-1 0,1 0,0 0,1 3,1 0,-1 0,1-1,0 1,0-1,0 0,1 0,-1 0,1 0,-1 0,1-1,0 1,0-1,0 0,1-1,-1 1,0-1,1 1,-1-1,1-1,-1 1,1-1,1 1,1-1,1-1,-1 1,1-1,-1 0,1-1,-1 0,0 0,0-1,0 0,0 0,0 0,-1-1,0 0,1 0,-1-1,0-1,-2 4,-1-1,0 0,0 0,0 0,-1-1,1 1,-1-1,1 1,-1-1,-1 0,1 0,0 0,-1 0,0 0,0 0,0 0,0 0,-1 0,0-1,1 1,-2 0,1 0,0-1,-1 1,0 0,0 0,0 0,0 0,-1-1,-1-1,-1 0,1 0,-1 0,0 1,0 0,-1 0,1 0,-1 0,-1 0,1 1,0 0,-1 0,0 1,0-1,0 1,0 1,-1-1,1 1,-1 0,1 1,-1-1,0 1,0 0,1 1,-1 0,0 0,0 0,0 1,1 0,-1 1,0-1,1 1,-1 0,1 1,0 0,0 0,0 0,0 0,0 1,1 0,-1 1,1-1,0 1,0 0,1 0,0 0,0 1,0-1,0 1,1 0,0 0,0 1,0 1,2-4,0 0,1 1,-1-1,1 0,0 1,0-1,1 0,-1 0,1 1,0-1,0 0,0 0,1 0,-1 0,1 0,0 0,0-1,0 1,1 0,-1-1,1 0,0 0,0 0,0 0,0 0,1 0,-1-1,1 1,0-1,-1 0,1 0,0-1,0 1,0-1,0 0,0 0,2 0,30 9</inkml:trace>
  <inkml:trace contextRef="#ctx0" brushRef="#br1" timeOffset="104852.235">27368 1389,'-16'-12,"-12"-5,-6-1,-4 3,0 9,2 10,5 9,8 9,7 9,9 7,10 6,5-5</inkml:trace>
  <inkml:trace contextRef="#ctx0" brushRef="#br1" timeOffset="105121.515">27368 1963,'16'7,"14"2,11-1,8-1,7-2,3-6,-2-6,-8-3,-13-3,-12 1</inkml:trace>
  <inkml:trace contextRef="#ctx0" brushRef="#br1" timeOffset="107623.196">28651 1696,'19'0,"16"0,17-2,13-4,9 0,3 1,-2 1,-8 1,-14 4,-17 1</inkml:trace>
  <inkml:trace contextRef="#ctx0" brushRef="#br1" timeOffset="107867.574">28678 1936,'18'-4,"17"-4,15-4,14 0,12-2,10-3,5 0,-1 0,-6-2,-19 3</inkml:trace>
  <inkml:trace contextRef="#ctx0" brushRef="#br1" timeOffset="108058.07">29226 1428,'25'9,"24"6,22 1,15 4,9 5,-3 5,-13 6,-19 9,-23 8,-28 6,-32 5,-31 2,-28 2,-21 0,7-11</inkml:trace>
  <inkml:trace contextRef="#ctx0" brushRef="#br1" timeOffset="113823.128">23357 3100,'18'2,"18"1,13 0,13-1,9-1,2 3,-7 2,-11 2,-14 3,-14-2</inkml:trace>
  <inkml:trace contextRef="#ctx0" brushRef="#br1" timeOffset="114082.981">23398 3260,'13'5,"17"1,13-1,14 0,11-2,5-1,-1-3,-13-2</inkml:trace>
  <inkml:trace contextRef="#ctx0" brushRef="#br1" timeOffset="114353.289">23932 2913,'-63'2,"62"-2,1 0,-1 0,1 0,-1 0,1 0,-1 0,1 1,-1-1,1 0,-1 0,1 1,0-1,-1 0,1 0,-1 1,1-1,0 0,-1 1,1-1,0 0,-1 1,1-1,0 1,0-1,-1 1,1-1,0 1,0-1,0 0,0 1,0-1,0 1,0-1,0 1,0-1,0 1,0-1,0 1,0-1,0 1,0-1,0 1,0-1,0 1,1-1,-1 1,0-1,0 0,1 1,-1-1,0 1,1-1,-1 0,0 1,1-1,-1 0,1 1,26 16,148 34,-78-28,-89-20,8-1,0 2,-1 0,0 0,1 2,-2 0,1 1,-1 0,0 1,-1 0,1 1,-2 1,1 0,-2 1,1 0,1 4,-10-11,-2 0,1 0,0 1,-1-1,0 0,0 1,0-1,0 1,-1-1,1 1,-1-1,-1 1,1-1,-1 1,1-1,-1 1,0-1,-1 1,1-1,-1 0,0 0,0 1,-63 80,-92 46,113-100</inkml:trace>
  <inkml:trace contextRef="#ctx0" brushRef="#br1" timeOffset="114879.29">24801 2726,'19'47,"-1"1,-3 1,-2 0,-3 1,4 40,-12-24,-4 1,-2-1,-4 6,7-61,1-10,-2 3,1 1,0-1,0 1,0-1,0 1,1-1,-1 1,1-1,1 1,-1 0,1-1,-1 1,1-1,0 1,1-1,-1 0,1 1,0-1,0 0,0 0,1 0,-1-1,1 1,0 0,0-1,0 0,1 0,-1 0,1 0,0 0,3 1,4-3,1 0,-1-1,1 0,-1-1,0 0,1-1,-1-1,0 1,0-2,0 0,0 0,-1-1,1 0,-1 0,-1-1,1-1,-1 0,0 0,1-2,-3 4,-1 0,0 0,0 0,-1 0,0-1,0 0,0 0,0 0,-1-1,0 1,-1-1,1 0,-1-1,1-5,-7 32,1 1,1 1,1-1,0 0,3 16,-2-33,0 0,0 0,0 0,1 0,-1 0,1 0,-1 0,1-1,0 1,0 0,0-1,1 0,-1 0,1 1,-1-1,1-1,-1 1,1 0,0-1,0 1,0-1,0 0,0 0,0 0,0 0,0 0,1-1,-1 0,0 0,2 0,21 2</inkml:trace>
  <inkml:trace contextRef="#ctx0" brushRef="#br1" timeOffset="115143.668">25336 3100,'-14'0,"-4"-3,1 0</inkml:trace>
  <inkml:trace contextRef="#ctx0" brushRef="#br1" timeOffset="116337.261">24761 2913,'104'-15,"0"4,37 4,-96 4,0 2,0 2,-1 2,1 1,-1 3,0 2,23 8,-56-14,-1 1,0 1,0 0,0 0,0 1,-1 0,0 0,-1 1,1 1,-1-1,0 1,-1 1,0 0,-1 0,1 0,-2 0,1 1,-1 0,-1 0,0 1,0-1,-1 1,-1 0,1-1,-1 10,2 86,-6-84,2-1,1 0,1 1,0-1,2 0,5 18,-8-35,0 0,1-1,-1 1,1-1,0 1,0-1,0 0,0 1,1-1,-1 0,1-1,0 1,-1 0,1-1,1 0,-1 1,0-1,0 0,1-1,-1 1,1-1,0 1,-1-1,1 0,0-1,0 1,0-1,0 1,-1-1,1 0,0 0,0-1,0 1,0-1,-1 0,1 0,0 0,-1-1,1 1,2-2,5-5,-1 0,0-1,0 0,-1-1,0 0,-1 0,0-1,0 0,-1 0,-1-1,0 0,0 0,-1-1,-1 1,0-1,-1 0,1-8,10-22,-14 43,0 0,0 1,1-1,-1 0,0 0,1 0,-1 0,0 0,0 0,1 0,-1 0,0 0,0 0,1 0,-1 0,0 0,1 0,-1 0,0-1,0 1,1 0,-1 0,0 0,0 0,0 0,1 0,-1-1,0 1,0 0,0 0,1 0,-1-1,0 1,0 0,0 0,0-1,0 1,1 0,-1 0,0-1,1 32,-1-28,-1 2,0 1,0 0,0 1,1-1,0 0,0 0,1 0,0 0,0 0,0 0,1 0,0-1,0 1,0 0,1-1,0 0,0 1,0-1,1 0,0 0,-1-1,2 1,-1-1,0 0,1 0,0-1,0 1,0-1,4 2,2-4,1 0,-1 0,0-2,1 1,-1-1,0-1,0 0,0-1,0 0,0 0,0-1,-1-1,0 1,0-2,0 0,0 0,-1 0,0-1,-1-1,1 0,-1 0,-1 0,0-1,3-4,-5 7,-1 1,-1-1,1 0,-1 0,0 0,0 0,-1-1,0 1,0-1,0 1,-1-1,0 0,0 0,-1 0,0 0,1 7,-1-1,0 1,0 0,0-1,0 1,0-1,0 1,0 0,0-1,0 1,0-1,0 1,0 0,0-1,0 1,0-1,0 1,-1 0,1-1,0 1,0 0,0-1,-1 1,1 0,0-1,0 1,-1 0,1-1,0 1,-1 0,1 0,0-1,-1 1,1 0,0 0,-1 0,1 0,0-1,-1 1,1 0,-1 0,1 0,0 0,-1 0,1 0,-1 0,1 0,0 0,-1 0,1 0,-1 0,1 0,0 1,-1-1,1 0,-1 0,-13 20,12-14,0-1,0 1,1-1,-1 1,1 0,1 0,-1-1,1 1,0 0,0 0,1 0,-1 0,1-1,1 1,-1 0,1-1,0 1,0-1,1 1,-1-1,1 0,0 0,1 0,-1-1,1 1,0-1,0 0,1 0,-1 0,1 0,0-1,-1 0,2 0,-1 0,0-1,11 5,-1-1,0-1,1-1,0 0,0-1,0 0,1-2,-1 0,0 0,1-2,-1 0,0-1,1 0,-1-2,0 0,-1 0,1-2,10-4,-19 6,0 1,-1-1,1-1,-1 1,0-1,0 0,0-1,-1 1,0-1,0 0,0 0,-1-1,0 1,0-1,-1 0,1 0,-2 0,1-1,-1 1,0-1,0 1,-1-1,0 0,-1 1,1-1,-2 0,1 0,-1 1,0-1,1 6,0 0,0 0,-1 0,1 0,-1 0,1 0,-1 1,0-1,1 0,-1 0,0 1,0-1,0 0,0 1,-1-1,1 1,0-1,-1 1,1 0,-1-1,1 1,-1 0,0 0,1 0,-1 0,0 1,0-1,0 0,1 1,-1-1,0 1,0 0,0-1,0 1,0 0,0 0,0 1,0-1,0 0,0 0,0 1,0-1,1 1,-1 0,0 0,0 0,1-1,-1 1,0 1,1-1,-1 0,1 0,-2 2,-1 3,0 0,1 0,0 1,0 0,0-1,1 1,0 0,0 0,0 0,1 1,0-1,1 0,0 1,0-1,0 0,1 0,0 1,1-1,-1 0,1 0,1 0,-1 0,1-1,0 1,1-1,0 1,0-1,0-1,4 6,0-3,1 1,-1-2,1 1,1-1,-1 0,1-1,0 0,1-1,-1 0,1-1,0 0,0 0,11 1,-17-4,1 1,0-1,-1-1,1 1,0-1,0 0,-1 0,1-1,0 0,0 0,-1 0,1 0,-1-1,1 0,-1 0,0-1,0 0,0 0,0 0,0 0,-1-1,1 1,-1-1,0 0,0-1,0 1,-1-1,2-3,2-7,-1-1,-1 0,0-1,-1 1,-1-1,0 0,-2 1,0-1,-1 0,0 0,-1 0,-2-6,2 11,1 10,0 1,0-1,-1 0,1 1,0-1,1 1,-1-1,0 1,0-1,1 0,-1 1,1-1,-1 1,1 0,0-1,0 1,-1-1,1 1,0 0,0 0,0 0,0-1,1 1,-1 0,0 0,0 0,1 1,-1-1,0 0,1 0,-1 1,1-1,-1 1,1-1,-1 1,1 0,-1-1,1 1,-1 0,1 0,0 0,-1 0,1 0,-1 1,1-1,-1 0,1 1,-1-1,1 1,174 40,-172-40,-1-1,1 1,-1 0,1 0,-1 0,1 1,-1-1,0 1,0 0,0 0,0 0,0 0,0 0,0 1,-1-1,1 1,-1-1,0 1,0 0,0 0,0 0,0 1,-1-1,1 0,-1 1,0-1,0 1,0 0,-34 80,7-27,24-54,1-1,0 1,0 0,0 0,0 0,1-1,-1 1,1 0,0 0,0 0,0 0,0 0,0 0,0 0,1 0,0 0,0 0,-1 0,2-1,-1 1,0 0,0 0,1-1,0 1,-1-1,1 0,0 1,0-1,1 0,7 3,0 0,1-1,0-1,0 1,-1-2,2 0,-1 0,0-1,0 0,0-1,1 0,-1-1,9-2,34-4,-4-1</inkml:trace>
  <inkml:trace contextRef="#ctx0" brushRef="#br1" timeOffset="117372.348">28317 3126,'16'13,"-1"0,0 2,-1 0,-1 0,0 1,-1 1,-1 0,0 1,-2 0,0 1,-1-1,0 2,-2-1,0 1,-2 0,0 0,1 19,-2-23,4-32,-3 3,16-35,2 1,2 1,2 0,6-3,-24 36,9-9,-17 22,1 0,-1 0,1 0,-1 0,1 0,-1 0,0 0,1 0,-1 0,1 1,-1-1,1 0,-1 0,0 0,1 0,-1 1,0-1,1 0,-1 0,0 1,1-1,-1 0,0 1,1-1,-1 0,0 1,0-1,1 0,-1 1,0-1,0 0,0 1,0-1,1 1,-1-1,0 1,0-1,0 0,0 1,0-1,0 1,0-1,0 1,0-1,0 0,-1 1,1-1,0 1,0-1,0 0,0 1,-1-1,1 1,0-1,0 0,-2 57,0-46,1-1,0 1,1 0,0-1,1 1,0-1,1 1,0-1,1 0,0 1,0-1,3 3,0-7,0-1,1 1,-1-2,1 1,1-1,-1 0,1 0,-1-1,1 0,0 0,0-1,0 0,1 0,-1-1,0 0,1 0,-1-1,1-1,-1 1,0-1,1 0,4-2,2 1,0-1,0 0,0-1,-1-1,1 0,-1 0,-1-2,1 0,-1 0,2-3,-10 7,0 0,-1 0,1-1,-1 0,1 0,-1 0,-1 0,1-1,-1 0,1 1,-1-1,0 0,-1-1,0 1,1 0,-2-1,1 1,0-1,-1 0,0 1,-1-1,1 0,-1 0,0 1,-1-1,1 0,-2-4,2 7,-1 1,0-1,1 0,-1 0,0 0,-1 1,1-1,0 1,-1-1,0 1,1-1,-1 1,0 0,0 0,0 0,0 0,-1 0,1 0,0 1,-1-1,0 1,1-1,-1 1,0 0,1 0,-1 0,0 1,0-1,0 1,0-1,0 1,1 0,-1 0,0 0,0 1,0-1,0 1,0 0,0-1,1 1,-1 0,0 1,1-1,-1 0,1 1,-2 1,-1 2,0 0,1 0,0 1,1 0,-1 0,1 0,0 0,1 1,-1-1,1 1,0-1,1 1,0 0,0 0,0-1,1 1,0 0,0 0,1 0,0 0,0 0,1-1,-1 1,2-1,-1 1,1-1,1 3,3-1,1-1,-1-1,1 1,1-1,-1-1,1 1,0-2,0 1,0-1,1-1,0 1,-1-2,1 1,0-1,0-1,1 0,-1 0,9-1,122 3,-78-6</inkml:trace>
  <inkml:trace contextRef="#ctx0" brushRef="#br1" timeOffset="118187.905">29574 3246,'-13'-6,"1"1,-1 0,-1 0,1 2,0-1,-1 2,0 0,-12 0,22 1,0 1,-1 0,1 1,0-1,-1 1,1 0,0 0,0 0,-1 0,1 1,0 0,1-1,-1 2,0-1,0 0,1 1,0-1,-1 1,1 0,0 0,0 1,1-1,-1 1,1-1,-1 1,1 0,0 0,1 0,-2 2,1-1,1-1,0 1,0-1,0 1,0-1,1 1,0-1,0 1,0 0,0-1,1 1,-1-1,1 1,1-1,-1 1,1-1,-1 0,1 1,0-1,1 0,-1 0,1-1,-1 1,1 0,1-1,-1 0,0 1,1-1,-1-1,1 1,0 0,0-1,0 0,0 0,0 0,2 0,2 0,1 1,-1-2,1 1,0-1,0 0,-1-1,1 0,0 0,0-1,0-1,-1 1,1-1,-1 0,1-1,-1 0,0-1,0 1,4-4,-6 4,0 0,0-1,-1 0,1 0,-1 0,0 0,-1-1,1 0,-1 0,0 0,0-1,0 1,-1-1,0 0,0 0,0 0,-1 0,0-1,0 1,-1 0,0-1,0 0,0 1,-1-7,1 12,-1-1,1 0,-1 1,0-1,0 0,0 1,0-1,0 0,0 1,0-1,-1 0,1 1,-1-1,1 0,-1 1,1-1,-1 1,0-1,0 1,0-1,0 1,0 0,0-1,0 1,0 0,-1 0,1 0,0 0,-1 0,1 0,-1 0,1 0,-1 1,1-1,-1 1,1-1,-1 1,0-1,1 1,-1 0,0 0,1 0,-1 0,0 0,0 0,1 0,-1 1,1-1,-1 1,0-1,1 1,-1-1,1 1,-1 0,1 0,-1 0,1 0,0 0,-1 0,1 0,0 0,0 1,-2 2,0 1,1 0,-1 0,1 0,0 0,1 0,-1 1,1-1,0 0,0 1,1-1,0 1,0-1,0 1,0-1,1 1,0-1,0 0,1 1,-1-1,1 0,0 0,1 0,-1 0,1 0,0 0,0-1,0 0,1 1,0-1,-1 0,2-1,-1 1,0-1,1 0,-1 0,1 0,0 0,0-1,4 2,1-1,0 0,0 0,0 0,0-1,1-1,-1 0,0 0,1-1,-1-1,0 1,1-2,-1 1,0-1,0-1,0 0,0 0,-1-1,1-1,4-2,0-1,0-1,0 0,0-1,-1-1,-1 0,0-1,-1 0,0-1,0 0,-2 0,8-15,4-19,-2 0,-2-2,-2 0,-3 0,-1-2,-3 1,-2-1,-3 0,-1-28,-1 56,1 6,-1 0,-1 0,0 0,-2 1,0-1,0 0,-1 1,-2-1,-3-9,8 24,-2-1,1 0,0 1,-1-1,1 1,-1 0,1-1,-1 1,0 0,0 0,0 0,-1 0,1 0,0 1,-1-1,1 1,-1-1,1 1,-1 0,0 0,1 0,-1 0,0 1,0-1,0 1,1 0,-1 0,0 0,0 0,0 0,0 0,0 1,1-1,-1 1,0 0,0 0,1 0,-3 1,-6 6,1 0,-1 1,1 0,1 0,0 1,0 0,1 1,0 0,0 0,2 1,-1 0,2 0,-1 0,2 1,0 0,0 0,-1 10,-3 9,2 1,1 0,1 0,2 1,1-1,2 0,1 1,2-1,1 0,1 0,2-1,2 0,0 0,3-1,0-1,2 0,1-1,1 0,2-1,-10-17,0 0,0 0,1-2,0 1,1-1,0-1,0 0,11 6,-18-12,-1 0,1 0,0-1,0 1,0-1,0 0,0 0,0 0,0-1,0 1,0-1,0 0,0 0,0 0,0-1,0 0,1 1,-1-1,-1-1,1 1,0-1,0 1,0-1,-1 0,1 0,-1-1,0 1,1-1,-1 0,0 1,0-2,9-12,-2-1,0 0,0 0,-2-1,0 0,-1 0,-1-1,-1 0,0 0,-1-4,-2 8,-7 18,-8 24,9-20,1 0,0 1,0 0,1-1,0 1,0 0,0 0,1 0,1 1,-1-1,1 0,1 0,0 0,0 0,0 0,1 0,0 0,1 0,0 0,0-1,0 1,1-1,0 0,1 0,-1 0,1-1,1 0,-1 0,1 0,1 1,20 8</inkml:trace>
  <inkml:trace contextRef="#ctx0" brushRef="#br1" timeOffset="119552.818">30216 2819,'4'8,"1"-1,-1 1,2-1,-1 0,1 0,0 0,1-1,0 0,0 0,1 0,11 11,-1-3,0 0,-2 2,0 0,0 0,-2 2,0-1,-1 2,-1 0,-1 1,0 0,-2 0,0 1,-1 0,-1 1,1 12,-5 93,-3-126,1 1,-1 0,0 0,1 0,-1 0,1-1,-1 1,1 0,0 0,0-1,0 1,0 0,0-1,0 1,0-1,1 0,-1 1,0-1,1 0,-1 0,1 0,-1 0,1 0,0 0,-1 0,1 0,0-1,0 1,0-1,-1 1,1-1,0 0,0 1,0-1,0 0,0-1,0 1,-1 0,1 0,0-1,0 1,0-1,1 0,5-2,1-1,-1-1,0 1,0-1,0 0,-1-1,0 0,0 0,0 0,-1-1,0 0,0-1,-1 1,1-1,-2 0,1 0,-1-1,-1 1,1-1,-2 0,1 0,-1 0,0 0,-1 0,0 0,-1-1,1 1,-2-4,1 13,0 0,-1 0,1 0,0 0,0 1,-1-1,1 0,0 0,0 0,-1 0,1 0,0 0,0 0,-1 0,1 0,0 0,0 0,-1 0,1 0,0 0,0 0,-1 0,1 0,0 0,0 0,-1 0,1 0,0 0,0 0,-1-1,1 1,0 0,0 0,0 0,-1 0,1-1,0 1,0 0,0 0,-1 0,1-1,0 1,0 0,0 0,0-1,0 1,0 0,0 0,0-1,0 1,0 0,-11 24,8-19,1-1,0 1,1 0,-1 0,1-1,0 1,0 0,1 0,-1 0,1 0,0 0,1 0,-1 0,1 0,0 0,0 0,0 0,1 0,0-1,0 1,0-1,0 1,1-1,0 0,0 0,0 0,0 0,1 0,-1-1,1 1,1-1,4-1,0 0,1-1,-1 0,1-1,0 0,-1 0,1-1,-1-1,1 1,-1-2,0 1,1-1,-1 0,-1-1,1 0,0-1,-1 0,0 0,0-1,-1 1,1-2,-1 1,-1-1,1 0,-1-1,0 1,-1-1,0 0,0-1,2-5,20-64,-27 78,0 0,0 1,0-1,0 0,1 1,-1-1,0 0,0 1,0-1,0 0,0 1,0-1,0 0,0 1,0-1,0 0,-1 1,1-1,0 0,0 1,0-1,0 0,0 1,-1-1,1 0,0 1,0-1,0 0,-1 0,1 1,0-1,-1 0,1 0,0 0,0 1,-1-1,1 0,0 0,-1 0,1 0,0 0,-1 0,1 1,-1-1,1 0,0 0,-1 0,1 0,0 0,-1 0,1-1,0 1,-1 0,1 0,0 0,-1 0,1 0,0 0,-1-1,1 1,0 0,-1 0,1 0,0-1,-2 5,0 1,1-1,-1 1,1-1,0 1,1 0,-1-1,1 1,0 0,0-1,0 1,1 0,-1-1,1 1,0-1,1 1,-1-1,1 1,0-1,0 0,0 0,1 0,-1 0,1 0,0 0,0-1,0 1,1-1,-1 0,1 0,0 0,0-1,0 1,0-1,0 0,1 0,-1 1,1-1,0 1,0-1,0-1,0 1,0-1,1 0,-1 0,0 0,1-1,-1 1,0-1,1-1,-1 1,0-1,0 0,1 0,-1 0,0-1,0 0,0 0,0 0,0-1,-1 1,1-1,-1 0,0-1,0 1,0-1,0 0,0 0,-1 0,0 0,0 0,1-2,0-7,0 0,0 0,-2 0,1-1,-2 0,0 1,0-1,-1 0,-2-10,-5 56,6-25,-3 13,2 1,0 0,1-1,1 1,1 0,1 0,3 15,-4-34,0 1,0-1,-1 0,2 0,-1 0,0 0,0 0,1 0,-1 0,1 0,-1-1,1 1,0 0,0-1,0 1,0-1,0 0,0 0,0 0,0 0,0 0,0 0,1 0,-1-1,0 1,1-1,-1 0,0 0,1 0,-1 0,1 0,-1 0,0 0,2-1,3 0,1-1,-1 0,1 0,-1-1,0 0,0 0,0-1,0 0,-1 0,2-2,4-4,-1 0,-1-1,0-1,-1 0,0 0,0-1,-2 0,1-1,-2 1,0-1,0-1,1-7,-6 1,-9 32,5-2,1 0,0 0,0 0,1 0,0 1,1-1,0 0,1 1,0-1,0 0,1 1,0-1,0 0,1 0,0 0,1-1,0 1,0-1,1 0,0 0,1 0,-1-1,1 0,1 0,0-1,-1 1,2-1,-1-1,1 1,1-1,-6-3,1-1,0 0,-1 0,1 0,0 0,0-1,0 1,0-1,0 0,0 0,0 0,-1-1,1 0,0 1,0-1,0-1,-1 1,1 0,0-1,-1 0,0 0,1 0,-1 0,0 0,0-1,0 0,0 1,0-1,-1 0,0 0,1 0,-1-1,7-9,-1 1,-1-1,0-1,-1 0,0 0,-1 0,3-13,9-61,-4 0,-4 0,-2-67,-5 108,6-314,-13 319,5 42,0-1,0 0,0 1,0-1,0 0,0 0,0 1,-1-1,1 1,0-1,0 0,0 1,-1-1,1 0,-1 1,1-1,0 1,-1-1,1 1,-1-1,1 1,-1-1,1 1,-1 0,1-1,-1 1,0 0,1-1,-1 1,1 0,-1 0,0-1,1 1,-1 0,0 0,1 0,-1 0,0 0,0 0,1 0,-1 0,0 0,1 0,-1 1,0-1,1 0,-1 0,1 1,-1-1,0 0,1 1,-1-1,1 0,-1 1,1-1,-1 1,1-1,-1 1,1-1,-1 1,1-1,0 1,-11 11,1 1,1 0,0 0,1 0,1 1,0 0,1 1,0 0,0 5,-8 24,2 1,1 0,3 0,2 1,2 0,2 0,2 1,1-1,3 0,2 0,2 0,2-1,2-1,2 1,1-2,19 36,-26-62,0-1,1 0,0 0,2-1,-1 0,2-1,3 4,3-6,-5-9</inkml:trace>
  <inkml:trace contextRef="#ctx0" brushRef="#br1" timeOffset="120585.826">31592 2899,'-79'-44,"80"40,69 12,405 63,-391-53,-83-17,-1-1,1 1,0 0,0 0,-1 0,1 0,-1 0,1-1,0 1,-1 0,0 0,1 0,-1 0,0 0,1 1,-1-1,0 0,0 0,0 0,0 0,0 0,0 0,0 0,0 0,-1 0,1 0,0 0,-1 0,1 0,-1 0,1 0,-1 0,1 0,-1 0,1 0,-1 0,0-1,0 1,1 0,-1 0,0-1,0 1,0-1,0 1,0-1,0 1,0-1,0 1,0-1,0 0,-1 2,-15 13,4-5,0 0,1 0,0 2,0-1,2 1,-1 1,2 0,0 0,0 1,1 0,1 1,0-1,1 1,1 1,-3 10,8-24,0-1,0 1,-1-1,1 1,0 0,0-1,1 1,-1-1,0 1,0-1,1 1,-1-1,1 1,-1-1,1 1,0-1,0 0,-1 1,1-1,0 0,0 1,0-1,1 0,-1 0,0 0,0 0,0 0,1 0,-1-1,1 1,-1 0,0-1,1 1,-1-1,1 1,-1-1,2 0,58-11,-49 4,-1-1,0-1,-1 1,0-1,0-1,-1 0,0-1,-1 1,3-6,10-11,-21 27,0 1,0-1,0 0,0 0,0 0,1 1,-1-1,0 0,0 0,0 0,1 0,-1 1,0-1,0 0,1 0,-1 0,0 0,0 0,1 0,-1 0,0 0,0 0,1 0,-1 0,0 0,1 0,-1 0,0 0,0 0,1 0,-1 0,0 0,0 0,1 0,-1 0,0 0,0 0,1-1,-1 1,0 0,0 0,0 0,1-1,-1 1,0 0,0 0,0 0,0-1,1 1,-1 0,0 0,0-1,0 1,0 0,0 0,0-1,0 1,0 0,0 0,0-1,0 1,0 0,-3 24,1-18,2-3,-10 92,11-92,-1 1,0 0,1-1,-1 1,1-1,0 1,0-1,1 0,-1 1,1-1,-1 0,1 0,0 0,0 0,0 0,1-1,-1 1,1 0,-1-1,1 0,0 0,0 0,0 0,0 0,1 0,0 0,1 0,-1-1,1 0,-1 1,1-1,-1-1,1 1,0-1,-1 0,1 0,0 0,-1 0,1-1,0 0,-1 0,1 0,-1-1,1 1,-1-1,0 0,0 0,0-1,0 1,0-1,0 0,2-2,1-2,0-1,-1 1,0-1,0 0,-1-1,0 1,0-1,-1 0,-1 0,1-1,-1 1,0-5,4-17,-2 0,-1-1,-1 0,-2 0,-1 0,-4-28,-8 17,7 43,10 15,3-5,0 0,1 0,0-1,0 0,1-1,0 0,1-1,0 0,0 0,10 3,21 15,-40-24,-1-1,0 1,1 0,-1 0,0 0,1-1,-1 1,0 0,0 0,0 1,0-1,0 0,0 0,0 1,0-1,0 0,-1 1,1-1,0 0,-1 1,0-1,1 1,-1-1,0 1,1 0,-1-1,0 1,0-1,0 1,-1-1,1 1,0-1,0 1,-1-1,1 1,-1-1,0 1,1-1,-1 1,0-1,0 0,0 0,0 1,0-1,0 0,0 0,0 0,0 0,0 0,-1 0,-6 6,0 0,1 0,-1 1,2 0,-1 1,1-1,1 1,-1 0,2 0,-1 1,1 0,1 0,-1 0,2 0,-1 0,2 0,-1 4,2-10,1-1,-1 1,1 0,0 0,0 0,1 0,-1 0,1-1,0 1,0-1,0 1,0-1,0 0,1 0,0 0,-1 0,1 0,0-1,1 1,-1-1,0 0,1 0,-1 0,3 1,93 30,-79-29,-1-1,1-1,-1 0,1-2,0 0,18-3,-9-9,-29 11,1 1,-1-1,0 1,1-1,-1 1,0-1,0 1,0-1,1 1,-1-1,0 1,0-1,0 0,0 1,0-1,0 1,0-1,0 1,0-1,0 0,-1 1,1-1,0 1,0-1,0 1,-1-1,1 1,0-1,-1 1,1-1,0 1,-1-1,1 1,0 0,-1-1,1 1,-1 0,1-1,-1 1,1 0,-1 0,1-1,-1 1,0 0,1 0,-1 0,1 0,-1 0,1-1,-1 1,-10-5,1 0</inkml:trace>
  <inkml:trace contextRef="#ctx0" brushRef="#br1" timeOffset="121008.291">32555 2364,'-2'0,"0"0,0 0,0 0,0 0,0 0,0 0,0 1,1-1,-1 1,0 0,0-1,0 1,0 0,1 0,-1 0,0 0,1 0,-1 1,1-1,0 0,-1 1,1-1,0 1,0-1,0 1,0 0,0 0,0-1,0 1,0 0,1 0,-1 0,1 0,-1 2,-13 32,2 2,1 0,2 0,2 1,1 0,1 13,-4 13,3 1,2 0,4 0,2 0,3 0,3 0,3-1,9 24,-19-83,0 0,1 1,0-1,0 0,0 0,1 0,0-1,0 1,0 0,1-1,-1 0,1 0,1 0,-1-1,1 1,0-1,0 0,0 0,0 0,1-1,-1 0,1 0,0-1,0 1,0-1,0-1,1 1,13 0,0-1,0-1,0 0,0-2,16-3,7-2</inkml:trace>
  <inkml:trace contextRef="#ctx0" brushRef="#br1" timeOffset="121276.724">32435 2752,'18'4,"18"5,15 0,19-2,14-1,10-2,-1-5,-9-7,-18-4</inkml:trace>
  <inkml:trace contextRef="#ctx0" brushRef="#br1" timeOffset="130124.887">18732 1990,'0'1,"0"1,0 0,-1-1,2 1,-1-1,0 1,0-1,0 1,1 0,-1-1,1 1,-1-1,1 0,0 1,0-1,-1 1,1-1,0 0,0 0,0 0,0 1,1-1,-1 0,0 0,0 0,1-1,-1 1,0 0,1 0,-1-1,1 1,-1-1,1 1,1-1,18 5,1-1,-1-1,1-1,0-1,19-1,22 1,-52-1,6 0,1 0,-1 1,0 1,0 0,0 1,0 1,0 1,-1 0,0 1,0 1,0 0,-1 1,4 4,-14-6,-1 1,0 0,0 0,0 0,-1 0,0 0,-1 1,0-1,0 1,0 0,-1 0,0 0,-1 0,0-1,0 1,0 0,-2 5,2 2,-2 173,11 456,9-381,-17-262,-1 0,0 1,1-1,-1 0,0 1,0-1,0 0,0 1,0-1,-1 0,1 1,0-1,-1 0,1 0,0 1,-1-1,0 0,1 0,-1 0,0 0,1 0,-1 1,0-1,0-1,0 1,0 0,0 0,0 0,0 0,0-1,-1 1,1 0,-1-1,-9 2</inkml:trace>
  <inkml:trace contextRef="#ctx0" brushRef="#br1" timeOffset="133904.655">19173 2591,'38'3,"-52"22,14-25,0 1,0-1,-1 1,1-1,0 0,0 1,0-1,-1 0,1 1,0-1,0 1,0-1,0 1,0-1,0 0,0 1,0-1,0 1,0-1,0 1,0-1,0 0,0 1,1-1,-1 1,0-1,0 0,0 1,1-1,-1 0,0 1,0-1,1 0,-1 1,0-1,1 0,-1 1,0-1,1 0,-1 0,0 0,1 1,-1-1,1 0,-1 0,0 0,1 0,-1 0,1 0,-1 0,1 0,-1 0,0 0,1 0,-1 0,1 0,-1 0,1 0,-1 0,0 0,1 0,-1-1,1 1,-1 0,1 0,17-22,-19 20,-1 0,0 0,1 0,-1 0,0 1,0-1,-1 0,1 1,0 0,0-1,-1 1,1 0,-1 0,1 0,-1 0,1 1,-1-1,0 1,1-1,-1 1,0 0,1 0,-1 0,1 1,-1-1,0 1,1-1,-1 1,1 0,-13-1,-19 1,1 1,-1 1,0 2,1 2,-25 8,-14 6,1 3,0 3,3 4,0 2,2 3,-54 41,95-56,1 0,0 2,2 0,1 2,1 1,1 0,2 1,0 1,-7 18,-17 46,4 2,-8 40,35-104,0-1,2 1,0 0,2 0,2 1,1 0,1-1,1 1,2 0,1 0,1 0,2-1,1 0,5 12,87 217,-56-168,4-2,5-2,2-2,5-3,63 69,-55-70,4-3,3-3,3-3,3-4,100 68,8 7,87 90,-145-109,-5 5,-5 5,6 23,-79-94,31 37,-4 3,-5 4,-5 2,22 58,-48-81,-5 1,-3 1,-4 1,-4 2,-4 0,-4 1,-4 1,-4 7,-4-28,-4 0,-3 0,-3 0,-3-1,-9 21,-4-2,-3-1,-5-2,-9 11,-18 27,-5-3,-5-3,-57 71,81-130,-21 26,3 4,4 2,-33 73,68-115,10-22,1 1,2 0,1 1,-3 14,11-15,5-22</inkml:trace>
  <inkml:trace contextRef="#ctx0" brushRef="#br1" timeOffset="142282.147">18477 10252,'563'3,"-395"19,-58-18,-107-1,0-1,-1 1,1 0,0 0,-1 0,0 0,0 1,0-1,0 0,-1 1,1-1,-1 1,0 0,0 0,0-1,0 1,-1 0,1 0,-1 0,0 0,-1-1,1 1,0 0,-2 2,2 4,2 61,3 0,13 67,9 3,-2-17,-5 0,-5 2,-6 14,-11 136,-12-157,7 1,6-119,0 1,1-1,-1 1,1-1,0 1,-1-1,1 1,0 0,0-1,0 1,0-1,0 1,0-1,1 1,-1-1,1 1,-1-1,1 1,-1-1,1 1,0-1,-1 0,1 1,0-1,0 0,0 0,0 1,0-1,0 0,1 0,-1 0,0 0,0-1,1 1,-1 0,1 0,-1-1,1 1,-1-1,1 1,-1-1,1 0,-1 0,1 0,-1 0,1 0,-1 0,2 0,245 4,679-34,-426-5,-462 30,-17 0</inkml:trace>
  <inkml:trace contextRef="#ctx0" brushRef="#br1" timeOffset="144706.035">19681 9677,'-7'10,"0"0,1 0,1 0,-1 1,2 0,-1 0,2 0,-1 0,2 1,-1-1,0 12,-1 33,1 0,3 0,3 0,2-1,2 1,3-1,7 17,-1 11,-3 0,2 63,-16-111,-1-1,-2 1,-1-1,-2 0,-1 0,-2-1,-1 0,-2-1,-1 0,-1-1,-1-1,-2 0,-2-2,0 0,-2-1,-20 20,11-21,20-21</inkml:trace>
  <inkml:trace contextRef="#ctx0" brushRef="#br1" timeOffset="146925.15">19627 10639,'-2'50,"-2"-1,-2 0,-2-1,-3 0,-1 0,-18 40,-13 35,37-168,22-288,-17 312,1 14,-1 0,1-1,0 1,0 0,1 0,0-1,1 1,-1 0,1 0,1 0,2-5,-4 13,0-1,0 0,-1 1,1-1,0 0,0 1,0-1,0 1,0 0,0-1,0 1,-1 0,1-1,0 1,-1 0,1 0,0-1,-1 1,1 0,-1 0,1 0,-1 0,0 0,1 0,-1 0,0 0,0 0,1 0,-1 0,0 0,0 0,0 0,0 0,-1 0,1 0,0 1,33 283,-31-265,-1-12,0 0,-1 0,1-1,-1 1,-1 0,1 0,-1 0,-1 0,0-1,-2 8,4-15,0-1,0 1,0 0,0-1,0 1,0 0,0-1,0 1,-1 0,1-1,0 1,0 0,0-1,0 1,-1 0,1 0,0-1,0 1,-1 0,1 0,0-1,0 1,-1 0,1 0,0 0,-1 0,1-1,0 1,-1 0,1 0,0 0,-1 0,1 0,0 0,-1 0,1 0,0 0,-1 0,1 0,0 0,-1 0,1 0,0 0,-1 1,1-1,0 0,-1 0,1 0,0 0,-1 1,1-1,0 0,0 0,-1 0,1 1,0-1,0 0,0 1,-1-1,1 0,0 1,-4-32,4-226,10 134,-9 122,0-1,-1 0,1 1,0-1,0 0,0 1,0-1,0 1,1 0,-1-1,0 1,1 0,-1 0,1 0,-1 0,1 0,-1 0,1 0,0 0,0 1,-1-1,1 0,0 1,0 0,0-1,-1 1,1 0,0 0,0 0,0 0,0 1,0-1,-1 0,1 1,0-1,0 1,-1 0,3 0,12 1,97 2,103-9,-210 4,42 3,-47-1,0-1,0 0,0 1,0-1,0 0,-1 1,1-1,0 1,0-1,-1 1,1 0,0-1,-1 1,1 0,0-1,-1 1,1 0,-1 0,0 0,1-1,-1 1,0 0,1 0,-1 0,0 0,0 0,0 0,1 0,-1-1,0 1,0 0,-1 0,1 0,0 0,0 0,0 0,0 0,-1 0,1-1,-1 1,1 0,0 0,-1 0,1-1,-1 1,0 0,1 0,-1-1,-94 123,-8-4,-5-6,-115 92,199-185,24-20,0 0,0-1,0 1,0 0,0 0,0 0,-1 0,1-1,0 1,0 0,0 0,0 0,0 0,0 0,-1-1,1 1,0 0,0 0,0 0,0 0,-1 0,1 0,0 0,0 0,0 0,0 0,-1 0,1 0,16-19,31-26,2 2,54-34,37-32,-105 75,-55 41,-64 47,-87 47,159-98,16-9,18-14,219-187,-221 188,-15 15,-12 12,-27 29,-2-2,-1-1,-2-3,-3 2,23-23,23-27,176-227,-162 215,-13 23,-12 19,-18 29,-2-2,-2-1,-22 23,16-30,36-39,91-147,-51 88,-40 67,-1 0,1 0,-1 0,1 0,-1 0,1 0,-1 0,0 0,1 0,-1 0,0 0,0 0,0 0,0 0,0 1,0-1,0 0,0 0,-1 0,1 0,0 0,-1 0,1 0,-1 0,1 0,-1 0,1 0,-1 0,1 0,-1 0,0-1,-7 18,-1 0,-1-1,-1 0,0 0,-13 13,-11 12</inkml:trace>
  <inkml:trace contextRef="#ctx0" brushRef="#br1" timeOffset="151898.505">1179 1188,'-332'0,"307"1,0 0,0 2,0 1,0 1,0 1,1 1,0 1,1 1,-1 1,2 1,0 1,0 1,1 1,1 1,0 1,-5 6,-26 32,1 3,4 2,2 2,2 1,-11 29,29-50,1 1,3 1,1 0,3 1,1 1,2 1,3 0,1 0,2 1,3 0,1 0,3 1,1-1,3 0,2 1,1-18,1 0,2-1,0 0,3-1,0 0,2-1,0 0,2-2,1 0,1 0,1-2,2-1,0 0,12 8,20 13,1-3,2-2,1-2,2-3,2-3,1-2,-11-5,1-1,1-3,1-3,0-2,2-2,-1-3,1-2,0-2,0-4,1-1,-1-3,0-3,42-10,-27-6,0-4,-2-2,-1-4,-1-2,-2-4,-2-2,-2-3,-1-3,-3-2,1-6,-24 25,-2-1,0-2,-3-1,0-2,-2-1,-2-1,-1-1,-2-2,-2 0,-2-1,-1-1,-2 0,-2-2,-2 0,2-20,-10 18,-2 0,-2 0,-2 0,-2 1,-2-1,-1 1,-3 0,-2 0,-2 2,-1-1,-3 2,-1 0,-2 1,-2 2,-20-27,6 14,-2 2,-2 1,-3 3,-1 1,-2 2,-3 3,-1 1,-1 3,-2 2,-2 3,-4 0,24 13,-2 2,0 2,0 1,-1 2,-1 1,0 3,0 1,0 2,-1 2,1 1,-1 2,0 2,-24 6,4 6,0 3,2 2,0 3,2 3,1 2,-30 21,-118 77</inkml:trace>
  <inkml:trace contextRef="#ctx0" brushRef="#br1" timeOffset="165138.142">17743 7952,'0'-1,"1"0,0 0,0 1,0-1,0 0,-1 0,1 1,0-1,1 0,-1 1,0-1,0 1,0-1,0 1,0 0,0 0,0-1,1 1,-1 0,0 0,0 0,0 0,1 0,-1 0,0 0,0 1,0-1,1 1,-1-1,126 3,101-11,49 0,-52 21,27 13,-83-8,1156 66,-1285-82,406 18,198 43,-420-19,-210-38,-19-4,-28-1,27-1,-118-1,47 1</inkml:trace>
  <inkml:trace contextRef="#ctx0" brushRef="#br1" timeOffset="173926.887">15510 11188,'106'-311,"-74"226,-32 84,0 1,0 0,1 0,-1 0,0 0,1 0,-1 0,0 0,0 0,1 0,-1 0,0 0,1 0,-1 0,0 0,1 0,-1 0,0 0,1 0,-1 0,0 0,0 0,1 0,-1 1,0-1,0 0,1 0,-1 0,0 1,0-1,1 0,-1 0,0 0,0 1,0-1,1 0,-1 1,0-1,0 0,0 0,0 1,0-1,0 0,0 1,0-1,0 0,0 1,0-1,0 0,0 0,0 1,0-1,0 0,0 1,0-1,0 0,0 1,0-1,0 0,-1 0,1 1,0-1,0 0,10 121,-6 0,-5 7,1-119,-3 57,-3 0,-2 0,-4-1,-2 0,-13 33,25-94,3-3,-1 0,0 1,0-1,0 0,0 1,-1-1,1 1,0-1,0 0,-1 0,1 1,-1-1,1 0,-1 0,0 1,0-1,1 0,-1 0,0 0,0 0,0 0,0 0,0 0,0 0,0-1,0 1,-1 0,1-1,0 1,0-1,-1 1,1-1,0 1,-1-1,1 0,0 0,-1 0,1 1,-1-1,-40-35,42 35,-1 0,1 0,0 0,-1-1,1 1,0 0,0-1,-1 1,1 0,0 0,0-1,0 1,-1 0,1-1,0 1,0-1,0 1,0 0,0-1,0 1,0 0,0-1,0 1,0-1,0 1,0 0,0-1,0 1,0 0,0-1,0 1,0-1,0 1,0 0,1-1,-1 1,0 0,0-1,1 1,-1 0,0 0,0-1,1 1,-1 0,0 0,0-1,1 1,-1 0,0 0,1 0,-1-1,1 1,-1 0,0 0,1 0,-1 0,0 0,1 0,-1 0,1 0,-1 0,0 0,1 0,-1 0,0 0,1 0,-1 0,39-9,-33 8,197-23,-198 24,0 0,0 0,0 0,-1 0,1 1,0 0,0 0,0 0,0 1,-1-1,1 1,-1 0,1 1,-1-1,0 1,0 0,0 0,0 0,-1 0,1 0,-1 1,1 0,2 7</inkml:trace>
  <inkml:trace contextRef="#ctx0" brushRef="#br1" timeOffset="174188.93">16272 11575,'-13'-2,"-12"-1,-2 0</inkml:trace>
  <inkml:trace contextRef="#ctx0" brushRef="#br0" timeOffset="255.328">14347 13914,'0'19,"0"12,2 8,1 6,0 3,0 2,-2-8</inkml:trace>
  <inkml:trace contextRef="#ctx0" brushRef="#br0" timeOffset="475.252">14440 15198,'0'16,"0"19,2 14,1 14,3 8,1 5,1 0,-2-1,-1-5,-2-13</inkml:trace>
  <inkml:trace contextRef="#ctx0" brushRef="#br0" timeOffset="2156.928">7248 13875,'0'27,"0"21,0 13,2 8,1-8</inkml:trace>
  <inkml:trace contextRef="#ctx0" brushRef="#br0" timeOffset="2419.955">7409 14957,'-5'18,"-3"16,-1 8,1 6,3 0,1-8</inkml:trace>
  <inkml:trace contextRef="#ctx0" brushRef="#br0" timeOffset="2420.955">7395 15599,'0'16,"0"14,0 12,0 9,2 6,1 2,0 2,0 0,-1-4,-1-2,-1-11</inkml:trace>
  <inkml:trace contextRef="#ctx0" brushRef="#br0" timeOffset="2668.447">7448 16669,'0'0</inkml:trace>
  <inkml:trace contextRef="#ctx0" brushRef="#br1" timeOffset="177767.813">7703 14262,'-93'0,"173"11,550 29,-267-21,708 74,-836-63,1009 97,133-61,-695-51,-544-15,-135 0,1 0,-1 0,0 0,0-1,0 1,0-1,0 0,0 0,0 0,0 0,0-1,0 1,0-1,-1 0,1 0,1-1,7-8</inkml:trace>
  <inkml:trace contextRef="#ctx0" brushRef="#br1" timeOffset="178062.55">13251 14343,'64'20,"0"4,-1 1,-2 4,-1 2,34 25,-80-46,1 0,-2 1,1 0,-1 1,-1 0,5 7,-14-15,0-1,-1 1,1-1,-1 1,0 0,0 0,0 0,0 0,-1 0,1 1,-1-1,0 0,-1 1,1-1,-1 1,0-1,0 0,0 1,0-1,-1 1,0-1,0 0,0 1,0-1,-1 0,0 0,-1 3,-5 4,-1-1,0-1,-1 0,0 0,0 0,-1-2,0 1,-1-1,1-1,-1 0,0-1,-1 0,1 0,-1-2,-2 1,-64 19,-1-4,0-3,-75 5,11-6</inkml:trace>
  <inkml:trace contextRef="#ctx0" brushRef="#br1" timeOffset="179058.319">8158 13968,'-136'45,"-65"35,192-77,1 1,-24 8,2 1,0 1,0 2,2 1,-23 18,50-35,0 0,0 1,0-1,0 1,0-1,0 1,0-1,1 1,-1 0,0-1,0 1,0 0,1 0,-1 0,0-1,1 1,-1 0,1 0,-1 0,1 0,0 0,-1 0,1 0,0 0,0 0,-1 0,1 0,0 0,0 0,0 1,0-1,0 0,1 0,-1 0,0 0,0 0,1 0,-1 0,1 0,-1 0,1 0,-1 0,1-1,-1 1,1 0,0 0,0 0,-1-1,1 1,0 0,0-1,0 1,0-1,0 1,0-1,0 1,0-1,0 1,0-1,0 0,0 0,0 0,0 0,0 1,209 43,-191-38,-2 1,1 1,-1 1,0 1,-1 0,0 1,-1 0,0 2,-1 0,0 0,-1 1,9 13,-8-9,-10-12,0 1,1-1,-1 0,1 0,1-1,-1 0,1 1,0-2,0 1,0-1,1 0,5 2,-9-6,0-1,0 1,0-1,-1 0,1 0,0 0,0 0,-1-1,1 1,-1-1,0 1,1-1,-1 0,0 0,0 0,0 0,0-1,0 1,0 0,-1-1,1 1,-1-1,0 0,0 1,0-1,0 0,0 0,-1 0,1 0,-1 0,1-2,6-35,-2 0,-1-1,-2 0,-2 0,-1 0,-3-6,4 44,-4-61,-3 1,-2 1,-18-62,19 101,6 35,6 10</inkml:trace>
  <inkml:trace contextRef="#ctx0" brushRef="#br1" timeOffset="179858.68">9160 14931,'-5'14,"-33"328,27-71,10-266,1 0,0 1,0-1,1 0,-1 0,1 1,0-1,1 0,-1 0,1 0,0 0,0-1,1 1,-1-1,1 1,0-1,0 0,1 0,-1 0,1 0,0-1,0 1,0-1,0 0,1 0,-1-1,1 1,0-1,0 0,0 0,0-1,0 1,8-1,0 0,0 0,0-2,0 1,0-2,0 0,0 0,0-1,-1-1,1 0,-1 0,0-2,0 1,-1-2,0 1,0-2,0 1,-1-1,0-1,0 0,-1-1,23-39,-48 61,15-10,-1 0,1 0,0 0,0-1,0 1,0 0,1 1,-1-1,0 0,1 0,0 0,-1 0,1 0,0 1,0-1,0 0,0 0,1 0,-1 0,1 0,-1 1,1-1,0 0,0 0,-1 0,1 0,1 0,-1-1,0 1,0 0,1 0,-1-1,1 1,-1-1,1 0,0 1,0-1,-1 0,2 1,84 26,6-23,-53-7</inkml:trace>
  <inkml:trace contextRef="#ctx0" brushRef="#br1" timeOffset="180263.909">8986 15105,'9'0,"15"0,18 0,21 0,20 0,16 0,12 2,3 5,-17 2</inkml:trace>
  <inkml:trace contextRef="#ctx0" brushRef="#br1" timeOffset="181147.857">9561 15519,'6'-1,"-1"-1,1 0,-1 0,0-1,0 1,0-1,0 0,0 0,0-1,-1 0,0 1,0-2,0 1,0 0,3-5,-5 7,0 0,0 0,0 0,0 0,0 0,-1 0,1-1,0 1,-1-1,0 1,0-1,1 1,-2-1,1 0,0 1,0-1,-1 0,0 0,1 0,-1 0,0 1,0-1,-1 0,1 0,-1 0,1 1,-1-1,0 0,0 0,0 1,0-1,-1 1,1-1,-1 1,1 0,-1-1,0 1,0 0,0 0,0 0,0 0,0 1,-1-1,1 0,-1 1,1 0,-2-1,-3 1,0 0,0 1,0-1,0 1,0 1,0-1,0 1,0 1,0-1,1 1,-1 0,0 1,1-1,0 1,-1 1,1-1,0 1,1 0,-1 0,1 1,0 0,0 0,0 0,0 0,1 1,0 0,0 0,1 0,0 0,0 0,0 1,1 0,0-1,0 1,0 0,1 0,0 0,1 0,-1 3,2-5,0 0,0 0,0 0,1 0,-1 0,1 0,0-1,0 1,1-1,-1 1,1-1,0 0,1 0,-1 0,0 0,1-1,0 0,0 1,0-1,0 0,1-1,-1 1,1-1,0 0,-1 0,2 0,13 4,0 0,1-1,0 0,0-2,18 1,13-1</inkml:trace>
  <inkml:trace contextRef="#ctx0" brushRef="#br1" timeOffset="182622.357">9948 15412,'39'261,"-39"-258,0-1,1 1,-1-1,1 1,-1 0,1-1,0 1,0-1,0 1,0-1,0 0,0 0,1 1,-1-1,1 0,0 0,0 0,-1 0,1-1,0 1,1 0,-1-1,0 1,0-1,1 0,-1 0,0 0,1 0,-1 0,1-1,0 1,-1-1,1 1,-1-1,1 0,0 0,-1 0,3-1,5-4,0 0,0-1,-1 0,0-1,-1 0,0 0,0-1,0 0,-1 0,0-1,0 0,-1 0,-1-1,1 0,-1 0,-1 0,0 0,0-4,1 2,0 0,-1 0,-1 0,0-1,-1 0,0 1,-1-1,-1-11,0 24,-1 0,0 1,0-1,1 0,-1 0,0 0,0 0,1 1,-1-1,0 0,1 1,-1-1,0 1,1-1,-1 0,1 1,-1 0,1-1,-1 1,1-1,-1 1,1-1,-1 1,1 0,0-1,0 1,-1 0,1 0,0-1,0 1,0 0,-1-1,1 1,0 0,0 0,0-1,0 1,0 0,1 0,-6 11,2 1,0-1,0 1,1-1,0 1,1 0,1 0,0 0,1 5,0-13,0 0,0 0,0 0,0 0,1 0,0 0,0 0,0-1,1 1,-1-1,1 1,0-1,1 0,-1 0,1 0,-1-1,1 1,0-1,0 0,1 0,-1-1,1 1,-1-1,5 2,0-1,0-1,0 0,0 0,0-1,0 0,0 0,0-1,0 0,1-1,-1 0,0 0,0-1,0-1,0 1,-1-1,1-1,-1 1,0-1,0-1,0 0,0 0,-1 0,0-1,0 0,0-1,-1 1,0-1,0-1,-1 1,0-1,0 0,-1 0,0 0,0-1,-1 1,0-1,0 0,3-97,-10 167,4-51,9 122,-8-126,0 0,1 0,0-1,0 1,1 0,0-1,0 0,0 1,0-1,1 0,0-1,0 1,0-1,0 0,1 0,0 0,0 0,0-1,0 0,3 2,4-2,-1-1,1 0,-1-1,1 0,0 0,0-1,-1-1,1 0,0-1,-1 0,1 0,-1-1,0-1,0 0,0-1,0 0,-1 0,0-1,0-1,0 1,-1-2,3-2,0-1,0-1,-1 0,0 0,-1-2,0 1,-1-1,-1 0,0-1,-1 0,-1 0,0-1,-1 0,0 0,-2 0,0 0,1-12,-10 119,-3 63,10 120,3-228,1 0,3-1,2 1,2-2,10 26,5-16,-28-54,1-1,0 1,0 0,0 0,0-1,0 1,0 0,0-1,0 1,0 0,0-1,0 1,0 0,0-1,0 1,0 0,0-1,0 1,0 0,0-1,0 1,0 0,0-1,1 1,-1 0,0 0,0-1,0 1,1 0,-1 0,0-1,0 1,1 0,-1 0,0 0,0-1,1 1,-1 0,0 0,1 0,-1 0,0 0,1 0,-1 0,0 0,1-1,-1 1,0 0,1 0,-1 1,0-1,1 0,-1 0,0 0,1 0,-1 0,0 0,1 0,-1 0,0 1,0-1,1 0,-1 0,0 0,1 1,-18-124,-5-39,6-1,7-33,8 159,0 3,1-1,2 0,1 1,2-6,-5 37,0 1,0-1,1 1,-1 0,0-1,1 1,-1-1,1 1,0-1,0 1,0 0,0 0,0-1,0 1,1 0,-1 0,1 0,-1 0,1 0,0 1,0-1,0 1,0-1,0 1,0-1,0 1,0 0,1 0,-1 0,0 0,1 1,-1-1,1 1,-1-1,1 1,-1 0,1 0,-1 0,1 0,1 1,10 6,-1 1,1 1,-2 0,1 1,-1 0,-1 1,0 1,0 0,-1 0,1 3,-7-10,5 5,-1 0,1 0,-2 1,1 1,-2-1,1 1,-2 0,4 11,-8-22,-1 1,0-1,0 0,0 0,1 1,-1-1,0 0,0 1,-1-1,1 0,0 1,0-1,-1 0,1 0,-1 0,1 1,-1-1,1 0,-1 0,0 0,1 0,-1 0,0 0,0 0,0 0,0 0,0 0,0 0,0-1,0 1,0 0,0-1,0 1,-1-1,1 1,0-1,0 0,-1 1,-54 4,49-5,-128-3,116 4,20-1,-1 0,0 0,0 0,1 0,-1-1,0 1,0 0,1 0,-1 0,0 0,0 0,1 0,-1 0,0 0,0 0,1 0,-1 0,0 0,0 0,1 0,-1 0,0 1,0-1,1 0,-1 0,0 0,0 0,1 0,-1 1,0-1,0 0,0 0,1 0,-1 1,0-1,0 0,0 0,0 0,0 1,1-1,-1 0,0 0,0 1,0-1,0 0,0 0,0 1,0-1,0 0,0 1,0-1,0 0,0 0,0 1,0-1,0 0,0 0,0 1,-1-1,1 0,0 0,0 1,0-1,0 0,0 0,-1 0,1 1,0-1,0 0,18 5</inkml:trace>
  <inkml:trace contextRef="#ctx0" brushRef="#br1" timeOffset="182885.185">11486 15760,'-6'-5,"1"-1,11 1,12 0,2 2</inkml:trace>
  <inkml:trace contextRef="#ctx0" brushRef="#br1" timeOffset="183911.705">11526 15466,'-8'8,"0"1,1 1,0-1,1 1,0 0,1 1,0-1,0 1,1 0,0 1,1-1,1 1,0-1,0 1,1 0,0-1,1 1,1 0,1 6,-1-13,0 0,1 0,0 0,0-1,0 1,1-1,-1 1,1-1,0 0,0 0,1 0,-1 0,1-1,0 1,0-1,0 0,0 0,1 0,-1-1,1 0,-1 1,1-2,0 1,0 0,0-1,0 0,4 0,2 1,0-1,0-1,0 0,0 0,0-1,0 0,0-1,0-1,0 1,0-2,-1 1,6-4,-10 5,0-1,-1 0,1 0,0-1,-1 0,0 0,0 0,0 0,0-1,-1 0,1 0,-1 0,-1-1,1 1,-1-1,0 0,0 0,0 0,-1 0,0 0,-1-1,1 1,-1-1,0 1,-1-1,1 1,-1-1,-1 0,1 1,-1-1,0 1,-1-2,-2-2,1 1,-2-1,0 1,0 0,0 1,-1-1,-1 1,1 0,-1 1,-1-1,1 1,-1 1,0-1,-1 2,0-2,3 4,1 0,-1 0,1 0,-1 0,0 1,0 0,0 0,0 1,0 0,0 0,0 0,-1 1,1 0,0 0,0 0,-1 1,1 0,0 0,0 1,0-1,0 1,0 1,0-1,1 1,-2 1,2 0,1 0,-1 0,1 0,0 0,0 1,1 0,-1 0,1 0,0 0,1 1,-1-1,1 1,0-1,0 1,1 0,0 0,0 0,0 0,1 0,-1 0,1-1,1 1,-1 0,1 0,0 0,1 0,-1 0,1 0,0-1,1 1,-1-1,1 0,0 0,1 0,-1 0,1 0,0 0,3 1,38 37,3-8</inkml:trace>
  <inkml:trace contextRef="#ctx0" brushRef="#br1" timeOffset="184488.379">11967 15747,'-10'-52,"1"1,3-1,2-1,2 1,5-46,36 113,-10-3,1-1,0-1,1-2,27 3,27 9,-80-20,-1 1,1 0,-1 0,1 0,-1 1,1 0,-1 0,0 0,0 0,0 1,0-1,-1 1,1 0,0 0,-1 0,0 1,0-1,0 1,0 0,-1 0,0 0,1 0,-1 0,-1 0,1 1,-1-1,1 1,-1-1,0 4,-1 47,-1-50,0 1,0 0,0 0,1-1,0 1,0 0,0-1,1 1,0 0,0-1,0 1,1 0,0-1,0 0,0 1,1-1,-1 0,1 0,1 0,-1-1,1 1,-1-1,1 0,1 0,-1 0,0-1,1 1,3 1,-1-2,1-1,-1 1,0-1,1-1,0 0,-1 0,1 0,0-1,0 0,-1-1,1 1,0-1,-1-1,1 0,-1 0,1 0,-1-1,2-1,6-3,-1 0,0-1,0 0,-1-1,0-1,0 0,-1-1,3-4,-8 8,0-1,0 0,-1-1,0 0,0 0,-1 0,0-1,-1 1,0-1,0 0,-1-1,0 1,-1 0,1-10,-19 47,10-9,1 0,1 0,0 0,2 1,0-1,1 1,1 0,0-1,2 3,-2-18,1 0,-1 0,1 0,0 0,0 0,1 0,-1 0,1 0,-1 0,1-1,0 1,0-1,0 1,0-1,0 0,1 1,-1-1,1-1,-1 1,1 0,0 0,-1-1,1 0,3 1,16 4</inkml:trace>
  <inkml:trace contextRef="#ctx0" brushRef="#br1" timeOffset="184753.012">12702 15185,'-16'-3,"-7"0,0 3,8 5,17 7,18 8,6 1</inkml:trace>
  <inkml:trace contextRef="#ctx0" brushRef="#br1" timeOffset="186354.279">12997 15519,'6'-5,"-1"0,1 1,1 0,-1 0,0 0,1 0,0 1,0 0,0 1,0 0,0 0,0 0,1 1,-1 0,1 0,-1 1,0 0,1 0,-1 1,1 0,-1 0,0 1,6 2,-8 0,-1 1,0 0,-1 0,1 1,-1-1,0 0,0 1,0 0,-1 0,0 0,0 0,-1 0,1 0,-1 1,-1-1,1 0,-1 1,-1 2,2 41,-3 0,-1-1,-3 1,-3-1,-1 0,0-1,2 0,2 1,2-1,2 1,3 15,0-53,1-1,-1 0,2 0,0 0,0 0,0 0,2-1,-1 1,1-1,0 0,1 0,0-1,0 0,1 0,0 0,0-1,1 0,0-1,0 1,1-2,0 1,0-1,0 0,1-1,-1 0,1-1,0 0,0 0,10 1,-15-3,-1-1,0 0,1 0,-1 0,1 0,-1-1,1 1,-1-1,0 0,1 0,-1-1,0 1,0-1,0 0,0 0,0-1,-1 1,1-1,-1 0,1 0,-1 0,0 0,0 0,0-1,-1 1,1-1,-1 0,0 0,0 0,0-1,2-4,-1-1,0 1,0-1,-1 0,-1 0,1 0,-2 0,1 0,-2 0,1 0,-1 0,-1 0,0-1,-3-8,-1-1,-1 1,-1 0,-1 1,0 0,-1 1,-1 0,-1 0,-1 1,0 0,0 2,-14-12,-7-4,-1 3,-1 0,-1 3,-1 1,-13-5,-42-19,94 47,-1 0,1 0,-1 0,1-1,-1 1,1 0,-1 0,0 0,1 0,-1-1,1 1,-1 0,0 0,1-1,-1 1,0 0,1-1,-1 1,0 0,0-1,1 1,-1 0,0-1,0 1,0-1,1 1,-1 0,0-1,0 1,0-1,0 1,0-1,0 1,0 0,0-1,0 1,0-1,0 1,0-1,0 1,0-1,-1 1,1 0,0-1,0 1,0-1,-1 1,1 0,0-1,231 4,-149 2,305 3,-298-19,-85 10,-1 0,1 0,-1 0,0 0,1 0,-1-1,0 0,0 0,0 1,0-2,0 1,0 0,-1-1,1 1,-1-1,0 0,1 0,-1 0,0 0,-1 0,1 0,0-2,-2 0,0 0,0 1,-1-1,0 0,0 1,0-1,0 1,-1-1,0 1,0-1,0 1,0 0,-1 0,1 0,-1 0,0 1,0-1,-1 1,1 0,-1 0,0 0,1 0,-1 0,0 1,-1 0,1 0,0 0,-1 0,1 1,-1-1,1 1,-5 0,-1-2,0 1,-1 0,1 1,0 0,0 1,-1 0,1 1,0-1,0 2,-1 0,1 0,0 1,-7 3,11-4,1 0,-1 1,1 0,0 0,0 0,0 0,0 1,1 0,-1 0,1 0,0 1,0-1,1 1,0 0,-1 0,1 0,1 1,-1-1,1 1,0-1,0 1,1 0,0-1,-1 4,2-3,0 0,0 0,0 0,1 0,0-1,0 1,0 0,1-1,0 1,0-1,0 1,1-1,0 0,0 0,0 0,1 0,-1-1,1 1,0-1,0 0,1 0,-1 0,1-1,0 0,0 0,0 0,0 0,1-1,0 0,4 3,0-1,0-1,0 0,1 0,-1-1,1-1,-1 1,1-2,0 0,0 0,-1 0,1-2,0 1,-1-1,8-3,-10 2,-1 0,0-1,1 0,-1 0,-1-1,1 0,-1 0,0-1,0 0,0 0,-1 0,0 0,0-1,0 0,-1 0,0 0,-1-1,3-5,0-3,1 40,16 77,-21-97,-1 0,1-1,0 1,0-1,0 0,0 0,1 1,-1-1,1-1,0 1,0 0,0-1,0 1,0-1,0 0,1 0,-1 0,1-1,0 1,-1-1,1 0,0 0,0 0,0-1,1 1,-1-1,-1 0,0-1,0 1,1-1,-1 1,0-1,0 0,0-1,0 1,0 0,0-1,0 0,0 1,-1-1,1 0,-1-1,1 1,-1 0,0-1,0 1,0-1,0 0,0 1,-1-1,1 0,0-2,24-84,-14-156,-13 242,1 0,-1 0,1 0,-1 0,1 0,0-1,1 1,-1 0,0 0,1 0,0 0,0 0,0 0,0 0,0 0,1 0,-1 0,1 0,-1 1,1-1,0 1,0-1,1 1,-1 0,0 0,1 0,-1 0,1 0,0 0,-1 1,1-1,0 1,0 0,0 0,0 0,0 0,0 1,3-1,12 3,-1 1,1 1,0 1,-1 0,0 1,0 1,-1 1,16 9,-26-14,1 1,0-1,-1 1,1 1,-1-1,0 1,-1 0,1 0,-1 1,0 0,0 0,-1 0,0 0,0 1,0 0,-1-1,0 1,-1 1,1-1,0 4,4 52,-8-54,0-1,1 0,0 1,1-1,0 0,0 1,1-1,0 0,0 0,1 0,0 0,0 0,1-1,0 0,0 1,1-2,0 1,0 0,1-1,0 0,0 0,0-1,1 1,4 2,0-4,0-1,0 0,0 0,0-1,0-1,0 0,0 0,1-1,-1-1,0 0,0 0,1-1,-1 0,0-1,-1-1,1 0,-1 0,1-1,-1 0,-1 0,1-1,-1-1,0 0,0 0,-1-1,0 0,0 0,-1 0,0-1,0-1,-1 0,2-2,0 0,-1-1,-1 0,0-1,-1 1,-1-1,0 0,0 0,-2-1,1 1,-2-1,0 1,-1-1,-1-9,1 22,0 0,-1 0,1 0,-1-1,1 1,-1 0,0 0,0 0,0 0,0 0,0 0,0 1,-1-1,1 0,-1 1,1-1,-1 1,1-1,-1 1,0-1,0 1,0 0,0 0,0 0,0 0,0 1,0-1,0 0,0 1,0-1,0 1,-1 0,1 0,0 0,0 0,0 0,-1 0,1 1,0-1,0 1,0-1,0 1,0 0,-1 0,-4 3,1-1,1 1,-1 1,0-1,1 1,0 0,0 0,0 0,1 1,0 0,0 0,0 0,1 0,0 0,0 1,1-1,-1 1,1 0,1 0,-1 0,1 0,1 0,-1 0,1 0,0 0,1 0,0 0,0 0,0 0,1 0,0 0,0 0,1-1,2 5,1-2,0 1,1-1,0-1,1 1,0-1,0-1,0 1,1-1,0-1,1 0,-1 0,1-1,0 0,1-1,2 1,19 6,0-1,0-2,1-1,18 0,6 1,0-3,0-3,1-2,-1-2,32-7,-75 6,-1 1,1-2,-1 0,0 0,0-1,-1-1,6-3,-14 7,0 0,0-1,-1 1,1-1,-1 0,1 0,-1-1,0 1,0-1,0 1,-1-1,1 0,-1 0,0 0,0 0,-1 0,1-1,-1 1,0-1,0 1,0-1,-1 1,1-3,-3-3,-1 0,0 1,0-1,-1 1,0-1,0 1,-1 0,-1 1,1-1,-2 1,1 0,-1 1,0-1,0 1,-1 1,0-1,0 1,-1 1,1-1,-1 2,-1-1,1 1,0 1,-11-3,16 3,0 0,-1 1,1 0,-1 0,1 0,-1 1,0-1,0 1,0 0,0 1,0-1,0 1,0 0,0 0,0 1,0-1,0 1,0 0,0 1,1-1,-1 1,0 0,1 0,-1 0,1 1,0-1,-1 1,1 0,1 0,-1 1,0-1,1 1,0 0,0 0,0 0,-1 2,2 2,0 0,0 1,1-1,0 1,1-1,0 1,0-1,1 0,0 1,0-1,1 1,0-1,1 0,-1 0,2 0,-1-1,1 1,0-1,1 1,0-2,0 1,0 0,1-1,0 0,0 0,0-1,1 1,0-2,0 1,1-1,-1 0,1 0,0-1,-1 0,2 0,-1-1,0 0,0-1,1 1,-1-2,1 1,-1-1,1 0,4-2,-6 0,0-1,-1 0,1 0,-1-1,1 0,-1 0,0 0,-1-1,1 0,-1 0,0-1,0 1,0-1,-1 0,0 0,0-1,-1 1,0-1,0 1,0-1,-1 0,0 0,0-1,-1 1,0 0,0-1,-1 1,0 0,0-7,-4 19,-4 23,6-21,0 0,0 0,1 1,0-1,1 1,0-1,0 1,0-1,1 1,0-1,0 1,1-1,0 0,1 0,-1 0,1 0,1 0,-1-1,1 1,0-1,1 0,-1 0,1 0,4 3,10 3,0 0,1-1,0-1,0-1,1-1,1-1,-1-1,1 0,0-2,0-1,20 1,38 6</inkml:trace>
  <inkml:trace contextRef="#ctx0" brushRef="#br1" timeOffset="187511.162">8986 16856,'0'-71,"4"0,2 0,3 0,4 1,2 0,17-42,-12 62,-20 91,-1-36,0-1,0 1,1 0,0-1,-1 1,1 0,1-1,-1 1,1 0,0-1,0 1,0-1,1 1,0-1,-1 1,1-1,1 0,-1 0,1 0,0 0,-1-1,2 1,-1-1,0 1,1-1,-1 0,5 2,10 2,0-1,1-1,0-1,0 0,0-2,0 0,1-1,-1-1,13-2,11 3,-23-1,-10-1,0 0,0 1,0 0,0 1,0 0,-1 1,1 0,0 0,0 1,-1 1,0-1,0 1,0 1,1 0,-8-1,-1-1,1 0,-1 1,0-1,0 1,0-1,0 1,-1-1,0 1,1-1,-1 1,0 0,-1-1,1 1,-1 0,0-1,0 1,0-1,0 0,0 1,-1-1,1 0,-1 0,0 1,0-2,0 1,-1 0,0 1,0 1,-41 75,44-79,-1 0,1 1,-1-1,1 0,0 1,0-1,0 1,-1-1,1 1,1-1,-1 0,0 1,0-1,0 1,1-1,-1 0,1 1,-1-1,1 0,0 1,-1-1,1 0,0 0,0 0,0 0,0 0,0 0,0 0,0 0,0 0,0 0,0 0,0-1,1 1,-1 0,0-1,1 1,-1-1,0 1,1-1,-1 0,1 0,-1 0,0 1,2-2,68 2,-54-3,0-1,-1-1,1 0,-1-1,0-1,0-1,-1 0,1-1,-2 0,1-2,-1 1,-1-2,6-5,-15 13,-1 1,0-1,0 0,-1 0,1 0,-1-1,1 1,-1-1,0 1,-1-1,1 0,0 1,-1-1,0 0,0 0,0 0,0 0,-1 0,0 0,0-1,0 1,0 0,0 0,-1 0,0 0,0 0,0 0,0 0,-1 1,1-1,-1 0,0 1,0-1,0 1,-1-1,1 1,-1 0,0 0,0 0,0 0,0 1,0-1,-1 1,1 0,-1 0,0 0,2 2,0-1,0 1,0 0,0 0,0 0,0 0,0 0,0 0,0 1,0-1,0 1,0-1,0 1,0 0,0 0,0 0,0 0,1 0,-1 0,0 0,1 1,-1-1,1 0,0 1,-1-1,1 1,0 0,0 0,0-1,0 1,0 1,-24 62,22-55,0 0,1 0,0 0,1 0,0 0,0 1,1-1,0 0,1 1,0-1,1 0,0 0,1 0,0 0,0 0,1 0,0-1,1 0,0 0,1 0,-1 0,2-1,-1 0,1 0,0-1,8 6,0-5,0-1,0-1,1 0,0-1,0 0,1-2,-1 0,1-1,0 0,-1-1,1-1,0-1,5-1,39-3</inkml:trace>
  <inkml:trace contextRef="#ctx0" brushRef="#br1" timeOffset="188279.725">10430 16669,'-24'-8,"-1"0,-1 2,1 1,-1 1,0 1,0 1,0 1,-1 2,-17 2,-25 28,67-30,1 0,0 0,-1 1,1-1,0 0,0 0,0 1,0-1,0 0,0 1,1-1,-1 1,0 0,1-1,-1 1,1-1,-1 1,1 0,0-1,0 1,0 0,0-1,0 1,0 0,0-1,1 1,-1 0,0-1,1 1,-1-1,1 1,0 0,0-1,0 0,-1 1,1-1,0 1,1-1,-1 0,0 0,0 0,0 0,1 1,8 4,0 0,0 0,0-1,0-1,1 0,0 0,0-1,0 0,0-1,0 0,1-1,-1 0,1-1,8-1,-12 2,-1-1,1 0,-1 0,1-1,-1 1,1-2,-1 1,1-1,-1 0,0-1,0 1,0-1,0-1,-1 0,1 1,-1-2,0 1,0-1,1-1,-7 6,0 0,0 1,0-1,1 0,-1 0,0 1,0-1,1 0,-1 0,0 1,1-1,-1 0,0 0,1 0,-1 0,0 0,1 0,-1 1,0-1,1 0,-1 0,0 0,1 0,-1 0,0 0,1 0,-1 0,0-1,1 1,-1 0,0 0,1 0,-1 0,0 0,1 0,-1-1,0 1,0 0,1 0,-1-1,0 1,0 0,1 0,-1-1,0 1,0 0,0 0,1-1,-1 1,1 8,0-4,0 0,0-1,1 1,-1 0,1 0,0-1,0 1,0-1,1 1,-1-1,1 0,0 0,-1 0,1 0,1 0,-1-1,0 0,1 1,-1-1,1 0,0-1,-1 1,1-1,0 0,0 0,0 0,0 0,2 0,7 1,0-1,0 0,1-1,-1 0,0-1,0 0,0-2,7-1,-5-1,0 0,0-1,0-1,-1 0,0-1,0 0,-1-2,0 1,-1-1,0-1,-1 0,0-1,0 0,-1-1,-1 0,0-1,-1 0,-1 0,0 0,-1-1,0 0,-1 0,-1-1,2-12,1-5,-2-1,-1 0,-1 0,-2 0,-1-1,-2 1,-2 0,-1 0,-1 1,-3-5,-28-34,36 70,0 0,0 1,-1-1,1 1,-1 0,1-1,-1 1,0 0,0 0,1 0,-1 0,0 0,0 0,0 0,0 1,0-1,0 1,0 0,0-1,0 1,0 0,0 0,0 0,0 0,0 1,0-1,0 1,0-1,0 1,0-1,0 1,0 0,0 0,0 0,0 0,1 1,-7 5,0 1,1 0,0 0,0 1,1 0,0 0,1 0,0 1,1 0,-1 0,2 0,0 0,0 1,0 4,-8 23,2 0,2 0,2 1,1 0,2 0,2 0,1 0,2 0,3 7,-4-33,0 0,1 0,1-1,0 1,0-1,2 0,-1 0,1-1,1 0,0 0,1 0,0-1,0 0,1 0,0-1,1-1,0 1,1-1,-1-1,2 0,-1-1,2 1,-1-2,-1 0,1-1,0 0,0-1,0-1,0 0,0 0,1-1,-1-1,1 0,-1-1,0 0,1-1,-1 0,0-1,0 0,0-1,-1 0,1-1,-1 0,0-1,-1-1,1 1,-1-2,0 1,-1-1,0-1,7-8,-8 7,0 0,-1-1,-1 0,0 0,0 0,-1-1,-1 0,0 0,0 0,-1 0,0-7,-3 19,1-1,-1 1,1-1,-1 0,0 1,1-1,-1 1,0-1,0 0,1 1,-1-1,0 0,0 0,0 1,0-1,0 0,0 1,0-1,0 0,0 1,-1-1,1 0,0 1,0-1,0 0,-1 1,1-1,0 0,-1 1,1-1,-1 1,1-1,-1 1,1-1,-1 1,1-1,-1 1,1-1,-1 1,1 0,-1-1,0 1,1 0,-1-1,0 1,1 0,-1 0,0 0,1 0,-1 0,0 0,0 0,1 0,-1 0,-5 7,1 1,-1 0,2 0,-1 0,1 0,1 1,0 0,0 0,0 0,1 0,1 0,-1 2,0-6,1 0,-1 1,1-1,0 1,1 0,-1 0,1-1,0 1,0 0,1-1,0 1,0 0,0-1,0 1,1-1,0 0,1 1,-1-1,1 0,0 0,0 0,0-1,1 1,-1-1,1 0,0 0,1 0,-1 0,1-1,4 3,20 6</inkml:trace>
  <inkml:trace contextRef="#ctx0" brushRef="#br1" timeOffset="188529.133">11392 16322,'-16'-3,"-9"0,-4 0,4 3,6 3,13 7,8 1</inkml:trace>
  <inkml:trace contextRef="#ctx0" brushRef="#br1" timeOffset="189498.548">11593 16562,'7'-5,"0"0,1 1,-1 0,1 1,0-1,0 1,1 1,-1 0,1 0,-1 0,1 1,-1 1,1-1,0 1,-1 1,1 0,0 0,-1 0,1 1,-1 1,0-1,0 1,0 1,0-1,0 1,0 1,-1 0,0 0,0 0,-1 1,1-1,-1 2,4 4,-5-2,0 1,-1 0,0 0,-1 1,0-1,0 0,-1 1,0 0,-1 0,0-1,-1 1,0 0,-1 0,-1 3,-34 153,27-133,6-21,-12 37,3 1,2 1,-3 50,12-87,1 0,0 0,1 0,1 0,0 0,1-1,1 1,0 0,1-1,0 0,1 0,1-1,0 0,1 0,0 0,2 0,-4-6,-1 0,1 0,0 0,1-1,0 0,0 0,0-1,1 0,-1 0,1-1,0 0,1-1,-1 1,1-1,-1-1,1 0,0 0,2 0,-7-4,-1 1,1-1,0 0,-1 0,1 0,-1 0,1-1,-1 0,0 1,0-1,0 0,-1 0,1-1,-1 1,1 0,-1-1,0 0,-1 1,1-1,-1 0,1 0,-1 0,0 0,0 0,-1 0,1 0,-1 0,0 0,0-1,-1 1,1 0,-1 0,0-2,-2-30,-1 0,-2 0,-2 1,-1-1,-1 2,-2 0,-2 0,-1 1,-8-11,14 25,-1 0,-1 0,0 2,-1-1,-1 2,-1-1,-1 2,0 0,-1 1,0 0,-1 1,0 1,-12-5,7 7,23 6,72 6,51 0,0-5,-1-6,37-10,-66-10,-93 29,0 0,0-1,0 0,0 1,-1-1,1 1,0-1,0 0,-1 0,1 1,0-1,-1 0,1 0,-1 0,1 0,-1 0,1 1,-1-1,0 0,0 0,1 0,-1 0,0 0,0 0,0 0,0 0,0 0,0 0,0-1,0 1,-1 0,1 1,0-1,0 0,-1 0,1 0,-1 0,1 0,-1 0,1 0,-1 0,0 1,1-1,-1 0,0 0,0 1,1-1,-1 1,0-1,0 1,0-1,0 1,-1-1,-51-26,27 18,0 1,0 2,-1 1,1 0,-4 2,28 3,1-1,-1 1,1-1,-1 1,1 0,-1-1,1 1,0 0,-1 0,1 0,-1 0,1 1,-1-1,1 0,-1 1,1-1,-1 0,1 1,0 0,-1-1,1 1,0 0,-1 0,1 0,0 0,0 0,0 0,0 0,0 0,0 0,0 0,0 1,1-1,-1 0,0 0,1 1,-1-1,1 1,-1-1,1 1,0-1,-1 1,1-1,0 1,0-1,2 10,0-1,1 0,0 0,1 0,0-1,1 1,0-1,0 0,0-1,2 1,-1-1,1 0,4 4,-8-9,1-1,-1 0,1 1,-1-1,1-1,0 1,0 0,0-1,0 0,0 0,0 0,0 0,0-1,1 0,-1 0,0 0,0 0,0 0,1-1,-1 0,0 0,0 0,0 0,0-1,0 0,0 0,96-60,-91 55,54-38,-62 45,0 0,0 1,0-1,0 0,0 0,0 1,0-1,1 1,-1-1,0 1,0-1,-1 1,1-1,0 1,0 0,0-1,0 1,0 0,-1 0,1 0,0 0,-1 0,1 0,-1 0,1 0,-1 0,1 0,-1 0,0 0,1 0,-1 0,0 0,0 0,0 1,0-1,0 0,0 0,0 0,0 0,-1 0,1 0,0 0,-1 1,1-1,-1 0,1 3,0 2,-1-2,0 1,1-1,-1 1,1 0,0-1,0 1,0-1,1 1,0 0,0-1,0 1,0-1,1 0,-1 1,1-1,0 0,1 0,-1 0,1 0,-1 0,1-1,1 1,-1-1,0 0,1 0,-1 0,1 0,0-1,0 1,3 0,2-2,-1-2,1 1,-1-1,1 0,-1-1,0 0,0 0,0-1,0 0,0 0,0-1,-1 0,1 0,-1-1,0 0,-1 0,1-1,-1 1,0-2,-1 1,1 0,-1-1,0 0,-1-1,0 1,0-1,0 1,0-4,8-27,-1 0,-1 0,-3-1,-1 0,-1-1,-3 1,-1-1,-4-27,3-1,-4 0,-3 0,-3 0,-3-5,-17-3,30 75,-1 1,1-1,-1 1,0 0,1 0,-1-1,0 1,1 0,-1 0,0 0,1 0,-1 0,0 0,1 0,-1 0,0 0,1 0,-1 0,0 0,1 0,-1 0,0 1,1-1,-1 0,0 1,1-1,-1 0,1 1,-1-1,1 1,-1-1,1 0,-1 1,1 0,-1-1,1 1,0-1,-1 1,1-1,0 1,-1 0,1-1,0 1,0 0,0-1,-1 1,1 0,0-1,0 1,0 0,0 0,0-1,0 1,1 0,-1-1,0 1,0 0,-6 27,1 1,1-1,2 1,0 0,3 7,-2-11,0 28,2 1,2 0,3-1,2 0,2 0,3 0,1-2,7 9,-16-46,0 0,2-1,-1 0,2-1,-1 1,2-2,0 1,0-1,1 0,0-1,1 0,0-1,1 0,0 0,0-2,4 2,21 5</inkml:trace>
  <inkml:trace contextRef="#ctx0" brushRef="#br1" timeOffset="189769.974">12556 16322,'20'15,"28"9,27-1,23-4,14-3,4-2,-17-3</inkml:trace>
  <inkml:trace contextRef="#ctx0" brushRef="#br1" timeOffset="189990.868">13344 16642,'-22'93,"21"-89,1-1,0 1,0 0,0 0,0 0,1 0,-1 0,1 0,0 0,0-1,1 1,-1 0,1-1,0 1,-1-1,2 1,-1-1,0 0,1 0,-1 0,1 0,2 1,3 1,1-1,0 0,0-1,0 0,0 0,0-1,0 0,1-1,-1 0,1 0,-1-1,1 0,-1-1,1 0,-1 0,0-1,1-1,-1 1,0-1,1-1,-6 2,1 0,-1-1,0 1,0-1,0 1,0-1,0-1,-1 1,0 0,1-1,-1 0,0 1,-1-1,1 0,-1-1,1 1,-1 0,0-1,-1 1,1-1,-1 0,0 1,0-1,-1 0,1 0,-1 0,0 1,0-1,-1 0,0 0,1 0,-1 1,-1-1,1 0,-1 1,0-1,0 1,0 0,-1 0,1 0,-1 0,0 0,0 0,0 1,-4-4,1 2,-1-1,0 1,-1 0,1 1,-1-1,0 1,0 1,0 0,-1 0,1 1,-1-1,0 2,1-1,-1 2,0-1,0 1,1 0,-1 1,0 0,0 0,1 1,-1 0,1 0,-1 1,1 1,0-1,0 1,0 0,1 1,-1 0,1 0,1 1,-1 0,1 0,0 0,0 1,0 0,1 0,0 0,-3 7,7-11,0 0,0 0,0 0,0 0,0 0,1 1,-1-1,1 0,0 1,0-1,0 0,1 0,-1 1,1-1,0 0,-1 0,1 1,1-1,-1 0,0 0,1 0,0-1,0 1,-1 0,2-1,-1 1,0-1,0 1,1-1,1 1,4 3,-1-1,1 0,1-1,-1 0,1 0,0 0,0-1,0-1,0 0,3 1,49 4,-2-5</inkml:trace>
  <inkml:trace contextRef="#ctx0" brushRef="#br1" timeOffset="190185.343">13678 16187,'-20'-2,"-19"-1,-9 5,-3 6,5 7,7 9,11 8,11 8,11 5,8-4</inkml:trace>
  <inkml:trace contextRef="#ctx0" brushRef="#br1" timeOffset="190457.22">13571 16669,'12'16,"5"10,5 4,3 3,7-3,9-4,13-6,16-7,18-5,16-5,-11-2</inkml:trace>
  <inkml:trace contextRef="#ctx0" brushRef="#br1" timeOffset="190890.317">15269 16562,'-14'-8,"0"1,0 0,-1 1,1 1,-1 0,-1 1,1 0,-1 1,1 1,-1 1,0 0,0 1,1 1,-3 0,10 3,1-1,-1 1,1 1,0 0,0-1,1 2,0-1,0 1,0 0,0 1,1-1,0 1,0 0,1 0,0 0,0 1,1 0,0 0,0 0,1 0,0 0,0 0,1 0,0 1,1-1,-1 0,2 1,-1-1,1 1,0-1,1 0,0 0,2 6,-2-10,0 1,0-1,1 0,-1 0,1 0,0 0,0 0,0-1,1 1,-1-1,1 0,0 0,0 0,0 0,0-1,0 0,1 0,-1 0,1 0,-1-1,1 1,0-1,0 0,-1-1,1 1,0-1,0 0,0 0,-1-1,3 0,4 0,-1-1,1 0,-1-1,0 0,0-1,-1 0,1 0,-1-1,1 0,-2-1,1 0,-1 0,6-6,-1-2,-1 0,0-1,-2 0,1-1,-2 0,0-1,-1 0,-1 0,0-1,-1 0,-1 0,6-30,-2 1,-2-1,0-33,-3 44,-2 1,-2 0,-2-1,-5-31,-9 30,15 37,1 1,-1-1,0 1,0-1,1 1,-1-1,0 1,0 0,0-1,0 1,0 0,0 0,1-1,-1 1,0 0,0 0,0 0,0 0,0 1,0-1,0 0,0 0,0 0,1 1,-1-1,0 0,0 1,0-1,1 1,-1-1,0 1,0-1,1 1,-1 0,0-1,1 1,-1 0,1-1,-1 1,1 0,-1 0,1 0,-8 10,0 1,1 0,1 0,0 1,0 0,2 0,-1 1,2-1,0 1,-1 8,-3 6,1-1,2 1,0 0,2 0,1 0,1 1,2-1,1 0,1 0,1 0,1-1,2 0,1 0,4 8,-7-24,0-1,1 0,1-1,-1 1,2-1,-1-1,1 0,0 0,1-1,0 0,0 0,0-1,1 0,0-1,0-1,0 1,1-2,-1 0,1 0,0-1,0 0,0-1,0-1,0 1,0-2,0 0,0-1,0 0,0 0,0-1,-1-1,1 0,-1-1,0 0,-1 0,1-1,-1-1,0 1,0-2,-1 0,6-5,-8 5,-1 0,0 0,0 0,0-1,-1 0,-1 0,0 0,0-1,0 1,-1-1,-1 0,1 0,-2 0,1 0,-2 0,1 0,-1 0,-1-1,0 1,0 0,-3-9,4 17,0 1,0-1,-1 1,1 0,0-1,-1 1,1-1,-1 1,0 0,1-1,-1 1,0 0,0 0,0-1,0 1,0 0,0 0,0 0,0 0,0 0,0 0,0 1,-1-1,1 0,0 1,-1-1,1 1,-1-1,1 1,0-1,-1 1,1 0,-1 0,1 0,-1 0,1 0,-1 0,1 0,-1 1,1-1,0 0,-1 1,1-1,-1 1,1-1,0 1,0 0,-1 0,1-1,0 1,0 0,0 0,0 0,0 0,0 1,0-1,0 0,0 0,0 0,1 1,-1-1,0 1,-1 5,0-1,0 1,0-1,1 1,0 0,0-1,1 1,-1 0,2 0,-1-1,1 1,0 0,0 0,1-1,0 1,0-1,0 0,3 5,3 4,0 1,1-1,0-1,1 1,1-1,10 9,2 0,2-1,0-1,2-1,0-2,1 0,19 8,19 6</inkml:trace>
  <inkml:trace contextRef="#ctx0" brushRef="#br1" timeOffset="192000.057">9441 17672,'0'-39,"77"-441,-76 464,-4 22,-2 24,6-27,-1-1,0 1,1-1,0 1,-1-1,1 1,0-1,0 0,0 1,1-1,-1 0,1 0,-1 0,1 0,-1 0,1 0,0 0,0-1,0 1,0-1,0 1,1-1,-1 0,0 0,0 0,1 0,-1 0,1 0,73 13,-73-14,86 4,-66-5,0 2,0 0,0 1,0 2,0 0,0 2,6 2,-25-6,0 0,1 0,-1 0,0 0,0 1,-1 0,1 0,-1 0,1 0,-1 0,0 1,0-1,0 1,0 0,-1 0,0 0,0 0,0 0,0 0,-1 1,1-1,-1 1,0-1,0 1,-1-1,1 1,-1 0,0-1,-1 1,1 0,-2 4,-60 196,61-202,0 1,1-1,0 1,0 0,0-1,0 1,0 0,1-1,-1 1,1-1,0 1,0-1,0 1,1-1,-1 0,1 1,0-1,0 0,0 0,0 0,1-1,-1 1,1 0,-1-1,1 0,0 1,0-1,0 0,0 0,1-1,-1 1,0-1,3 1,4 2,0-1,0-1,0 1,0-2,1 1,-1-1,0-1,1 0,-1 0,0-1,0-1,1 0,-1 0,0 0,0-2,-1 1,1-1,-1-1,0 1,0-2,0 1,0-1,-1 0,0-1,-1 0,1 0,-1-1,-1 0,1 0,-2-1,1 1,-1-1,0-1,-1 1,0-1,0 1,1-10,-3 7,-1-1,-1 1,0 0,-1-1,0 1,0 0,-2 0,1 0,-2 0,1 0,-2 0,0 1,0 0,-1 0,0 0,-6-8,11 18,0 0,0-1,0 1,0 0,0 0,0 0,0 0,0 0,-1 0,1 0,0 0,-1 0,1 1,-1-1,1 0,0 1,-1-1,1 1,-1 0,0-1,1 1,-1 0,1 0,-1 0,1 0,-1 0,1 0,-1 1,0-1,1 0,-1 1,1-1,0 1,-1 0,1-1,-1 1,1 0,0 0,0 0,-1 0,1 0,0 0,-1 1,-6 12,0 0,1 0,0 0,1 1,0 0,2 0,0 1,0-1,1 1,1 0,1 0,0 0,2 12,-2-21,1 0,0 0,0 0,0 0,1-1,0 1,0 0,1 0,0 0,0-1,1 1,0-1,0 0,0 1,1-1,0-1,0 1,0-1,1 1,0-1,0 0,0-1,0 0,1 1,5 2,4-2,1 0,0-1,0 0,0-2,0 0,1 0,-1-2,0 0,1-1,-1 0,0-1,0-1,0-1,1-1,42-10</inkml:trace>
  <inkml:trace contextRef="#ctx0" brushRef="#br1" timeOffset="192661.545">10603 17564,'24'-18,"-1"-1,0-2,-2 0,-1-1,0-1,-2-1,0-1,-2 0,-1-2,-1 1,-1-2,-2 0,0 0,-2-1,-1 0,2-22,-7 39,0 0,-1-1,-1 0,0 1,0-1,-2 0,1 0,-2 1,1-1,-3-3,3 13,0 1,0 0,0 0,0 0,-1 0,1 0,-1 1,1-1,-1 0,0 1,1-1,-1 1,0-1,0 1,0 0,0 0,0 0,-1 0,1 0,0 0,0 1,-1-1,1 1,0 0,-1-1,1 1,0 0,-1 0,1 1,0-1,-1 0,1 1,0-1,0 1,-1 0,1 0,0 0,0 0,0 0,0 0,0 1,0-1,0 1,1-1,-1 1,0 0,1 0,-1-1,1 1,0 0,-1 1,-15 17,1 1,1 1,0 0,2 1,1 0,0 1,2 1,1 0,1 0,1 1,1-1,0 12,0-6,1 1,2 0,1 0,1 0,2 1,2-1,3 17,-4-36,1-1,0 1,1-1,0 1,1-1,0-1,1 1,0-1,1 0,0 0,1-1,0 0,1 0,0-1,0 0,1 0,0-1,1-1,10 7,-12-9,0-1,0 0,0 0,1-1,-1 0,1-1,-1 0,1 0,0-1,0 0,0-1,0 0,0 0,-1-1,1-1,0 0,0 0,-1-1,1 0,-1 0,0-1,0-1,0 1,-1-1,0-1,1 0,-2 0,1 0,-1-1,0 0,5-7,-3 1,0 0,-1-1,-1 0,0 0,-1-1,0 0,-2 0,1 0,-2-1,0 1,-1-1,0 0,-2 0,0-9,-16-34,16 58,-1 0,1-1,-1 1,0 0,0 0,0 0,0 0,0-1,0 1,0 1,0-1,0 0,0 0,-1 0,1 0,0 1,0-1,-1 1,1-1,-1 1,1-1,0 1,-1 0,1 0,-1 0,1 0,-1 0,1 0,-1 0,1 0,0 0,-1 1,1-1,-1 1,1-1,0 1,-1-1,1 1,-1 0,-4 5,0 1,1-1,0 1,0 0,0 0,1 1,0-1,1 1,-1 0,2 0,-1 0,1 0,0 0,1 1,0-1,0 1,1-1,0 1,1 5,-2 5,1-1,1 1,1 0,0-1,2 0,0 0,1 0,6 16,-8-26,1 0,0-1,0 1,1-1,0 1,0-1,1-1,-1 1,2-1,-1 0,0-1,1 1,0-1,1 0,-1-1,1 0,0 0,0-1,0 0,0 0,6 0,0 0,0-1,0 0,1-1,-1-1,0 0,0-1,0-1,0 0,0-1,0 0,0-1,4-3,15-5</inkml:trace>
  <inkml:trace contextRef="#ctx0" brushRef="#br1" timeOffset="193127.653">11513 17591,'-5'30,"-5"39,3 0,2 48,4-115,1 1,-1 0,1-1,0 1,-1 0,1-1,1 1,-1 0,0-1,1 1,-1-1,1 1,0 0,0-1,0 1,0-1,0 0,0 1,1-1,-1 0,1 0,0 0,-1 0,1 0,0 0,0 0,0-1,1 1,-1-1,0 1,1-1,-1 0,0 0,1 0,-1 0,1 0,0-1,0 1,5-4,0 0,0 0,0-1,0 0,-1 0,1-1,-1 0,0 0,-1-1,1 0,-1 0,0 0,-1-1,5-6,3-4,-1 0,0-1,-1 0,-1-1,-1-1,-1 1,0-1,1-11,-7 20,-4 16,-6 17,5-14,0 0,1 0,-1 0,2 0,-1 1,1-1,1 1,-1-1,1 0,1 1,0-1,0 1,1-1,-1 0,2 0,-1 0,1 0,1 0,-1 0,1-1,1 0,-1 1,5 4,29 12,3-7</inkml:trace>
  <inkml:trace contextRef="#ctx0" brushRef="#br1" timeOffset="-208223.765">23771 5947,'-10'190,"7"730,29 493,15 389,-41-1775,7 427,31 143,-11-369,31 382,-53-505,-5-1,-5 1,-4-1,-21 91,-59 130,53-211,6 2,4 1,2 26,10 55,11-163</inkml:trace>
  <inkml:trace contextRef="#ctx0" brushRef="#br1" timeOffset="-207183.492">23758 5800,'1'-2,"-1"0,1 0,-1 0,1 1,0-1,-1 0,1 1,0-1,0 0,0 1,0-1,1 1,-1 0,0-1,1 1,-1 0,0 0,1 0,0 0,-1 0,1 0,0 0,-1 0,1 1,0-1,0 1,0-1,-1 1,1 0,0-1,0 1,0 0,0 0,-1 0,66-13,0 3,1 2,29 3,-56 2,1179-13,1047 134,-1400-58,-202-21,921 69,-1545-104,193 19,92 26,-306-45,68 23,-76-18</inkml:trace>
  <inkml:trace contextRef="#ctx0" brushRef="#br1" timeOffset="-206222.002">24720 6816,'-10'17,"0"0,2 1,0 0,0 0,2 0,0 1,1 0,1 0,1 1,1-1,1 1,0-1,2 18,0-24,0 0,0 0,1 0,1 0,0-1,1 1,0-1,1 0,0 0,1 0,1-1,-1 0,2 0,0 0,0-1,1-1,0 1,0-1,1-1,0 0,1 0,0-1,0 0,1-1,-1 0,1-1,0-1,1 1,-1-2,1 0,0 0,0-2,3 1,-9-2,1-1,-1 0,1 0,-1 0,0-1,0 0,0 0,0-1,0 0,-1 0,1-1,-1 0,0 0,0 0,0-1,0 0,-1 0,0 0,0-1,0 0,-1 0,0 0,0 0,0-1,-1 1,0-1,-1 0,2-3,1-13,0 0,-2 0,0 0,-2-1,0 1,-2-1,0 1,-2 0,-1 0,0 0,-2 0,0 0,-2 1,-1 0,-1-1,5 10,-2 0,1 0,-2 0,0 1,0 0,-1 1,0 0,-1 0,-1 0,8 8,-1 0,1 0,-1 1,1-1,-1 1,0 0,0 0,0 0,0 1,0-1,0 1,-1 0,1 0,0 0,-1 1,1 0,-1-1,1 2,0-1,-1 0,1 1,-1 0,1 0,0 0,0 1,0-1,0 1,0 0,0 0,0 0,-1 2,-8 7,0 1,1 1,1 0,0 1,1 0,0 0,2 1,-1 0,2 1,0-1,1 2,0-1,1 1,1 0,1 0,-1 14,1-8,0 0,2 0,1 0,1 0,3 22,9 21</inkml:trace>
  <inkml:trace contextRef="#ctx0" brushRef="#br1" timeOffset="-205782.302">25256 6642,'-2'-2,"-1"0,0 1,1-1,-1 0,0 1,0-1,0 1,0 0,0 0,0 0,0 0,0 1,0-1,0 1,0 0,-1 0,1 0,0 0,0 1,0-1,0 1,0 0,-1 0,1 0,1 0,-1 0,0 1,0-1,0 1,1 0,-1-1,1 1,-1 1,1-1,0 0,0 1,0-1,0 1,0-1,-4 15,0-1,2 0,-1 1,2 0,0 0,2 0,-1 0,2 1,1-1,0 0,1 0,0 0,2 0,0 0,3 8,-2-2,1 0,0 0,2-1,1 0,1-1,0 1,2-2,0 0,1 0,2-1,5 6,-19-24,0 1,0-1,0 0,0 1,0-1,0 0,0 0,0 0,0 0,0 0,1 0,-1 0,0 0,1 0,-1-1,1 1,-1 0,1-1,-1 0,1 1,-1-1,1 0,0 0,-1 1,1-1,-1-1,1 1,0 0,-1 0,1 0,-1-1,1 1,-1-1,1 1,-1-1,1 0,-1 0,0 1,1-1,-1 0,1-1,28-64,-28 59,-1 0,2 1,-1-1,1 1,0-1,0 1,0 0,1 0,0 1,0-1,1 1,0 0,0 0,0 0,0 1,1-1,0 1,-3 4,0-1,0 1,0 0,0 1,0-1,0 0,0 1,0 0,0-1,0 1,0 1,-1-1,1 0,0 1,-1-1,1 1,-1 0,1-1,-1 1,0 1,0-1,0 0,0 0,0 1,0-1,-1 1,1 0,-1-1,1 1,-1 0,0 0,0 2,7 11,0-1,-1 1,-1 1,-1-1,0 1,-2 0,1 0,-2 0,0 0,-1 12,-2-24,1-1,-1 1,0 0,0 0,0 0,-1-1,0 1,0 0,0-1,0 0,-1 1,0-1,0 0,0-1,0 1,0 0,-1-1,0 0,0 1,0-2,0 1,0 0,-4 1,-6 2,1 0,-2-1,1-1,0 0,-1-1,0 0,-4-1,17-1,-1 0,0 0,0-1,0 1,0-1,0 1,0-1,0 0,0 0,1-1,-1 1,0 0,0-1,0 0,0 0,0 0,1 0,-1 0,0 0,1-1,-1 1,1-1,-1 0,1 0,0 0,0 0,0 0,0 0,0-1,-1-11</inkml:trace>
  <inkml:trace contextRef="#ctx0" brushRef="#br1" timeOffset="-205430.651">26004 6923,'-11'-1,"1"-1,0 2,-1-1,1 1,-1 1,1 0,0 1,-1 0,1 0,0 1,0 0,1 1,-1 0,1 0,-1 1,1 1,1-1,-1 1,1 1,0 0,0 0,1 0,-3 5,8-10,1 0,0 0,0 0,0 1,0-1,0 0,1 0,-1 1,1-1,-1 0,1 1,0-1,0 0,0 1,0-1,0 0,1 1,-1-1,1 0,-1 1,1-1,0 0,0 0,0 0,0 0,0 0,1 0,-1 0,1 0,-1 0,1 0,-1-1,1 1,0-1,0 1,0-1,0 0,0 0,0 0,2 1,16 8,1-1,0 0,0-2,1 0,13 1,3 2,-23-5,10 1,1 1,-1 2,-1 0,0 2,14 9,-35-19,-1 0,1 0,0 1,-1-1,1 1,-1 0,0 0,0 0,0 0,0 0,0 0,0 1,0-1,-1 1,1-1,-1 1,0-1,1 1,-1 0,0 0,-1 0,1 0,-1-1,1 1,-1 0,0 0,0 0,0 0,0 0,-1 0,1 0,-1 0,0 0,1 0,-1-1,-1 1,1 0,0-1,-1 1,-1 1,-10 9,-2-1,0 0,0-2,-1 1,0-2,-1 0,0-1,-1-1,1-1,-1 0,0-1,-1-1,-12 1,-32 8</inkml:trace>
  <inkml:trace contextRef="#ctx0" brushRef="#br1" timeOffset="-205075.44">24881 7806,'198'-8,"42"-12,-35 1,-198 19,205-16,178 12,-314 13,-75-9,0 0,-1 0,1 1,0-1,-1 0,1 0,0 1,-1-1,1 1,0-1,-1 1,1-1,-1 1,1-1,0 1,-1-1,0 1,1-1,-1 1,1 0,-1-1,0 1,1 0,-1 0,0-1,0 1,0 0,1-1,-1 1,0 0,0 0,0 0,0-1,0 1,-1 0,1 0,0-1,0 1,0 0,-1-1,1 1,0 0,-1-1,1 1,0 0,-1-1,1 1,-1 0,1-1,-1 1,1-1,-1 1,0-1,1 0,-1 1,1-1,-1 1,0-1,0 0,1 0,-1 1,0-1,1 0,-1 0,0 0,0 0,1 0,-2 0,-11 6</inkml:trace>
  <inkml:trace contextRef="#ctx0" brushRef="#br1" timeOffset="-204732.225">26619 6937,'2'3,"0"1,0-1,0 1,1-1,0 0,-1 0,1 0,0 0,0 0,0-1,1 1,-1-1,1 0,-1 0,1 0,0 0,0-1,0 0,0 1,0-2,0 1,0 0,0-1,0 1,0-1,0 0,0-1,0 1,4-2,-7 2,0 0,0 0,0 0,0 0,0 0,0 0,0 0,0-1,0 1,0-1,0 1,0 0,0-1,-1 0,1 1,0-1,0 1,0-1,-1 0,1 0,0 1,-1-1,1 0,0 0,-1 0,1 0,-1 0,0 0,1 0,-1 0,0 0,0 0,1 0,-1 0,0 0,0 0,0 0,0 0,0 0,0 0,-1 0,1 0,0 0,0 0,-1 0,1 0,-1 0,1 0,-1 0,1 1,-1-1,1 0,-1 0,0 0,1 1,-1-1,0 0,0 1,0-1,0 1,1-1,-1 1,0-1,0 1,0-1,0 1,-4-2,1-1,-1 1,0 0,0 0,0 1,0 0,0 0,0 0,0 0,0 1,-1 0,1 0,0 0,0 1,0-1,0 1,0 1,0-1,0 1,0 0,0 0,0 0,1 0,-1 1,1 0,0 0,0 0,0 1,0-1,0 1,1 0,0 0,0 0,0 0,-2 4,-6 16</inkml:trace>
  <inkml:trace contextRef="#ctx0" brushRef="#br1" timeOffset="-204473.858">26726 7565,'1'3,"-1"0,1 1,0-1,0 0,0 0,1 0,-1 0,1-1,0 1,-1 0,1-1,0 1,1-1,-1 1,0-1,1 0,-1 0,1 0,-1 0,1-1,0 1,0-1,0 1,0-1,0 0,0 0,0-1,1 1,-1-1,0 1,0-1,0 0,1 0,-1 0,0-1,0 1,1-1,-1 0,0 0,0 0,0 0,0 0,0-1,-1 1,1-1,1-1,0-1,0 0,0 0,-1 0,0-1,0 0,0 1,-1-1,1 0,-1 0,0 0,-1-1,1 1,-1 0,0-1,0 1,-1-1,1 1,-1-1,-1 1,1-1,-1 1,0-1,0 1,0 0,-1-1,0 1,0 0,0 0,-1 0,0 0,1 1,-2-1,1 1,0-1,-1 1,0 1,0-1,0 0,-1 1,0-1,2 3,1 0,-1 0,0 0,0 1,0-1,0 1,0-1,0 1,0 0,0 0,0 0,0 1,0-1,0 1,0 0,0 0,0 0,0 0,1 0,-1 0,0 1,1-1,-1 1,1 0,0 0,-1 0,1 0,0 0,-44 73,34-35</inkml:trace>
  <inkml:trace contextRef="#ctx0" brushRef="#br1" timeOffset="-203909.529">24948 8888,'13'7,"19"2,20 0,19-2,17-2,13-2,7 1,1-1,-18 0</inkml:trace>
  <inkml:trace contextRef="#ctx0" brushRef="#br1" timeOffset="-203128.519">26405 8808,'-11'0,"-1"0,1 1,-1 0,1 1,0 1,0-1,0 2,0 0,0 0,1 0,0 2,0-1,0 1,1 1,-1 0,2 0,-1 0,1 1,0 1,0-1,1 1,1 1,-1-1,2 1,-1 0,1 0,1 1,-2 5,5-12,0 0,0 0,1 0,0 0,-1 0,1 0,1 0,-1 1,1-1,0-1,-1 1,2 0,-1 0,0 0,1 0,0-1,0 1,0-1,0 1,0-1,1 0,0 0,-1 0,1 0,0 0,0-1,1 1,-1-1,1 0,-1 0,1 0,-1-1,1 1,0-1,0 0,0 0,0 0,0 0,0-1,0 0,3 0,3 0,-1-1,1 0,0 0,-1-1,0-1,1 1,-1-1,0-1,-1 0,1 0,0-1,-1 0,0-1,-1 1,1-1,1-3,9-7,-1-2,-1 0,0 0,-2-2,12-20,-10 13,-2-1,-1-1,-2 0,0 0,-2-1,-1-1,-2 0,-1 1,-1-2,-2 1,-1 0,-2-11,1 42,1-7,-1 0,0 1,0-1,-1 1,0-1,0 1,-1-1,0 1,0 0,0-1,0 1,-1 0,0 0,-1 1,1-1,-1 1,-1-1,4 5,-1 0,1 0,-1 0,1 0,-1 1,1-1,-1 0,1 1,-1 0,0-1,1 1,-1 0,0-1,0 1,1 0,-1 1,0-1,1 0,-1 0,0 1,1-1,-1 1,0-1,1 1,-1 0,1-1,-1 1,1 0,-1 0,1 0,0 0,-1 0,1 1,-1 0,-35 51,29-32,1 1,1-1,1 2,0-1,2 1,1-1,1 1,0 0,2-1,1 1,0 0,2-1,1 1,0-1,4 5,-4-9,1-1,1 0,1 0,0-1,1 0,1-1,10 13,-16-22,1-1,-1 0,1-1,0 1,1-1,-1 0,1 0,-1-1,1 1,0-1,1 0,-1-1,0 0,1 0,-1 0,1-1,0 0,-1 0,1-1,0 1,0-1,4-1,1-3,-1 1,1-2,-1 0,0 0,0-1,-1 0,0 0,0-2,0 1,-1-1,0 0,0-1,-1 0,-1-1,1 1,-1-2,-1 1,0-1,-1 1,0-2,0 1,-1 0,0-1,-1 0,0-7,-2-26,-2 45,0-1,0 1,0 0,0-1,0 1,0 0,0 0,0 0,0 0,-1 0,1 0,0 0,0 1,0-1,0 0,0 1,0-1,0 0,0 1,0-1,0 1,0 0,0-1,0 1,0 0,1-1,-1 1,0 0,0 0,1 0,-1 0,0 0,1 0,-1 0,1 0,-1 0,1 0,0 0,0 0,-1 0,1 0,0 0,-5 9,0-1,0 0,1 1,1 0,-1 0,2 0,-1 0,2 1,-1-1,1 1,1-1,0 1,0-1,1 1,0-1,1 1,0-1,1 0,0 0,1 0,0 0,0-1,2 2,1-4,0-1,0-1,0 1,1-1,-1-1,1 0,0 0,1 0,-1-1,1 0,0 0,-1-1,1-1,0 1,0-1,0-1,0 0,7 0,25-2</inkml:trace>
  <inkml:trace contextRef="#ctx0" brushRef="#br1" timeOffset="-202321.952">27207 8727,'3'0,"-1"0,1 0,-1 1,1-1,-1 1,1-1,-1 1,1 0,-1 0,0 0,1 0,-1 0,0 0,0 1,0-1,0 1,0-1,0 1,0 0,-1 0,1 0,0 1,3 1,9 12,-1-1,0 1,-2 1,1 0,-2 1,0 0,-2 1,0 0,-1 0,0 0,-2 1,0 0,-2 0,0 1,-1-1,-1 1,-1-1,-1 1,0-1,-2 0,-1 2,-6 52,3-31,2 1,2 0,1 0,4 17,-2-49,2 0,0 0,0 0,1-1,1 1,-1-1,2 1,0-1,0 0,1-1,0 1,1-1,0-1,1 1,0-1,1 0,-1-1,2 0,-3-2,0-1,1 0,0 0,0-1,0 0,0 0,1-1,-1 0,1 0,0-1,0-1,3 1,-8-1,0-1,0 0,0 0,0-1,0 1,0-1,0 0,0 0,0 0,0 0,0-1,0 0,-1 1,1-1,-1-1,1 1,-1 0,0-1,0 0,0 0,0 0,-1 0,1 0,-1 0,0-1,0 1,0-1,1 0,1-13,0 0,-1 0,0 0,-1 0,-1-1,-1 1,-1 0,0-1,-1 1,-1 0,0 0,-1 0,-1 1,-1-1,-1 1,0 0,-4-5,1-3,-2 0,0 1,-2 0,-1 1,0 0,-2 2,0 0,-1 0,-2 2,1 0,-2 2,0 0,-1 1,-1 1,0 1,-1 1,-22-7,-31-6,77 25,1 0,-1-1,0 1,0 0,0 0,1-1,-1 1,0 0,0 0,0-1,0 1,0 0,0-1,0 1,1 0,-1-1,0 1,0 0,0-1,0 1,0 0,0 0,-1-1,1 1,0 0,0-1,0 1,0 0,0-1,0 1,0 0,-1 0,1-1,0 1,0 0,0 0,-1-1,1 1,0 0,0 0,-1 0,1-1,0 1,0 0,-1 0,1 0,0 0,-1 0,1 0,0 0,-1 0,1-1,0 1,0 0,-1 0,1 0,0 0,-1 1,1-1,0 0,-1 0,1 0,0 0,-1 0,1 0,26-6,378-39,-349 37,0-3,-1-2,40-16,-74 17,-37 4,-85-7,95 15</inkml:trace>
  <inkml:trace contextRef="#ctx0" brushRef="#br1" timeOffset="-201887.03">28036 8849,'-17'-3,"0"2,-1 0,1 1,0 0,0 2,0 0,0 1,-4 1,13-2,1 1,-1-1,0 1,1 0,-1 1,1 0,0 0,0 1,0-1,1 1,0 1,0 0,0-1,1 2,-1-1,1 1,1-1,-1 1,4-4,-1 0,0 0,1 0,0 1,0-1,0 0,0 0,0 1,1-1,-1 1,1-1,0 0,0 1,0-1,0 1,1-1,-1 0,1 1,0-1,0 0,0 1,1-1,-1 0,1 0,0 0,-1 0,1-1,1 1,-1 0,0-1,1 1,-1-1,1 0,0 0,-1 0,1 0,0 0,0-1,0 1,1-1,2 1,4 1,0-1,0 0,0 0,0-1,1 0,-1-1,0 0,1-1,-1 0,0 0,0-1,0-1,0 0,0 0,0-1,0 0,-4 1,0 1,0-2,0 1,-1 0,1-1,-1 0,0 0,0-1,0 1,-1-1,1 0,-1-1,0 1,-1-1,0 1,1-1,-2 0,1 0,-1 0,0-1,0 1,-1-1,1 1,-1-1,-1-2,1 8,-1 0,0-1,1 1,-1 0,0-1,0 1,0-1,0 1,0 0,0-1,-1 1,1 0,0-1,-1 1,1 0,-1-1,1 1,-1 0,0 0,1-1,-1 1,0 0,0 0,0 0,0 0,0 0,0 0,0 1,0-1,0 0,-1 0,1 1,0-1,0 1,-1-1,1 1,0-1,-1 1,1 0,0 0,-1-1,1 1,0 0,-1 1,1-1,-1 0,1 0,0 0,-1 1,1-1,0 1,-1-1,1 1,0-1,0 1,0 0,-1 0,1-1,0 1,0 0,0 0,0 0,1 0,-1 0,0 1,-2 1,1 0,0-1,0 1,0 0,0 0,1 1,-1-1,1 0,0 0,0 1,0-1,1 1,-1-1,1 1,-1-1,1 1,0-1,1 1,-1-1,1 1,-1-1,1 1,0-1,0 0,1 1,-1-1,1 0,-1 0,1 0,0 0,0 0,0 0,1-1,-1 1,1-1,-1 1,2-1,8 6,2-1,-1-1,1 0,0-1,0-1,0 0,1 0,-1-2,1 0,0-1,-1 0,11-1,30 0</inkml:trace>
  <inkml:trace contextRef="#ctx0" brushRef="#br1" timeOffset="-201237.511">28544 8901,'-5'-4,"0"0,-1 1,1-1,-1 1,0 0,0 1,0 0,-1 0,1 0,0 0,-1 1,1 0,-1 1,1-1,-1 1,1 0,-1 1,1 0,-1 0,1 0,-1 1,1 0,0 0,0 0,0 1,0 0,0 0,1 1,-1-1,1 1,0 1,0-1,0 1,1-1,0 1,0 1,0-1,0 0,-2 6,5-7,-1-1,1 1,0 0,0 0,1-1,-1 1,1 0,0 0,0 0,0 0,0 0,1-1,0 1,-1 0,1 0,1-1,-1 1,0-1,1 1,0-1,0 1,0-1,0 0,1 0,-1 0,1 0,-1 0,1-1,3 3,3 1,-1 1,1-2,0 0,1 0,-1 0,1-1,0-1,0 1,1-2,6 2,-1-3,1 0,0-1,-1-1,1 0,-1-2,1 0,-1 0,0-2,0 0,0 0,-1-2,0 0,0-1,0 0,-1-1,-1-1,1 0,-2-1,1 0,-2-1,1 0,-2-1,0 0,0-1,-1 0,-1-1,0 1,-1-2,0-1,15-50,-2 0,-4-1,-2 0,-4-1,-2-1,-4-10,-4 80,6-56,-3 0,-3-1,-2 1,-2-3,3 52,0-1,0 1,0-1,-1 1,-1 0,1-1,-1 1,0 0,0 1,-1-1,-4-5,7 11,0 0,0-1,0 1,-1 0,1 0,0 0,-1 0,1 1,-1-1,1 0,-1 1,1-1,-1 0,1 1,-1 0,1-1,-1 1,0 0,1 0,-1 0,0 0,1 0,-1 0,1 1,-1-1,0 0,1 1,-1 0,1-1,-1 1,1 0,-1-1,1 1,0 0,-1 0,1 0,0 0,0 1,0-1,-1 0,-38 57,32-37,2-1,0 1,1 1,1-1,1 1,1 0,1 0,0-1,2 1,1 5,40 218,-36-218,66 318,-71-339,16 47,-17-52,1 0,-1 0,1 0,-1 0,1 0,-1 0,1 0,0 0,0 0,-1-1,1 1,0 0,0-1,0 1,0 0,0-1,0 1,0-1,0 1,0-1,0 0,0 1,0-1,0 0,0 0,0 0,0 0,0 0,0 0,1 0,-1 0,0 0,0-1,0 1,0 0,0-1,0 1,0 0,0-1,0 1,0-1,0 0,0 0,93-95,-78 76,39-36,-55 56,1 1,0-1,0 1,-1 0,1-1,0 1,-1-1,1 1,-1 0,1 0,-1-1,1 1,-1 0,0 0,1 0,-1-1,0 1,0 0,1 0,-1 0,0 0,0 0,0 0,0-1,0 1,0 0,0 0,-1 0,1 0,0 0,0-1,-1 1,1 0,0 0,-1 0,1-1,-1 1,0 0,1 1,-5 17,3-15,1 0,-1 0,0 0,1 0,0 0,0 0,0 1,1-1,-1 0,1 1,0-1,0 0,0 1,1-1,0 0,0 0,0 1,0-1,0 0,1 0,0 0,0 0,0-1,0 1,1 0,-1-1,1 1,0-1,0 0,0 0,2 1,59 16,-31-17</inkml:trace>
  <inkml:trace contextRef="#ctx0" brushRef="#br1" timeOffset="-200961.711">29373 8594,'-18'-9,"-9"-3,-3 0,0 3,3 0,7 2</inkml:trace>
  <inkml:trace contextRef="#ctx0" brushRef="#br1" timeOffset="-200713.384">28664 8327,'21'-9,"22"-3,25 0,16 3,10 2,-11 3</inkml:trace>
  <inkml:trace contextRef="#ctx0" brushRef="#br1" timeOffset="-200528.877">29520 8675,'4'30,"2"1,0-1,2 0,1-1,2 0,0 0,2-1,14 22,-25-47,-1 0,1 1,-1-1,1 0,0 0,0 0,0 0,1-1,-1 1,1 0,0-1,-1 0,1 0,0 0,0 0,0 0,1 0,-1-1,0 1,1-1,-1 0,1 0,-1-1,1 1,-1-1,1 1,-1-1,1 0,0 0,-1-1,1 1,-1-1,1 0,0 0,4-6,-1 0,0-1,-1 0,0 0,0 0,0-1,-1 0,-1 0,1 0,-1-1,-1 1,0-1,0 0,-1 0,0 0,-1-5,1 9,5-28,-3 10,1-1,2 1,0 1,1-1,2 1,0 1,7-11,2 8</inkml:trace>
  <inkml:trace contextRef="#ctx0" brushRef="#br1" timeOffset="-199328.914">30229 8714,'-14'-7,"8"3,0 0,0 0,0 1,-1 0,1 0,-1 0,0 1,0 0,0 0,0 1,0 0,0 0,0 1,-1 0,1 0,0 0,0 1,0 0,0 1,0-1,0 1,-2 2,4-2,0 1,1 0,-1 0,1 0,0 0,0 1,0 0,0 0,1 0,0 0,-1 0,2 1,-1-1,0 1,1 0,0 0,0 0,0 0,1 0,0 1,0-1,0 0,1 0,-1 1,1-1,0 1,1-1,0 0,-1 0,2 1,-1-1,1 0,-1 0,1 0,1 0,-1 0,1-1,0 1,0-1,0 1,2 1,1-2,0 1,0-1,0-1,1 1,-1-1,1-1,0 1,0-1,0 0,0 0,0-1,0 0,0 0,1-1,-1 0,0 0,0-1,1 0,-1 0,0-1,0 0,0 0,0 0,-1-1,1 0,-1 0,1-1,-1 0,0 0,-1 0,1-1,-1 0,1 0,-2 0,1-1,0 0,-1 0,0 0,-1 0,1-1,-1 1,0-1,-1 0,0 0,0 0,0 0,-1 0,0-5,-13 42,11-25,1 1,0-1,0 1,0 0,0-1,1 1,0-1,0 1,1-1,0 1,0-1,0 0,0 0,1 0,0 0,0 0,0-1,0 1,1-1,0 0,0 0,0 0,0-1,1 1,-1-1,1 0,0 0,0-1,0 1,0-1,0 0,1-1,-1 1,1-1,-1 0,1 0,-1-1,2 0,-4 0,1 0,0 0,-1 0,1-1,-1 0,1 1,-1-1,1-1,-1 1,1 0,-1-1,0 0,0 0,0 0,0 0,0 0,0-1,-1 1,1-1,-1 1,1-1,-1 0,0 0,0 0,-1 0,1-1,0 1,-1 0,0-1,0 1,1-4,10-115,-12 118,-1-29,7-57,-5 89,0 0,0 0,0 0,1 0,-1 1,0-1,0 0,1 0,-1 1,0-1,1 1,-1-1,0 1,1-1,-1 1,1 0,-1 0,1 0,-1 0,1 0,-1 0,1 0,-1 0,0 1,1-1,-1 0,1 1,-1 0,0-1,1 1,-1 0,0-1,0 1,1 0,-1 0,0 0,0 0,0 0,7 3,49 20,-39-18,-1 0,0 2,0 0,-1 0,0 2,0 0,-1 1,-1 0,0 1,4 5,-15-13,0 1,0 0,-1 0,0 0,0 0,0 0,0 0,-1 0,0 0,0 1,0-1,-1 1,0-1,0 0,0 1,0-1,-2 5,1 34,2-41,-1-1,1 0,0 1,0-1,0 0,0 0,0 1,0-1,0 0,1 0,-1 0,1-1,0 1,-1 0,1 0,0-1,0 1,0-1,0 0,0 0,0 1,1-1,-1-1,0 1,1 0,-1 0,1-1,68 10,-62-8,-1-1,1-1,0 0,0 0,-1 0,1-1,0 0,-1-1,1 0,-1-1,1 1,-1-1,0-1,0 0,-1 0,1-1,-1 1,0-2,0 1,0-1,-1 0,0 0,0-1,-1 1,1-1,-2-1,1 1,-1-1,0 0,0 0,-1 0,0 0,0-2,-3 3,1-1,-1 0,0 1,-1-1,0 1,0-1,0 1,-1 0,0-1,-1 1,-2-5,4 9,-1 0,1 0,-1 0,0 0,1 0,-1 1,-1-1,1 1,0-1,-1 1,1 0,-1 0,0 0,0 0,1 0,-1 1,0-1,-1 1,1 0,0 0,0 0,0 0,-1 1,1-1,0 1,-1 0,0 0,0 0,1 1,-1-1,1 1,-1 0,1 0,0 1,-1-1,1 1,0-1,0 1,0 0,0 0,1 0,-1 1,0-1,1 1,0-1,-1 1,1 0,0 0,1 0,-1 0,0 0,1 0,0 1,-1-1,1 1,1-1,-1 0,0 1,1-1,0 1,0-1,0 1,0 0,0-1,1 1,0-1,-1 0,1 1,1-1,-1 0,0 1,1-1,0 0,-1 0,1 0,1 0,9 8,0-1,1-1,0 0,0 0,1-1,0-1,1-1,0 0,0-1,0 0,0-1,1-1,-1 0,1-2,13 1,2 3,0-2,1-1,-1-1,1-2,-1-1,8-2,-35 4,-1-1,1 1,-1 0,0-1,0 0,1 0,-1 0,0 0,0 0,0-1,0 1,0-1,0 0,0 0,-1 0,1 0,-1-1,1 1,-1 0,0-1,0 0,0 0,0 1,-1-1,1 0,-1 0,1-1,-1 1,0 0,-1 0,1-1,0 1,-1 0,0-1,0 1,0 0,0-1,0 1,-1 0,1-1,-1-1,-2 0,0 0,0 1,-1-1,1 0,-1 1,0 0,0 0,0 0,-1 0,1 1,-1-1,0 1,0 1,0-1,-1 1,1-1,0 1,-1 1,0-1,1 1,-1 0,0 1,-3-1,5 0,1 1,-1 0,1-1,-1 2,1-1,-1 0,0 1,1-1,0 1,-1 0,1 0,-1 0,1 1,0-1,0 1,0 0,0-1,0 2,0-1,1 0,-1 0,0 1,1 0,0-1,0 1,0 0,0 0,0 0,0 0,1 0,0 1,0-1,-1 0,2 1,-1-1,0 1,1-1,-1 3,2 0,-1 0,1 0,0 0,0 0,1 0,-1 0,1-1,0 1,1-1,0 1,0-1,0 0,0 0,1 0,0 0,0-1,0 1,0-1,1 0,0-1,0 1,0-1,4 2,-2 0,0-1,1 0,0-1,0 0,0 0,0 0,0-1,0-1,1 1,-1-1,0-1,1 1,-1-2,1 1,-1-1,8-1,-11-1,0 0,1 0,-1 0,-1 0,1-1,0 0,-1 0,0 0,0-1,0 1,-1-1,1 0,-1 0,0 0,0 0,-1-1,0 1,0-1,0 1,0-1,-1 0,0 0,0 0,-1 0,0 0,0 0,0 1,-1-1,1 0,-1 0,-1 0,0 0,2 6,0 0,0 0,0 1,0-1,-1 0,1 0,0 1,0-1,-1 0,1 0,0 0,0 0,-1 0,1 1,0-1,0 0,-1 0,1 0,0 0,-1 0,1 0,0 0,0 0,-1 0,1 0,0 0,-1 0,1 0,0 0,0 0,-1 0,1 0,0-1,-1 1,1 0,0 0,0 0,0 0,-1-1,1 1,0 0,0 0,-1 0,1-1,0 1,0 0,0 0,0-1,0 1,-1 0,1 0,0-1,0 1,0 0,0 0,0-1,0 1,0 0,0-1,0 1,0-1,-8 26,7-19,1 0,0 0,0 0,1-1,0 1,0 0,0 0,0 0,1-1,0 1,0-1,1 1,0-1,0 0,0 0,0 0,1-1,-1 1,1-1,1 0,-1 0,1 0,1 1,7 5,1-1,-1 0,2-2,-1 1,1-2,0 0,0 0,1-2,91 15,-62-17</inkml:trace>
  <inkml:trace contextRef="#ctx0" brushRef="#br1" timeOffset="-197067.53">26044 10399,'74'-39,"-1"-3,-3-3,26-24,-70 50,-2-2,-1 0,0-2,-2 0,14-21,-29 37,0-1,-1 0,0-1,0 1,-1-1,0 0,-1 0,0 0,-1-1,1 1,-2-1,1 0,-1 1,-1-1,0 0,0 1,-1-1,0 0,-1 1,-1-7,0 9,0-1,-1 1,0 0,0 0,0 1,-1-1,0 1,0 0,0 0,-1 1,0 0,0 0,0 0,-1 0,1 1,-1 0,0 1,-1-1,1 2,-1-1,1 1,-1 0,0 0,1 1,-1 0,0 0,0 1,0 0,0 1,0-1,0 2,1-1,-1 1,0 0,1 1,-1-1,1 2,0-1,0 1,0 0,1 0,-1 1,1 0,0 0,-4 5,1 5,0 2,2-1,0 1,0 0,2 0,0 1,1 0,1 0,1 0,0 0,1 0,1 0,1 0,1 1,0-1,1 0,1-1,5 14,-2-1,2 1,1-2,1 1,2-1,1-1,7 10,-15-27,1 0,1 0,0-1,0 0,1 0,0-1,1-1,0 1,1-1,-1-1,1 0,1-1,-1 0,1 0,0-1,9 2,-16-6,1 0,-1 0,1 0,-1-1,1 1,-1-1,1-1,-1 1,1-1,-1 0,0 0,1-1,-1 1,0-1,0 0,0-1,0 1,0-1,-1 0,1 0,-1-1,0 1,0-1,0 0,0 0,-1 0,1-1,-1 1,0-1,-1 0,1 0,1-4,6-14,-1 0,0 0,-2-1,-1 0,-1-1,-1 1,0-18,-12 81,7-31,0-1,1 0,0 1,0-1,0 0,1 0,1 1,-1-1,1 0,0 0,1 0,-1-1,1 1,1-1,-1 1,1-1,0 0,1 0,-1-1,1 1,0-1,1 0,-1 0,1-1,0 0,0 0,0 0,1 0,-1-1,4 1,-2-2,0-1,0 0,1 0,-1 0,0-1,0-1,0 1,1-1,-1-1,0 1,0-1,0-1,-1 0,1 0,0 0,-1-1,0 0,0 0,0-1,0 0,-1 0,0 0,0-1,0 0,-1 0,0-1,0 0,-1 0,0 0,0 0,3-6,34-90,-40 103,-1 1,0-1,0 0,0 0,1 0,-1 0,0 0,0 0,1 0,-1 0,0 0,0 0,1 0,-1 0,0 0,0 0,0 0,1 0,-1 0,0 0,0 0,1 0,-1 0,0 0,0 0,1 0,-1-1,0 1,0 0,0 0,0 0,1 0,-1-1,0 1,0 0,0 0,0 0,0-1,1 1,-1 0,0 0,0 0,0-1,0 1,0 0,0 0,0-1,0 25,0-18,1 117,0-118,0 1,1-1,0 1,0-1,0 0,1 1,0-1,0 0,0-1,0 1,1 0,0-1,0 0,0 0,0 0,1 0,-1-1,1 0,0 0,3 1,7 2,1 0,0-1,0-1,0-1,1 0,-1-1,1-1,0 0,-1-1,1-1,-1-1,1 0,-1-1,1-1,-1-1,-1 0,1-1,-1 0,0-1,0-1,6-5,-14 9,-1 0,1-1,-1 0,0 0,0 0,-1-1,1 0,-1 0,-1 0,1-1,-1 1,0-1,0 0,-1-1,0 1,0-1,-6-4,-9 36,10-19,0-1,0 1,1 0,0 0,0 0,0 0,0 0,1 0,0 0,0 0,0 0,1 0,0 0,0 0,0 0,0 0,1 0,0-1,0 1,0-1,0 1,1-1,0 0,0 1,0-2,0 1,1 0,-1-1,1 1,0-1,0 0,3 1,23 5,1-5</inkml:trace>
  <inkml:trace contextRef="#ctx0" brushRef="#br1" timeOffset="-196789.263">27542 10038,'-18'0,"-11"2,-3 3,5 6,11 5,19 2,19-2,17-4,1-3</inkml:trace>
  <inkml:trace contextRef="#ctx0" brushRef="#br1" timeOffset="-195831.016">28678 9824,'-248'544,"213"-461,36-83,-1 0,0 0,1 0,-1 0,0 0,1 0,-1 0,1 0,-1 0,0 0,1 0,-1 0,0 0,1 1,-1-1,0 0,1 0,-1 0,0 0,0 1,1-1,-1 0,0 0,1 0,-1 1,0-1,0 0,0 1,1-1,-1 0,0 0,0 1,0-1,0 0,1 1,-1-1,0 0,0 1,0-1,0 0,0 1,0-1,0 1,0-1,0 0,0 1,0-1,0 0,-1 1,1-1,0 0,0 1,0-1,0 0,0 1,-1-1,1 0,0 0,0 1,0-1,-1 0,1 0,0 1,-1-1,1 0,0 0,0 0,-1 0,1 1,19-20,6-21,-2-2,-1 0,-2-1,-3-1,-1 0,6-31,-12 41,109-377,-111 386,-3 23,-3 16,-2-14,2 69,4 0,3-1,16 65,9-20,5-3,5-1,13 16,-33-62,-22-47</inkml:trace>
  <inkml:trace contextRef="#ctx0" brushRef="#br1" timeOffset="-195543.749">28344 10105,'25'0,"26"0,23 0,20 0,11 0,0 0,-14 0,-23 0</inkml:trace>
  <inkml:trace contextRef="#ctx0" brushRef="#br1" timeOffset="-193694.798">29707 10573,'3'20,"2"18,1 17,-1 10,-1 5,-2 3,-7-3,-10-4,-2-13</inkml:trace>
  <inkml:trace contextRef="#ctx0" brushRef="#br1" timeOffset="-192684.509">30643 10252,'-11'-5,"0"0,-1 0,1 1,-1 1,0 0,0 0,0 1,0 1,-9 0,16 1,0 0,0 0,0 1,0 0,1 0,-1 0,0 0,0 1,1 0,-1 0,1 0,0 0,0 1,0 0,0 0,0 0,0 0,1 1,-1-1,1 1,0 0,0 0,0 0,1 0,-1 1,2-3,0 1,-1-1,1 1,0 0,0-1,1 1,-1 0,1-1,-1 1,1 0,0 0,0-1,0 1,0 0,0 0,1-1,-1 1,1 0,0-1,0 1,0 0,0-1,0 1,0-1,1 1,-1-1,1 0,0 0,0 0,0 0,0 0,0 0,0 0,0-1,0 1,1-1,-1 1,1-1,-1 0,1 0,0 0,-1 0,1-1,2 1,4 1,-1 0,1-1,0 0,0 0,0-1,0-1,0 1,-1-1,1-1,0 1,0-2,-1 1,1-1,-1 0,0-1,0 0,0 0,-1-1,1 0,-1 0,0-1,-1 0,2-1,-8 7,0 1,0-1,0 1,0-1,0 1,0-1,0 1,0-1,0 1,1-1,-1 1,0-1,0 1,1-1,-1 0,0 1,0-1,1 1,-1-1,1 0,-1 1,0-1,1 0,-1 1,1-1,-1 0,0 0,1 0,-1 1,1-1,-1 0,1 0,-1 0,1 0,-1 0,1 0,-1 0,1 0,-1 0,1 0,-1 0,1 0,-1 0,1 0,-1 0,1-1,-1 1,1 0,-1 0,1-1,-1 1,0 0,1-1,-1 5,0 1,0-1,0 0,0 0,1 0,0 0,0 0,0 0,0 0,0 0,1 0,0 0,0-1,0 1,0 0,1-1,-1 0,1 0,0 0,0 0,0 0,0 0,0-1,1 1,-1-1,1 0,0 0,0-1,-1 1,1-1,0 1,0-1,0 0,1-1,-1 1,0-1,2 0,-3 0,-1-1,1 1,0-1,-1 0,1 0,-1 0,1 0,-1 0,1-1,-1 1,0-1,0 1,1-1,-1 0,-1 0,1 0,0 0,0 0,-1 0,1-1,-1 1,0-1,1 1,-1-1,0 1,0-2,13-72,-13 75,1-50,-2 39,0 0,0 1,1-1,0 0,1 1,1-1,0 1,0 0,1 0,1 0,2-4,-6 13,0 0,0 1,1-1,-1 0,1 1,-1-1,1 1,-1 0,1 0,0-1,-1 1,1 0,0 0,0 1,0-1,0 0,0 1,0-1,0 1,0-1,0 1,0 0,0 0,0 0,0 0,0 0,0 1,0-1,0 1,0-1,0 1,0 0,0-1,0 1,-1 0,2 1,58 49,-41-31,-1 1,-1 1,-1 1,-1 1,-1 0,-1 1,-1 0,-1 1,4 17,-16-41,0 0,1-1,-1 1,0 0,1-1,-1 1,1-1,-1 1,1 0,0-1,0 1,-1-1,1 0,0 1,0-1,1 0,-1 0,0 1,0-1,1 0,-1 0,0 0,1 0,-1-1,1 1,-1 0,1-1,0 1,-1-1,1 1,-1-1,1 0,0 0,-1 1,2-1,11-3,-1-1,0 0,1-1,-2 0,1-1,-1 0,0-1,0-1,4-3,-13 9,10-6,0 0,-1-1,1-1,-2 0,1 0,-1-1,-1-1,0 0,-1 0,0-1,-1 0,0-1,-1 1,-1-1,0-1,1-6,-6 19,0 0,-1 0,1 0,0 0,-1 0,0 0,1 0,-1 0,0 0,0 0,0 0,0 0,-1 0,1-1,0 1,-1 0,0 0,1 1,-1-1,0 0,0 0,0 0,0 0,0 1,0-1,-1 1,1-1,-1 1,1-1,-1 1,1 0,-1-1,0 1,0 0,1 0,-1 0,0 1,0-1,0 0,0 1,0-1,0 1,0 0,0-1,0 1,0 0,0 0,0 1,-1-1,1 0,0 1,0-1,0 1,-4 2,0 0,0 1,0 0,0 0,1 0,-1 1,1-1,0 1,1 0,-1 1,1-1,0 1,0 0,1 0,0 0,0 1,0-1,1 1,0-1,0 1,1 0,0 0,0 0,0 0,1-1,0 1,0 0,1 0,0 0,0 0,1 0,0 0,0-1,1 1,4 7,1-1,1 0,0 0,1-1,0 0,1-1,0 0,1-1,0 0,1-1,0 0,0-1,1 0,0-1,5 1,38 20</inkml:trace>
  <inkml:trace contextRef="#ctx0" brushRef="#br1" timeOffset="-191401.38">25870 11776,'1'-3,"-1"0,0 0,0-1,0 1,-1 0,1 0,-1 0,1 0,-1 0,0 0,0 0,-1 0,1 0,0 0,-1 1,0-1,0 1,0-1,0 1,0-1,0 1,0 0,-1 0,1 0,-1 1,0-1,1 0,-1 1,0 0,0-1,0 1,0 1,0-1,0 0,0 1,0-1,-1 1,1 0,0 0,0 0,0 1,-1-1,-3 2,0 0,1 1,0-1,-1 1,1 1,0-1,0 1,1 0,-1 0,1 1,0 0,0 0,1 0,-1 0,1 1,0-1,1 1,-1 0,1 1,0-1,1 0,-1 1,1 0,1-1,-1 1,1 0,0 0,1 0,0 0,0 0,0-1,1 1,0 0,0 0,1 0,0-1,0 1,0 0,1-1,0 0,0 0,1 0,0 0,0 0,0-1,0 0,1 1,10 2,1 1,0-2,0 0,0-1,1-1,-1 0,1-1,1-1,-1-1,0 0,1-1,-1-1,1-1,-1 0,0-1,0-1,0-1,7-2,-2 2,-1-1,0-1,0-1,0-1,-1-1,0 0,-1-2,0 0,-1-1,0-1,-1-1,0 0,-1-1,-1-1,0-1,2-3,-16 19,0 0,1 0,-1 0,0-1,0 1,0 0,0 0,0-1,0 1,0 0,-1-1,1 1,0-1,-1 1,1-1,-1 0,1 1,-1-1,0 1,0-1,0 0,0 1,0-1,0 0,0 1,0-1,-1 1,1-1,-1 0,1 1,-1-1,1 1,-1-1,0 1,0 0,0-1,0 1,0 0,0 0,0-1,0 1,-1 0,1 0,0 0,-1 0,0 0,-7 1,0 1,0 0,0 0,1 1,-1 0,0 0,1 1,0 0,0 1,0 0,0 0,0 1,1 0,0 0,0 0,0 1,1 0,-2 2,3-3,0 0,0 0,0 0,1 1,0 0,0-1,0 2,1-1,0 0,0 1,0-1,1 1,0 0,0 0,1 0,0 0,0 0,0 0,1 0,0 0,1 0,0 0,0 1,1 1,2-5,0-1,0 1,0 0,1-1,0 0,-1 0,1-1,0 1,0-1,1 0,-1-1,0 1,1-1,-1 0,1 0,-1-1,1 1,-1-1,1 0,0-1,-1 0,1 1,-1-2,0 1,1-1,-1 0,0 0,0 0,0 0,0-1,5-1,-1 0,0-1,0 0,0 0,-1-1,0 0,0 0,0-1,-1 0,0-1,0 1,-1-1,0-1,0 1,-1-1,0 0,-1 0,0 0,2-6,-6-7,-11 35,6 6,1 0,1 0,0 0,1 0,1 0,1 0,2 18,-1-34,0 1,0 0,0 0,1 0,-1-1,1 1,0-1,0 1,0-1,0 0,1 0,-1 0,1 0,0 0,0 0,0-1,0 1,0-1,1 0,-1 0,1 0,-1-1,1 1,0-1,-1 0,1 0,0 0,0 0,0-1,0 1,0-1,0 0,0 0,0-1,0 1,-1-1,1 0,1 0,24-16,-25 8</inkml:trace>
  <inkml:trace contextRef="#ctx0" brushRef="#br1" timeOffset="-190800.486">27622 11950,'14'-8,"8"-3,-1-2,-1 0,0 0,0-2,-2-1,17-17,-33 32,0 0,0-1,-1 1,1-1,-1 1,1-1,-1 0,1 0,-1 0,0 1,0-1,0 0,0 0,0-1,0 1,-1 0,1 0,-1 0,1 0,-1-1,0 1,0 0,0 0,0-1,0 1,0 0,-1 0,1-1,-1 1,0 0,0 0,1 0,-1 0,-1 0,1 0,0 0,0 0,-1 0,0 0,-4 0,0 1,0 0,-1 0,1 1,0-1,0 1,0 1,-1-1,1 1,0 0,0 1,0-1,0 1,0 0,0 1,1 0,-1-1,1 2,0-1,0 1,0-1,0 2,0-1,1 0,0 1,0 0,0 0,-1 1,0 0,0 0,1 0,0 1,0-1,0 1,1 0,0 0,1 1,0-1,0 0,0 1,1 0,0-1,0 1,1 0,0-1,1 1,-1 0,1-1,1 1,0-1,0 1,0-1,1 0,0 0,0 0,1 0,0 0,0-1,0 0,1 0,3 4,3-3,1 0,-1 0,1-2,0 1,1-1,-1-1,1 0,0-1,0 0,0-1,0-1,0 0,0-1,1 0,-1-1,0 0,0-1,0-1,12-3,25-9</inkml:trace>
  <inkml:trace contextRef="#ctx0" brushRef="#br1" timeOffset="-190415.979">28050 11762,'22'0,"1"-1,-1-1,0-2,0 0,0-1,0-1,-1 0,0-2,0-1,6-4,-16 7,0-1,0 0,0-1,-1 0,-1 0,1-1,-1-1,-1 1,0-2,0 1,-1-1,0 0,-1 0,0-1,-1 0,0 0,-1 0,1-5,-2 3,0 1,-1-1,-1 0,0 0,-1 1,-1-1,-1-11,2 21,-1-1,0 0,0 1,0-1,0 1,-1 0,0-1,0 1,0 0,0 0,-1 0,1 0,-1 1,0-1,0 1,-1-1,1 1,-1 0,1 1,-1-1,0 0,0 1,0 0,-4-1,5 2,-1 0,0 0,0 1,0-1,1 1,-1 0,0 0,0 0,0 1,0-1,1 1,-1 0,0 0,1 1,-1-1,1 1,-1-1,1 1,-1 0,1 1,0-1,0 0,0 1,1 0,-1-1,0 1,1 0,-1 1,-5 8,0-1,0 2,1-1,1 1,0 0,0 0,1 3,-12 50,4 2,2-1,3 2,4-1,2 1,3 1,-1-55,0 485,0-476,-2 1,0 0,-2-1,-1 1,0-1,-6 13,-5-1</inkml:trace>
  <inkml:trace contextRef="#ctx0" brushRef="#br1" timeOffset="-190063.832">27956 12244,'142'-37,"-81"24,-1-3,-1-3,0-3,15-9,-65 27,0 0,0 0,-1-1,0 0,0-1,0 1,0-2,-1 1,0-1,-1 0,1 0,-1-1,-1 0,1 0,-2-1,1 1,-1-1,0 0,-1 0,0 0,0-1,-1 1,0-1,0-2,-2 10,0 0,0 0,0-1,0 1,0 0,-1 0,1 0,0 0,-1 0,0 0,1 0,-1 1,0-1,0 0,0 0,0 0,0 1,-1-1,1 1,0-1,-1 1,1-1,-1 1,0 0,1 0,-1 0,0 0,0 0,0 0,0 0,1 0,-1 1,0-1,0 1,0 0,-1-1,1 1,0 0,0 0,0 0,0 1,0-1,0 0,0 1,0-1,0 1,0 0,0-1,1 1,-1 0,0 0,0 0,0 1,-6 6,1 0,0 0,1 0,0 1,0 0,1 0,0 0,1 1,0 0,0 0,1 0,0 0,1 0,0 1,0 9,1-14,0 0,0 0,0 0,1 0,-1 0,1 0,1 0,-1 0,1 0,1-1,-1 1,1 0,-1 0,2-1,-1 1,1-1,0 1,0-1,0 0,1 0,-1 0,1-1,0 0,5 4,77 20,-38-23</inkml:trace>
  <inkml:trace contextRef="#ctx0" brushRef="#br1" timeOffset="-189569.461">29053 11950,'-9'-2,"1"0,-1 0,0 1,0 1,1-1,-1 1,0 1,1 0,-1 0,0 0,1 1,-1 1,1-1,0 1,0 1,0 0,0 0,1 0,-1 1,1 0,0 0,1 1,-5 4,9-7,0-1,1 1,-1 0,1 0,0 0,0 0,0 0,0 0,0 0,1 0,0 0,-1 1,1-1,0 0,0 0,1 0,-1 1,1-1,-1 0,1 0,0 0,0 0,1 0,-1 0,0 0,1-1,0 1,0 0,0-1,0 1,0-1,0 0,4 4,1 0,-1-1,1 1,0-2,1 1,-1-1,1 0,0 0,0-1,0 0,5 0,0 0,0 0,0-2,1 0,-1 0,1-1,-1-1,0 0,1-1,-1 0,0-1,0-1,0 0,0-1,-1 0,0 0,0-2,0 0,-1 0,0-1,0 0,-1 0,0-2,-1 1,0-1,0 0,-1-1,0 0,-1-1,-1 1,1-1,-2-1,3-7,3-19,-2-1,-2 0,-2 0,-1-1,-2 1,-2-1,-1 0,-3-4,3 41,0-24,-1 1,-1-1,-1 1,-2 0,-6-17,12 43,0 0,0 0,0-1,0 1,0 0,0-1,0 1,-1 0,1-1,0 1,-1 0,1 0,-1-1,0 1,1 0,-1 0,0 0,1 0,-1 0,0 0,0 0,0 0,0 0,0 0,0 1,0-1,-1 0,1 1,0-1,0 1,0-1,-1 1,1 0,0-1,-1 1,1 0,0 0,-1 0,1 0,0 0,0 0,-1 0,1 0,0 1,-1-1,1 0,0 1,0-1,-1 1,1 0,0-1,0 1,0 0,0-1,-6 11,1 0,1 1,0-1,0 1,1 0,1 0,0 0,1 1,0-1,0 2,2-9,-6 32,2 0,2 0,1 0,2 0,1 0,2 0,2 0,2-1,0 0,3 0,1-1,1 0,18 30,-23-49,1-1,0 0,1-1,1 0,0 0,1-1,1 0,0-1,0-1,1 0,1-1,0-1,0 0,1-1,0 0,0-1,0-1,1-1,15 3,5-9,-9-6</inkml:trace>
  <inkml:trace contextRef="#ctx0" brushRef="#br1" timeOffset="-189277.244">29025 11642,'23'-3,"28"0,30 1,24-1,17 2,9 0,-3 0,-23 1</inkml:trace>
  <inkml:trace contextRef="#ctx0" brushRef="#br1" timeOffset="-186059.872">26138 13447,'-13'-7,"-1"1,0 1,0 1,0 0,0 1,-1 0,1 1,-1 0,0 2,1 0,-1 0,0 1,-6 2,11-1,1 0,0 0,-1 1,1 1,0-1,1 1,-1 1,1 0,0 0,0 0,0 1,1 0,0 1,0 0,0 0,1 0,0 1,1 0,-1 0,-2 8,5-13,1 1,0 0,0 0,0 0,0 0,1 0,-1 1,1-1,0 0,1 1,-1-1,1 1,0-1,0 0,0 1,0-1,1 1,0-1,0 0,0 1,0-1,1 0,0 0,0 0,0 0,0 0,0 0,1-1,0 1,0-1,0 0,0 0,0 0,1 0,-1 0,1-1,0 1,0-1,2 1,0-1,1 1,-1-2,1 1,0-1,-1 0,1 0,0 0,0-1,-1 0,1-1,0 0,0 0,-1 0,1-1,-1 1,1-2,-1 1,0-1,0 0,0 0,2-2,2-1,-1-1,0 0,-1 0,1 0,-1-2,-1 1,1-1,-2 0,1 0,-1 0,-1-1,1 0,-1-3,6-17,-2-2,-1 1,-2-1,2-31,-9 75,-3 110,5-116,0 0,0-1,0 0,1 1,0-1,0 0,0 0,1 0,0 0,0 0,0-1,0 1,1-1,0 0,-1 0,2 0,-1 0,0-1,1 0,0 0,-1 0,4 1,3 0,1-1,0 0,0 0,0-1,1-1,-1 0,0 0,1-1,-1-1,1 0,-1-1,0 0,0-1,0-1,0 0,-1 0,1-1,-1 0,0-1,-1 0,1-1,-1 0,-1-1,1 0,-1-1,-1 0,1 0,-1 0,-1-1,0-1,-1 1,0-1,0 0,-1 0,0-1,-1 1,-1-1,1-3,-9-11,-16 39,16-7,1 1,0 0,0-1,1 1,0 0,0 1,0-1,1 1,0-1,0 1,1-1,0 1,1 0,-1 0,2 0,-1-1,1 1,0 0,0-1,1 1,0 0,1-1,0 0,0 0,0 0,1 0,0 0,0-1,1 1,0-1,0 0,0-1,1 1,1 0,-1-2,0-1,0 0,0 0,1 0,-1-1,1 0,-1-1,1 1,0-1,0 0,-1-1,1 0,0 0,0 0,0-1,0 0,-1 0,1-1,0 0,-1 0,0 0,1-1,-1 0,0-1,0 1,0-1,2-2,5-5,0 0,0 0,-1-1,-1-1,0 0,-1-1,-1 0,0 0,0-1,3-11,7-12,-18 73,-2-33,-1 23,1 0,1-1,1 1,1 0,2 6,-3-25,0-1,0 1,1 0,0-1,0 0,0 1,1-1,0 0,-1 0,2 0,-1-1,1 1,-1-1,1 1,1-1,-1-1,0 1,1 0,0-1,0 0,0 0,0-1,0 1,0-1,5 1,-3-2,0 0,0 0,0 0,0-1,0 0,0-1,0 1,0-2,0 1,0 0,0-1,-1-1,1 1,-1-1,1 0,-1 0,0-1,0 0,-1 0,3-2,4-4,1-1,-2-1,0 0,0 0,-1-1,-1 0,0 0,3-8,12-35,-2-2,-2 0,-4-1,-1-1,-4-1,3-49,-10 86,19-185,-23 173,0 36,0 0,-1 0,1 1,0-1,-1 0,1 0,0 0,-1 0,1 0,0 0,-1 0,1 0,0 1,-1-1,1 0,0 0,-1 0,1-1,0 1,-1 0,1 0,0 0,-1 0,1 0,0 0,-1 0,1 0,0-1,0 1,-1 0,1 0,0 0,0-1,-1 1,1 0,0 0,0-1,-1 1,1 0,0-1,0 1,0 0,0-1,0 1,-1 0,1-1,0 1,0 0,-6 17,1 0,0 0,1 1,1 0,1-1,-1 16,2-18,-6 59,3 0,3 1,4-1,3 0,3 2,-8-63,1 1,0-1,1 0,1 0,0 0,0 0,1-1,1 0,0 0,1 0,0-1,0 0,2 0,-1-1,1 0,1 0,0-1,0 0,0-1,5 2,-12-9,0 1,0-1,0 0,0 0,0-1,0 1,1 0,-1-1,0 0,0 0,1 0,-1 0,0-1,0 1,1-1,-1 0,1 0,17-10</inkml:trace>
  <inkml:trace contextRef="#ctx0" brushRef="#br1" timeOffset="-185794.002">27167 13059,'-18'-2,"-11"-1,-2 0,8 3,15 3,23 5,26-1,30 0,23-2,18-2,6 1,-3 3,-22-1</inkml:trace>
  <inkml:trace contextRef="#ctx0" brushRef="#br1" timeOffset="-185599.018">27756 13634,'-2'93,"3"-91,-1 1,0-1,1 0,0 1,0-1,0 0,0 0,0 1,0-1,0 0,1 0,-1 0,1 0,-1-1,1 1,0 0,0-1,0 1,0-1,0 1,0-1,0 0,0 0,0 0,1 0,-1-1,0 1,1 0,-1-1,1 0,-1 1,0-1,1 0,-1 0,3-1,2 0,-1 0,1 0,-1-1,0 0,1 0,-1-1,0 0,0 0,0 0,-1-1,1 1,-1-1,0-1,0 1,0-1,-1 0,1 0,-1 0,0-1,-1 1,1-1,0-3,1 0,-1 0,0 0,0 0,-1-1,-1 0,1 1,-1-1,-1 0,0 0,0 0,-1 0,-1 0,1 0,-3-8,3 15,-1-1,0 1,0-1,0 1,-1 0,1-1,-1 1,0 0,0 0,0 0,0 0,0 0,0 1,-1-1,0 1,1-1,-1 1,0 0,0 0,0 0,0 1,-1-1,1 1,0 0,-1 0,1 0,-1 0,1 0,-1 1,0-1,1 1,-1 0,1 0,-1 1,1-1,-1 1,0-1,1 1,0 0,-1 1,1-1,0 0,-1 1,1 0,0 0,0 0,0 0,1 0,-1 1,0-1,-1 3,1-1,-1 1,1-1,0 1,1 0,-1-1,1 1,0 0,0 1,0-1,1 0,0 0,0 1,0-1,1 1,0-1,0 1,0-1,0 0,1 1,0-1,0 1,1-1,-1 0,1 0,2 3,12 23</inkml:trace>
  <inkml:trace contextRef="#ctx0" brushRef="#br1" timeOffset="-185097.319">28156 13634,'13'-208,"-13"206,0 0,0 0,0 0,0 0,0 0,1 0,-1 0,1 0,-1 0,1 0,0 0,0 0,0 0,0 0,0 1,0-1,0 0,1 1,-1-1,0 0,1 1,0 0,-1-1,1 1,0 0,-1 0,1 0,0 0,0 0,0 1,0-1,0 0,0 1,0-1,0 1,0 0,0 0,0 0,1 0,-1 0,2 1,7-1,0 1,0 1,0 0,-1 1,1 0,-1 0,1 1,-1 1,0 0,0 0,-1 1,0 0,0 0,0 1,-1 0,1 1,-2 0,1 0,-1 1,-1 0,0 0,0 0,0 1,-1 0,-1 0,0 0,2 8,10 150,-16-165,1-1,0 0,0 1,-1-1,1 0,0 0,1 0,-1 0,0 0,1 0,-1 0,1 0,-1-1,1 1,0 0,0-1,0 0,0 1,0-1,0 0,0 0,0 0,0 0,1 0,-1-1,0 1,1-1,-1 1,0-1,1 0,-1 0,0 0,1 0,-1-1,1 1,-1 0,0-1,0 0,1 1,-1-1,0 0,0 0,0-1,0 1,0 0,17-9,-1 0,0-1,-1 0,-1-2,0 0,0-1,-1 0,-1-1,-1-1,0 0,-1-1,10-17,-17 26,0 0,-1 0,0 0,0 0,-1-1,0 0,0 0,-1 0,0 0,-1 0,0 0,0-6,-1 13,-1 1,0-1,1 0,-1 1,0-1,0 0,0 1,0-1,0 1,0-1,-1 1,1 0,0-1,-1 1,1 0,-1 0,1 0,-1 0,0 0,1 1,-1-1,0 0,1 1,-1-1,0 1,0 0,0-1,0 1,1 0,-1 0,0 0,0 0,0 1,0-1,1 0,-1 1,0-1,0 1,1 0,-1 0,0 0,1-1,-1 1,1 1,-1-1,1 0,-1 0,1 0,0 1,0-1,0 1,0-1,0 1,0 0,-4 1,0 1,1 0,0 0,0 0,0 0,0 1,1-1,-1 1,1 0,0 0,1 0,-1 1,1-1,0 1,1-1,-1 1,1 0,0-1,1 1,-1 0,1 0,0 0,0-1,1 1,0 0,0 0,0-1,1 1,0 0,0-1,0 0,1 1,-1-1,1 0,1 0,-1-1,1 1,0-1,0 1,0-1,0-1,1 1,3 2,31 10,0-5</inkml:trace>
  <inkml:trace contextRef="#ctx0" brushRef="#br1" timeOffset="-184224.138">29347 13313,'-49'-6,"1"2,-1 2,-35 4,20 11,63-12,0-1,-1 1,1-1,0 1,0 0,0 0,0-1,0 1,0 0,0 0,0 0,0 0,1 0,-1 0,0 0,0 0,1 0,-1 1,1-1,-1 0,1 0,0 1,-1-1,1 0,0 0,0 1,0-1,0 0,0 1,0-1,0 0,0 1,1-1,-1 0,0 0,1 1,-1-1,1 0,-1 0,1 0,0 0,0 1,-1-1,1 0,0 0,1 0,9 13,2 0,0-1,0 0,1-1,0-1,5 2,48 43,-58-48,-1 1,0 0,0 1,-1-1,-1 2,0-1,0 1,2 7,-6-14,0 1,-1-1,0 0,0 1,0 0,0-1,-1 1,0-1,0 1,0-1,-1 1,1 0,-1-1,0 1,0-1,-1 0,1 1,-1-1,0 0,0 0,-1 0,1 0,-3 3,1-3,0 1,1-1,-1 0,-1-1,1 1,-1-1,1 0,-1 0,0 0,0-1,0 0,0 1,-1-2,1 1,-3 0,7-3,0 1,0 0,0-1,0 1,0 0,0-1,0 0,0 1,0-1,0 0,0 1,0-1,0 0,1 0,-1 1,0-1,1 0,-1 0,0 0,1 0,-1 0,1 0,0 0,-1 0,1 0,0-1,0 1,-1 0,1 0,0 0,0 0,0 0,0 0,1 0,-1-1,0 1,0 0,1 0,-1 0,1 0,-1 0,1 0,-1 0,1 0,-1 0,1 0,0 0,0 1,-1-1,1 0,0 0,0 1,0-1,1 0,13-16,0 1,2 0,0 1,1 1,0 1,1 1,0 0,17-7,50-32,-72 41,1 0,-1-1,-1 0,0-1,-1-1,0 0,-1 0,0-1,-1-1,-1 1,0-2,-1 1,3-11,-10 25,-1 1,1 0,-1-1,1 1,-1-1,0 1,1-1,-1 1,0-1,1 1,-1-1,0 1,0-1,1 1,-1-1,0 1,0-1,0 0,0 1,0-1,1 1,-1-1,-1 0,1 1,0-1,0 0,0 1,0-1,0 1,0-1,-1 1,1-1,0 1,0-1,-1 0,1 1,0-1,-1 1,1 0,-1-1,1 1,-1-1,1 1,-1 0,1-1,-1 1,1 0,-1-1,1 1,-1 0,1 0,-1 0,1-1,-1 1,0 0,1 0,-1 0,0 0,1 0,-1 0,1 0,-1 0,0 0,1 1,-1-1,1 0,-1 0,1 0,-1 1,0-1,-7 7,-1 0,2 1,-1 0,1 0,0 1,1 0,0 0,0 0,1 1,0 0,1 0,0 0,0 0,-1 10,3-14,0-1,1 1,0 0,0 0,0 0,1 1,0-1,0 0,0 0,1 0,0 0,0 0,1 0,-1 0,1 0,0-1,1 1,0-1,0 1,0-1,0 0,1 0,0 0,0-1,0 1,0-1,1 0,0 0,3 1,-1 0,0 0,1 0,0-1,-1 0,1-1,1 0,-1 0,0-1,1 0,-1 0,1-1,0 0,-1-1,1 0,0 0,-1 0,1-1,0-1,-1 0,0 0,1 0,-1-1,0 0,0-1,0 0,-1 0,1-1,-1 0,0 0,0 0,-1-1,5-6,2-10,-1 0,-1-1,-1-1,-1 0,-2 0,0-1,-2 0,0 0,0-14,-5 37,25-187,-8-2,-8-9,-10 98,1 103,-1-1,1 1,0-1,-1 1,1-1,-1 0,1 1,-1-1,1 0,-1 0,0 1,1-1,-1 0,1 0,-1 0,0 0,1 0,-1 0,1 0,-1 0,0 0,1 0,-1 0,1 0,-1 0,0 0,1 0,-1-1,1 1,-1 0,1 0,-1-1,1 1,-1 0,1-1,-1 1,1-1,-1 1,1 0,0-1,-1 1,1-1,0 1,-1-1,1 1,0-1,0 0,-1 1,1-1,0 1,0-1,-9 29,2 1,0 0,2 1,2-1,0 1,2 7,0-19,-6 98,5-1,5 0,6 19,-8-115,1 0,0 0,1 0,1 0,1-1,1 0,0 0,1 0,1-1,1 0,1 0,0-1,1 0,0-1,1 0,5 3,-14-16,-1 1,1-1,0 0,0 0,0 0,1 0,-1 0,0-1,1 1,-1-1,1 0,-1 0,1 0,0-1,-1 1,1-1,0 0,0 0,-1 0,1 0,0-1,-1 0,1 1,-1-1,1-1,-1 1,1 0,-1-1,0 0,1 0,-1 0,0 0,0 0,0 0,-1-1,1 0,14-21</inkml:trace>
  <inkml:trace contextRef="#ctx0" brushRef="#br1" timeOffset="-183961.622">29694 13006,'23'2,"23"3,22 3,20 3,13 1,8 1,-15-1</inkml:trace>
  <inkml:trace contextRef="#ctx0" brushRef="#br1" timeOffset="-183164.662">30563 13219,'-17'5,"0"0,1 0,-1 2,1 0,0 1,1 1,0 0,0 1,1 1,0 0,1 1,1 0,0 1,0 0,1 1,1 1,0-1,1 2,1-1,-1 3,7-15,0 0,0-1,1 1,-1 0,1 0,0 0,-1 0,1 0,1 0,-1 0,0 0,1 1,-1-1,1 0,0 0,0 0,1 1,-1-1,1 0,-1 0,1 0,0 1,0-1,0 0,1 0,-1-1,1 1,-1 0,1 0,0-1,0 1,0-1,1 0,-1 1,0-1,1 0,0 0,-1-1,1 1,3 1,5-1,-1 0,1 0,0-1,0-1,1 0,-1 0,0-1,0 0,-1-1,1-1,0 1,0-2,-1 1,0-2,0 1,0-1,0-1,-1 0,0 0,0-1,-1 0,1 0,-1-1,-1 0,0-1,0 1,3-7,0-18,-11 32,0 1,0 0,0 0,0 0,0 0,0 0,1 0,-1 0,0 0,0 0,0 0,0 0,0 1,0-1,0 0,0 1,0-1,1 1,-1-1,0 1,0-1,0 1,1 0,-1-1,0 1,1 0,-1-1,1 1,-1 0,1 0,-1 0,1-1,-1 1,1 0,0 1,-3 1,0 1,0 0,1 1,-1-1,1 0,0 1,0-1,1 1,-1-1,1 1,0 0,1 0,-1 0,1-1,0 1,0 0,0 0,1 0,-1 0,1-1,1 1,-1 0,0-1,1 1,0-1,0 1,1-1,-1 0,1 0,0 0,0 0,0-1,0 1,1-1,0 1,-1-1,4 1,-1 0,1-1,-1 0,0 0,1 0,0-1,0 0,0 0,0-1,0 0,0 0,0-1,0 0,0 0,0-1,0 1,0-2,0 1,0-1,0 0,0 0,-1-1,1 0,-1 0,0 0,0-1,0 0,0 0,0-1,-1 0,0 0,0 0,2-3,1-9,0-1,-1 0,-1 0,0 0,-2-1,0 1,-1-1,-1 0,0 0,-2 0,0-1,-2 0,-10-111,12 131,1 0,-1 1,0-1,1 0,-1 1,1-1,-1 0,1 1,-1-1,1 0,-1 0,1 1,-1-1,1 0,-1 0,1 0,0 0,-1 0,1 0,-1 0,1 0,-1 0,1 0,-1 0,1 0,0 0,-1 0,1-1,-1 1,1 0,-1 0,1-1,-1 1,1 0,-1-1,0 1,1 0,-1-1,1 1,-1-1,0 1,1 0,-1-1,0 1,1-1,-1 1,0-1,0 0,0 1,0-1,1 1,-1-1,0 1,0-1,0 1,0-1,0 0,0 1,0-1,0 1,-1-1,1 1,0-1,200 121,-199-120,2 1,0 0,0 0,0 1,0-1,0 1,0 0,0-1,-1 1,1 1,-1-1,1 0,-1 0,0 1,0 0,0-1,0 1,0 0,-1 0,1 0,-1 0,0 0,0 0,0 0,0 0,-1 1,1-1,-1 0,0 1,0-1,0 0,0 1,-11 30,-12 59,23-90,0 0,1 1,-1-1,1 0,-1 1,1-1,0 0,0 0,1 0,-1 0,1 0,-1 0,1 0,0 0,0 0,0-1,0 1,1-1,-1 0,1 0,-1 1,1-2,0 1,0 0,0 0,0-1,0 1,10 2,0 0,0-1,0 0,0-1,1 0,-1-1,1-1,-1 0,0-1,1 0,-1-1,0-1,0 0,0 0,0-1,12-6,-15 5,0 0,0-1,-1 0,1-1,-1 0,-1 0,0-1,0 0,0 0,-1-1,0 0,0 0,-1-1,-1 0,0 0,0 0,-1-1,0 1,0-1,-2 0,1-3,-2 12,0 0,0 0,-1 1,1-1,-1 0,1 0,-1 0,0 1,1-1,-1 0,0 0,0 0,-1 0,1 0,0 1,0-1,-1 0,0 0,1 0,-1 1,0-1,0 0,1 1,-1-1,-1 1,1-1,0 1,0-1,0 1,-1 0,1-1,-1 1,1 0,-1 0,0 0,1 0,-1 1,0-1,1 0,-1 1,0-1,0 1,0-1,1 1,-3 0,-1 1,0 1,0 0,0 0,1 0,-1 1,0 0,1 0,0 0,0 0,0 1,0-1,0 1,0 0,1 0,0 1,0-1,0 0,1 1,-1 0,1 0,0 0,0 0,1 0,0 0,0 0,0 0,0 1,1-1,0 0,0 1,0-1,1 0,-1 0,1 1,1-1,-1 0,1 0,1 2,1-1,0 0,1 0,-1-1,1 1,1-1,-1-1,1 1,0-1,0 1,0-2,0 1,1-1,0 0,0 0,-1-1,1 0,1 0,1 0,134 12,-86-15,-7-3</inkml:trace>
  <inkml:trace contextRef="#ctx0" brushRef="#br1" timeOffset="-182788.15">31953 13461,'0'-9,"0"1,0 0,-1 0,0 0,-1 0,1 0,-2 0,1 0,-1 0,0 1,-1-1,0 1,0 0,0 0,-1 0,0 1,0 0,-1 0,0 0,0 0,0 1,-2-1,6 5,0 0,1 0,-1 0,0 0,0 0,0 1,0-1,0 1,1-1,-1 1,0 0,0 0,0-1,0 1,0 1,0-1,0 0,0 0,0 1,0-1,0 1,0 0,0 0,0-1,1 1,-1 0,0 1,1-1,-1 0,0 0,1 1,0-1,-1 1,1-1,0 1,0-1,0 1,0 0,0 0,-25 77,25-72,1 1,0-1,0 1,1-1,-1 0,2 0,-1 1,1-1,0 0,1 0,-1 0,2 0,-3-4,0 0,1-1,-1 1,1-1,0 1,0-1,0 0,0 1,0-1,1 0,-1-1,1 1,-1 0,1-1,-1 1,1-1,0 0,0 1,0-2,0 1,0 0,0 0,0-1,0 0,0 0,0 0,0 0,0 0,0 0,1-1,1-1,0-1,-1 1,1-1,-1 0,1 0,-1-1,0 1,0-1,0 0,-1 0,0 0,1-1,-1 1,-1-1,1 0,-1 0,0 0,0 0,0 0,-1 0,1 0,-1-2,1 1,14 58,-10-41,1 0,1 0,-1-1,2 0,-1 0,2-1,-1 0,1-1,0 0,1-1,0 0,0 0,1-1,-1-1,1 0,0-1,1 0,11 2,21 7</inkml:trace>
  <inkml:trace contextRef="#ctx0" brushRef="#br1" timeOffset="-181778.023">25844 14249,'6'13,"-1"0,0 0,-1 0,0 1,-2-1,1 1,-1 0,-1 0,-1 0,0 0,-1 3,1-14,-36 469,43-370,-6-98,0 0,-1 0,1-1,1 1,-1 0,0-1,1 1,0-1,0 1,0-1,0 0,1 0,-1 0,1 0,0 0,-1 0,1-1,1 1,-1-1,0 0,0 0,1 0,-1-1,2 1,-1-1,0-1,0 1,0-1,0 0,-1 0,1 0,0-1,0 0,0 1,-1-1,1-1,0 1,-1 0,1-1,-1 0,1 0,-1 0,0 0,0 0,0-1,2-1,54-62,48-99,-94 162,-11 24,-8 38,4 74,3-130,0 1,0 0,0-1,0 1,0-1,1 1,-1-1,1 0,0 0,0 0,1 0,-1 0,0 0,1 0,0-1,0 1,0-1,0 0,0 0,0 0,0 0,1 0,19 7</inkml:trace>
  <inkml:trace contextRef="#ctx0" brushRef="#br1" timeOffset="-181516.597">26459 14717,'-16'0,"-10"2,-5 1,-4 0,-2-1,4 0</inkml:trace>
  <inkml:trace contextRef="#ctx0" brushRef="#br1" timeOffset="-181346.008">25630 14476,'16'-2,"19"-3,17-1,17-2,19 1,11 2,8 1,-1 1,-19 2</inkml:trace>
  <inkml:trace contextRef="#ctx0" brushRef="#br1" timeOffset="-180294.078">26660 14757,'-1'54,"-1"-32,1 1,1-1,1 0,1 0,1 0,1 0,0 0,2-1,6 15,-11-33,0-1,0 1,0-1,0 0,0 1,1-1,-1 0,1 1,-1-1,1 0,0 0,0-1,0 1,0 0,0 0,0-1,0 0,1 1,-1-1,0 0,1 0,-1 0,1 0,0-1,-1 1,1-1,-1 1,1-1,0 0,-1 0,1 0,0-1,-1 1,1 0,0-1,-1 0,1 0,-1 1,1-2,-1 1,1-1,9-9,-2-1,0 0,0 0,-1-1,0-1,-1 0,-1 0,0 0,0-5,8-13,55-92,-70 124,0 0,-1 1,1-1,0 0,0 1,0-1,0 0,0 1,0-1,0 0,0 1,0-1,0 0,0 0,0 1,0-1,0 0,1 1,-1-1,0 0,0 1,0-1,0 0,0 0,1 1,-1-1,0 0,0 0,1 0,-1 1,0-1,0 0,1 0,-1 0,0 1,0-1,1 0,-1 0,0 0,1 0,-1 0,0 0,1 0,-1 0,0 0,0 0,1 0,-1 0,0 0,1 0,-1 0,0 0,1 0,-1 0,0 0,1-1,-1 1,0 0,1 0,-6 34,4-32,-4 21,2-11,1-1,0 0,0 1,1-1,1 1,0-1,0 1,1 0,2-9,-1 0,0 0,0 0,1-1,0 1,-1-1,1 0,0 1,0-1,0 0,0-1,1 1,-1-1,1 1,-1-1,1 0,-1 0,1 0,-1-1,1 1,0-1,-1 0,1 0,0 0,-1-1,1 1,-1-1,1 0,0 0,2-1,4 1,0 0,-1-1,1 0,0-1,0 0,-1-1,0 0,0 0,0-1,0 0,-1-1,0 1,0-2,0 1,-1-1,0 0,0-1,0 0,-1 0,-1 0,1 0,-1-1,-1 0,0 0,0-1,-1 1,2-7,-5 25,0-1,0 1,1 0,0 0,1 0,-1-1,2 1,-1-1,2 1,-1-1,1 0,0 0,0-1,1 1,0-1,2 2,4 2,1-1,0 0,0-1,0-1,1 0,1-1,-1 0,1-1,0 0,1-1,-1-1,1 0,0-1,0-1,0 0,0-1,0-1,1 0,-1-1,0-1,0 0,0-1,0 0,-1-2,1 1,-1-2,0 0,5-3,-12 4,0 1,0-1,-1 0,1 0,-1-1,0 0,0 0,-1-1,0 1,0-1,0 0,-1 0,0-1,-1 1,0-1,0 0,0 0,-1 0,0 0,-1-1,0 1,0 0,0-1,-1 1,-1-1,0 1,0 0,0-1,-1 1,0 0,-1-2,2 8,0 0,0 1,1-1,-1 0,0 1,0-1,0 1,-1-1,1 1,0-1,-1 1,1 0,-1 0,1 0,-1 0,1 0,-1 0,0 0,1 0,-1 0,0 1,0-1,0 1,1 0,-1-1,0 1,0 0,0 0,0 0,0 0,1 0,-1 1,0-1,0 1,0-1,0 1,1-1,-1 1,0 0,1 0,-1 0,0 0,1 0,-1 0,1 1,-1 0,-6 8,1 0,0 0,1 0,0 1,1 0,0 1,1-1,0 1,1-1,0 1,1 0,0 1,1-1,0 11,1-17,-1 0,1 0,0 0,0 0,0 0,1 0,0 0,0 0,1 0,0 0,0 0,0-1,1 1,-1-1,1 0,0 1,1-1,0-1,-1 1,1-1,1 1,-1-1,1 0,0 0,-1-1,2 0,-1 0,5 2,0 0,1-1,0-1,0 0,0 0,1-1,-1-1,0 0,1 0,-1-1,1-1,-1 0,0 0,1-1,-1-1,0 1,0-2,-1 0,1 0,-1-1,1 0,-1-1,-1 0,1-1,-1 0,-1 0,1-1,-1 0,0 0,-1-1,0 0,0 0,-1-1,0 0,-1 0,0 0,-1-1,3-9,-4 6,-1 1,0-1,-1 0,0 1,-1-1,-1 0,0 0,-1 1,-1-1,0 1,-1 0,-1-3,5 14,-1 0,0 0,0 0,0 0,0 0,0 0,0 1,-1-1,1 0,0 1,-1-1,1 1,-1-1,0 1,0 0,1 0,-1 0,0 0,0 0,0 0,0 0,-2 0,4 1,-1 1,1-1,0 0,-1 1,1-1,0 0,-1 1,1-1,0 1,-1-1,1 0,0 1,0-1,0 1,-1-1,1 1,0-1,0 1,0-1,0 1,0-1,0 1,0-1,0 1,0-1,0 0,0 1,0-1,0 1,1-1,-1 1,0-1,0 1,0-1,1 1,-1-1,0 0,1 1,-1-1,0 0,1 1,-1-1,0 0,1 1,-1-1,1 0,-1 0,0 1,1-1,-1 0,1 0,-1 0,1 0,-1 1,1-1,-1 0,1 0,14 8,0-1,0-1,1 0,0-1,0 0,0-1,1-1,7 0,-1 1,-1 0,-8-3,-1 1,0 1,1 0,-1 1,0 0,-1 1,1 1,-1 0,0 1,-9-4,0 1,-1 0,1-1,-1 1,0 1,0-1,0 0,-1 0,0 1,1-1,-1 1,-1-1,1 1,-1-1,0 1,0 0,0-1,0 1,-1-1,0 1,0-1,0 1,-1-1,1 0,-1 1,0-1,0 0,0 0,-1 0,0-1,0 1,-5 15,-15 74,23-89,0-1,1 1,-1 0,1 0,-1-1,1 1,0-1,0 1,1-1,-1 1,1-1,0 0,0 1,0-1,0 0,0 0,1-1,-1 1,1 0,0-1,0 0,0 1,0-1,2 1,4 1,0 0,1 0,0-1,-1-1,1 1,1-1,-1-1,0 0,0-1,0 1,1-2,-1 0,0 0,10-3,19-4</inkml:trace>
  <inkml:trace contextRef="#ctx0" brushRef="#br1" timeOffset="-180046.308">28718 14985,'18'0,"16"0,8 0,6 0,4 0,2 0,-7 0</inkml:trace>
  <inkml:trace contextRef="#ctx0" brushRef="#br1" timeOffset="-178841.168">29373 14864,'-6'43,"2"1,2-1,4 34,14-14,-15-61,0 0,0-1,0 1,0-1,0 0,0 1,0-1,1 0,-1 1,0-1,1 0,-1 0,1 0,0 0,-1 0,1-1,-1 1,1 0,0-1,0 1,-1-1,1 0,0 0,0 1,0-1,-1 0,1 0,0-1,0 1,0 0,-1-1,1 1,0-1,0 0,10-4,-1-2,0 0,-1 0,1-1,-1 0,-1-1,0 0,0 0,0-1,-1-1,-1 1,0-1,0 0,0-4,15-31,-20 125,1-71,1 0,-1-1,1 1,1-1,-1 0,1 0,1-1,-1 1,1-1,0-1,1 1,-1-1,1 0,0 0,0-1,1 0,-1 0,1-1,0 0,0 0,0-1,0 0,0 0,0-1,1 0,-1-1,1 0,-1 0,0 0,1-1,-1-1,3 0,-2 0,0 0,0-1,0 0,0-1,-1 0,0 0,0-1,0 0,0 0,-1-1,0 1,0-2,0 1,-1-1,0 0,0-1,8-12,0-1,-1 0,-1-1,0 0,1-11,14-43,-4-2,-3-1,-4 0,-4-2,-2 1,-3-38,-5 91,2-31,-2 1,-2-1,-5-15,5 67,0 0,-1 0,0 0,0 0,-1 0,0 0,0 0,0 0,0 1,-1-1,0 1,0 0,-3-3,5 7,-1 0,1 0,-1 0,1 1,-1-1,1 1,-1-1,0 1,1-1,-1 1,0 0,1 0,-1 0,0 0,1 0,-1 0,0 0,0 1,1-1,-1 0,1 1,-1 0,0-1,1 1,-1 0,1 0,0 0,-1 0,1 0,0 0,-1 0,1 0,0 0,0 1,0 0,-16 16,1 2,2 0,0 1,1 1,1 0,1 0,1 1,1 0,1 1,1 0,0 7,-6 16,3 1,2 0,2 0,2 0,2 1,3 22,0-42,2-1,2 1,0-1,2 0,1 0,1-1,1 0,1 0,2-2,1 1,9 12,-16-29,0 0,0 0,1 0,0-1,1 0,0-1,0 0,1 0,0-1,3 2,-9-6,1 0,0 0,-1 0,1 0,0-1,0 0,0 0,0 0,0-1,0 0,0 0,0 0,0 0,0-1,0 0,0 0,-1 0,1 0,0-1,0 0,-1 0,1 0,-1-1,3-2,5-5,-1-1,0 0,-1-1,-1 0,0 0,0-1,-1-1,-1 1,5-14,18-29,-30 55,0 1,0-1,0 1,0-1,0 1,0-1,0 1,0-1,1 1,-1 0,0-1,0 1,0-1,0 1,1-1,-1 1,0 0,0-1,1 1,-1-1,0 1,1 0,-1-1,0 1,1 0,-1-1,0 1,1 0,-1 0,1 0,-1-1,1 1,-1 0,0 0,1 0,-1 0,1 0,-1 0,1 0,-1 0,1 0,-1 0,1 0,-1 0,1 0,-1 0,1 0,-1 0,0 0,1 1,-1-1,1 0,-1 0,1 1,-1-1,0 0,1 1,-1-1,5 30,-6 12,0-35,0 0,0 1,1-1,0 1,0-1,0 1,1-1,1 0,-1 1,1-1,0 0,1 0,-1 0,1 0,1 0,-1-1,1 0,4 5,-5-9,1 1,0-1,0 0,1 0,-1 0,0 0,1-1,-1 1,1-1,0-1,-1 1,1 0,0-1,-1 0,1 0,0-1,-1 1,1-1,-1 0,1 0,1-1,5-1,1-1,-1-1,0 1,0-2,-1 1,1-2,7-5,-11 6,0 1,0-1,0-1,-1 0,0 0,0 0,-1 0,0-1,0 0,-1 0,0 0,0-1,-1 1,0-1,0 0,0-4,6 79,-8-60,0 0,1 0,-1-1,1 1,0-1,0 1,1-1,-1 0,1 0,0 0,1 0,-1 0,1-1,0 1,0-1,1 0,-1-1,1 1,-1-1,1 1,1-2,-1 1,0 0,0-1,1 0,0 0,-1-1,1 0,0 0,0 0,-1 0,6-1,3-1,0-1,0-1,-1 0,0-1,1 0,-1-1,0-1,-1 0,0 0,0-1,0-1,-1 0,0-1,0 0,-1 0,0-1,-1-1,0 1,-1-1,0-1,-1 0,0 0,0-2,-7 15,0-1,0 0,0 0,0 1,0-1,0 0,-1 1,1-1,0 0,0 0,0 1,0-1,1 0,-1 1,0-1,0 0,0 0,0 1,0-1,0 0,0 0,0 1,1-1,-1 0,0 0,0 1,0-1,0 0,1 0,-1 0,0 1,0-1,1 0,-1 0,0 0,0 0,1 0,-1 0,0 1,0-1,1 0,-1 0,0 0,1 0,-1 0,0 0,0 0,1 0,-1 0,0 0,1 0,-1 0,0 0,0-1,1 1,-3 41,1-31,-1-3,1 0,0 0,0 0,1 0,0 0,0 0,1 0,0 0,0-1,0 1,1 0,0 0,0-1,1 1,0-1,0 1,1-1,-1 0,1-1,1 1,-1-1,1 1,0-1,0-1,0 1,1-1,0 0,0 0,0 0,5 0,0 0,0-1,1 0,-1-1,1 0,-1-1,1 0,0-1,0 0,0-1,26-4</inkml:trace>
  <inkml:trace contextRef="#ctx0" brushRef="#br1" timeOffset="-178571.884">31365 14530,'0'-2,"2"-8,1-2</inkml:trace>
  <inkml:trace contextRef="#ctx0" brushRef="#br1" timeOffset="-177585.162">23625 13848,'2'-3,"1"5,0 8,2 16,-1 25,2 27,5 36,2 34,3 33,3 32,-2 26,-2 21,-4 12,-5 2,-2-6,-2-19,-2-53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16:58.63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7:58.4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307 1,'0'615,"10"-525,-9-86,0-1,1 0,-1 0,1 0,-1 0,1 0,0 0,0-1,0 1,0-1,0 1,1-1,-1 0,1 0,0 0,-1 0,1 0,0 0,0-1,0 0,0 1,0-1,1 0,-1-1,3 2,13-1,1 0,-1-2,0 0,1-1,-1 0,0-2,0 0,-1-2,1 0,9-5,10-9,-26 10</inkml:trace>
  <inkml:trace contextRef="#ctx0" brushRef="#br0" timeOffset="375.012">0 348,'460'3,"-443"-3,0 1,0 1,0 1,0 0,-1 1,1 1,2 2,0 2</inkml:trace>
  <inkml:trace contextRef="#ctx0" brushRef="#br0" timeOffset="1272.95">668 669,'5'-2,"-1"1,0-1,0 0,0 0,0-1,0 1,0-1,0 0,-1 0,1 0,-1 0,0-1,0 1,0-1,-1 0,1 0,-1 0,0-1,-2 5,104-167,-104 166,0 1,0-1,0 1,0 0,0-1,0 1,0-1,0 1,0-1,0 1,0-1,1 1,-1 0,0-1,0 1,0-1,1 1,-1 0,0-1,0 1,1 0,-1-1,0 1,1 0,-1-1,0 1,1 0,-1 0,0-1,1 1,-1 0,1 0,-1 0,1 0,-1 0,0-1,1 1,-1 0,1 0,-1 0,1 0,-1 0,0 0,1 0,-1 1,1-1,-1 0,1 0,-1 0,0 0,1 0,-1 1,1-1,-1 0,0 0,1 1,-1-1,0 0,1 1,2 29,-5 243,2-258,0-1,-1 1,0 0,-1 0,-1 0,0-1,-1 0,-1 1,0-2,-1 1,-1 0,-1 1,8-14,-1 1,-1-1,1 1,0-1,0 0,0 0,-1 1,1-1,-1 0,1 0,-1 0,1 0,-1 0,1-1,-1 1,0 0,0-1,1 1,-1-1,0 0,0 0,0 1,1-1,-1 0,14-8,8 3,1 0,-1 1,1 1,0 1,-1 1,12 1,41-3,9-6,-80 2,-8 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8:03.4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813 322,'-6'1,"0"0,0 1,0-1,1 2,-1-1,1 1,-1-1,1 1,0 1,0-1,0 1,1 0,-1 0,1 0,0 1,0-1,1 1,-1 0,-2 5,-4 3,-28 37,2 1,2 2,3 1,2 1,3 2,2 1,-7 29,-4 22,5 1,4 1,-3 54,25 49,-22-108,26-19,-8 57,-40 124,19 77,-26-74,29-160,25-110,1 1,-1-1,1 1,-1-1,1 1,-1-1,0 1,0-1,0 0,0 0,0 1,0-1,0 0,0 0,0 0,0 0,-1 0,1 0,0-1,-1 1,1 0,-1-1,1 1,-1-1,1 1,-1-1,-9 3</inkml:trace>
  <inkml:trace contextRef="#ctx0" brushRef="#br0" timeOffset="669.629">37 2621,'2'34,"2"1,2-1,0 0,3 0,2 3,3 15,15 71,-44-152,-78-255,92 279,0 4,0 0,0-1,0 1,0-1,1 0,-1 1,0-1,1 0,-1 1,1-1,0 0,-1 0,1 1,0-1,0 0,0 0,0 1,1-1,-1 0,0 0,1 1,-1-1,1 0,-1 1,1-1,0 0,0 1,0-1,0 1,0 0,0-1,0 1,1 0,-1-1,0 1,1 0,-1 0,1 0,-1 0,1 0,-1 1,1-1,0 0,-1 1,195 7,-45-11,-150 5,1-1,0 0,0 1,0-1,-1 1,1-1,0 1,0 0,-1-1,1 1,-1 0,1 0,-1 0,1 1,-1-1,0 0,1 0,-1 1,0-1,0 1,0-1,0 1,0 0,0-1,-1 1,1 0,0-1,-1 1,1 0,-1 0,0 0,0-1,0 1,0 0,0 0,0 1,-20 64,-1-32,-2 0,-2-2,-1-1,-1-1,-15 13,-33 37,52-47,29-33,8-9,4-5</inkml:trace>
  <inkml:trace contextRef="#ctx0" brushRef="#br0" timeOffset="1343.072">1227 0,'-26'247,"15"-160,-5 36,1 125,28-143,-12-101,0-1,1 1,-1-1,1 0,0 1,0-1,0 0,0 0,1 0,-1 0,1 0,0-1,-1 1,1-1,0 0,1 0,-1 0,0 0,1 0,-1-1,1 1,-1-1,1 0,0 0,-1-1,2 1,4-1,1 0,0-1,-1 0,1-1,-1 0,0 0,1-1,-1 0,0-1,-1 0,1 0,-1-1,1 0,-1-1,-1 0,1 0,-1 0,0-1,2-3,16-18</inkml:trace>
  <inkml:trace contextRef="#ctx0" brushRef="#br0" timeOffset="1601.973">1026 442,'11'-5,"16"-1,18-4,19-3,13-2,10 0,-1 3,-15 2</inkml:trace>
  <inkml:trace contextRef="#ctx0" brushRef="#br0" timeOffset="1909.988">1560 642,'41'-10,"-34"8,3-1,0 1,0 0,1 0,-1 1,0 0,1 1,-1 0,1 1,-1 0,1 1,-1 0,0 0,0 1,0 0,0 1,1 1,-9-3,1 1,-1-1,0 0,0 1,0 0,0-1,0 1,-1 0,1 0,-1 0,0 0,0 0,0 0,0 1,0-1,-1 0,0 0,1 1,-1-1,0 0,-1 0,1 1,0-1,-1 0,0 0,0 1,0-1,-1 1,-43 85,-123 135,165-219,2-4,-1 0,1 0,-1 1,1-1,0 1,0-1,0 1,-1 0,1-1,1 1,-1 0,0 0,0 0,1 0,-1-1,1 1,0 0,-1 0,1 0,0 0,0 0,0 0,0 0,1 0,-1 0,0 0,1 0,0 0,-1 0,1-1,0 1,0 0,58 8,248-38,-282 29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4T14:38:09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63 84,'-17'29,"12"-4,1-1,2 1,0 0,2-1,1 18,0 23,-3 8,-4 0,-9 40,8-94,3-36,22-159,-13-201,-1 348,1 44,25 545,-30-733,-21-140,5 203,12 140,45 516,-40-495,7-84,11-516,-32 851,11-3,11-361,-6-5,-3 0,-3 0,-3 0,-3-5,2 46,7 26,0 0,0 0,0 0,-1 0,1 0,0 1,0-1,0 0,-1 0,1 0,0 0,0 0,0 0,-1 0,1 0,0 0,0 0,-1 0,1 0,0 0,0 0,0 0,-1 0,1 0,0 0,0 0,-1 0,1 0,0 0,0-1,0 1,-1 0,1 0,0 0,0 0,0 0,0-1,-1 1,1 0,0 0,0 0,0 0,0-1,0 1,0 0,0 0,0 0,-1-1,-5 169,7 145,1-461,15-94,-13 222,-5 56,0-16,-3 33,2 1,2-1,4 21,6-32,-9-42,0 0,-1-1,1 1,-1 0,1-1,0 1,-1 0,1-1,-1 1,1-1,-1 1,1-1,-1 1,1-1,-1 1,1-1,-1 0,0 1,1-1,-1 0,0 1,0-1,0 0,1 1,-1-1,0 0,0 1,0-1,0 0,0 1,0-1,0 0,0 0,0 1,-1-1,1 0,0 1,0-1,2-80,-2 76</inkml:trace>
  <inkml:trace contextRef="#ctx0" brushRef="#br0" timeOffset="2155.134">184 365,'161'10,"39"1,-140-5,-50-6,0 0,-1 1,1 0,0 1,-1 0,1 0,-1 1,0 1,1-1,0 2,2 0,0 0,0-1,1-1,-1 0,1 0,0-1,6-1,-10 0,178 2,-85 10,64-21,-2 1,-101 9,16-3,-72-1,-4-1</inkml:trace>
  <inkml:trace contextRef="#ctx0" brushRef="#br0" timeOffset="3031.504">1399 298,'0'1,"-1"0,1 0,-1-1,1 1,0 0,-1 0,1 0,0 0,-1 0,1 0,0 0,0 0,0 0,0 0,0 0,0 0,0 0,0 0,1 0,-1 0,0 0,0-1,1 1,-1 0,1 0,-1 0,1 0,-1 0,1-1,-1 1,1 0,0 0,-1-1,1 1,0-1,0 2,9 5,0 0,0-1,1 0,0 0,0-1,0 0,1-1,0 0,-3-2,1 2,0-1,-1 1,0 1,0 0,0 0,0 0,-1 1,0 1,0-1,4 6,-11-11,1 1,-1 0,0-1,0 1,0 0,0-1,0 1,0 0,0 0,0 0,-1 0,1 0,-1 0,0 0,1 0,-1 0,0 0,0 0,0 0,0 0,-1 0,1 0,0 0,-1 0,0 0,1 0,-1 0,0-1,0 1,0 0,0 0,0-1,-1 1,1-1,0 1,-1-1,1 1,-1-1,1 0,-1 0,0 0,0 1,-5 2,0 0,-1 0,0 0,1-1,-2 0,1 0,0-1,0 0,-6 0,-118-2,130 0,1 0,-1-1,1 1,-1-1,1 0,0 1,-1-1,1 0,0 0,0 0,-1 0,1 0,0 0,0 0,0 0,0 0,1-1,-1 1,0 0,0-1,1 1,-1 0,1-1,-1 1,1-1,-1 1,1-1,0 1,0-1,0 1,0-2,2-50,21-54,-39 119,5-3</inkml:trace>
  <inkml:trace contextRef="#ctx0" brushRef="#br0" timeOffset="4817.401">598 217,'-10'2,"1"0,-1 0,1 1,0 0,0 0,0 1,0 0,0 1,1 0,-6 4,-6 4,-156 86,176-99,0 0,0 0,0 0,1 0,-1 0,0 0,0 0,1 0,-1 0,0 0,0 0,0 0,1 0,-1 0,0 0,0 0,0 1,1-1,-1 0,0 0,0 0,0 0,0 0,1 0,-1 1,0-1,0 0,0 0,0 0,0 0,0 1,1-1,-1 0,0 0,0 0,0 1,0-1,0 0,0 0,0 0,0 1,0-1,0 0,0 0,0 0,0 1,0-1,0 0,0 0,0 0,0 1,0-1,0 0,-1 0,1 0,0 1,0-1,0 0,0 0,0 0,0 0,-1 1,1-1,0 0,28 2,-18-2,0 3,-1-1,1 2,-1-1,0 1,0 1,0 0,0 0,-1 0,0 1,0 1,3 2,-4-2,-1-1,2-1,-1 0,0 0,1 0,0-1,0 0,0 0,1-1,-1 0,1 0,0-1,-1-1,5 1,-11-3,0 1,0-1,0 0,0-1,0 1,0 0,0 0,-1-1,1 1,0-1,-1 0,1 1,-1-1,0 0,0 0,1 0,-1 0,0 0,-1 0,1 0,0 0,-1 0,1-1,-1 1,1 0,-1 0,0-1,0 1,0 0,0 0,-1-1,1 1,-1 0,1 0,-1 0,0 0,0-1,1-9,-3-119,2 134,0 0,0-1,-1 1,1 0,-1 0,1-1,-1 1,0 0,0-1,0 0,0 1,-1-1,1 0,-1 0,1-1,-1 1,0 0,1-1,-1 1,0-1,0 0,0 0,0 0,0-1,0 1,-1-1,1 1,0-1,-150 10,89 11,86-20,157-72,-165 62,-24 7,-25 7,-128 26,145-26,18-5,0 0,0 0,1 0,-1 0,0 0,0 1,0-1,0 0,1 0,-1 0,0 0,0 0,0 0,0 0,0 0,1 1,-1-1,0 0,0 0,0 0,0 0,0 1,0-1,0 0,0 0,0 0,1 0,-1 1,0-1,0 0,0 0,0 0,0 1,0-1,0 0,0 0,0 0,0 0,0 1,-1-1,1 0,0 0,0 0,0 0,0 1,130 1,-135-2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45.0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22,'7'-5,"6"-1,4 0,-1 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3.8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37,'-1'1,"1"0,-1 0,1-1,0 1,-1 0,1 0,0-1,0 1,0 0,-1 0,1 0,0-1,0 1,0 0,0 0,0 0,1 0,-1-1,0 1,0 0,0 0,1-1,-1 1,0 0,1 0,-1-1,1 1,-1 0,1-1,-1 1,1 0,-1-1,1 1,0-1,-1 1,1-1,0 1,-1-1,1 0,0 1,0-1,0 0,-1 1,1-1,0 0,0 0,0 0,-1 0,1 0,0 0,0 0,0 0,-1 0,1 0,0 0,0-1,0 1,-1 0,1-1,0 1,0 0,-1-1,1 1,0-1,0 0,10-37,-11 38,0-1,0 0,0 0,0 0,0 1,0-1,0 0,0 0,0 0,0 1,0-1,0 0,0 0,-1 0,1 1,0-1,-1 0,1 0,-1 1,1-1,-1 0,1 1,-1-1,1 1,-1-1,1 1,-1-1,0 1,1-1,-1 1,0-1,0 1,1 0,-1-1,0 1,0 0,1 0,-1 0,0-1,0 1,0 0,0 0,1 0,-1 0,0 1,0-1,1 1,0-1,0 1,0-1,0 1,0-1,-1 1,1-1,0 1,0-1,0 1,0-1,0 1,1 0,-1-1,0 1,0-1,0 1,0-1,1 1,-1-1,0 1,0-1,1 1,-1-1,0 0,1 1,-1-1,1 1,-1-1,0 0,1 1,-1-1,1 0,-1 1,1-1,-1 0,1 0,-1 0,1 1,-1-1,1 0,-1 0,1 0,-1 0,1 0,0 0,-1 0,1 0,-1 0,1 0,-1-1,1 1,14 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5.3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 17,'-5'-7,"4"0,8 4,15 4,16 3,17-1,14 1,9-2,3 0,-4-3,-5-1,-13-1,-19 1,-16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7.5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11,'16'0,"17"0,15 0,15-2,9-1,2 0,0 1,-9 3,-10 3,-15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9.6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26,'20'0,"21"0,19-2,15-1,9-2,4-1,-5 2,-13 1,-19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8.3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6 152,'-3'3,"1"0</inkml:trace>
  <inkml:trace contextRef="#ctx0" brushRef="#br0" timeOffset="476.177">259 99,'-14'204,"2"-165,11-40,0 1,1 0,-1 0,1-1,-1 1,0 0,1-1,-1 1,1 0,-1-1,1 1,-1-1,1 1,-1-1,1 1,-1-1,1 0,0 1,-1-1,1 1,0-1,0 0,-1 1,1-1,0 0,0 1,0-1,0 0,0 0,0 1,0-1,0 0,0 1,0-1,0 0,0 1,0-1,-1-250,1 247,-1 1,1 1,-1-1,1 1,0 0,0-1,0 1,0-1,1 1,-1-1,0 1,1 0,0-1,0 1,0 0,0-1,0 1,0 0,0 0,1 0,-1 0,1 0,-1 0,1 1,0-1,0 0,-1 1,1-1,0 1,1 0,114-1,24 17,-110 2,-27-7</inkml:trace>
  <inkml:trace contextRef="#ctx0" brushRef="#br0" timeOffset="694.596">193 219,'16'9,"12"3,8 0,5-3,-1-5,1-2,0-3,-3-3,-8 0</inkml:trace>
  <inkml:trace contextRef="#ctx0" brushRef="#br0" timeOffset="1077.639">848 58,'-18'4,"0"0,1 1,-1 1,1 0,0 2,0 0,1 1,0 0,-12 10,26-18,0 0,1 0,-1 0,0 0,1 0,-1 0,1 0,-1 1,1-1,0 1,-1-1,1 1,0-1,0 1,0 0,0 0,1-1,-1 1,0 0,1 0,-1 0,1 0,-1 0,1 0,0 0,0 0,0 0,0 0,0 0,1 0,-1-1,1 1,-1 0,1 0,4 3,0 0,1-1,-1 1,1-2,0 1,0 0,1-1,-1-1,1 1,-1-1,4 1,12 5,-8-2,-4-3,-1 0,1 1,-1 0,0 0,0 1,-1 0,1 1,-1 0,0 0,-1 1,0-1,0 2,2 2,-8-9,-1 1,1 0,0-1,0 1,-1 0,1 0,-1 0,0 0,0-1,1 1,-1 0,0 0,0 0,-1 0,1 0,0 0,-1-1,1 1,-1 0,1 0,-1 0,0-1,0 1,0 0,0-1,0 1,0-1,0 1,-1-1,1 0,-1 1,1-1,-1 0,1 0,-1 0,1 0,-1 0,0-1,-1 2,-72 23,-6-29,60-4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6.2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1 207,'2'2,"1"-1,0-3,-1-4,-1-3,-2 2,-1 5,-1 5,1 4,2 1,7-1,1-2</inkml:trace>
  <inkml:trace contextRef="#ctx0" brushRef="#br0" timeOffset="469.117">254 100,'-8'32,"1"1,1-1,2 1,2 0,1 25,16-111,-8 20,-1 1,-1-1,-1 0,-3 0,-1-32,0 64,-1 0,1-1,0 1,0 0,0-1,0 1,0-1,0 1,1 0,-1-1,0 1,1 0,-1-1,1 1,-1 0,1 0,-1 0,1-1,0 1,0 0,0 0,-1 0,1 0,0 0,0 0,1 0,-1 1,0-1,0 0,0 1,0-1,1 0,-1 1,0 0,1-1,-1 1,0 0,1-1,-1 1,0 0,1 0,-1 0,0 0,1 1,-1-1,182 5,-145 3,-27-2</inkml:trace>
  <inkml:trace contextRef="#ctx0" brushRef="#br0" timeOffset="724.518">214 140,'11'5,"11"1,11-1,8 0,7-2,2-1,-1-3,-2-2,-8 1</inkml:trace>
  <inkml:trace contextRef="#ctx0" brushRef="#br0" timeOffset="1084.889">883 33,'-12'0,"-1"0,1 1,0 0,0 1,0 0,0 1,0 1,1-1,-1 2,-8 4,18-8,0 1,0-1,1 1,-1-1,1 1,-1-1,1 1,-1 0,1 0,0-1,0 1,0 0,0 0,0 0,0 0,1 1,-1-1,1 0,-1 0,1 0,0 0,0 1,0-1,0 0,0 0,1 0,-1 1,1-1,-1 0,1 0,0 0,-1 0,1 0,0 0,1 0,-1 0,0 0,0-1,1 1,-1 0,1-1,0 1,-1-1,1 0,0 1,0-1,0 0,0 0,1 0,136 92,-137-91,0 0,0 1,0-1,0 0,-1 1,1-1,-1 1,1 0,-1-1,0 1,0 0,0 0,0 0,0 0,-1 0,0 0,1 0,-1 0,0 0,0 0,-1-1,1 1,-1 0,1 0,-1 0,0 0,0 0,0 0,-1-1,1 1,0 0,-1-1,0 0,0 1,0-1,0 0,0 0,0 0,0 0,-1 0,1 0,-1-1,1 1,-1-1,0 1,1-1,-1 0,0 0,0-1,-2 1,0 1,0-1,-1 0,1-1,-1 1,1-1,-1 0,1 0,-1-1,1 0,0 0,-1 0,1-1,-1 0,-9-4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6:54.3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90,'-3'9,"1"1,-1-1,1 1,1 0,0-1,0 1,1 0,1 5,-1 5,-1 168,9-247,-2-232,-6 289,1 0,-1 0,0 1,1-1,0 0,-1 0,1 1,0-1,0 0,0 1,0-1,0 1,0-1,0 1,0-1,1 1,-1 0,1 0,-1 0,1 0,-1 0,1 0,-1 0,1 0,0 1,0-1,-1 0,1 1,0 0,0-1,0 1,0 0,-1 0,1 0,0 0,0 0,0 1,0-1,-1 0,1 1,0-1,1 2,213 16,-157-14,-41-2</inkml:trace>
  <inkml:trace contextRef="#ctx0" brushRef="#br0" timeOffset="278.395">0 171,'12'4,"7"2,9 0,5-1,4-2,3-1,4-1,1-3,-8-1</inkml:trace>
  <inkml:trace contextRef="#ctx0" brushRef="#br0" timeOffset="636.621">629 10,'-12'0,"0"0,0 1,0 0,0 1,0 1,1 0,-1 0,1 1,0 0,-11 6,18-7,1 0,-1 1,0-1,1 1,0 0,0 0,0 0,0 0,1 0,0 1,-1-1,2 1,-1 0,0-1,1 1,0 0,0 0,1 0,-1 0,1 0,0 0,0 0,1 0,-1 0,1 0,0 0,1 0,-1-1,1 1,0 0,0-1,0 1,1-1,-1 0,1 0,0 0,1 0,-1 0,1-1,3 3,48 24,-48-28,0 1,0 0,0 1,0-1,-1 1,1 1,-1-1,0 1,-1 0,1 0,3 5,-8-8,0 0,0 0,-1-1,1 1,0 0,-1 0,1 0,-1 0,0 0,0 0,0 0,0 0,0 0,0 0,0-1,0 1,-1 0,1 0,-1 0,0 0,1 0,-1 0,0-1,0 1,0 0,0-1,0 1,-1-1,1 1,0-1,-1 0,1 1,-1-1,1 0,-1 0,0 0,0 0,-66 35,61-33,0 0,-1-1,1 0,-1 0,0 0,1-1,-1 0,0-1,0 0,0 0,1-1,-3 0,-7-4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5.0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0,'-2'0,"-3"0,-1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6.3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1,'18'0,"20"0,19 0,16 2,12 1,6 2,0 3,-9 1,-16 3,-19 1,-18-2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7.0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8.3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13,'14'-3,"15"1,17-1,14 0,11 2,6 2,2 4,-3 5,-13 4,-17-2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8.9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10.1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1,'16'7,"17"2,18 2,19-1,14-2,7-3,1 1,-7-2,-17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10.7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0,'-7'3,"-2"0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12.0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1,'18'7,"23"6,21 4,21 3,20 1,10-3,-1-5,-19-5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10.9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70,'0'16,"0"7,0 7,-2 1,-1-1,-2-3,-1-2,-1-4,1-5,1-6,1-10,4-10,2-2</inkml:trace>
  <inkml:trace contextRef="#ctx0" brushRef="#br0" timeOffset="270.962">81 16,'3'-4,"2"-2,8 0,5 6,10 3,6 3,5 2,-1 3,-3 2,-9 0,-8-1</inkml:trace>
  <inkml:trace contextRef="#ctx0" brushRef="#br0" timeOffset="449.518">1 150,'18'7,"15"2,14-1,9-1,8-2,-8-1</inkml:trace>
  <inkml:trace contextRef="#ctx0" brushRef="#br0" timeOffset="774.324">790 83,'-28'-5,"0"2,0 1,0 1,0 1,0 2,-26 4,53-6,-1 0,0 0,0 0,0 0,0 0,1 1,-1-1,0 0,0 1,0 0,1-1,-1 1,0 0,1 0,-1 0,1 0,-1 0,1 0,-1 0,1 1,0-1,0 0,-1 1,1-1,0 1,0-1,1 1,-1 0,0-1,0 1,1 0,-1 0,1-1,0 1,-1 0,1 0,0 0,0 0,0-1,0 1,0 0,1 0,-1 0,1 0,-1-1,1 1,-1 0,1-1,0 1,0 0,0-1,0 1,0-1,0 1,0-1,11 9,-1-1,1-1,1 0,-1-1,1 0,0-1,12 4,18 10,-32-15,-4-2,-1 0,1 0,-1 1,0-1,1 1,-2 1,1-1,0 1,-1 0,0 0,0 1,1 1,-6-5,0 0,0 0,0 0,0 0,-1 1,1-1,0 0,-1 0,1 0,-1 0,0 0,0-1,0 1,0 0,0 0,0 0,0-1,-1 1,1-1,0 1,-1-1,0 1,1-1,-1 0,0 0,1 0,-1 0,0 0,0 0,0 0,0-1,0 1,0-1,0 1,0-1,-2 0,-18 7,-1-1,0 0,-1-2,1-1,-1-1,1-1,-20-2,-22-16,41 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9.2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96,'0'16,"0"9,0 6,0 0,0-4,0-4,0-3,0-8,0-5</inkml:trace>
  <inkml:trace contextRef="#ctx0" brushRef="#br0" timeOffset="264.292">40 16,'7'-5,"7"-1,7 3,8 1,7 4,5 1,0 3,-3 0,-7 1,-10 0</inkml:trace>
  <inkml:trace contextRef="#ctx0" brushRef="#br0" timeOffset="433.447">1 149,'22'5,"20"1,13 0,7-1,1-2,-4-3,-14-2</inkml:trace>
  <inkml:trace contextRef="#ctx0" brushRef="#br0" timeOffset="712.016">655 96,'-17'-3,"7"1,1 0,0 0,-1 1,1 0,0 1,-1 0,1 1,-1 0,1 0,0 1,-1 0,1 1,-8 3,15-5,1-1,0 1,-1 0,1 1,0-1,0 0,0 0,0 0,0 1,0-1,0 1,0-1,0 1,1-1,-1 1,0-1,1 1,0-1,-1 1,1 0,0-1,0 1,0 0,0-1,0 1,0 0,0-1,1 1,-1-1,1 1,-1 0,1-1,-1 1,1-1,0 1,0-1,0 0,0 1,0-1,44 51,98 62,-142-113,-1-1,1 1,0 0,0 0,0 0,0-1,-1 1,1 0,0 0,-1 0,1 0,-1 0,1 0,-1 1,1-1,-1 0,0 0,0 0,0 0,1 0,-1 0,0 1,0-1,0 0,-1 0,1 0,0 0,0 1,-1-1,1 0,0 0,-1 0,1 0,-1 0,0 0,1 0,-1 0,0 0,0 0,1-1,-1 1,0 0,0 0,0-1,0 1,0 0,0-1,0 1,0-1,0 0,0 1,0-1,0 0,-1 1,1-1,-9 3,0 0,-1 0,1-1,-1-1,1 1,-1-2,0 0,1 0,-1-1,0 0,1 0,-1-2,1 1,0-1,-1-1,2 0,-1 0,-2-2,-14-10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7.3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97,'-2'18,"-1"13,0 6,1 1,0-2,1-1,0-6,-1-4,-1-5,0-11,1-6</inkml:trace>
  <inkml:trace contextRef="#ctx0" brushRef="#br0" timeOffset="267.284">107 4,'3'-2,"2"1,5 3,9 4,6 3,7-1,2 2,0-2,-1-2,-7-1</inkml:trace>
  <inkml:trace contextRef="#ctx0" brushRef="#br0" timeOffset="514.281">0 204,'16'9,"12"3,13 0,8-5,3-6,2-5,-9-2</inkml:trace>
  <inkml:trace contextRef="#ctx0" brushRef="#br0" timeOffset="793.1">629 137,'-11'0,"-3"-1,0 0,0 1,0 0,1 1,-1 1,0 0,1 1,-1 0,1 1,0 1,0 0,1 1,-1 0,-5 5,16-10,0 0,1 1,-1 0,1-1,-1 1,1 0,0 0,0 0,-1 0,1 0,1 0,-1 0,0 0,0 0,1 0,0 1,-1-1,1 0,0 0,0 1,0-1,0 0,0 0,1 1,-1-1,1 0,-1 0,1 0,0 0,0 0,0 1,0-2,0 1,0 0,1 0,-1 0,1-1,-1 1,3 1,74 58,-73-58,93 63,-97-65,-1 0,1-1,0 1,-1 0,1-1,0 1,-1 0,1-1,-1 1,1 0,-1 0,0 0,1 0,-1 0,0-1,0 1,1 0,-1 0,0 0,0 0,0 0,0 0,0 0,0 0,0 0,-1 0,1-1,0 1,0 0,-1 0,1 0,-1 0,1 0,0-1,-1 1,0 0,1 0,-1-1,1 1,-1 0,0-1,0 1,1-1,-1 1,0-1,0 1,-42 15,20-11,0-2,1-1,-2 0,1-2,-9-1,-2-1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05.5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96.474">36 216,'16'6,"17"3,13 0,12-2,6-5,1-4,-9-2</inkml:trace>
  <inkml:trace contextRef="#ctx0" brushRef="#br0" timeOffset="570.564">732 175,'-9'-3,"-1"1,1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31.52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35 722,'-1'1,"0"-1,0 0,0 1,0-1,1 0,-1 1,0-1,0 0,0 0,0 0,0 0,0 0,0 0,0 0,0 0,0-1,1 1,-1 0,0 0,0-1,0 1,0-1,0 1,1-1,-1 1,0-1,0 1,1-1,-1 0,0 1,1-1,-1 0,1 1,-1-1,1 0,-1 0,1 0,0 0,-1 1,1-1,0 0,-1 0,1 0,0 0,0 0,0 0,0 0,-3-46,8 33,1 0,1 0,0 0,0 1,2 0,-1 0,2 1,0 0,0 0,1 2,0-1,1 1,0 1,5-3,1 1,0 0,0 1,1 1,1 1,0 0,0 2,0 0,1 2,-1 0,1 1,0 1,11 0,177-21,-93 8,-1 5,1 5,7 5,7 8,0 5,-1 6,-1 6,44 17,-106-22,36 12,1-5,1-5,30 1,-43-15,0-4,1-4,-1-4,0-4,-1-4,0-4,43-15,-112 27,-1-2,1 0,-1-1,0-1,-1-1,0-1,0-1,-1 0,-1-1,9-9,29-79,125-163,-168 233,-14 21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7:39.71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0,'-15'729,"4"31,11-766,0 11,0-1,8 73,-7-75,-1 0,1 0,0 0,-1 0,1-1,0 1,0 0,1 0,-1-1,0 1,0 0,1-1,-1 1,1-1,0 0,-1 0,1 1,0-1,0 0,-1 0,1-1,0 1,0 0,0-1,0 1,0-1,0 1,0-1,0 0,1 0,-1 0,0 0,0 0,0-1,1 1,89-36,-34 8,-10 15,1 2,0 2,0 3,1 1,0 3,20 2,53-4,289-38,-186 15,53 8,649 20,294-1,-1220 0,0 0,1 0,-1 0,0-1,0 1,0-1,0 1,0-1,0 0,0 0,0 0,0 0,0 0,0 0,-1 0,1-1,0 1,-1-1,1 1,-1-1,1 0,-1 1,0-1,0 0,0 0,0 0,0 0,0 0,0 0,-1 0,1 0,-1 0,1 0,-1-2,7-33,-2 1,-2-1,-1-1,-2 1,-1 0,-2 0,-3-4,-11-120,0 5,3-135,28 117,-14 172,0 1,0-1,-1 0,1 1,0-1,-1 0,0 1,1-1,-1 1,0-1,0 1,0-1,0 1,0 0,0-1,0 1,0 0,0 0,-1 0,1 0,0 0,-1 0,1 0,-1 0,1 1,-1-1,0 0,1 1,-1-1,0 1,1 0,-1 0,0-1,-65 0,49 2,-126-3,-1-7,-30-10,-9 0,-67 2,0 11,-101 16,-30 16,-2 1,-332-20,139-41,505 38,87 1,-3-7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09.18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432 91,'-28'-11,"18"9,-2-2,0 1,-1 1,1 0,-1 1,1 0,-1 1,1 0,-1 1,0 0,1 1,0 1,-1 0,-1 1,3 1,0 0,1 1,-1 1,1-1,0 1,1 1,-1 0,2 0,-1 1,1 0,1 1,-1 0,-5 10,2-2,0 1,2 0,0 0,1 1,0 0,2 1,1 0,0 0,2 0,0 0,1 19,1-19,0-10,1 0,-1 0,1 0,1 0,0-1,1 1,0 0,1 0,0-1,0 1,1-1,0 0,1 0,0-1,1 1,3 3,73 73,-71-77,1-1,0-1,0 0,0 0,1-2,0 1,1-2,-1 1,1-2,-1 0,1-1,0 0,0-1,0 0,0-1,13-2,-15 2,2 1,1 0,0 0,-1-2,1 0,-1 0,1-2,-1 0,0 0,0-1,0-1,0 0,-1-1,0-1,4-2,8-9,-14 12,-1 0,0-1,0-1,0 1,-1-2,0 1,0-1,-1-1,0 1,-1-1,0-1,-1 1,0-1,-1-1,4-7,18-129,-21 98,-3 41,-1-1,0 1,-1 0,0 0,0-1,-1 1,0 0,-1-1,0 1,0 0,-1-1,0 1,-1 0,0 0,0 1,-1-1,0 1,-3-6,-3 3,1 0,-1 0,-1 1,0 0,-1 1,1 0,-2 1,1 0,-1 1,0 1,-1 0,1 0,-1 2,-1-1,1 2,0 0,-1 1,1 0,-11 1,-101-13,115 13,-1 1,1 1,-1 0,1 0,0 1,0 1,0 0,0 0,0 1,0 1,1-1,0 2,0-1,0 2,1-1,0 1,0 0,1 1,0 0,0 1,1-1,0 1,0 1,1-1,-5 11,-3 15,1 1,2 0,1 1,-3 28,8 113,6-168,1 0,0 0,1 0,0-1,0 1,1-1,0 0,1 0,0 0,0 0,1-1,0 0,0 0,1 0,0-1,1 0,-1-1,1 1,1-2,-1 1,1-1,0 0,0-1,0 0,6 1,0-2,0 0,0 0,0-2,0 0,0 0,1-1,-1-1,0-1,0 0,8-3,-3 1,0-1,0 0,0-2,-1 0,1-1,-2-2,1 1,1-4,-12 5,0 0,0-1,-1 0,0-1,0 0,-1 0,0 0,-1-1,-1 0,1 0,-2 0,1 0,-2-1,1 0,10-32,-2 6,-3 0,-1 0,-1 0,-3-1,-1 0,-3-38,-1 66,-1 1,0 0,-1-1,0 1,-1 0,0 1,0-1,-1 1,0 0,-1 0,0 1,0 0,-1 0,0 1,0 0,-9-6,-11-13,-39-18,44 38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15.22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414 37,'-13'-4,"1"1,-1 0,0 1,0 1,0 0,-1 1,1 0,0 1,0 0,0 1,0 1,1 0,-1 0,0 2,0 0,-1 3,1 0,0 1,0 0,1 1,0 0,1 1,0 1,1-1,1 2,-1-1,2 1,0 1,0-1,2 1,-1 1,2-1,0 1,1 0,-2 12,-1 4,1 1,2-1,1 1,2 0,1 7,0-29,1 1,1-1,0 1,0-1,1 0,0 0,1 0,0 0,0-1,1 1,0-1,1 0,0-1,1 0,-1 1,2-2,4 5,10 4,1-2,0 0,1-2,0 0,1-2,0-1,1-1,0-1,0-1,0-1,1-1,0-2,0-1,0-1,10-2,-10 0,0-1,-1-2,1 0,-1-2,0-1,-1-1,0-1,-1-1,0-2,0 0,-2-1,1-1,-2-2,5-4,-19 15,0-1,0 1,-1-1,0 0,0 0,-1-1,0 0,0 0,-1 0,0 0,0-1,-1 0,0 1,-1-1,0 0,0 0,-1-1,0 1,0 0,-1 0,-1-1,0-7,-4-6,0 0,-2 1,0 0,-2 0,0 0,-1 1,-1 0,-1 1,-1 0,-1 1,-1 1,0 0,-1 1,-1 1,-1 0,0 1,-1 1,0 1,-1 1,-1 1,0 0,0 1,-1 2,-21-6,27 11,1 1,-1 0,0 1,0 1,-1 0,1 1,1 1,-1 1,0 0,0 1,1 0,0 2,0-1,-8 6,-4 3,1 1,0 2,2 0,0 2,1 0,1 2,-4 5,-21 25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1.18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0,'138'16,"1"-7,43-6,-124 2,-70 7,-82 28,81-37,-1 1,1 1,0 1,1 0,-1 0,1 1,0 1,1 0,0 1,0 0,-8 9,6 2,0 1,2 1,0-1,1 2,1-1,2 2,0-1,1 1,2 0,0 0,2 0,0 0,2 0,1 11,-1-30,-1 1,1 0,0-1,1 1,-1 0,1-1,0 1,1 0,-1-1,1 1,0-1,1 0,-1 0,1 0,0 0,0 0,0-1,1 1,0-1,0 0,0 0,0 0,1 0,-1-1,1 0,0 0,0 0,0-1,5 2,8 1,1-1,0-1,0-1,0 0,0-2,0 0,0-1,0-1,0-1,0 0,-1-2,0 0,1-1,-2-1,1 0,12-8,33-31,-61 44,-1 0,1 0,0 0,-1 0,1 0,-1-1,0 1,1 0,-1-1,0 1,-1-1,1 1,0-1,-1 0,1 1,-1-1,0 0,0 1,0-1,0 0,0 1,-1-1,1 0,-1 1,0-1,0 1,0-2,-5-4,0 0,-1 0,0 0,0 1,-1-1,0 2,0-1,-1 1,1 1,-1-1,0 2,-1-1,1 1,-1 1,0-1,0 2,-9-2,15 2,-1 1,0-1,1 1,-1 1,0-1,0 1,1-1,-1 1,0 1,0-1,0 1,1 0,-1 0,0 0,1 0,-1 1,1 0,0 0,-1 0,1 1,0-1,0 1,0 0,1 0,-1 0,1 1,0-1,-1 1,2 0,-1 0,0 0,1 0,0 0,0 0,0 1,0-1,1 1,0 0,0-1,0 1,0 2,1-3,1 1,-1-1,1 0,0 0,0 1,1-1,-1 0,1 0,0 0,0-1,0 1,1 0,-1-1,2 2,19 19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3.58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 0,'-3'5,"5"3,10 3,15 0,14-3,11-2,11-4,6-6,3-1,-5-2,-6-1,-14 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4.54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21 38,'-2'3,"0"-1,0 1,0 0,0 0,1 0,-1 0,1 0,0 0,-1 1,1-1,1 0,-1 0,1 1,-1-1,1 1,0-1,0 0,0 1,1-1,-1 1,1-1,0-3,1 1,-1-1,1 0,-1 1,0-1,1 0,-1 0,1 0,-1 0,1-1,-1 1,1 0,-1 0,0-1,1 1,-1-1,1 0,-1 1,0-1,0 0,1 0,-1 0,0 1,0-1,0 0,0-1,0 1,0 0,0 0,0 0,-1-1,1 1,0-1,3-3,-1 0,1-1,-1 1,0-1,0 0,-1 0,0 0,0 0,0-1,-1 1,0 0,0-1,-1-4,0 11,0 1,0-1,0 1,0-1,-1 1,1-1,0 1,-1-1,1 0,0 1,-1-1,1 1,0-1,-1 0,1 1,-1-1,1 0,0 1,-1-1,1 0,-1 0,1 1,-1-1,1 0,-1 0,0 0,1 0,-1 0,1 0,-1 0,1 0,-1 0,1 0,-1 0,1 0,-1 0,1 0,-1 0,1-1,-1 1,1 0,-1 0,1-1,-1 1,1 0,-1 0,1-1,0 1,-1-1,1 1,-1 0,1-1,0 1,0-1,-1 1,1-1,0 1,0-1,-1 1,1-1,-7 16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4.82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43 122,'7'-2,"5"-3,2-6,-2-2,-2-5,-2 0,-6 0,-5 3,-7 4,-4 4,-1 3,-4 7,3 7,3 7,4 3,3 2,3-3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3.29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76 0,'-2'10,"-4"9,-2 10,0 11,-1 6,1 5,-1 0,2-3,0-6,0-8,3-9</inkml:trace>
  <inkml:trace contextRef="#ctx0" brushRef="#br0" timeOffset="630.939">397 0,'-11'62,"-2"-13,-1 0,-3-1,-14 26,-6 20,36-93,1 0,-1-1,1 1,0-1,-1 1,1-1,0 1,0 0,-1-1,1 1,0 0,0-1,0 1,0 0,0-1,0 1,0 0,0-1,0 1,0 0,0-1,0 1,0 0,1-1,-1 1,0 0,1-1,-1 1,0-1,1 1,-1 0,1-1,-1 1,0-1,1 1,-1-1,1 0,0 1,-1-1,1 1,-1-1,1 0,0 0,-1 1,1-1,0 0,-1 0,1 0,0 0,-1 0,1 0,0 0,-1 0,1 0,0 0,-1 0,1 0,0 0,-1 0,1-1,0 1,46-15,-44 14,178-86,-156 73</inkml:trace>
  <inkml:trace contextRef="#ctx0" brushRef="#br0" timeOffset="882.268">584 228,'-2'-2,"-1"3,-2 7,-3 8,0 9,0 6,-2 5,1 6,0 2,-1 1,1-1,1-3,0-4,3-9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2.41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1 147,'16'7,"9"4,11 1,5-2,4-3,5-2,4-3,3 0,-2-2,-4 0,-5-1,-6 1,-11-1</inkml:trace>
  <inkml:trace contextRef="#ctx0" brushRef="#br0" timeOffset="353.054">348 0,'1'5,"0"-1,0 1,1-1,0 0,0 0,0 0,0 0,1 0,-1 0,1-1,0 1,0-1,1 0,-1 0,1 0,-1 0,1 0,0-1,0 0,0 0,4 2,113 43,-100-41,-1 0,0 2,0 0,0 1,-1 1,13 10,-29-18,0 0,0 0,0 1,-1 0,1-1,-1 1,1 0,-1 0,0 1,0-1,0 0,-1 1,1-1,-1 1,0-1,0 1,0 0,0 0,-1-1,1 1,-1 0,0 0,0 0,0-1,-1 1,1 0,-1 0,0-1,0 1,-1-1,1 1,-1-1,1 1,-1-1,0 0,0 1,-3 1,-8 10,-2-2,1 1,-2-2,0 0,0-1,-1 0,0-2,-8 3,-36 23,38-19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1.55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11,'7'7,"7"2,7 0,10-2,11-4,7-5,5-5,2 0,-2-3,-5 2,-9 1,-9 3,-10 3,-10 3,-8 0</inkml:trace>
  <inkml:trace contextRef="#ctx0" brushRef="#br0" timeOffset="504.71">54 52,'-6'31,"1"0,1 0,2 1,1 0,1-1,4 26,-4-56,0 0,0 1,0-1,0 0,0 1,0-1,0 1,0-1,1 0,-1 0,0 1,1-1,-1 0,1 0,0 1,-1-1,1 0,0 0,0 0,-1 0,1 0,0 0,0 0,0 0,0 0,1 0,-1-1,0 1,0 0,0-1,0 1,1-1,-1 1,0-1,1 0,-1 0,0 1,1-1,-1 0,0 0,1 0,77-16,-67 12,0 1,0 0,0 1,1 0,-1 1,0 0,1 1,-1 1,0 0,10 2,-13-1,-1 1,0 0,0 1,-1 0,1 0,-1 1,0 0,0 0,0 0,0 1,-1 0,0 1,-1-1,1 1,1 3,-5-6,1-1,-1 1,-1-1,1 1,0 0,-1-1,1 1,-1 0,0 0,-1 0,1 0,-1 1,0-1,0 0,0 0,0 0,-1 0,1 0,-1 0,0 0,0 0,-1 0,1 0,-1-1,0 1,0-1,0 1,0-1,-1 1,0-1,1 0,-1 0,-1 0,-8 6,0 0,-1-1,0-1,0 0,-1-1,0 0,0-1,0 0,-1-2,0 1,0-2,1 0,-2-1,1 0,0-1,-2-1,-19-5,49-9,12 3,2-1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8.90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427 1,'-9'13,"-8"19,-5 17,-3 17,-3 12,-3 9,-3 4,-2 2,-3-2,-3-4,1-8,3-10,8-14,8-10,9-13</inkml:trace>
  <inkml:trace contextRef="#ctx0" brushRef="#br0" timeOffset="282.864">561 348,'-16'21,"-8"15,-1 13,0 8,3 5,3 1,2-1,2-4,3-5,2-9,0-10,1-9,3-8</inkml:trace>
  <inkml:trace contextRef="#ctx0" brushRef="#br0" timeOffset="606.939">481 295,'5'24,"15"21,2-2,2-1,19 26,-23-40,-2 1,-1 0,-1 2,-1 0,-2 0,-1 1,-1 1,2 17,-11-44,-1 0,0 0,0-1,-1 1,1 0,-1 0,-1 0,1 0,-1 0,0 0,0-1,-1 1,1 0,-1-1,-1 1,1-1,-1 0,0 0,0 0,0 0,-1 0,0 0,1-1,-2 0,1 0,0 0,-1 0,0-1,0 0,0 0,0 0,-3 0,-3 1,0 0,-1-1,1-1,-1 0,1 0,-1-1,0-1,1 0,-1 0,0-1,1-1,-1 0,1-1,-1 0,1 0,0-1,-10-6,9 1,5 0</inkml:trace>
  <inkml:trace contextRef="#ctx0" brushRef="#br0" timeOffset="852.358">1042 468,'-16'21,"-5"15,1 11,1 7,5 5,2 2,-2 0,-1-4,1-7,2-8,3-10</inkml:trace>
  <inkml:trace contextRef="#ctx0" brushRef="#br0" timeOffset="1211.786">988 576,'3'22,"1"0,1 0,1 0,0-1,2 0,0 0,2-1,0 0,2 0,0-1,0-1,2 0,1-1,0 0,15 12,-29-28,-1 0,0 0,1 0,0 1,-1-1,1 0,0 0,-1 0,1 0,0 0,0 0,0 0,0 0,0 0,0 0,0 0,0-1,0 1,1 0,-1-1,0 1,0-1,1 0,-1 1,0-1,0 0,1 0,-1 1,0-1,1 0,-1 0,0-1,1 1,-1 0,0 0,1-1,-1 1,0-1,0 1,1-1,-1 1,0-1,0 0,0 1,0-1,0 0,0 0,0 0,0 0,7-14,-2-1,0 1,0-1,-2 0,0-1,1-9,2-10,21-86,63-236,-79 323,-3 13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29:48.06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70 0,'3'2,"4"2,7-1,7-1,7 0,8-1,6 0,4-4,3 0,-3 0,-4 0,-5 4,-9 3,-9 2</inkml:trace>
  <inkml:trace contextRef="#ctx0" brushRef="#br0" timeOffset="498.444">44 14,'-8'19,"0"1,2-1,0 1,1 0,1 1,1-1,1 1,1-1,1 1,1 13,0-32,-1 0,1-1,0 1,0 0,0-1,0 1,0-1,1 0,-1 1,0-1,1 0,-1 0,1 1,-1-1,1 0,-1 0,1-1,0 1,-1 0,1-1,0 1,0-1,0 1,-1-1,1 0,0 0,0 0,0 0,0 0,-1 0,1 0,0 0,0-1,0 1,-1-1,1 0,0 1,0-1,-1 0,1 0,-1 0,1 0,-1 0,1-1,12-2,-3 0,-1 0,2 0,-1 1,0 0,1 1,-1 1,1 0,-1 0,1 1,0 0,-1 1,1 1,-1 0,1 0,-1 1,0 1,0 0,0 0,-1 1,1 0,-1 1,0 0,4 5,-9-7,-1 0,0 1,0 0,0 0,-1 0,0 0,0 0,0 1,0 0,-1-1,0 1,0 0,-1 0,0 0,0 0,0 0,0 1,-1-1,0 0,-1 0,1 0,-1 0,0 0,-1 0,1 0,-1 0,-1 0,1 0,-1-1,0 1,0-1,0 0,-1 0,0 0,0 0,0-1,-1 1,-8 5,0-2,0 1,-1-1,0-1,0-1,0 0,-1-1,0 0,-1-1,1-1,0 0,-1-1,0-1,0 0,1-2,-16-1,31 3,-1-1,1 0,-1 1,1-1,-1 0,1 0,-1 1,1-1,-1 0,1 0,-1 0,1 0,-1 1,1-1,-1 0,1 0,-1 0,1 0,-1 0,1 0,-1-1,0 1,1 0,-1 0,1 0,-1 0,1-1,-1 1,1 0,-1 0,1-1,0 1,-1 0,1-1,-1 1,1 0,0-1,-1 1,1-1,0 1,-1-1,1 1,0-1,0 1,-1-1,1 1,0-1,0 1,0-1,0 1,0-1,0 1,0-1,0 1,0-1,0 0,0 1,0-1,12-5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0:33.06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17206 3210,'13'-117,"-14"113,-1 0,1 0,-1 0,0 0,0 0,0 1,0-1,-1 1,1-1,-1 1,0 0,0 0,0 0,-1 0,1 1,0-1,-1 1,0 0,0 0,0 0,1 0,-2 1,-3-1,-24-16,-9-13,-48-24,35 39,-1 3,-1 2,-21 0,-131 5,129 7,-189-9,-58-11,105 6,16-1,-124 1,-402-13,662 26,-60 0,-97-13,197 10,-291-22,115 27,-53 14,-94 8,-227-11,547-13,-241 1,-37 14,101-4,-73-11,111-1,-107 1,180 14,-286 25,349-37,-143 6,1 9,-70 19,190-22,1 4,1 2,0 2,2 2,1 3,-16 13,-61 30,23-12,2 4,-55 45,137-91,1 0,1 2,0 0,1 2,2 0,0 0,0 2,2 0,1 1,1 0,1 1,1 1,1 0,1 0,1 1,2 0,-2 14,6 46,3 0,5 0,8 39,-13-119,15 95,5-1,27 72,18 86,-15 12,-39-231,2 0,1-2,2 0,13 20,48 119,-64-131,-11-30,0 1,2-1,0 0,0-1,2 1,0-1,0 0,1-1,1 0,0 0,1-1,9 8,4-2,1-2,1-1,1-1,0-1,28 10,87 47,-134-65,24 16,0-1,2-2,0-1,21 7,294 112,-319-123,70 36,3-6,1-3,95 22,358 53,-434-95,2-6,38-3,7 1,575 30,-55-27,-22 14,110 20,-22-20,-274-42,-383 6,0-5,77-19,-149 26,-1 0,1-2,-2-1,1-2,-1 0,0-1,-1-1,-1-1,0-2,0 0,0-3,29-32,-3-2,-3-2,-1-2,35-61,-11 17,-4-2,-4-2,-5-3,-5-3,-5-1,22-85,-42 108,-3-1,-5-1,-3 0,-4-1,-3-43,21-382,-25 478,3-13,-3 0,-2 0,-2 0,-2 0,-3 0,-2-2,3 35,-1 1,0-1,-1 1,-1 0,-1 1,-1 0,0 0,-1 1,0 0,-14-12,-143-118,136 121</inkml:trace>
  <inkml:trace contextRef="#ctx0" brushRef="#br0" timeOffset="7124.313">1 5148,'0'-4,"0"-1,0 1,0 0,1-1,-1 1,1 0,0-1,1 1,-1 0,1 0,0 0,0 0,0 0,0 1,1-1,-1 1,1-1,0 1,0 0,0 0,1 0,-1 0,1 1,-1 0,1-1,1 1,15-10,2 1,-1 1,1 1,1 1,-1 1,1 1,1 1,-1 1,1 0,-1 2,1 1,316-5,10 0,-215 7,968-1,-710 13,26 10,4 18,-58-21,-193-14,469 0,-391-8,288 3,-225 12,110-22,-212-19,33-6,-86-4,-50 7,159-30,-210 49,0-3,0-2,-2-3,0-2,25-15,141-107,-206 134,-1 0,-1-1,1-1,-2 0,0-1,0 0,-1-1,-1 0,0-1,-1 0,-1 0,5-13,3-23,-3 0,-2-2,-2 1,-2-8,-6 53,3-23,0 0,-2-1,-1 0,-1 1,-2-1,-1 1,-2 0,-1 0,-1 0,-1 1,-2-1,1 9,0 1,-1 0,-1 1,-1 0,-1 1,0 0,-1 1,-1 1,-1 0,-1 1,0 0,-16-9,-164-88,140 88,-1 2,0 3,-2 3,0 2,0 2,-1 4,-29 0,-130-1,-24 10,115 0,-1865 112,1757-93,-405 49,532-50,0-4,-1-5,-1-5,1-5,-81-11,-229-33,369 34,2-2,-1-2,2-2,0-2,-34-19,65 29,-31-12,-1 3,-1 2,0 2,-1 2,0 3,0 2,-1 2,-25 3,-265 3,299 3,0 2,0 2,0 2,1 2,1 1,0 3,1 1,1 2,1 1,0 3,-16 14,23-16,1 1,1 1,1 1,2 2,0 1,2 1,1 1,2 1,1 1,1 1,2 1,1 0,2 1,1 1,2 1,1 0,2 0,1 9,1 32,4-1,3 1,4 0,3 0,9 29,-5-35</inkml:trace>
  <inkml:trace contextRef="#ctx0" brushRef="#br0" timeOffset="22155.608">16845 336,'-15'226,"-8"-33,-20 108,30-135,13 53,-33-51,-10-23,36-123,-2 0,0-1,-1 0,-2-1,0 0,-1-1,-1 0,-6 7,7-11,3 0,-1-1,0 0,-1 0,-1-1,0-1,0 0,-1-1,-1-1,0 0,0-1,-1 0,0-1,-8 2,-33 6,-1-3,-1-3,-1-1,-131 5,-580-15,513-13,-48-12,37 12,-497 15,549 11,141-7,1 3,1 3,-24 9,-118 17,2 12,209-48,0 1,1 0,-1 0,0 0,1 0,-1 1,1-1,-1 1,1 1,0-1,1 0,-1 1,0 0,0 1,-84 58,28-25,-101 54,51-32,-135 7,29 4,-58 4,19-9,-171 36,198-53,85-17,-117 10,252-41,-206 19,-78-6,230-13,-1-3,0-3,1-2,-42-11,46 3,1-2,1-3,0-2,-22-14,46 16,1-1,1-2,2-1,0-1,1-1,2-2,1 0,1-2,-18-30,28 40,2-1,0 0,1 0,1-1,1-1,1 1,1-1,1-1,1 1,1-4,-30-207,6 52,8 0,6-32,18 0,8 0,15-33,-20 191,3 0,3 1,2 0,2 1,9-15,-4 16,1-8,3 1,3 1,2 1,15-16,-34 60,1 1,0 1,1 0,0 1,1 0,0 1,1 1,0 1,0 0,1 1,0 1,0 1,1 1,-1 0,11 0,3-1,0 1,0 1,1 2,-1 1,1 2,-1 1,0 2,0 1,13 4,110 17,1-6,1-8,1-7,10-6,409-1,-460-8,-1-5,0-5,97-30,-173 39,48-12,1 3,1 4,0 5,11 2,284 10,-293 5,0 4,78 21,-64-11,33 5,69 13,183 10,94-33,-361-16,0-5,-1-6,32-10,254-50,-246 44,1 7,97 3,-85 12,-1 8,175 26,-321-26,0 1,0 2,0 0,-1 2,0 1,0 2,-1 1,12 7,-14-6,1 0,0-2,1-1,19 5,43 16,-39-13,-39-14</inkml:trace>
  <inkml:trace contextRef="#ctx0" brushRef="#br0" timeOffset="56501.562">16765 6686,'-1'0,"1"0,-1 0,1 0,-1 0,1 0,0 0,-1 0,1 0,-1 0,1-1,-1 1,1 0,0 0,-1 0,1-1,-1 1,1 0,0-1,-1 1,1 0,0 0,0-1,-1 1,1-1,0 1,0 0,-1-1,1 1,0-1,0 1,0 0,0-1,0 1,0-1,-1 1,1-1,0 1,0-1,0 1,1 0,-1-1,0 1,0-1,0 1,0-1,0 1,0 0,1-1,-1 1,0-1,0 1,1 0,-1-1,0 1,26-8,156 28,142 23,-322-42,0 0,-1-1,1 1,0 0,0 0,0 0,-1 0,1 0,-1 0,1 0,-1 1,1-1,-1 1,0-1,0 1,1-1,-1 1,0 0,0 0,-1-1,1 1,0 0,-1 0,1 0,-1 0,1 0,-1 0,0 0,0 0,0 0,0 0,0 0,0 0,-1 0,1 0,-1-1,1 1,-1 1,0 8,-2 418,26 105,-17-426,2 544,-7-210,52 23,-53-118,-1-332,-1 1,-1-1,-1 0,0 0,0 0,-2-1,0 1,-1-1,0-1,-9 13,-34 83,-5 53,0-17,53-139,-1 1,1 1,-1-1,-1 0,1 0,-1 0,0 0,-1-1,1 1,-1-1,-1 0,1-1,-1 1,0-1,0 0,0-1,-1 0,0 0,-2 1,-89 26,-2-4,0-5,-1-4,-1-4,-4-5,48-3,-16 1,73-7,1 0,0 0,-1-1,1 1,-1 0,1 0,-1-1,1 1,0 0,-1 0,1-1,0 1,-1-1,1 1,0 0,-1-1,1 1,0-1,0 1,0 0,-1-1,1 1,0-1,0 1,0-1,0 1,0-1,0 1,0-1,0 1,0-1,0 1,0-1,0 1,0-1,0 1,0-1,1 1,-1 0,0-1,0 1,0-1,1 1,-1-1,0 1,1 0,-1-1,0 1,1 0,-1-1,0 1,1 0,-1 0,1-1,1-3,3-6</inkml:trace>
  <inkml:trace contextRef="#ctx0" brushRef="#br0" timeOffset="57302.248">17808 7996,'-3'18,"0"13,-2 10,0 8,-2 4,1 0,-2 0,2-4,-2-5,2-3,-1-6,-2-6,1-6,2-6</inkml:trace>
  <inkml:trace contextRef="#ctx0" brushRef="#br0" timeOffset="57933.559">17434 7956,'20'-9,"16"-5,16-3,10-3,3 0,3-2,-4 2,-4 1,-7 1,-8 2,-10 4,-10 4</inkml:trace>
  <inkml:trace contextRef="#ctx0" brushRef="#br0" timeOffset="58193.424">17941 8236,'0'16,"0"12,0 11,0 5,0 2,-2 0,-1-1,0-6,-2-5,1-6,0-8</inkml:trace>
  <inkml:trace contextRef="#ctx0" brushRef="#br0" timeOffset="58406.396">17941 7956,'-5'12,"4"7,6 4,7-1,1-3</inkml:trace>
  <inkml:trace contextRef="#ctx0" brushRef="#br0" timeOffset="59427.985">18075 8397,'0'45,"8"103,-8-145,0 0,1-1,-1 1,0-1,1 1,0-1,-1 1,1-1,0 1,1-1,-1 0,0 1,0-1,1 0,0 0,-1 0,1 0,0 0,0 0,0-1,0 1,0-1,0 1,1-1,-1 0,0 0,1 0,-1 0,1 0,-1 0,1-1,-1 1,1-1,0 0,-1 0,1 0,-1 0,1 0,0 0,-1-1,1 1,-1-1,1 0,-1 0,1 0,-1 0,0 0,3-2,1-5,0-1,-1-1,0 1,0-1,-1 1,0-1,-1 0,0-1,0 1,-1-1,-1 1,1-1,-2 1,0-1,0 0,-1-2,1 12,-2-30,3 31,-1 0,0-1,0 1,0-1,0 1,0 0,0-1,0 1,0-1,0 1,0 0,0-1,0 1,0-1,-1 1,1 0,0-1,0 1,0 0,0-1,-1 1,1 0,0-1,0 1,-1 0,1-1,0 1,0 0,-1 0,1-1,0 1,-1 0,1 0,-1 0,1-1,0 1,-1 0,1 0,0 0,-1 0,1 0,-1 0,1 0,0 0,-1 0,1 0,-1 0,1 0,0 0,-1 0,1 0,-1 0,1 1,0-1,-1 0,1 0,0 0,-1 1,1-1,0 0,-1 0,1 1,0-1,-1 0,-3 7,0 0,0-1,1 1,-1 0,2 1,-1-1,1 1,0-1,0 1,1-1,0 5,1-11,-5 82,5-81,0 1,1-1,-1 0,1 1,-1-1,1 0,0 1,0-1,0 0,0 0,0 0,1 0,-1 0,1 0,-1 0,1-1,0 1,-1 0,1-1,0 1,0-1,0 0,0 0,0 0,1 0,-1 0,0 0,0 0,1-1,-1 1,1-1,1 0,2 0,-1-1,1 0,-1 0,1-1,-1 0,0 0,0 0,0 0,0-1,0 0,0 0,-1 0,1 0,-1-1,0 0,0 0,0 0,-1 0,0-1,1 0,-1 1,-1-1,1 0,-1 0,0 0,0-1,0 1,-1 0,0-1,0 1,0-1,-1 0,0 0,0 6,-1-1,1 1,-1 0,1 0,-1 0,0-1,1 1,-1 0,1 0,-1 0,0 0,1 0,-1 0,0 0,1 0,-1 0,1 0,-1 0,0 1,1-1,-1 0,1 0,-1 1,1-1,-1 0,0 0,1 1,0-1,-1 1,1-1,-1 1,1-1,-1 0,1 1,0 0,-1-1,1 1,0-1,0 1,-1-1,1 1,0-1,0 1,0 0,0-1,0 1,-1 0,1-1,0 1,1 0,-3 2,0 0,0 0,0 0,1 0,-1 0,1 1,0-1,0 0,0 1,0-1,1 1,0-1,-1 1,1-1,0 1,1-1,-1 0,1 1,-1-1,1 1,0-1,0 0,1 1,-1-1,1 0,-1 0,1 0,0 0,0 0,1-1,-1 1,1 0,0-2,-1-1,1 0,-1 0,1 0,0 0,-1 0,1-1,-1 1,1-1,-1 1,1-1,-1 0,1 0,-1 0,0-1,0 1,1 0,-1-1,0 1,0-1,0 0,-1 0,1 0,0 0,-1 0,1 0,-1 0,1-1,19-18,-17 39,-7 1,2-16,0 0,0 0,0 0,0 0,0 1,1-1,-1 0,1 1,0-1,0 0,0 1,1-1,-1 0,1 1,0-1,-1 0,2 0,-1 1,0-1,1 0,-1 0,1-1,0 1,0 0,0 0,0-1,0 1,1-1,-1 0,1 0,0 0,2 1,-1-2,0 0,1 0,-1-1,1 0,-1 0,1 0,-1-1,0 0,1 1,-1-1,1-1,-1 1,0-1,0 1,0-1,0-1,0 1,-1 0,1-1,0 0,-1 0,0 0,0 0,0 0,0-1,0 1,-1-1,0 0,1 0,-1 0,-1 0,1 0,0 0,-1 0,0-1,0 1,-1 0,1-1,-1 1,0-2,4-62,4 95,33 4,-37-29,0 0,0 1,0-1,0 1,0 0,-1 0,1 0,-1 1,0-1,0 1,0 0,0-1,1 4,-4-3,1-1,-1 1,0 0,0-1,-1 1,1 0,-1-1,0 1,1-1,-2 1,1-1,0 1,-1-1,0 0,1 0,-1 0,0 0,-2 1,-5 14,2-5,2 0,0 0,1 1,0 0,1 0,0 0,1 3,1-12,1-1,0 1,0 0,0-1,0 1,1 0,0-1,0 1,0-1,0 1,1-1,0 1,0-1,0 0,0 0,1 0,0 0,0 0,0-1,0 1,0-1,1 0,1 1,26 14,0-6</inkml:trace>
  <inkml:trace contextRef="#ctx0" brushRef="#br0" timeOffset="91918.364">11030 6860,'-2'-9,"-1"1,1 0,-1-1,-1 1,0 0,0 0,-1 1,1 0,-1-1,-1 1,0 1,0-1,0 1,-1 0,0 1,0 0,-6-4,-38-19,-1 3,-1 2,-2 2,0 3,-1 2,-20-1,-56-9,-1 7,0 5,-120 4,181 9,-1 3,0 3,1 3,0 4,1 2,-36 14,80-16,0 1,1 0,0 2,1 1,1 1,1 2,0 0,1 1,1 1,2 1,0 1,1 0,1 1,0 4,-15 18,2 2,2 2,2 0,2 2,3 1,2 0,3 1,2 1,2 1,2 0,-1 54,8-60,1-1,3 1,2-1,2 0,2 0,2 0,2-1,3 0,1-1,3-1,1-1,3 0,1-2,3 0,1-2,2-1,1-1,5 2,18 7,2-1,2-3,2-2,2-3,1-3,2-3,1-2,2-3,52 14,-65-24,0-2,1-2,0-2,1-3,1-3,-1-2,1-2,-1-3,1-2,-1-3,0-3,0-1,5-5,-14-1,-1-1,0-3,-2-1,0-3,-2-1,0-2,-2-2,-1-2,-2-1,-1-2,-1-2,-3-1,22-31,22-53,-6-4,-6-2,47-131,-108 251,-1 2,84-231,-81 215,0 0,-1-1,-2 1,0-1,-1 0,-1 0,-1 1,-1-1,-1 1,-3-11,-6-2,-1 0,-2 1,-2 1,-1 0,-1 1,-1 1,-2 1,-1 1,-1 1,-1 1,-2 1,-22-16,-29-18,-2 3,-3 3,-2 5,-2 3,-2 4,-1 3,-33-5,48 19,-1 3,0 3,-1 4,-1 3,0 4,0 3,0 3,-1 4,-9 4,-183 32,6 12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0:47.3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0,'-2'0,"-4"0,-1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0:47.3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1,'18'0,"20"0,19 0,16 2,12 1,6 2,0 3,-9 1,-16 3,-19 1,-18-2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0:47.3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">38 216,'16'6,"17"3,13 0,12-2,6-5,1-4,-9-2</inkml:trace>
  <inkml:trace contextRef="#ctx0" brushRef="#br0" timeOffset="2">734 175,'-9'-3,"-1"1,1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20.5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0,'-2'0,"-4"0,-1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20.5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1,'18'0,"20"0,19 0,16 2,12 1,6 2,0 3,-9 1,-16 3,-19 1,-18-2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20.5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">38 216,'16'6,"17"3,13 0,12-2,6-5,1-4,-9-2</inkml:trace>
  <inkml:trace contextRef="#ctx0" brushRef="#br0" timeOffset="2">734 175,'-9'-3,"-1"1,1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28.5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0,'-2'0,"-4"0,-1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28.5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1,'18'0,"20"0,19 0,16 2,12 1,6 2,0 3,-9 1,-16 3,-19 1,-18-2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28.5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">38 216,'16'6,"17"3,13 0,12-2,6-5,1-4,-9-2</inkml:trace>
  <inkml:trace contextRef="#ctx0" brushRef="#br0" timeOffset="2">734 175,'-9'-3,"-1"1,1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41.7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0,'-2'0,"-4"0,-1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41.7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1,'18'0,"20"0,19 0,16 2,12 1,6 2,0 3,-9 1,-16 3,-19 1,-18-2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41.7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">38 216,'16'6,"17"3,13 0,12-2,6-5,1-4,-9-2</inkml:trace>
  <inkml:trace contextRef="#ctx0" brushRef="#br0" timeOffset="2">734 175,'-9'-3,"-1"1,1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50.6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0,'-2'0,"-4"0,-1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50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1,'18'0,"20"0,19 0,16 2,12 1,6 2,0 3,-9 1,-16 3,-19 1,-18-2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50.6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">38 216,'16'6,"17"3,13 0,12-2,6-5,1-4,-9-2</inkml:trace>
  <inkml:trace contextRef="#ctx0" brushRef="#br0" timeOffset="2">734 175,'-9'-3,"-1"1,1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58.3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0,'-2'0,"-4"0,-1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58.3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1,'18'0,"20"0,19 0,16 2,12 1,6 2,0 3,-9 1,-16 3,-19 1,-18-2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8T14:01:58.3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25 201,'1'0,"1"-1,-1 1,0 0,1-1,-1 1,0 0,0 0,1 0,-1 0,0 0,1 0,-1 0,0 0,1 0,-1 1,0-1,1 0,-1 1,0-1,0 1,0 0,1-1,-1 1,0 0,0 0,0 0,0 0,0-1,0 1,-1 1,1-1,0 0,0 0,-1 0,1 0,-1 0,1 1,-1-1,1 0,-1 1,0-1,0 0,1 0,-1 1,0-1,0 0,0 1,-1-1,1 1,-2 12,0 0,-1 0,-1 0,-1-1,0 1,0-1,-3 4,-24 70,35-64,11-32,-9-4,-1 0,0-1,-1 1,-1-1,0 0,-1 0,-1 0,-1-12,2 10,-1 12,-1-19,0 1,2-1,1 1,1 0,0 0,2 0,1 0,0 1,2-1,0 2,2-2,-9 20,1 0,0-1,-1 1,1 0,0 0,0 0,0 1,0-1,1 0,-1 1,0-1,1 1,-1 0,1 0,-1 0,1 0,-1 0,1 1,0-1,-1 1,1-1,0 1,0 0,-1 0,1 1,0-1,0 0,-1 1,1 0,0-1,-1 1,1 0,-1 0,2 2,196 60,-174-56</inkml:trace>
  <inkml:trace contextRef="#ctx0" brushRef="#br0" timeOffset="1">38 216,'16'6,"17"3,13 0,12-2,6-5,1-4,-9-2</inkml:trace>
  <inkml:trace contextRef="#ctx0" brushRef="#br0" timeOffset="2">734 175,'-9'-3,"-1"1,1 0,0 1,-1 0,1 0,0 1,-1 0,1 0,-1 1,1 1,0 0,-1 0,1 0,0 1,1 1,-1-1,0 2,1-1,-4 3,11-5,0-1,-1 1,1-1,0 1,0 0,0-1,0 1,0 0,0 0,1 0,-1 0,0 0,1 0,0 0,-1 0,1 0,0 0,0 0,0 0,0 0,1 0,-1 0,1 0,-1 0,1 0,-1 0,1 0,0 0,0-1,0 1,0 0,0 0,1-1,-1 1,0-1,1 1,59 48,86 36,-146-85,0-1,0 1,0-1,0 1,-1 0,1-1,0 1,0 0,-1-1,1 1,-1 0,1 0,-1 0,1-1,-1 1,1 0,-1 0,0 0,1 0,-1 0,0 0,0 0,0 0,0 0,0 0,0 0,0 0,0 0,0 0,0 0,0 0,-1 0,1-1,0 1,-1 0,1 0,-1 0,1 0,-1 0,1-1,-1 1,0 0,1 0,-1-1,0 1,1 0,-1-1,0 1,0-1,0 1,0-1,0 0,1 1,-2-1,-56 18,56-17,-40 8,-1-2,1-1,-1-3,-17-1,29-5,8-2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10.4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0,'168'16,"451"-5,-524-11,-43-8,-42 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16.4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40,'27'0,"26"0,23 0,22-2,17-3,9-3,0-1,-10 2,-20 2,-26 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13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270 670,'-21'-5,"1"1,-1 1,0 1,0 1,0 1,-1 0,16 1,1-1,-1 1,1 0,-1 0,1 1,-1 0,1 0,0 0,0 0,0 1,0 0,0 0,1 0,-1 1,1-1,0 1,0 0,0 0,1 1,-1-1,1 1,0 0,0 0,-1 3,3-6,0 0,0 0,0 1,0-1,0 0,0 0,1 0,-1 0,1 1,0-1,-1 0,1 1,0-1,0 0,1 0,-1 1,0-1,1 0,0 0,-1 1,1-1,0 0,0 0,0 0,0 0,0 0,1 0,-1 0,1-1,-1 1,1 0,0-1,-1 1,1-1,0 0,0 0,0 1,2-1,6 1,0 0,1-1,-1 0,1 0,-1-2,1 1,-1-1,0-1,1 0,-1 0,0-1,0 0,0-1,0 0,-1 0,0-1,0-1,0 1,0-1,-1-1,0 0,4-5,-9 10,0 0,0 0,0-1,-1 1,1-1,-1 1,0-1,0 0,0 0,0 0,0 0,-1-1,1 1,-1 0,0-1,0 1,0-1,0 1,-1-1,0 1,1-4,-3 6,1 1,-1-1,1 1,0-1,-1 1,1 0,-1-1,1 1,-1 0,1 0,-1 0,1 0,-1 1,1-1,-1 0,1 1,-1-1,1 1,-1-1,1 1,0 0,-1-1,1 1,0 0,0 0,-1 0,1 0,0 0,0 0,0 0,0 0,1 1,-1-1,0 0,0 1,0 0,-1 0,0 0,0 1,0-1,0 0,1 1,-1 0,1-1,0 1,-1 0,1 0,1 0,-1 0,0-1,1 1,-1 0,1 0,0 0,0 0,0 1,0-1,1 0,-1 0,1-1,-1 1,1 0,0 0,1 0,-1 0,0-1,1 1,-1 0,1-1,0 0,0 1,0-1,0 0,0 0,1 0,-1 0,0 0,3 1,73 22,-35-19</inkml:trace>
  <inkml:trace contextRef="#ctx0" brushRef="#br0" timeOffset="633.401">697 657,'-5'-2,"-1"0,0 1,0 0,0 0,0 0,0 0,0 1,0 0,-1 1,1-1,0 1,0 0,0 1,1 0,-1-1,0 2,1-1,-1 1,1 0,-1 0,1 0,0 1,1-1,-1 1,1 1,-1-1,1 1,0-1,0 3,3-5,0 1,0 0,1-1,-1 1,1 0,0 0,-1 0,2 0,-1-1,0 1,0 0,1 0,-1 0,1-1,0 1,0 0,0-1,0 1,1-1,-1 1,1-1,-1 1,1-1,0 0,0 0,0 0,0 0,0 0,0-1,0 1,1 0,-1-1,1 0,0 1,95 30,-84-30,1-1,-1-1,1 0,-1-1,1-1,-1 0,1-1,-1 0,0-1,-1-1,1 0,-1-1,0-1,0 0,-1 0,1-1,-2-1,1 0,-1-1,-1 0,0 0,0-1,-1-1,-1 1,8-13,2-14,-2 0,-2-1,-1 0,-2-1,-1 0,-3-1,-1 0,-2 0,-1-1,-3-1,0 35,2-12,-1-1,-1 0,-1 0,-1 1,-1-1,0 1,-3-4,6 22,0 0,-1 0,1 0,-1 0,1 1,-1-1,0 0,0 0,0 0,0 0,0 1,0-1,-1 0,1 1,0-1,-1 1,1 0,-1-1,1 1,-1 0,0 0,0 0,0 0,1 0,-1 1,0-1,0 0,0 1,0-1,0 1,0 0,0 0,0 0,0 0,0 0,0 0,0 0,0 1,0-1,0 1,0-1,0 1,0 0,0 0,0 0,1 0,-1 0,0 0,1 1,-1-1,0 2,-8 7,2 2,-1-1,2 1,-1 1,2-1,0 1,0 0,1 1,1-1,0 1,1 0,0 0,1 7,-4 15,1 0,2-1,2 2,2-1,1 0,1 0,2-1,2 1,1-1,1 0,3-1,0 0,3 1,-9-23,0 0,1-1,0 1,1-1,0-1,1 0,0 0,0-1,7 5,-12-11,0 0,0 0,0 0,0-1,1 0,-1 0,0 0,1-1,0 1,-1-1,1 0,0 0,-1-1,1 1,0-1,0 0,0-1,-1 1,1-1,0 0,-1 0,1 0,0-1,-1 1,1-1,-1 0,3-2,5-6,0 0,-1 0,-1-1,0 0,0-1,-1 0,-1-1,0 0,-1 0,0-1,-1 0,0 0,1-6,-8 23,-3 6,1-1,0 1,1 0,-1 0,2 0,0 0,0 0,0 1,1-1,1 0,-1 0,1 0,1 2,27 15,-10-19</inkml:trace>
  <inkml:trace contextRef="#ctx0" brushRef="#br0" timeOffset="888.719">1459 457,'-13'0,"-8"0,1 0</inkml:trace>
  <inkml:trace contextRef="#ctx0" brushRef="#br0" timeOffset="1065.422">912 256,'18'-2,"20"-1,19 0,16 1,11 0,5 1,-12 0</inkml:trace>
  <inkml:trace contextRef="#ctx0" brushRef="#br0" timeOffset="1321.438">1647 550,'-1'40,"0"-25,1 1,0-1,1 1,0 0,2-1,3 13,-6-25,1 0,0-1,0 1,0 0,1 0,-1-1,1 1,-1-1,1 1,0-1,0 0,0 0,0 0,0 0,1 0,-1 0,0 0,1-1,0 0,-1 1,1-1,0 0,0 0,-1 0,1 0,0-1,0 1,0-1,0 0,0 0,0 0,0 0,0 0,0-1,0 0,0 1,-1-1,1 0,0 0,0 0,1-2,10-4,-1-2,-1 1,1-2,-2 1,1-2,-1 0,-1 0,0-1,0 0,-2 0,7-12,2-13,-18 36,0 1,1 0,-1-1,1 1,-1 0,1 0,-1-1,0 1,1 0,-1 0,0 0,1 0,-1 0,0 0,1 0,-1 0,1 0,-1 0,0 0,1 0,-1 1,0-1,1 0,-1 0,1 1,-1-1,1 0,-1 1,1-1,-1 0,1 1,-1-1,1 1,-1-1,1 1,0-1,-1 1,1-1,0 1,-1 0,1-1,0 1,0-1,0 1,-1 0,1 0,-3 2,0 1,0-1,0 1,0 0,1-1,-1 2,1-1,0 0,0 0,1 1,-1-1,1 0,0 1,0 0,1-1,-1 1,1-1,0 1,0 0,1-1,-1 1,1 0,0-1,0 1,1-1,-1 0,1 1,0-1,0 0,3 4,17 5,3-4</inkml:trace>
  <inkml:trace contextRef="#ctx0" brushRef="#br0" timeOffset="1766.878">2208 550,'36'102,"-28"-68,21 53,-28-86,0 1,0-1,0 0,1 0,-1 1,0-1,0 0,1 0,-1 0,0 0,1 0,-1-1,1 1,-1 0,1-1,0 1,-1-1,1 1,-1-1,1 0,0 0,-1 0,1 0,0 0,-1 0,1 0,0-1,-1 1,1 0,0-1,-1 1,1-1,-1 0,1 0,-1 1,1-1,0-1,49-43,-35 23,0-2,-1 0,-1-1,-2 0,0-1,3-12,-25 133,10-90,0 0,0-1,0 1,1 0,-1-1,1 1,0-1,0 1,1-1,0 1,0-1,0 0,0 0,0 0,1 0,0 0,-1 0,2-1,-1 1,0-1,1 0,-1 0,1 0,0-1,0 1,0-1,0 0,0 0,1 0,-1-1,2 1,34 8,-2-4</inkml:trace>
  <inkml:trace contextRef="#ctx0" brushRef="#br0" timeOffset="2103.903">2890 631,'16'-4,"0"-1,0 0,-1-1,0-1,0 0,0-1,7-6,-19 11,0-1,0 1,0-1,0 1,-1-1,1 0,-1 0,0 0,0 0,-1 0,1-1,-1 1,0-1,0 1,0-1,-1 3,0 0,1 1,-1-1,0 0,0 1,0-1,0 0,0 1,0-1,-1 0,1 1,-1-1,1 0,-1 1,1-1,-1 1,0-1,0 1,0-1,0 1,0 0,0-1,0 1,0 0,0 0,-1 0,1 0,-1 0,1 0,0 0,-1 0,1 1,-1-1,0 0,1 1,-1-1,0 1,1 0,-1 0,0 0,0-1,-6 3,0-1,-1 1,1 1,0 0,1 0,-1 0,0 1,1 0,0 0,0 1,0 0,1 0,-1 1,1-1,1 1,-1 1,1-1,-3 5,-42 68,49-76,0 0,0 0,0 1,0-1,1 0,-1 1,1-1,0 0,0 1,0-1,1 0,-1 1,1-1,-1 0,1 0,0 1,1-1,-1 0,0 0,1 0,0 0,0 0,0-1,0 1,0-1,1 2,10 5,-1-1,1-1,1 0,-1 0,1-1,1-1,-1-1,1 0,-1 0,1-2,0 0,0 0,1-2,8 0,49 0,-9-4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11.0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95 234,'-2'20,"-4"19,0 13,-1 10,0 3,-1 2,-1-1,0-3,3-5,-1-6,1-9,2-10,1-11</inkml:trace>
  <inkml:trace contextRef="#ctx0" brushRef="#br0" timeOffset="277.559">1 221,'0'-3,"1"0,0 1,0-1,0 1,0-1,1 1,-1-1,1 1,-1 0,1-1,0 1,0 0,0 0,0 0,0 1,0-1,0 0,1 1,-1-1,1 1,-1 0,1 0,0 0,-1 0,1 0,0 1,-1-1,1 1,0 0,2 0,86 6,-81-5,1 1,-1 0,1 1,-1 0,0 1,0 0,0 1,0 0,-1 0,0 1,0 0,0 0,-1 1,1 2,-8-8,1 1,-1 0,0-1,0 1,0 0,0 0,-1 0,1 0,0 0,-1 0,1 0,-1 0,0 0,0 0,1 0,-1 0,-1 0,1 0,0 0,0 0,-1 0,1 0,-1 0,0 0,0 0,1 0,-1 0,0-1,-1 1,1 0,0 0,0-1,-1 1,1-1,-1 0,1 1,-1-1,0 0,1 0,-3 1,-76 37,5-25,63-13</inkml:trace>
  <inkml:trace contextRef="#ctx0" brushRef="#br0" timeOffset="952.939">442 461,'18'-45,"-3"-1,-2 0,-1-2,-3 1,-2-1,-2 0,-2-9,-8 7,4 49,1 0,0 0,0-1,-1 1,1 0,-1 0,1 0,-1 0,1 0,-1 0,0 0,1 0,-1 0,0 0,0 0,0 0,0 0,1 1,-1-1,0 0,-1 0,1 1,0-1,0 1,0-1,0 1,0 0,-1-1,1 1,0 0,0 0,0 0,-1 0,1 0,0 0,0 0,-1 0,0 1,0 1,0-1,0 0,0 1,0-1,1 1,-1 0,0 0,1-1,0 1,-1 0,1 0,0 0,0 1,0-1,0 0,0 0,0 1,1-1,-1 0,1 1,0-1,0 0,0 1,0-1,0 0,0 1,0-1,1 0,-1 1,1-1,0 0,0 1,0-1,0 0,0 0,0 0,0 0,1 0,-1 0,1 0,-1-1,1 1,0-1,0 1,1 0,8 3,0-1,1 0,-1-1,1 0,0-1,-1 0,1-1,0 0,5-1,25 3,-40-3,2-1,0 1,0 0,0 0,0 1,0-1,0 1,0 0,0 0,0 0,-1 0,1 1,0-1,-1 1,1 0,-1 0,0 1,1-1,-1 1,0-1,0 1,-1 0,1 0,-1 0,1 1,-1-1,0 0,1 3,-2 5,0 0,0 0,-1 0,-1-1,0 1,0 0,-1 0,-1 3,-3 76,6-87,1-1,0 1,-1 0,1 0,1 0,-1-1,0 1,1 0,-1-1,1 1,0-1,0 0,0 0,0 0,0 0,1 0,-1 0,1 0,-1-1,1 1,-1-1,1 0,0 1,0-1,-1-1,1 1,0 0,0-1,3 1,89-7,-86 4,0-1,-1 1,0-2,1 1,-1-1,0-1,-1 0,1 0,-1 0,0-1,0 0,-1 0,0 0,0-1,0 0,-1-1,0 1,0-1,-1 0,0 0,0 0,-1 0,0-1,-1 0,2-8,-16 39,-1 71,12-90,1 1,1-1,-1 0,0 1,1-1,0 1,-1-1,2 0,-1 1,0-1,0 0,1 0,0 0,0 0,0 0,0 0,0-1,0 1,1-1,-1 1,1-1,0 0,-1 0,1 0,1 0,17 6</inkml:trace>
  <inkml:trace contextRef="#ctx0" brushRef="#br0" timeOffset="1677.62">1057 7,'15'1,"0"1,0 1,-1 0,1 1,-1 1,0 0,0 1,0 1,-1 0,0 0,0 2,-1-1,0 2,0-1,-1 2,-1-1,0 2,0-1,-1 1,-1 1,0 0,0 0,-1 0,-1 1,0 0,-1 0,-1 1,2 51,-6-55,0 0,1 0,0 0,0 0,2 0,-1-1,1 1,1 0,0-1,1 1,-4-8,1-1,0 1,0-1,0 0,0 1,1-1,-1 0,1 0,-1 0,1-1,0 1,-1-1,1 1,0-1,0 0,0 0,0 0,0 0,0-1,0 1,0-1,1 0,-1 0,0 0,0 0,0-1,0 1,2-1,3-1,0 0,0-1,-1 1,1-2,-1 1,1-1,-1 0,0 0,-1-1,5-3,-1-1,-1-1,1 0,-1-1,-1 0,0 0,-1-1,0 0,0 0,-1-1,-1 1,0-1,-1-1,-1 1,0-2,-13 51,9-32,1-1,-1 0,0 1,1-1,0 0,0 1,0-1,0 1,0-1,1 0,0 1,-1-1,1 0,0 0,1 1,-1-1,0 0,1 0,0 0,0-1,0 1,0 0,0-1,0 1,1-1,-1 0,1 1,0-1,0-1,-1 1,1 0,1-1,-1 1,0-1,0 0,0 0,3 0,3 0,1-1,-1 0,0-1,1 0,-1 0,0-1,1 0,-1-1,0 0,-1 0,1-1,-1 0,1 0,-1-1,0 0,-1-1,1 0,-1 0,-1-1,1 1,-1-1,0-1,0 1,-1-1,0 0,-1 0,1-1,-2 1,1-1,-1 0,0 0,-1 0,0-4,-5 28,1-9,0 0,0 0,0 0,1 0,0 0,1 0,-1 1,1-1,0 0,0 0,1 1,0-1,0 0,1 0,-1 0,1 0,0 0,1 0,0-1,0 1,3 4,4-5,0 0,0 0,1-1,-1-1,1 0,0 0,0-1,0-1,0 0,0 0,1-1,6-1,-4 2,48-1,0-3,0-3,2-2,-6-1</inkml:trace>
  <inkml:trace contextRef="#ctx0" brushRef="#br0" timeOffset="2069.315">2634 314,'-8'-7,"-2"1,1 0,0 0,-1 1,0 0,0 1,-1 0,1 1,-1 0,0 0,0 1,0 1,0 0,0 0,0 1,0 1,0 0,0 0,0 1,0 0,0 1,1 0,-8 4,16-6,-1 1,1-1,-1 1,1-1,0 1,0 0,0 0,0 0,0 0,0 0,0 1,1-1,-1 1,1-1,0 1,-1-1,1 1,0 0,1-1,-1 1,0 0,1 0,0 0,-1-1,1 1,0 0,1 0,-1 0,0 0,1-1,0 1,-1 0,1 0,0-1,1 1,-1 0,0-1,1 1,-1-1,1 0,0 0,0 1,0-1,0 0,0 0,1 0,6 2,1 0,0-1,0 0,0-1,0 0,1 0,-1-1,1 0,-1-1,0-1,1 1,-1-1,0-1,1 0,-1-1,3-1,-6 3,0-1,0 0,0 0,-1-1,1 0,-1 0,0-1,0 1,0-1,0-1,-1 1,1-1,-1 0,-1 0,1 0,-1-1,1 0,-2 1,1-2,-1 1,1 0,0-6,-4 10,0 1,0-1,0 1,-1-1,1 1,0-1,-1 1,0-1,1 1,-1-1,0 1,0-1,1 1,-1 0,0 0,0-1,-1 1,1 0,0 0,0 0,-1 0,1 0,0 0,-1 1,1-1,-1 0,1 1,-1-1,1 1,-1-1,1 1,-1 0,0 0,1 0,-1 0,1 0,-1 0,0 0,1 0,-1 1,1-1,-1 0,1 1,-1-1,1 1,-1 0,1 0,0-1,-1 1,1 0,0 0,-1 0,1 1,0-1,0 0,0 0,0 1,0-1,1 0,-1 1,-1 1,2-2,-1 1,0 0,1 0,0 0,-1 0,1 0,0 1,0-1,0 0,0 0,0 0,1 0,-1 0,0 0,1 0,0 0,-1 0,1 0,0-1,0 1,0 0,0 0,1-1,-1 1,0 0,1-1,-1 0,1 1,-1-1,1 0,0 0,-1 1,1-1,1 0,69 31,-7-17,1-4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25.4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104 0,'222'6,"-219"-6,0 0,0 0,0 0,0 0,0 0,0 0,0 1,0 0,0 0,0 0,0 0,0 0,0 0,0 1,-1-1,1 1,-1 0,1 0,-1 0,1 0,-1 0,0 0,0 1,0-1,-1 1,1-1,0 1,-1 0,0 0,0 0,0 0,0-1,0 2,0-1,-1 0,-3 4,0 0,-1 0,0-1,-1 0,1 1,-1-2,0 1,-1 0,1-1,-1 0,0 0,-1-1,1 0,-3 1,-3 4,-250 163,212-129,49-42,1 0,-1 0,1 0,0 1,-1-1,1 0,0 0,0 1,0-1,0 0,0 0,0 1,0-1,0 0,1 0,-1 1,0-1,1 0,-1 0,1 0,-1 1,1-1,0 0,-1 0,1 0,0 0,0 0,0 0,0-1,0 1,0 0,0 0,0-1,0 1,0 0,0-1,0 1,0-1,1 0,-1 1,0-1,0 0,1 0,-1 1,0-1,0 0,1 0,-1 0,0-1,1 1,166 14,-134-14,343-1,-309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21.1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177 674,'-108'32,"103"-30,1 1,-1-1,1 1,0 0,0 0,0 0,0 1,1-1,-1 1,1 0,0 0,0 0,0 0,1 1,-1-1,1 1,0 0,1-1,-1 1,0 5,1-8,1 0,0-1,0 1,-1 0,1 0,1-1,-1 1,0 0,0 0,1 0,-1-1,1 1,-1 0,1-1,0 1,-1 0,1-1,0 1,0-1,0 0,1 1,-1-1,0 0,0 1,1-1,-1 0,1 0,-1 0,1 0,-1 0,1-1,-1 1,1 0,0-1,0 1,-1-1,1 0,0 1,4 0,-1-1,0 1,1-1,-1 0,1-1,-1 1,0-1,0 0,1 0,-1-1,0 0,2 0,0-2,1-1,-1 1,1-1,-1-1,-1 1,1-1,-1 0,0-1,0 0,-1 0,0 0,0 0,-1-1,0 0,0 0,-1 0,0 0,0 0,-1-1,0 0,0 1,-1-1,0-3,-1 12,-1 0,1 0,0 1,-1-1,1 0,0 0,-1 0,1 0,-1 0,1 0,0 0,-1 0,1 0,0 0,-1 0,1 0,0 0,-1-1,1 1,0 0,-1 0,1 0,0 0,-1-1,1 1,0 0,0 0,-1-1,1 1,0 0,0 0,-1-1,1 1,0 0,0-1,0 1,0 0,-1-1,1 1,0 0,0-1,0 1,0 0,0-1,0 1,0 0,0-1,0 1,0 0,0-1,0 1,0 0,0-1,1 1,-1 0,0-1,0 1,0 0,0-1,1 1,-1 0,0-1,-15 29,-5 72,20-96,0 0,0-1,0 1,1 0,0-1,-1 1,1-1,1 1,-1-1,0 0,1 1,0-1,0 0,0 0,0 0,0 0,1 0,-1-1,1 1,0-1,0 1,0-1,0 0,0 0,0-1,0 1,1 0,37 10,2-4</inkml:trace>
  <inkml:trace contextRef="#ctx0" brushRef="#br0" timeOffset="694.435">739 580,'-7'2,"0"0,0 0,0 0,0 1,1 0,-1 0,1 1,0 0,0 0,0 0,0 1,1 0,0 0,0 0,0 1,0-1,1 1,-2 5,3-7,1 0,0 0,0 0,1 0,-1 1,1-1,0 1,0-1,1 1,-1-1,1 1,0 0,0-1,1 1,-1-1,1 1,0-1,0 1,0-1,1 1,0-1,0 0,0 0,0 0,0 0,1 0,0 0,0-1,2 2,2 1,0-1,0 0,1-1,0 0,0 0,0-1,1 0,-1 0,1-1,-1 0,1 0,0-1,0 0,0-1,-1 0,1 0,0-1,0 0,0-1,-1 0,1 0,-1-1,1 0,-1 0,0-1,0 0,0-1,0 0,13-8,-1-1,0 0,-1-2,-1 0,-1-1,0-1,-1 0,-1-2,-1 1,0-2,-2 0,0 0,-2-1,8-22,-1-2,-3-2,-1 0,-3-1,-2 0,-2 0,0-41,-6 73,1 6,0 1,-1 0,0 0,-1-1,0 1,-1 0,0 0,-1 0,0 0,3 9,-1 0,1 1,-1-1,0 1,1-1,-1 1,0-1,1 1,-1 0,0-1,0 1,0 0,1-1,-1 1,0 0,0 0,0 0,0 0,1 0,-1 0,0 0,0 0,0 0,0 0,0 0,1 1,-1-1,0 0,0 0,1 1,-1-1,0 1,0-1,1 1,-1-1,0 1,1-1,-1 1,1 0,-1-1,1 1,-1 0,1-1,-1 1,1 0,-1 0,1-1,0 1,0 0,-1 0,1 0,0-1,0 1,0 0,0 0,0 0,0 0,0 0,0-1,0 1,-13 37,2 0,1 0,2 1,2 1,1-1,2 1,2 0,2 4,-1-28,-1 22,-2 15,2 0,3 0,2-1,2 1,5 13,-10-59,0-1,0 0,0 0,1 1,0-1,0 0,1 0,0 0,0-1,0 1,0-1,1 0,0 0,0 0,1 0,-1 0,1-1,0 0,0 0,0-1,1 1,-1-1,1 0,0 0,0-1,0 0,0 0,0 0,1-1,-1 0,0 0,1-1,6 0,-2-4,1 0,-1-2,0 1,-1-1,1-1,-1 0,0 0,-1-1,0-1,0 1,0-1,-1-1,-1 0,0 0,0 0,-1-1,0 0,-1 0,0 0,-1-1,1-2,14-25,-19 39,0 0,0 0,0 0,0 0,0 1,0-1,1 0,-1 0,0 0,0 0,0 0,0 0,0 0,0 0,0 1,1-1,-1 0,0 0,0 0,0 0,0 0,0 0,1 0,-1 0,0 0,0 0,0 0,0 0,1 0,-1 0,0 0,0 0,0 0,0 0,0 0,1 0,-1 0,0 0,0 0,0 0,0-1,0 1,1 0,-1 0,-1 19,-10 131,12-147,-1 0,1 0,0 0,0 0,0 0,0 0,0 0,1 0,0-1,-1 1,1-1,0 1,0-1,0 0,0 1,1-1,-1 0,1-1,-1 1,1 0,-1-1,1 1,0-1,0 0,0 0,0 0,0 0,0 0,2-1,19 4</inkml:trace>
  <inkml:trace contextRef="#ctx0" brushRef="#br0" timeOffset="1693.066">1033 193,'23'7,"20"2,23 0,14-3,11-1,5-2,-5-1,-17-1</inkml:trace>
  <inkml:trace contextRef="#ctx0" brushRef="#br0" timeOffset="1984.35">1554 460,'-2'3,"1"2,2 1</inkml:trace>
  <inkml:trace contextRef="#ctx0" brushRef="#br0" timeOffset="2449.499">1848 567,'-23'168,"22"-165,1 0,0 0,-1 1,1-1,0 0,1 0,-1 0,0 1,1-1,0 0,0 0,0 0,0 0,0 0,1 0,-1-1,1 1,0 0,0-1,0 1,0-1,0 0,0 1,1-1,-1 0,1 0,-1-1,1 1,0-1,0 1,0-1,0 0,0 0,0 0,0 0,0-1,1 1,7-2,-1 0,0 0,1-1,-1-1,0 0,0 0,-1-1,1 0,-1-1,0 1,0-2,0 0,-1 0,1 0,-1-1,-1 0,0-1,0 0,0 0,-1 0,0-1,-1 0,0 0,0 0,-1-1,0 0,-1 1,2-7,-2-14,-3 30,0 0,0 1,0-1,0 0,0 1,-1-1,1 1,0-1,0 0,0 1,0-1,0 0,-1 1,1-1,0 0,0 1,-1-1,1 0,0 0,0 1,-1-1,1 0,0 0,-1 1,1-1,0 0,-1 0,1 0,-1 0,1 0,0 1,-1-1,1 0,0 0,-1 0,1 0,-1 0,1 0,0 0,-1 0,1 0,-1-1,1 1,0 0,-1 0,1 0,0 0,-1 0,1-1,0 1,-1 0,1 0,0-1,-1 1,1 0,0 0,0-1,-1 1,1 0,0-1,0 1,0 0,0-1,-1 1,1-1,0 1,0 0,0-1,-3 5,-1 1,1-1,1 1,-1 0,1 0,0 0,0 0,0 0,0 0,1 0,0 0,0 1,1-1,-1 1,1-1,0 0,1 1,-1-1,1 1,0-1,1 0,-1 0,1 1,0-1,0 0,0-1,1 1,0 0,3 3,19 8,1-5</inkml:trace>
  <inkml:trace contextRef="#ctx0" brushRef="#br0" timeOffset="3535.293">2477 634,'1'13,"1"1,0-1,1 0,1 0,0 0,1-1,0 1,1-1,0 0,1-1,0 0,6 7,-12-16,0 0,1 0,-1 0,1 0,-1 0,1 0,-1 0,1-1,0 1,0-1,0 1,0-1,0 0,0 0,1 0,-1 0,0 0,0 0,1-1,-1 1,0-1,1 0,-1 1,1-1,-1 0,1 0,-1-1,0 1,1 0,-1-1,0 0,1 1,-1-1,0 0,0 0,1 0,10-8,-1 0,1 0,-2-1,1-1,-2 0,1 0,-1-1,6-11,41-44,-56 66,-1 0,1 1,-1-1,0 1,1-1,-1 0,1 1,-1-1,1 1,0-1,-1 1,1-1,-1 1,1-1,0 1,0 0,-1-1,1 1,0 0,0 0,-1 0,1-1,0 1,0 0,-1 0,1 0,0 0,0 0,-1 0,1 1,0-1,0 0,-1 0,1 0,0 1,0-1,-1 0,1 1,0-1,-1 1,1-1,0 1,-1-1,1 1,-1-1,1 1,-1-1,1 1,-1 0,0-1,1 1,-1 0,0 0,1-1,-1 1,0 0,0 0,1 0,10 47,-11-43,0 1,1 0,0-1,0 1,0-1,1 1,-1-1,1 1,1-1,-1 0,1 0,0 0,0 0,0-1,1 1,-1-1,1 0,0 0,1 0,-1 0,1-1,-1 0,1 0,0 0,0 0,3 0,6-1,1 0,0-2,0 0,-1 0,1-1,0-1,-1 0,0-1,1-1,-1 0,0-1,-1-1,1 0,-1-1,0 0,-1-1,0 0,0-1,-1 0,0-1,2-3,-6 6,0 0,0 0,0-1,-1 0,0-1,-1 0,0 1,0-2,-1 1,0 0,-1-1,1-1,-4 10,0 0,1 0,-1 0,0 0,0 0,0 0,0-1,0 1,0 0,0 0,0 0,0 0,0 0,-1 0,1 0,0 0,-1 0,1 0,-1 0,1 0,-1 0,0 0,1 0,-1 0,0 0,0 1,1-1,-1 0,0 0,0 1,0-1,0 1,0-1,0 1,0-1,0 1,0 0,0-1,0 1,0 0,0 0,-1 0,1 0,0 0,0 0,0 0,0 0,0 0,0 0,0 1,0-1,0 1,0-1,0 0,0 1,0 0,0-1,0 1,0-1,0 1,0 0,0 0,1 0,-1-1,0 1,1 0,-1 0,1 0,-1 0,-2 1,1 1,-1-1,1 0,0 1,0-1,0 1,0 0,0 0,1 0,-1 0,1 0,0 0,0 0,0 0,0 1,0-1,1 0,0 1,-1-1,1 0,0 1,1-1,-1 0,1 0,-1 1,1-1,0 0,0 0,0 0,1 1,-1-1,1-1,0 1,-1 0,1 0,1-1,-1 1,0-1,1 1,-1-1,3 2,10 3,1-1,0 0,0-1,0-1,1 0,-1-1,1-1,0-1,0 0,0-1,10-2,-9 2,21 1,0-3,0-1,0-1,0-3,3-2,-39 9,0 0,-1 0,1 0,0-1,-1 1,1-1,-1 1,1-1,-1 0,1 0,-1 0,0-1,1 1,-1-1,0 1,0-1,0 1,0-1,0 0,0 0,-1 0,1 0,-1-1,1 1,-1 0,0-1,0 1,0 0,0-1,0 1,0-1,-1 0,1 1,-1-1,0 0,0 1,0-1,0 1,0-1,-1 0,1 1,-1-1,0-1,-3 0,0 1,1 0,-2-1,1 2,0-1,-1 0,1 1,-1 0,1 0,-1 0,0 1,0 0,0-1,0 2,0-1,0 1,0-1,0 2,0-1,0 0,-1 1,1 0,1 0,-1 0,0 1,0 0,0 0,1 0,-1 0,-1 2,2-1,0-1,0 1,1 0,-1 0,1 0,0 1,0-1,0 1,0 0,0 0,1 0,0 0,0 0,0 0,0 1,1-1,0 0,-1 1,2 0,-1-1,0 1,1 0,0-1,0 1,1 0,-1-1,1 1,0-1,0 1,0-1,1 1,-1-1,1 0,0 1,1-1,-1 0,1 0,0-1,0 1,0-1,0 1,0-1,1 0,0 0,-1 0,1-1,0 1,0-1,3 1,2-1,0-1,0 0,0 0,1-1,-1 0,0-1,0 0,0-1,0 1,-1-2,1 1,0-1,-1 0,1-1,-1 0,0-1,-1 1,1-2,-1 1,0-1,0 0,0 0,-1-1,0 0,-1 0,1 0,-1-1,-1 1,1-1,-1-1,-1 1,1 0,1-10,-4 17,0 0,0 0,-1 0,1 0,0 0,-1-1,1 1,0 0,-1 0,0-1,1 1,-1 0,0-1,0 1,1-1,-1 1,0 0,0-1,-1 1,1 0,0-1,0 1,-1-1,1 1,-1 0,1 0,-1-1,1 1,-1 0,0 0,0 0,1 0,-1 0,0-1,0 2,0-1,0 0,0 0,0 0,-1 0,1 1,0-1,0 0,-1 1,1-1,0 1,-1 0,1-1,0 1,-1 0,1 0,0 0,-1 0,1 0,-1 0,1 0,-1 1,-1 0,1 0,-1 1,1 0,0-1,-1 1,1 0,0 0,0 0,0 1,0-1,0 0,1 1,-1-1,1 1,0 0,0-1,-1 1,2 0,-1 0,0-1,1 1,-1 0,1 0,0 0,0 0,0 0,0 0,0 0,1 0,-1 0,1 0,0-1,0 1,0 0,0 0,1-1,-1 1,0-1,1 1,0-1,0 0,0 0,0 1,0-1,9 4,0 0,0 0,0-1,0-1,1 0,0 0,0-2,0 1,0-1,1-1,-1 0,6-1,-14 0,47 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39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2129 549,'0'-8,"1"1,-2-1,1 1,-1-1,0 1,0-1,-1 1,0 0,0 0,-1 0,0 0,0 0,-1 0,0 1,0-1,0 1,-1 0,-1 0,-47-52,31 29,-2 2,-1 1,-1 1,-1 1,-1 1,-2 2,0 1,0 1,-31-13,-216-50,220 71,-1 3,0 2,0 3,0 2,0 3,0 2,0 3,-53 13,75-15,-192 52,106-22,85-25,0 2,1 1,1 3,-22 12,43-19,1 0,0 0,1 2,0-1,0 2,1-1,1 2,0-1,1 2,-3 3,-96 138,98-130,2 1,1 0,1 0,1 0,2 1,-1 16,2-25,-3 37,3 0,2 0,5 36,2-50,2-1,1 0,3-1,12 28,-11-29,-4-12,2 0,0 0,2-2,1 0,1 0,0-1,7 4,-8-9,1-1,0 0,2-1,0-1,0-1,2 0,-1-1,5 0,24 12,1-3,1-2,0-2,2-2,30 4,-25-12,0-4,0-1,1-4,14-2,-19-2,-1-2,0-2,-1-3,0-2,0-2,4-4,-9 0,0-3,-1-1,20-17,-12 8,-15 9,-2-2,-1-2,-1-1,-1-2,-1-1,6-11,-29 29,0 0,0 0,-2-1,0 0,0-1,-2 1,0-1,-1 0,0-1,0-4,14-54,-9 47,-3 0,0 0,-2 0,0 0,-3-1,0-11,-2-163,-1 190,-1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51.2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1 924,'4'4,"5"6,0 0,1-1,0 0,0 0,1-1,0-1,0 0,1-1,0 0,0 0,9 2,162 30,28 21,-65-27,-84-16,0-2,1-4,50 3,257 31,-161-34,-50-6,158 18,39-23,18-36,-315 32,0-3,0-2,-1-3,23-9,-8 2,-48 15,-1-2,0 0,-1-2,0 0,0-1,-1-2,1-1,96-73,-106 75,-1-2,-1 1,-1-2,1 1,-2-1,0-1,-1 0,0 0,-1-1,-1 0,0 0,-2 0,0-1,2-11,-1 2,-2 1,0-1,-2 0,0 1,-3-17,1-8,-1 31,-1-1,0 1,-2 0,0 0,-1 0,-1 1,-1 0,-1 0,0 0,-1 2,-1-1,0 1,-2 1,1 0,-8-6,-3 0,-1 0,-1 2,-1 1,-1 1,0 1,-1 1,0 2,-1 1,-1 1,0 1,-10-1,0-2,8 2,0 1,-1 2,0 1,0 1,-30 0,-124-4,-120-8,-589 19,678 14,57-8,-223 63,212-11,156-53,0 1,1 0,0 1,0 1,1 1,0 0,-7 7,-160 119,155-113,14-13,1 0,0 1,1 0,0 1,1 0,-7 11,-5 11,15-24,0-1,0 1,1 0,0 0,1 0,0 1,0 0,1 0,1 0,-1 6,3 292,0-295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53.0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83 146,'-4'59,"-1"-1,-4 1,-2-1,-3 1,-18 100,32-154,-1-3,-1 0,2 1,-1-1,0 1,0-1,1 1,-1-1,1 1,0-1,0 1,0-1,0 1,0 0,1-1,-1 1,1-1,-1 1,1-1,0 0,0 1,0-1,0 0,1 1,-1-1,1 0,-1 0,1 0,0 0,-1-1,1 1,0 0,0-1,1 1,-1-1,0 0,2 1,15 0,0-2,0 0,0-1,1-1,-1-1,-1-1,1 0,14-6,-8 3,176-47,-179 47</inkml:trace>
  <inkml:trace contextRef="#ctx0" brushRef="#br0" timeOffset="368.948">617 573,'5'-5,"2"-3,1 0,-1 0,0-1,-1 0,0-1,0 0,-1 0,0 0,-1 0,0-1,2-10,-7 18,1 0,-1 0,0 0,0 0,-1 0,1 1,0-1,-1 0,0 1,0-1,0 1,0-1,0 1,0 0,0 0,-1 0,1 0,-1 0,0 0,1 1,-1-1,0 1,0 0,0 0,0 0,0 0,0 0,0 1,0 0,0-1,0 1,-1 0,1 0,0 1,0-1,0 1,0-1,0 1,0 0,0 0,0 1,0-1,0 1,-4 2,0 1,1 0,-1 0,1 1,0 0,1 0,-1 0,1 0,1 1,-1 0,1 0,0 1,1-1,-1 1,2-1,-1 1,1 0,0 0,1 0,-1 1,2-1,-1 0,1 0,1 0,-1 1,2 2,-1-7,0 0,0 1,1-1,0 0,-1 0,1 0,1 0,-1 0,1 0,0-1,-1 1,1-1,1 1,-1-1,0 0,1-1,0 1,0-1,0 1,0-1,0 0,0-1,0 1,0-1,4 1,4 1,0 0,1-1,-1-1,1 0,-1-1,1 0,-1-1,10-2,17-5</inkml:trace>
  <inkml:trace contextRef="#ctx0" brushRef="#br0" timeOffset="732.013">898 360,'-2'19,"0"0,2 0,0 0,1 0,0 0,2 0,0-1,1 1,1-1,1 1,1-2,0 1,2 0,-9-16,1 0,-1 0,1 0,0 1,0-1,0 0,0-1,0 1,1 0,-1 0,0 0,1-1,-1 1,1-1,0 1,0-1,-1 1,1-1,0 0,0 0,0 0,0 0,0-1,1 1,-1 0,0-1,0 1,0-1,1 0,-1 0,0 0,0 0,1 0,-1 0,0-1,0 1,0-1,0 1,1-1,-1 0,0 0,10-9,-1-1,-1 0,0 0,-1-1,0 0,-1-1,0 1,-1-2,0 1,-1-1,3-12,-2 11,35-70,-31 68</inkml:trace>
  <inkml:trace contextRef="#ctx0" brushRef="#br0" timeOffset="1331.639">1220 627,'19'-7,"-1"0,0-1,0-1,0-1,-1 0,-1-1,0-1,0-1,-1 0,-1-1,0-1,-1 0,-1 0,0-1,-1-1,4-9,-14 25,0 0,0 0,-1 0,1 0,0 0,-1-1,1 1,-1 0,1 0,-1-1,1 1,-1 0,0-1,0 1,1 0,-1-1,0 1,0 0,0-1,-1 1,1 0,0-1,0 1,-1 0,1 0,-1-1,1 1,-1 0,0 0,1 0,-1-1,0 1,0 0,0 0,0 0,0 0,0 1,0-1,0 0,0 0,0 1,0-1,0 0,-1 1,1-1,0 1,0 0,-1-1,0 1,-3 2,0 0,0 0,1 0,-1 1,1-1,-1 1,1 1,0-1,0 0,0 1,1 0,-1 0,1 0,0 0,0 1,1-1,-1 1,1 0,0-1,0 1,0 0,0 3,-1-1,0 0,0 0,1 0,0 0,0 1,1-1,-1 1,2-1,-1 1,1-1,0 1,1 0,0-1,0 1,0-1,1 0,0 1,1-1,0 0,0 0,0-1,1 1,0 0,0-1,0 0,1 0,0-1,0 1,4 2,0-3,0-1,0 0,1-1,-1 1,1-2,0 0,0 0,0 0,0-1,0-1,0 0,0 0,0-1,0 0,0-1,0 0,0 0,8-4,-2 0,0 0,0-1,-1-1,0 0,-1-1,0 0,0-2,-1 1,0-2,10-11,-10 6,0-1,-1 0,-1-1,0-1,-2 1,0-1,-1-1,-2 0,0 0,1-9,3-24,-2 0,-3-1,-2-30,-3 75,1 5,0 1,-1-1,0 1,0-1,0 1,-1-1,1 1,-1-1,0 1,0 0,-1-1,1 1,-1 0,0 0,0 0,-2-3,2 7,1-1,-1 1,0 0,0 0,1 0,-1 0,0 0,0 0,1 0,-1 0,0 1,0-1,1 1,-1-1,1 1,-1 0,0 0,1-1,-1 1,1 0,0 0,-1 1,1-1,0 0,0 0,-1 1,1-1,0 0,0 1,1-1,-1 1,0 0,0 0,0 0,-12 17,1 2,0-1,2 1,0 1,2 0,0 0,2 1,0 0,2 0,0 0,2 0,0 1,2-1,1 17,0-26,0-1,1 1,0 0,1-1,0 0,1 0,1 0,0 0,0 0,2-1,-1 0,2-1,-1 1,2-1,-1-1,1 1,1-2,0 1,0-1,1-1,0 0,1 0,9 4,93 24,-61-28</inkml:trace>
  <inkml:trace contextRef="#ctx0" brushRef="#br0" timeOffset="1578.985">2422 347,'18'7,"16"1,8 1,6-2,0-2,-2-2,-6-2,-10 2,-10 0</inkml:trace>
  <inkml:trace contextRef="#ctx0" brushRef="#br0" timeOffset="1751.687">2436 627,'23'7,"14"2,12 0,10-5,7-2,5-1,1-2,-11 0</inkml:trace>
  <inkml:trace contextRef="#ctx0" brushRef="#br0" timeOffset="2155.956">3198 521,'-2'3,"-1"0,1 0,0 1,-1-1,2 1,-1 0,0 0,1-1,0 1,-1 0,2 0,-1 0,0 0,1 1,0-1,0 0,0 0,0 0,1 0,-1 0,1 0,0 0,1 0,-1 0,0 0,1 0,0-1,0 1,0-1,1 1,-1-1,1 0,0 0,-1 0,1 0,3 1,1-1,1-1,0 0,-1 0,1-1,0 0,0 0,0-1,0 0,1 0,-1-1,0 0,-1 0,1-1,0 0,0-1,-1 1,1-1,-1-1,0 0,0 0,0 0,0-1,-1 1,0-2,0 1,0-1,-1 0,0 0,0 0,0-1,-1 0,0 0,0 0,-1 0,0-1,0 1,-1-1,0 0,0 0,0-1,-1 0,0 1,-1-1,0 1,0-1,-1 0,0 1,-1-1,0 1,0-1,-1 1,0 0,-2-4,3 8,1 0,-2 1,1-1,0 0,-1 1,0-1,0 1,0 0,0 0,0 0,-1 0,1 1,-1 0,0-1,0 1,0 0,0 1,0-1,0 1,0 0,0 0,-1 0,1 0,0 1,-1-1,1 1,-2 1,-6 2,1 0,1 1,-1 0,1 1,-1 1,1-1,1 2,-1-1,1 1,0 1,1-1,0 2,0-1,0 1,1 0,1 0,-1 1,2 0,-1 0,1 1,1-1,0 1,1 0,-2 6,-5 71,15-54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58.6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1 188,'11'0,"11"0,11 0,11 0,7 0,4 0,-1 0,-2 0,-4 0,-7 0,-8 0,-11 0</inkml:trace>
  <inkml:trace contextRef="#ctx0" brushRef="#br0" timeOffset="251.167">54 335,'12'7,"12"2,14-1,9-3,9-5,5-5,2-4,0-3,-3-1,-6 1,-9 1,-11 2</inkml:trace>
  <inkml:trace contextRef="#ctx0" brushRef="#br0" timeOffset="540.064">563 0,'-1'1,"0"0,0-1,1 1,-1 0,0 0,1-1,-1 1,1 0,-1 0,1 0,-1 0,1 0,-1 0,1 0,0 0,0 0,0 0,-1 0,1 0,0 0,0 0,0 0,1 0,-1 1,0-1,0 0,0 0,1 0,-1 0,1 0,-1-1,1 1,-1 0,1 0,-1 0,1 0,0 0,-1-1,1 1,0 0,0-1,0 1,0 0,-1-1,1 1,0-1,0 1,0-1,0 0,0 1,0-1,0 0,0 0,0 0,0 0,1 0,-1 0,1 0,25 10,2-1,-1-2,1-1,23 2,6 2,-44-8,3 0,0 1,0 0,0 2,-1-1,0 2,0 0,0 1,0 1,-1 1,10 7,-23-15,0 2,0-1,1 0,-1 0,-1 1,1-1,0 1,-1 0,1-1,-1 1,0 0,0 0,0 0,0 0,0 0,-1 0,1 0,-1 0,0 0,0 0,0 0,0 0,-1 0,1 0,-1 0,0 0,0 0,0 0,0 0,0 0,-1 0,1-1,-1 1,0 0,-73 78,35-49,23-20,1 0,1 1,0 1,1 0,0 1,-9 14,15-13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6:59.9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524 629,'-1'34,"0"-17,0 0,1 0,0 0,2 0,0 0,1 0,1 0,0-1,1 0,1 0,6 13,-10-26,0 0,-1-1,2 1,-1-1,0 1,0-1,1 0,-1 0,1 0,0 0,0 0,-1 0,1-1,0 1,1-1,-1 0,0 0,0 0,0-1,1 1,-1-1,0 1,0-1,1 0,-1 0,0-1,1 1,-1-1,0 0,0 0,3 0,0-2,0 1,0-1,0 0,0-1,0 1,0-1,-1 0,0-1,0 1,0-1,-1 0,1 0,-1-1,0 1,0-2,1-4,0 0,0-1,-1 0,-1 1,0-2,0 1,-1 0,-1 0,0-1,-1 1,0-8,4 152,-4-128,1 0,-1 0,1 0,0-1,0 1,0 0,0 0,1-1,0 1,0-1,0 1,0-1,0 0,1 0,-1 0,1 0,0 0,0-1,0 1,0-1,0 0,0 0,1 0,-1 0,1 0,0-1,-1 0,1 1,0-1,0-1,0 1,0-1,0 1,0-1,3-1,15-3</inkml:trace>
  <inkml:trace contextRef="#ctx0" brushRef="#br0" timeOffset="2357.367">1058 670,'-4'3,"0"1,0 1,0-1,1 0,-1 1,1 0,0 0,0 0,1 0,0 0,0 0,0 1,0-1,1 1,0 0,0-1,0 1,1 0,0-1,0 1,1 0,-1-1,1 1,0 0,1-1,-1 1,1-1,0 0,1 1,-1-1,1 0,0 0,0-1,1 1,-1-1,1 1,1 0,1 0,-1 0,0-1,1 0,0 0,0 0,1-1,-1 0,0 0,1 0,0-1,0 0,0 0,0-1,0 0,0 0,0-1,0 0,0 0,0 0,0-1,0 0,0-1,0 1,0-1,0-1,-1 1,1-1,-1 0,0-1,0 0,0 0,0 0,0 0,0-2,0 0,0-1,-1 1,1-1,-1-1,-1 1,1-1,-1 1,-1-1,1-1,-2 1,1 0,-1-1,0 1,-1-1,1 0,-1-5,-1 15,0-1,0 0,0 1,0-1,0 0,0 1,0-1,0 0,0 1,0-1,0 0,0 1,0-1,-1 0,1 0,0 1,0-1,0 0,0 1,-1-1,1 0,0 0,0 1,0-1,-1 0,1 0,0 1,0-1,-1 0,1 0,0 0,-1 1,1-1,0 0,-1 0,1 0,0 0,-1 0,1 0,0 0,-1 0,1 0,0 0,-1 0,1 0,0 0,-1 0,1 0,0 0,0 0,-1 0,1 0,0-1,-1 1,1 0,0 0,-1 0,1-1,0 1,0 0,-1 0,1 0,0-1,-2 7,1 0,0 0,0 0,1 0,0 0,0 0,0 0,1 0,0 0,0 0,0 0,1 0,0 0,0-1,1 1,-1 0,1-1,0 0,1 0,-1 0,1 0,0-1,0 1,0-1,1 0,0 0,-1 0,1-1,1 0,-1 0,0 0,1-1,0 1,-1-1,1-1,0 1,0-1,0 0,0 0,0-1,0 0,0 0,0 0,0-1,0 0,0 0,0 0,0-1,0 0,0 0,-1 0,1-1,-1 0,3-2,-1-1,-1 0,0-1,0 0,0 0,-1-1,0 0,0 0,-1 0,0 0,-1-1,1 1,-2-1,1 0,-1 0,-1 0,1 0,-2 0,1-5,-1 14,0 0,0 0,-1 1,1-1,0 0,0 0,0 0,0 0,0 0,0 0,-1 0,1 0,0 0,0 0,0 0,0 0,0 0,-1 0,1 0,0 0,0 0,0 0,0 0,0-1,-1 1,1 0,0 0,0 0,0 0,-6 18,4-14,1 1,-1-1,1 0,-1 1,1 0,1-1,-1 1,1 0,0-1,0 1,0 0,0-1,1 1,0 0,0-1,0 1,0-1,1 0,0 1,0-1,0 0,1 0,-1 0,1 0,0 0,0-1,0 1,0-1,1 0,-1 0,1 0,0 0,2 0,1 0,-1-1,1 0,0-1,-1 0,1 0,0 0,0-1,0 0,0 0,0-1,-1 1,1-2,0 1,0-1,-1 0,1 0,-1-1,0 0,0 0,0 0,0-1,0 0,-1 0,1-1,-1 1,0-1,-1 0,1 0,-1-1,0 1,0-1,-1 0,2-3,25-100,-31 119,1 1,0 0,1-1,0 1,0-1,1 1,0-1,3 5,-3-11,0 0,0 0,1 0,0-1,0 1,0-1,0 0,0 1,0-2,1 1,0 0,-1-1,1 1,0-1,0 0,1-1,-1 1,0-1,0 0,1 0,-1 0,1 0,-1-1,1 1,-1-1,1-1,-1 1,1-1,0 1,6-2,1 0,-1-1,0 0,-1-1,1 0,-1 0,1-1,-1-1,-1 0,1 0,1-2,11-12,0-2,-1 0,-1-1,-2-1,0-1,8-15,-16 24,-9 17,0-1,0 1,-1 0,1 1,-1-1,1 0,-1 0,1 0,-1 0,1 0,-1 0,0 1,0-1,0 0,1 0,-1 0,0 1,-1-1,1 0,0 0,0 0,0 0,-1 1,1-1,-1 0,1 0,-1 0,1 0,-1 1,-17 116,6 2,5-1,7 102,-1 14,-4-197,-2-56,0-40,2 0,2 0,4-14,-1 10,0 53,-3-45,3-1,2 0,2 0,3 0,2 1,3 0,12-32,-23 81,0 1,0-1,1 1,0 0,0 0,0 0,1 0,-1 0,1 0,0 0,0 1,0 0,0-1,1 1,0 0,-1 1,1-1,0 1,0-1,0 1,1 1,-1-1,0 0,1 1,-1 0,1 0,-1 0,1 1,4-1,-1 4,1 0,0 0,0 0,-1 1,0 1,0-1,0 1,0 0,-1 1,0 0,0 0,0 1,-1 0,0 0,-1 0,1 1,-1 0,-1 0,1 0,-1 0,-1 1,1 2,-3-9,0 1,0 0,0 0,0 0,-1 0,1 0,-1 0,0 0,0 0,0 0,0-1,-1 1,1 0,-1 0,1 0,-1 0,0 0,0 0,-1-1,1 1,0 0,-1-1,0 1,1-1,-1 0,0 1,0-1,-1 0,1 0,0 0,-1-1,1 1,-1 0,1-1,-1 0,0 0,0 0,1 0,-1 0,0 0,0-1,0 1,0-1,0 0,-1 0,2 1,1 0,-1-1,1 0,-1 1,1-1,-1 0,1 1,-1-1,1 0,-1 0,1 0,-1-1,1 1,-1 0,1 0,-1-1,1 1,0-1,-1 0,1 1,-1-1,1 0,0 0,0 1,-1-1,1 0,0 0,0-1,0 1,0 0,0 0,0 0,1-1,-1 1,0 0,1-1,-1 1,1-1,-1 1,1 0,-1-1,1 1,0-1,0 0,0 1,0-1,0 1,0-1,0 1,1-1,-1 1,0-1,1 1,-1 0,2-2,7-10,1 0,0 1,1 1,0-1,1 2,0-1,8-3,7-8,-2 3,-1-2,-1 0,-1-1,0-1,-2-1,-1-1,-1-1,-1 0,-2-1,0-1,-2-1,-1 0,-1 0,-2-1,-2 5,-2 0,-1 0,-2-1,0 1,-1-1,-2 1,0-1,-4-10,5 33,0 1,0-1,0 0,0 1,-1-1,0 1,1-1,-1 1,0-1,0 1,0 0,0-1,-1 1,1 0,-1 0,1 0,-1 0,0 0,1 0,-1 0,0 1,0-1,-1 1,1-1,0 1,0 0,-1 0,1 0,-1 0,1 0,-1 1,1-1,-1 1,1-1,-1 1,1 0,-1 0,0 0,1 0,-1 1,1-1,-1 1,0 0,-6 5,1 0,0 1,0 1,1-1,0 1,1 0,-1 1,1-1,1 1,0 0,0 1,1-1,0 1,1 0,0 0,0 0,0 6,-3 18,1-1,1 1,2 0,2 0,0 0,3 0,1 0,1-1,2 0,1 0,2 0,1-1,1 0,2-1,11 16,-17-32,0 0,2-1,-1-1,2 0,0 0,0-1,7 5,-14-13,0-1,0 1,0-1,1-1,-1 1,1-1,0 1,-1-1,1-1,0 1,0-1,0 1,1-2,-1 1,0 0,0-1,0 0,1 0,-1-1,0 1,0-1,0 0,0-1,0 1,3-2,2-4,0 0,0 0,0-1,-1-1,0 1,-1-1,0-1,-1 0,1 0,-2 0,0-1,0 0,-1 0,0 0,-1-1,0 0,-1 0,0 0,0-10,-2 20,0 0,0 0,0 0,-1 0,1 0,-1 0,1-1,-1 1,0 0,0 0,0-1,0 1,0 0,-1 0,1 0,-1-1,1 1,-1 0,0 0,0 0,0 0,0 0,0 0,0 0,0 0,-1 1,1-1,-2 0,1 2,1 2,-1-1,0 0,0 0,1 0,-1 1,1-1,-1 1,1-1,-1 1,1 0,0-1,0 1,0 0,0 0,0 0,0 0,1 0,-1 0,1 0,-1 1,-1 5,-1-1,2 1,-1 0,1 0,0 0,1 0,0 0,0 0,1 0,0 0,0 0,1-1,0 1,0 0,1-1,0 1,0-1,1 0,0 0,0 0,0 0,1-1,0 0,1 0,-1 0,1-1,0 0,1 0,-1 0,1-1,5 3,-7-3,0 0,0-1,0 0,0 0,0 0,1-1,-1 1,1-1,0-1,-1 1,1-1,0 0,0 0,0-1,0 0,0 0,0 0,0-1,0 1,0-1,-1-1,1 1,0-1,-1 0,1-1,-1 1,1-1,-1 0,0 0,0-1,-1 0,1 1,-1-2,1 1,5-13,0-1,-2 0,1 0,-2-1,-1 0,0 0,-1-1,-2 1,1-1,-2 0,-1-17,-1 36,0 1,0-1,0 0,0 0,0 0,0 0,0 0,0 0,0 0,0 0,0 0,0 0,1 0,-1 0,0 0,1 1,-1-1,1 0,-1 0,1 0,0 1,-1-1,1 0,-1 0,1 1,0-1,0 1,-1-1,1 0,0 1,0 0,0-1,0 1,0-1,0 1,-1 0,1 0,0 0,0-1,0 1,0 0,0 0,0 0,0 1,0-1,0 0,0 0,0 0,0 1,0-1,0 0,-1 1,1-1,0 1,38 6,-14-3,-1 1,1 2,-1 0,0 1,0 2,-1 0,-19-8,-1 1,0-1,0 1,0-1,0 1,0 0,0 0,-1 1,0-1,1 0,-1 1,0-1,-1 1,1 0,-1 0,0-1,0 1,0 0,0 0,0 0,-1 0,0 0,0 0,0 0,0 0,-1 0,0 0,1 0,-1-1,0 1,1-1,-1 0,1 0,0 0,0 0,0 1,0-1,1 0,-1 0,1 0,0 0,0 0,0 0,0 0,1 0,-1 0,1 0,0-1,-1 1,1-1,0 1,1-1,-1 0,0 0,1 0,-1 0,2 1,7 1,0-1,0-1,1 0,-1 0,0-1,1 0,-1-1,1 0,-1-1,1-1,-1 1,0-2,0 0,0 0,0-1,0 0,-1-1,1 0,-1-1,-1 0,3-2,-3 2,-1 0,1 0,-2-1,1 0,-1-1,0 1,0-2,-1 1,0 0,-1-1,0 0,0-1,-1 1,0-1,-1 0,0 0,0 0,-1 0,0 0,-1-4,0 12,-1 0,0 0,0 0,0 0,0 0,0 0,0 0,0 0,-1 0,1 0,-1 0,1 0,-1 0,0 0,0 1,0-1,0 0,0 0,0 1,0-1,0 1,-1-1,1 1,-1 0,1-1,-1 1,1 0,-1 0,0 0,0 0,1 0,-1 0,0 1,0-1,0 1,0-1,0 1,0 0,0 0,0-1,0 1,0 1,0-1,0 0,0 0,0 1,0-1,0 1,0 0,-3 3,0 0,0 0,0 0,1 1,0 0,0 0,0 0,0 0,1 0,0 1,0 0,0-1,1 1,0 0,0 1,1-1,0 0,0 0,0 0,0 1,1-1,0 1,1-1,-1 0,1 0,1 1,-1-1,1 0,0 0,2 5,2-2,0-1,1 0,0 0,0-1,0 1,1-2,0 1,0-1,1 0,0-1,0 0,0 0,1-1,-1 0,1-1,0 0,0-1,0 0,0 0,1-1,-1 0,0-1,1 0,-1-1,0 0,1-1,-1 0,0 0,4-2,10-5</inkml:trace>
  <inkml:trace contextRef="#ctx0" brushRef="#br0" timeOffset="5538.372">270 361,'-11'0,"0"0,1 0,-1 1,0 0,1 1,-1 0,1 1,0 0,0 0,0 1,0 1,0 0,1 0,0 0,0 1,1 1,-3 1,7 1,0-1,0 1,1 0,0 0,1 0,-1 0,2 1,0-1,0 0,0 1,1-1,1 1,-1-1,2 1,-1-1,1 0,2 4,6 25,1-2,2 1,16 30,19 57,-41-109,-2 1,0-1,-1 1,0 0,-1 1,-1-1,-1 0,0 1,-1-1,-1 1,0-1,-1 0,-1 0,-1 0,0 0,-1 0,-1-1,0 1,-1-2,0 1,-2-1,0 0,-8 11,6-14,-1-1,0 0,0-1,-1 0,0 0,-1-2,0 0,-5 2,5 0,27-6,-3-2,-1 1,0 0,-1 0,1 1,-1 0,0 0,0 1,0 0,-1 1,1 0,-1 0,0 0,0 1,-1 0,0 1,0-1,0 1,-1 0,0 0,0 1,-1 0,0-1,0 1,-1 1,0-1,0 2,5 17,-1 1,-1 0,-1 1,-2-1,-1 1,-1 0,-2 6,-6 61,-5-2,-4 0,-13 39,0 2,-1 22,-3 90,28-187,3 1,2-1,3 0,3 0,10 45,-14-95,-1-1,1 0,0 0,0-1,1 1,0-1,0 0,1 0,0 0,1 0,-1 0,5 3,-9-10,1 0,0 0,0-1,0 1,0 0,-1-1,1 1,0 0,0-1,0 1,1-1,-1 1,0-1,0 0,0 1,0-1,0 0,0 0,1 0,-1 0,0 0,0 0,0 0,0 0,0-1,1 1,-1 0,0-1,0 1,0-1,0 1,0-1,1 0,15-12</inkml:trace>
  <inkml:trace contextRef="#ctx0" brushRef="#br0" timeOffset="6306.922">710 2060,'-9'46,"2"-1,1 2,3-1,1 0,3 6,-1-10,-1 3,-1-15,1 1,1-1,2 0,2 0,0 0,2 0,9 26,-15-54,0 1,1-1,-1 1,1-1,0 0,-1 1,1-1,1 0,-1 1,0-1,0 0,1 0,-1 0,1 0,0 0,-1 0,1-1,0 1,0-1,0 1,1-1,-1 0,0 1,0-1,1 0,-1-1,0 1,1 0,-1-1,1 1,-1-1,1 0,-1 0,1 0,-1 0,1 0,-1 0,1-1,-1 1,1-1,-1 0,0 0,1 0,-1 0,0 0,2-1,9-13,-1 0,0-1,-2 0,1 0,-2-1,0-1,-2 0,1 0,-2 0,1-8,-3 16,10-33,-28 90,11-38,1 1,0 0,0 0,1 0,0 0,1 1,0-1,0 0,1 0,1 0,0 0,0 0,1 0,0-1,0 1,1-1,1 0,-1 0,2 0,-1-1,1 1,0-1,1-1,0 1,5 4,-3-7,0-1,-1 1,2-1,-1-1,0 0,1 0,0-1,-1 0,1 0,0-1,3-1,23 1</inkml:trace>
  <inkml:trace contextRef="#ctx0" brushRef="#br0" timeOffset="7515.088">537 2367,'187'-23,"-58"5,1 5,74 5,-92 22,-108-12,1-1,-1 0,0 1,0-1,0 1,0 1,0-1,-1 0,1 1,0 0,-1-1,0 2,0-1,0 0,0 0,0 1,-1 0,0 0,1-1,-1 1,-1 0,1 1,1 3,-1 95,-4-38,16 8,-14-71,1 0,0 0,0 0,0 0,0 0,0 0,0 0,0 0,0-1,1 1,-1 0,1-1,-1 1,1-1,0 0,0 1,-1-1,1 0,0 0,0 0,0 0,0 0,0-1,1 1,-1-1,0 1,0-1,0 0,0 0,1 0,-1 0,0 0,9-4,0-1,0 0,0 0,-1-1,0 0,0-1,0 0,-1-1,0 0,-1 0,0-1,0 0,-1-1,5-6,72-104,-84 120,0 0,0 1,0-1,0 0,0 0,0 0,0 1,0-1,0 0,0 0,0 0,0 1,1-1,-1 0,0 0,0 0,0 0,0 1,0-1,1 0,-1 0,0 0,0 0,0 0,1 0,-1 0,0 0,0 1,0-1,1 0,-1 0,0 0,0 0,0 0,1 0,-1 0,0 0,0 0,1 0,-1 0,0-1,0 1,0 0,1 0,-1 0,0 0,0 0,0 0,1 0,-1 0,0-1,0 1,0 0,0 0,0 0,1 0,-1-1,0 1,0 0,0 0,0 0,0-1,-2 22,2-20,-4 23,0-12,2 1,-1 0,2 0,-1 0,2 0,0 0,0 1,2-1,-1 0,2 0,-1-1,4 9,-4-18,-1 0,1-1,-1 1,1 0,0-1,0 0,0 1,0-1,1 0,-1 0,0 0,1 0,0-1,-1 1,1-1,0 1,0-1,0 0,-1 0,1-1,0 1,1 0,-1-1,0 0,0 0,0 0,0 0,3 0,2-2,0 1,-1-1,1-1,0 1,-1-1,0 0,1-1,-1 0,-1 0,5-4,4-4,-1-1,0 0,-1-1,0 0,-1-2,-1 1,0-1,-1-1,-1 0,5-12,-18 41,2 1,-1-1,1 1,1 0,1 0,-1 0,2 0,0 0,1 0,0 0,3 8,-4-14,2 0,-1 0,1 0,0-1,0 1,0-1,1 1,0-1,1 0,-1-1,1 1,0-1,1 0,-1 0,1 0,0-1,0 0,0 0,1-1,-1 0,3 1,-2-2,0 0,0 0,0-1,0 0,0 0,0 0,0-1,0 0,0-1,1 0,-1 0,0 0,-1-1,1 0,0 0,0-1,-1 0,1 0,-1-1,0 1,0-1,-1-1,1 1,-1-1,0 0,0 0,0 0,3-6,6-9,0-2,-2 1,0-2,-2 1,0-2,-2 1,6-24,24-61,-38 108,1 1,-1-1,0 0,0 0,1 0,-1 0,0 0,0 0,1 1,-1-1,0 0,0 0,1 0,-1 0,0 0,0 0,1 0,-1 0,0 0,1 0,-1 0,0 0,0-1,1 1,-1 0,0 0,0 0,1 0,-1 0,0 0,0-1,0 1,1 0,-1 0,0 0,0 0,0-1,1 1,-16 222,5 315,9-528,2 28,-3 0,-1 0,-1 0,-8 28,-5-37,16-27,1-1,-1 0,0 0,0 0,1 0,-1 0,0 0,1 0,-1 0,0-1,1 1,-1 0,0 0,1-1,-1 1,0 0,1 0,-1-1,1 1,-1-1,1 1,-1-1,1 1,-1-1,1 1,-1-1,1 1,-1-1,1 1,0-1,-1 0,1 1,0-1,0 0,0 1,-1-1,1 0,0 1,0-1,0 0,0 1,0-1,0 0,0 0,-7-33,2 0,1 0,1 0,2-24,0 33,0-2,-2-51,3 1,3 0,3 0,7-16,-13 85,1-1,1 1,-1 0,1-1,1 1,-1 0,2 0,-1 1,1-1,0 1,0-1,1 1,0 0,0 1,1-1,0 1,0 0,1 1,-1-1,1 1,0 1,0-1,1 1,0 1,-1-1,1 1,0 0,1 1,-1 1,-1 1,1 1,-1-1,1 1,-1 0,0 1,0 0,0 0,0 0,0 1,0 0,0 1,-1-1,0 1,1 1,-1-1,-1 1,1 0,1 2,-4-4,1 1,-1 0,0 0,0 0,0 0,0 1,-1-1,0 0,0 1,0 0,0 0,-1-1,0 1,0 0,0 0,-1 0,1 0,-1 0,0 0,-1 0,1 1,-1-2,0 1,0 0,-1 0,1 0,-1 0,-2 3,-1-1,0 0,-1 0,1-1,-1 0,-1 0,1-1,-1 1,0-1,0-1,0 1,-1-1,0-1,0 1,0-1,0 0,0-1,0 0,-1-1,-7 1,7-3,7-4</inkml:trace>
  <inkml:trace contextRef="#ctx0" brushRef="#br0" timeOffset="7786.539">2863 2795,'-9'0,"1"0,7-2,4-1</inkml:trace>
  <inkml:trace contextRef="#ctx0" brushRef="#br0" timeOffset="9656.559">3732 2661,'3'1,"1"0,-1 0,0 0,1-1,-1 0,1 1,-1-1,1-1,-1 1,0 0,1-1,-1 0,0 1,1-2,-1 1,0 0,0 0,0-1,0 0,2-1,-2 2,12-6,0 0,0-1,-1 0,-1-1,1-1,-2 0,1-1,-1 0,-1-1,0 0,-1-1,0 0,-1-1,4-8,-12 21,0 1,-1-1,1 0,-1 0,1 0,-1 0,1 1,-1-1,0 0,1 0,-1 0,0 0,0 0,0 0,0 0,0 0,0 0,0 0,0 0,0 0,0 0,0 0,-1 1,1-1,0 0,-1 0,1 0,0 0,-1 0,1 1,-1-1,0 0,1 0,-1 1,0-1,1 0,-1 1,0-1,0 1,1-1,-1 1,0-1,0 1,0-1,0 1,0 0,0 0,0-1,0 1,1 0,-2 0,-47 13,43-8,0 0,0 1,0-1,1 1,0 1,0-1,1 1,-1 0,2 0,-1 0,1 0,0 1,0-1,1 1,0 0,0 0,1 0,0 0,0 0,1 0,0 0,1 0,-1 0,2 1,-2-3,1 0,0 0,0-1,1 1,-1 0,1 0,1-1,-1 0,1 1,0-1,0 0,0 0,1 0,0-1,0 1,0-1,0 0,1 0,-1 0,1-1,0 0,0 0,1 0,-1 0,1-1,-1 0,1 0,0 0,-1-1,1 0,0 0,4 0,-1-1,0-1,1 0,-1 0,0 0,0-1,1-1,-1 0,-1 0,1-1,0 0,-1 0,0-1,0 0,0 0,-1-1,0 0,0 0,5-7,5-7,0 0,-2-1,-1-1,0 0,-2-1,2-6,-14 28,1 0,-1-1,0 0,1 1,-1-1,1 1,-1-1,1 1,0-1,0 1,0-1,-1 1,1 0,1 0,-1-1,0 1,0 0,0 0,1 0,-1 0,0 0,1 1,-1-1,1 0,-1 0,1 1,-1-1,1 1,-1 0,1-1,0 1,-1 0,1 0,-1 0,1 0,0 0,-1 0,2 1,5 5,0 0,0 0,0 1,-1 0,0 0,-1 1,1 0,-1 0,-1 1,0 0,0 0,0 0,-1 0,2 9,-4-15,-1 0,1 0,-1 0,0 0,0 1,0-1,-1 0,1 0,-1 1,1-1,-1 0,0 0,-1 1,1-1,0 0,-1 0,0 1,0-1,0 0,0 0,0 0,0 0,-1 0,0 0,1 0,-1-1,0 1,-1-1,1 1,0-1,-1 0,1 0,-1 0,1 0,-1 0,0 0,0-1,0 0,-2 1,4-1,1-1,-1 0,1 1,-1-1,1 0,-1 0,0 1,1-1,-1 0,1 0,-1 0,0 0,1 0,-1 0,1 0,-1 0,0 0,1 0,-1 0,1 0,-1 0,0-1,1 1,-1 0,1 0,-1-1,1 1,-1 0,1-1,-1 1,1 0,-1-1,1 1,-1-1,1 1,0-1,-1 1,1-1,0 1,-1-1,1 1,0-1,0 0,0 1,-1-1,1 1,0-1,0 0,0 1,0-1,0 0,11-33,176-233,-172 234,-1-1,-1-1,-2 1,-1-2,-2 0,-2 0,-1 0,-2-1,-1 1,-3-17,-6 15,-8 54,6 14,1 0,2 1,1 0,1 0,1 0,2 0,1 5,0-2,1 0,1 1,2-1,2 0,6 21,-8-40,1-1,0 1,0-1,2 0,0-1,0 0,2 0,-1 0,1-1,1-1,0 1,1-2,11 10,-17-16,0-1,0 0,0 0,0 0,1 0,-1-1,1 0,0 0,-1 0,1-1,0 0,0 0,0-1,0 1,0-1,0 0,0-1,0 0,0 0,0 0,0 0,-1-1,1 0,-1-1,1 1,-1-1,0 0,1 0,-2 0,1-1,0 0,-1 0,1 0,-1 0,0-1,-1 0,1 0,2-5,0 1,0-1,-1 0,-1 0,0 0,0-1,-1 1,0-1,-1 0,0 0,-1 0,0 0,-1 0,0 0,-1-7,0 19,1 0,0 0,-1 0,1-1,-1 1,1 0,-1 0,1-1,-1 1,1 0,-1-1,0 1,0-1,1 1,-1-1,0 1,0-1,1 1,-1-1,0 0,0 1,0-1,0 0,0 0,1 0,-1 0,0 0,0 0,0 0,0 0,0 0,0 0,0 0,1 0,-1-1,0 1,0 0,0-1,0 1,1-1,-1 1,0-1,0 1,1-1,-1 1,0-1,1 0,-1 1,1-1,-1 0,1 0,-1 1,1-1,0 0,-1 0,1 0,0 1,-1-1,1 0,0 0,0 0,0 0,0 0,0 0,0 0,0 1,0-2,-5 14,0 0,1 0,0 1,1 0,0-1,1 1,1 0,0 0,0 0,1 0,1 0,1 0,-1 0,3 5,-3-12,1 0,0 0,0 0,0 0,0-1,1 1,0-1,0 1,1-1,-1 0,1-1,0 1,0-1,1 1,-1-1,1-1,0 1,0-1,0 1,1-1,-1-1,1 1,0-1,-1 0,1 0,0-1,0 0,0 0,0 0,1-1,-1 0,0 0,0 0,0-1,0 0,6-2,16-10</inkml:trace>
  <inkml:trace contextRef="#ctx0" brushRef="#br0" timeOffset="9899.939">4494 2247,'-21'-2,"-10"-2,-4 1,8 3,14 4,24 3,27 1,29-1,29-2,29-4,22-2,-14-1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11.7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23 346,'-3'393,"-17"-259,21-143,1 0,-1 0,2 0,-1 0,1 1,0-1,1 1,0 0,0 0,1 0,0 0,1 1,-1 0,1 0,1 1,-1-1,1 1,2-1,-7 6,0 0,0 1,1-1,-1 0,0 1,0 0,0-1,0 1,1 0,-1 0,0 0,0 0,0 1,0-1,1 1,-1-1,0 1,0 0,0 0,0 0,0 0,0 0,-1 0,1 0,0 0,0 1,-1-1,1 1,-1 0,1-1,-1 1,1 2,32 65,-31-58,0-1,-1 1,0 0,0 0,-1 1,-1-1,0 0,0 5,-1-13,1 1,-1-1,1 0,-1 1,0-1,-1 0,1 0,0 0,-1 0,0 0,1 0,-1 0,0 0,-1-1,1 1,0-1,-1 0,0 1,1-1,-1 0,0 0,0-1,0 1,0-1,0 1,0-1,-1 0,1 0,-1-1,-1 2,-1 0,1-1,-1 0,1 0,-1-1,1 1,-1-1,0 0,1-1,-1 1,1-1,-1 0,1-1,-1 1,1-1,0 0,0-1,0 1,0-1,0 0,-3-3,7 5,0-1,0 0,0 1,0-1,1 0,-1 0,0 0,1 0,0 0,-1 0,1 0,0 1,0-1,0 0,0 0,0 0,1 0,-1 0,1 0,-1 0,1 0,0 0,-1 1,1-1,0 0,0 1,0-1,0 0,1 1,-1-1,2 0,48-46,-48 46,22-18,5-2,-1 0,0-2,-2-1,-2-1,0-2,-1 0,-2-1,14-25,-23 28,-1-2,-2 0,0 0,-2 0,-1-1,-2-1,0 1,-2-1,-1-26,-2 52,1 1,-1-1,0 0,1 1,-2-1,1 0,0 0,-1 1,1-1,-1 0,0 1,-1-1,1 1,0-1,-1 1,0 0,0-1,0 1,0 0,-1-1,2 4,-1 0,1 0,0 0,0 0,-1 0,1 0,0 1,0-1,-1 0,1 1,0-1,0 1,0-1,0 1,0-1,-1 1,1 0,0-1,1 1,-1 0,0 0,0 0,0 0,0 0,1 0,-1 0,0 0,1 0,-1 1,-12 21,1-1,2 2,0-1,1 2,2-1,0 1,2 0,1 0,1 1,0 3,-1-3,0-1,2 1,1 0,1 0,1 0,1 0,1 0,2-1,0 1,2-1,0-1,2 1,1-1,1-1,10 16,-19-36,0 1,0-1,0 0,0-1,1 1,-1 0,1-1,0 1,0-1,0 0,0 0,0 0,0 0,1 0,-1-1,0 0,1 0,0 0,-1 0,1 0,-1 0,1-1,0 0,0 0,-1 0,1 0,0-1,-1 1,1-1,-1 0,1 0,0 0,-1-1,0 1,1-1,-1 0,3-1,3-5,0-1,0 1,-1-2,0 1,0-1,-1 0,0 0,-1-1,4-8,-4 8,-6 11,0 0,0 0,0 1,0-1,0 0,0 0,0 1,0-1,0 0,0 0,0 0,0 0,1 1,-1-1,0 0,0 0,0 0,0 0,0 1,1-1,-1 0,0 0,0 0,0 0,1 0,-1 0,0 0,0 0,0 1,1-1,-1 0,0 0,0 0,0 0,1 0,-1 0,0 0,0 0,1 0,-1-1,0 1,0 0,0 0,1 0,-1 0,0 0,0 0,0 0,1 0,-1 0,0-1,0 1,0 31,0-24,0-3,0-1,0 1,0-1,1 1,-1-1,1 0,0 1,0-1,0 0,1 1,-1-1,1 0,0 0,0 0,0 0,0 0,0-1,0 1,1-1,-1 1,1-1,0 0,0 0,0 0,0 0,0-1,0 1,0-1,1 0,-1 0,0 0,1 0,-1-1,1 1,-1-1,1 0,-1 0,1 0,-1 0,1-1,-1 1,1-1,-1 0,0 0,1 0,-1-1,1 0,1-2,-1 1,0-1,0-1,0 1,0-1,-1 1,0-1,0 0,0 0,-1 0,1-1,-1 1,0-1,-1 1,1-1,-1 0,-1 1,1-1,-1 0,0 0,0 1,0-1,-1 0,0 0,0 1,0-1,-1 0,0 1,0 0,0-1,-1 1,0 0,0 0,0 0,-1 1,1-1,-1 1,0 0,0 0,-1 0,1 0,-1 1,0 0,0 0,0 0,0 1,-1-1,1 1,-1 0,1 1,-1 0,1-1,-1 2,-4-1,6 1,0 1,0 0,0-1,0 2,0-1,0 0,0 1,0 0,1 0,-1 0,1 0,-1 1,1-1,0 1,0 0,0 0,0 0,0 0,1 0,0 1,-1-1,1 1,0 0,1-1,-1 1,1 0,0 0,0 0,0 0,0 0,1 0,-1 1,1-1,0 0,0 0,1 0,-1 0,1 0,0 0,0 0,0 0,1 0,0 0,-1 0,1-1,0 1,1 0,1 2,18 15</inkml:trace>
  <inkml:trace contextRef="#ctx0" brushRef="#br0" timeOffset="880.626">1079 747,'-20'-3,"0"1,0 1,-1 0,1 2,-19 2,33-2,0 0,0 0,0 0,0 1,1 0,-1 0,1 0,-1 1,1 0,0 0,0 0,0 1,1 0,-1 0,1 0,0 0,0 1,0-1,0 1,1 0,0 0,0 1,2-3,-1 0,1 0,1 0,-1 0,0 0,1 0,0 0,-1 0,1 0,0 0,1 1,-1-1,1 0,-1 0,1 0,0 0,0 0,0 0,0-1,1 1,-1 0,1 0,0-1,-1 1,1-1,1 0,-1 1,0-1,1 0,80 48,-49-40,1-1,1-2,-1-2,1-1,0-1,0-2,0-2,0-1,3-3,-23 5,1-2,0 0,-1-1,1 0,-1-2,0 0,0 0,0-2,-1 0,0-1,-1 0,2-2,-14 9,0-1,0 0,0 1,0-1,0 0,0-1,0 1,0 0,-1 0,1-1,-1 1,0-1,0 1,0-1,0 1,0-1,0 0,-1 1,0-1,1 0,-1 0,0 0,0 1,0-1,0 0,-1 0,1 1,-1-1,0 0,0 1,0-1,0 1,0-1,0 1,-1-1,1 1,-1 0,0 0,0-1,0 1,0 0,0 1,0-1,0 0,-1 1,-6-4,0 1,-1 0,1 0,-1 1,0 0,0 1,0 1,0-1,-1 1,1 1,0 0,0 0,-1 1,-3 1,10-1,0 0,0 1,0-1,0 1,0 0,0 0,0 0,1 0,-1 0,1 1,-1 0,1 0,0 0,0 0,0 0,1 1,-1-1,1 1,0 0,0-1,0 1,0 0,1 0,-1 0,1 1,0-1,1 0,-1 0,1 1,-1-1,1 0,1 1,-1-1,0 0,1 0,0 1,0-1,1 0,-1 0,1 0,-1 0,1 0,1 0,-1-1,0 1,1-1,0 0,0 1,0-1,0 0,0-1,1 1,-1 0,2 0,4 0,0 1,0-2,0 1,0-1,1-1,-1 1,1-2,-1 1,1-1,-1-1,0 0,1 0,-1-1,0 0,0 0,0-1,0 0,0-1,0 0,-1 0,0-1,0 0,0-1,-1 0,1 0,-2 0,1-1,0 0,-1 0,-1-1,1 0,-1 0,-1 0,1 0,-1-1,-1 0,-2 71,-3-55,1-1,1 1,-1-1,1 1,0 0,0-1,1 1,0 0,0-1,1 1,0-1,0 0,0 1,1-1,0 0,0 0,0-1,1 1,0-1,0 1,0-1,1 0,0-1,2 2,-5-5,1 0,0 0,-1-1,1 1,0-1,-1 1,1-1,0 0,-1 0,1-1,0 1,-1 0,1-1,0 0,-1 1,1-1,-1 0,1-1,-1 1,1 0,-1-1,0 1,0-1,0 1,0-1,1-1,45-55,-22 7,-3-1,-1-2,-3 0,-3-1,-2 0,-2-1,-3-1,-1-16,7-33,-5-1,-5-1,-4-11,-6 84,5 34,-1 1,1 0,0-1,-1 1,1-1,-1 1,1 0,-1-1,1 1,-1 0,1 0,-1 0,1-1,-1 1,0 0,1 0,-1 0,1 0,-1 0,0 0,1 0,-1 0,1 0,-1 0,1 0,-1 0,0 0,1 1,-1-1,1 0,-1 0,1 0,-1 1,1-1,-1 0,1 1,-1-1,1 1,0-1,-1 0,1 1,0-1,-1 1,1-1,0 1,-1-1,1 1,0-1,0 1,0 0,-1-1,1 1,0-1,0 1,0-1,0 1,0 0,0-1,0 1,0-1,0 1,1 0,-1-1,-17 41,2 0,2 1,2 0,1 1,0 21,-3 5,4 0,2 1,4 0,2 0,4 0,10 60,-11-112,1-1,1 1,1-1,0 0,1 0,1-1,0 0,2 0,-1 0,2-1,3 4,-12-18,0 0,0 0,0 0,0 0,0 0,0 0,0 0,0 0,0-1,0 1,0 0,1-1,-1 1,0-1,1 1,-1-1,0 0,1 1,-1-1,0 0,1 0,-1 0,0 0,1 0,-1 0,1 0,-1-1,0 1,1 0,12-10</inkml:trace>
  <inkml:trace contextRef="#ctx0" brushRef="#br0" timeOffset="1389.607">1654 480,'-1'0,"-2"-1,-1 1,1 0,0-1,0 1,-1 1,1-1,0 0,0 1,0 0,0 0,0 0,0 0,0 0,0 1,0-1,0 1,0-1,1 1,-1 0,0 1,3-2,0 0,0 1,0-1,0 0,0 0,0 1,1-1,-1 0,0 0,1 0,-1 0,1 1,-1-1,1 0,0 0,-1 0,1 0,0 0,0 0,-1-1,1 1,0 0,0 0,0 0,0-1,0 1,0-1,1 1,-1-1,0 1,0-1,21 10,0-2,0 0,1-2,0 0,0-2,0 0,1-2,13 0,-9 1,50 3,125 20,-201-25,1-1,0 0,0 0,-1 1,1 0,0 0,0-1,-1 1,1 1,-1-1,1 0,-1 1,0-1,1 1,-1 0,0 0,0 0,0 0,0 0,0 0,-1 0,1 0,-1 1,0-1,1 1,-1-1,0 1,0 0,0-1,-1 1,1 0,-1 0,0 0,1-1,-1 1,0 1,-40 76,9-26,26-43,1 1,0-1,1 1,0 0,1 0,1 0,-1 0,2 0,0 0,0 1,1-1,1 0,0 0,1 1,-3-10,1-1,-1 1,1-1,0 0,0 0,0 0,0 1,1-1,-1 0,0 0,1-1,0 1,-1 0,1 0,0-1,0 1,0-1,0 1,0-1,0 0,0 0,1 0,-1 0,0 0,0-1,1 1,-1-1,1 1,-1-1,0 0,1 0,-1 0,1 0,-1-1,1 1,-1 0,0-1,1 0,-1 0,0 1,0-1,1-1,-1 1,0 0,0 0,0-1,4-4,-1 0,-1 0,1 0,-1-1,0 1,0-1,-1 0,0 0,0 0,-1-1,0 1,0-1,0 1,-1-1,-1 1,1-1,-1 0,0 0,-1 1,0-1,0 1,-1-1,0 0,0 0,1 6,0-1,0 0,0 1,0-1,0 1,-1-1,0 1,1-1,-1 1,0 0,0 0,0 0,0 0,0 0,-1 1,1-1,-1 0,1 1,-1 0,1 0,-1 0,0 0,1 0,-1 0,0 1,0-1,0 1,0 0,1 0,-1 0,0 0,0 0,0 1,0-1,1 1,-1 0,0 0,0 0,1 0,-3 1,-2 2,0 1,1 0,0 0,0 0,0 1,0-1,1 1,0 1,0-1,1 1,0 0,0 0,0 0,1 0,0 1,0-1,1 1,0 0,1 0,0 0,0 0,0 0,1 0,0 0,1 0,-1-4,1-1,0 0,0 0,0 0,0 0,1 0,-1 0,1 0,0 0,0 0,0-1,0 1,0-1,0 1,1-1,-1 0,1 0,0 0,-1 0,1 0,0-1,0 1,0-1,0 0,2 1,25 6</inkml:trace>
  <inkml:trace contextRef="#ctx0" brushRef="#br0" timeOffset="1652.562">2322 386,'-16'4,"-10"9,-2 7,3 6,6 4,11 3,11 1,5-6</inkml:trace>
  <inkml:trace contextRef="#ctx0" brushRef="#br0" timeOffset="1910.909">2483 1055,'2'18,"5"11,5 2,3-2,7-5,7-7,4-13,-3-8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20.0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1 280,'20'-2,"14"-3,10-1,7-2,3 2,2-2,-1 1,-4 2,-6 1,-10 2</inkml:trace>
  <inkml:trace contextRef="#ctx0" brushRef="#br0" timeOffset="250.6">40 428,'18'0,"16"0,10 0,7 0,7 0,2-3,0-2,-10-1</inkml:trace>
  <inkml:trace contextRef="#ctx0" brushRef="#br0" timeOffset="543.318">469 0,'69'38,"-58"-33,103 33,-70-24,-1 1,0 2,34 19,-72-34,0 1,0 0,0-1,0 2,-1-1,1 0,-1 1,0 0,0 0,0 0,-1 1,1-1,-1 1,0 0,-1-1,1 2,-1-1,0 0,0 0,0 1,-1-1,0 1,0-1,0 1,-1 1,-4 9,-1-1,-1 1,0-1,-1 0,-1-1,0 1,-1-2,0 1,-1-1,-1-1,0 1,-1-2,0 0,0 0,-12 6,-214 163,205-154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22.1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313 1,'-13'-1,"1"2,0 0,-1 1,1 0,0 0,0 1,0 1,1 0,-1 1,1 0,0 1,0 0,1 0,0 2,0-1,0 1,1 0,0 1,1 0,0 0,0 1,1 0,1 1,-1-1,2 1,-1 0,2 1,-1-1,1 1,1 1,-2 16,2 0,0 0,2 0,2 0,0 0,2 0,1 0,1 0,2-1,1 0,1 0,1-1,1 0,6 8,7 16,-10-25,-1 2,-2 0,-1 1,-1-1,1 12,-9-33,-1 1,-1-1,0 1,0-1,0 1,-1-1,0 1,0-1,-1 0,0 0,-1 0,1-1,-1 1,0-1,-1 0,1 0,-1 0,-1-1,1 1,-1-1,0-1,0 1,0-1,0 0,-1 0,0-1,0 0,0 0,0-1,0 1,-3-1,3 1,6-3,-1 0,0 0,1 0,-1 0,0 0,1 1,-1-1,0 1,1-1,-1 1,1 0,-1-1,1 1,-1 0,1 0,0 0,-1 0,1 0,0 1,0-1,0 0,0 1,0-1,0 0,0 1,0-1,0 1,1 0,-1-1,1 1,-1-1,1 1,0 0,-1-1,1 1,0 0,0-1,0 1,1 0,-1 0,0-1,0 1,1 0,-1-1,1 1,0-1,-1 1,1 0,82 109,-76-91,0 1,-2 0,0 0,-2 0,0 1,-1-1,-1 1,-1-1,-1 1,-1 0,-1-1,-1 0,-1 0,-1 0,0 0,-3 2,-24 136,32-148,0-1,0 0,1 0,1 1,0-1,0 0,1 0,0 0,1 0,0 0,1-1,0 1,0-1,1 0,0 0,1 0,0-1,0 0,0 0,1-1,3 3,11 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26.2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172 487,'0'-2,"-1"1,1-1,0 0,-1 1,1-1,-1 0,0 1,0-1,1 1,-1-1,0 1,0-1,0 1,-1-1,1 1,0 0,0 0,-1 0,1 0,-1 0,1 0,-1 0,1 0,-1 0,0 1,1-1,-1 1,0-1,1 1,-1 0,0 0,0 0,1-1,-61 6,57-2,0 0,0 0,1 0,-1 1,1 0,0 0,0 0,0 1,1-1,-1 1,1 0,0 0,1 0,-1 0,1 0,0 1,0-1,0 1,1-1,0 1,0 0,1-1,-1 1,1 0,1 0,-1 0,1-1,0 1,0 0,0-1,1 1,0-1,0 1,0-1,1 0,0 0,0 0,0 0,1-1,-1 1,1-1,0 0,0 0,2 1,0-1,0-1,0 0,-1 0,2-1,-1 1,0-1,0-1,1 1,-1-1,1 0,-1 0,1-1,-1 0,1 0,-1-1,1 0,-1 0,1 0,-1-1,0 0,1 0,-1-1,0 1,0-1,-1-1,11-4,-2-1,1-1,-1 0,-1-1,0-1,-1 0,0 0,10-15,-14 17,0-1,-1 0,0 0,-1 0,-1-1,1 0,-2 0,1-3,-6 5,-4 30,5-11,0 0,1 0,0 0,1 0,0 0,1 0,-1 0,1 0,1-1,0 0,0 0,1 0,0 0,0 0,1-1,0 0,5 4,-8-7,1 0,0 0,0 0,0-1,0 1,1-1,-1 0,1-1,0 1,0-1,0 0,0 0,1 0,-1-1,0 0,1 0,-1 0,1-1,-1 1,0-1,1-1,-1 1,1-1,-1 0,1 0,-1-1,0 1,0-1,0 0,1-1,3-4,-1-1,1 0,-1-1,0 0,-1 0,0 0,-1-1,0 0,0-1,-1 1,0-1,-1 0,0 0,-1 0,-1-1,1 1,0-13,-6 10,-5 34,6-9,1 0,0 0,1 0,0 0,1 0,0 0,1 0,0 0,0 0,1 0,1-1,0 0,0 0,1 0,2 4,-3-8,0 1,0-1,1 0,-1 0,1-1,1 1,-1-1,1 0,0-1,0 1,0-1,0 0,1-1,0 1,0-1,0-1,0 1,0-1,0-1,1 1,-1-1,0 0,1-1,-1 0,-1-1,0 0,0 0,0-1,0 0,0 0,0 0,0-1,0 1,-1-1,0-1,1 1,-1-1,0 0,-1 0,1 0,-1-1,0 0,0 0,0 0,2-3,3-7,-1 1,0-1,-1-1,0 1,-1-1,-1 0,1-10,3-29,-3 0,-2-1,-3 1,-2-1,-4-15,-15-105,15 162,2 34,5 95,5 1,12 55,-18-157,1 9,1 0,0-1,2 0,0 0,2 0,0 0,2-1,4 8,-10-25,-1 0,1 0,0-1,0 0,0 1,0-1,0 0,1 0,0-1,-1 1,1-1,0 0,0 0,0 0,1 0,-1-1,0 0,1 0,-1 0,1 0,-1-1,1 1,-1-1,1-1,-1 1,1 0,-1-1,1 0,-1 0,0 0,4-2,2-1,0 0,0-1,-1 0,0 0,0-1,0 0,0-1,-1 1,0-2,-1 1,0-1,0 0,0-2,8-14,-10 57,-5-19,-1-10,0 0,0 0,0 1,1-1,0 0,0 0,0 1,0-1,1 0,-1 0,1 0,0 1,0-1,1 0,-1 0,1-1,0 1,0 0,1 0,-1-1,1 0,-1 1,1-1,0 0,0 0,0 0,1-1,-1 1,1-1,0 0,22 4,0-5</inkml:trace>
  <inkml:trace contextRef="#ctx0" brushRef="#br0" timeOffset="262.294">1589 313,'-14'0,"-6"0,0 0</inkml:trace>
  <inkml:trace contextRef="#ctx0" brushRef="#br0" timeOffset="416.883">934 207,'4'-2,"16"-1,20-3,24-1,18-1,15 2,4 1,-5 3,-17 0</inkml:trace>
  <inkml:trace contextRef="#ctx0" brushRef="#br0" timeOffset="708.137">1790 555,'10'1,"-1"0,1 0,0-1,0 0,0 0,0-2,0 1,0-1,0 0,-1-1,1 0,-1-1,0 0,0 0,0-1,-1 0,1-1,-1 0,7-6,26-47,-41 58,1-1,-1 1,1-1,-1 0,1 1,-1-1,0 1,0-1,0 0,0 1,0-1,0 0,-1 1,1-1,0 1,-1-1,1 0,-1 1,0-1,1 1,-1 0,0-1,0 1,0-1,0 1,0 0,0 0,-1 0,1 0,0 0,0 0,-1 0,1 0,-1 0,1 1,-1-1,1 0,-1 1,1-1,-1 1,0 0,-4-2,0 1,0 1,0-1,0 1,0 0,0 1,0-1,0 1,0 1,0-1,0 1,0 0,1 0,-1 0,1 1,-1 0,1 0,0 0,0 1,0 0,1 0,-1 0,1 0,0 1,0-1,1 1,0 0,-1 1,1-1,1 0,-1 1,1 0,0 1,1-5,0 1,1-1,0 1,-1-1,1 1,0 0,0-1,0 1,1-1,-1 1,1-1,-1 1,1-1,0 1,0-1,0 0,0 1,0-1,1 0,-1 0,1 0,-1 0,1 0,0 0,0 0,0-1,0 1,0 0,0-1,0 0,0 0,1 1,-1-1,2 0,89 21,64-19,-78-8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37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82 437,'-3'18,"0"11,0 4,0 0,2-2,2-6,2-5,2-5,0-7</inkml:trace>
  <inkml:trace contextRef="#ctx0" brushRef="#br0" timeOffset="404.205">1 183,'0'0,"1"-1,-1 1,1 0,-1-1,1 1,-1 0,1 0,0 0,-1-1,1 1,-1 0,1 0,0 0,-1 0,1 0,-1 0,1 0,0 0,-1 0,1 0,-1 0,1 1,0-1,-1 0,1 0,-1 1,1-1,-1 0,1 1,-1-1,1 0,-1 1,1-1,-1 1,0-1,1 1,-1-1,0 1,1-1,-1 1,0-1,1 1,-1-1,0 1,0 0,0-1,0 1,0-1,0 1,1 0,-1-1,-1 1,1-1,0 1,0 0,0-1,0 1,0-1,0 1,-1-1,1 2,9-9,-1 0,0 0,0 0,-1-1,1 0,-2 0,1-1,-1 0,-1 0,1-1,-2 1,1-1,-1 0,-1-1,2-7,15-36,-21 100,1-32,2 0,0-1,0 1,1 0,1-1,0 1,1-1,0 0,1-1,1 1,0-1,1-1,1 3,15 19</inkml:trace>
  <inkml:trace contextRef="#ctx0" brushRef="#br0" timeOffset="865.829">482 396,'5'33,"2"-1,1-1,1 1,2-1,1-1,8 12,-20-40,0-1,0 1,1-1,-1 1,1-1,-1 0,1 1,0-1,-1 1,1-1,0 0,0 0,0 1,0-1,0 0,0 0,0 0,1 0,-1 0,0-1,0 1,1 0,-1 0,1-1,-1 1,1-1,-1 1,1-1,-1 0,1 0,-1 1,1-1,-1 0,1 0,-1-1,1 1,-1 0,1 0,-1-1,1 1,-1-1,1 1,-1-1,0 0,1 1,-1-1,0 0,1 0,-1 0,0 0,0 0,0 0,0-1,48-92,-28 45,24-30,-45 78,1 1,-1 0,0-1,0 1,0 0,0-1,1 1,-1 0,0-1,0 1,1 0,-1 0,0-1,1 1,-1 0,0 0,1-1,-1 1,0 0,1 0,-1 0,0 0,1-1,-1 1,0 0,1 0,-1 0,1 0,-1 0,0 0,1 0,-1 0,1 0,-1 0,0 0,1 0,-1 1,1-1,-1 0,0 0,1 0,-1 0,0 1,1-1,-1 0,0 0,1 1,-1-1,0 0,0 1,1-1,-1 0,0 1,0-1,0 0,0 1,1-1,-1 0,0 1,0-1,0 1,0-1,0 0,0 1,0-1,0 0,0 1,3 31,-3-29,1 15,-2-12,0 1,0 0,0 0,1 0,0 0,1 0,0 0,0 0,0-1,1 1,0 0,0-1,1 1,0-1,0 0,0 0,1 0,0 0,0 0,0-1,1 0,-1 0,2 0,-1 0,0-1,1 0,0 0,3 1,68 11,-40-14</inkml:trace>
  <inkml:trace contextRef="#ctx0" brushRef="#br0" timeOffset="1336.411">1284 424,'-13'-1,"-1"2,1 0,-1 0,1 1,0 1,-1 0,-6 4,16-6,0 1,1-1,-1 1,1 0,-1 0,1 1,0-1,0 1,0 0,0-1,0 1,1 0,-1 1,1-1,0 0,0 1,0 0,0-1,1 1,-1 0,1 0,0-1,0 1,1 0,-1 0,1 0,0 2,0-1,0-1,0 0,1 1,0-1,0 0,0 0,1 1,-1-1,1 0,0 0,0-1,0 1,1 0,-1-1,1 1,0-1,0 0,0 0,1 0,-1 0,0 0,1-1,0 0,0 0,0 0,0 0,0 0,10 3,-1 0,1 0,0-2,0 0,0 0,0-1,13 0,-9-2,0-1,1-1,-1 0,0-1,0-1,0-1,0-1,-1 0,0-1,0-1,-1 0,0-1,-1-1,1-1,-2 0,0-1,0 0,-1-1,1-3,-10 12,0-1,-1 1,1 0,-1-1,0 0,-1 0,1 0,-1 0,0 0,0-1,-1 1,1 0,-1-1,-1 1,1-1,-1 0,0 1,0-1,0-1,-2 5,1 0,-1 0,0 0,0 1,1-1,-1 1,0 0,0-1,0 1,-1 0,1 0,0 0,0 0,-1 1,1-1,0 1,-1-1,1 1,0 0,-1 0,1 0,-1 0,1 0,0 0,-1 1,1-1,0 1,-1 0,1 0,0 0,0 0,0 0,0 0,0 0,0 1,0-1,0 1,0-1,0 1,1 0,-1 0,0 1,-1 2,1-1,-1 1,1-1,1 1,-1 0,1 0,-1 0,1 0,1 0,-1 0,1 0,0 0,0 0,0 0,1 0,0 0,0 0,0 0,0-1,1 1,0 0,0 0,0-1,1 0,-1 1,1-1,0 0,0 0,1 0,-1-1,1 1,-1-1,1 0,1 0,-1 0,0 0,0-1,1 0,1 1,10 3,-1-1,1-1,0 0,0-1,0 0,1-2,-1 0,0-1,1 0,-1-1,1-1,-1-1,6-2,20-4</inkml:trace>
  <inkml:trace contextRef="#ctx0" brushRef="#br0" timeOffset="1626.591">2073 424,'0'0</inkml:trace>
  <inkml:trace contextRef="#ctx0" brushRef="#br0" timeOffset="1965.996">2073 424,'2'-16,"-1"19,-20 517,17-498,-3 36,-3 0,-3-1,-7 20,6-59,5-45,-7-405,14 417,-2-18,2 0,1 1,1-1,2 1,2-1,0 1,2 1,2-1,7-14,-16 43,0 0,0 0,1 0,-1 1,1-1,0 0,0 1,0-1,0 1,0 0,1 0,-1 0,1 0,-1 0,1 0,0 1,0-1,0 1,0 0,0 0,0 0,0 0,0 1,0-1,0 1,0-1,0 1,1 0,-1 1,0-1,0 0,0 1,0 0,0 0,2 0,7 6,0 0,-1 1,0 0,-1 1,0 0,0 1,-1 0,0 0,-1 1,0 0,0 0,-2 1,3 5,-8-16,0 1,0-1,0 1,0-1,0 1,0 0,-1-1,1 1,-1 0,1 0,-1-1,1 1,-1 0,0 0,0 0,0 0,0-1,0 1,-1 0,1 0,0 0,-1-1,0 1,1 0,-1 0,0-1,0 1,0-1,0 1,0-1,0 1,0-1,0 1,-1-1,1 0,0 0,-1 0,1 0,-1 0,-1 1,-6 1,-1 1,1-2,-1 1,0-1,0-1,0 0,0 0,0-1,0 0,0-1,1 0,-4-1,-1-4,6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27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6 413,'-4'62,"3"0,2 0,3-1,3 1,7 22,-11-63,10 56,-3 0,-2 35,-15-72,6-40,0 0,-1 0,1-1,0 1,0-1,-1 1,1-1,0 1,0-1,0 1,0-1,0 0,0 0,0 0,0 0,0 1,0-1,0 0,1-1,-1 1,0 0,1 0,-1 0,1 0,-1 0,1-1,-1 1,1 0,0 0,0-1,0 1,0 0,0-1,0 0,-9-38,3 0,1 0,2-1,2 0,2-19,-1 41,0 9,-1-15,1 0,1 0,1 0,2 0,0 0,2 0,8-22,-13 43,1 1,0 0,-1 0,1 0,1 0,-1 0,0 0,1 1,0-1,-1 1,1 0,0-1,0 1,0 1,1-1,-1 0,0 1,1-1,-1 1,1 0,-1 0,1 1,0-1,-1 1,1 0,-1 0,1 0,0 0,-1 0,1 1,0 0,-1 0,1 0,-1 0,1 0,-1 1,0-1,0 1,2 1,3 1,-1 0,0 0,-1 1,1 0,-1 0,0 0,0 1,0 0,-1 0,0 1,0-1,0 1,-1 0,0 0,-1 1,0-1,0 1,1 5,-4-9,-1 0,1 1,-1-1,0 0,0 0,-1 0,1 0,-1 0,0 0,0 0,0-1,-1 1,1-1,-1 1,0-1,0 0,0 0,0 0,0-1,-1 1,1-1,-1 1,0-1,0 0,0-1,0 1,0-1,0 0,0 0,0 0,0 0,-1-1,1 1,0-1,-1 0,1-1,0 1,0-1,-4 0,7 0,-1 1,1 0,0 0,-1-1,1 1,-1 0,1-1,0 0,-1 1,1-1,0 0,0 0,-1 1,1-1,0 0,0 0,0 0,0 0,0-1,0 1,1 0,-1 0,0 0,1-1,-1 1,0 0,1-1,0 1,-1-1,1 1,0-1,0 1,-1 0,1-1,0 1,1-1,-1 1,0-1,0 1,1-1,-1 0,29-54,222-174,-237 212,0 0,-1-1,-1 0,-1-1,-1-1,-1 1,0-2,-2 1,0-1,-2 0,0 0,-2-1,0 1,-1-1,-2 0,0 1,-3-13,4 33,-1 1,1 0,-1 0,0 0,0-1,0 1,0 0,0 0,0 0,0-1,0 1,0 0,0 0,-1 0,1-1,-1 1,1 0,-1 0,1 0,-1 0,1 0,-1 0,0 0,0 0,1 0,-1 0,0 1,0-1,0 0,0 0,0 1,0-1,0 1,0-1,-1 1,1-1,0 1,0-1,0 1,0 0,-1 0,1 0,0 0,0 0,0 0,-1 0,1 0,0 0,0 1,0-1,-1 0,1 1,0-1,0 1,0-1,0 1,0-1,0 1,0 0,0 0,0 0,-9 10,1 1,0 0,1 0,1 1,0 0,1 0,0 0,1 1,0 0,1 0,1 1,0-1,1 1,0 4,-1 1,1 0,1 1,0-1,2 0,0 1,1-1,1 0,1 0,1 0,1-1,0 0,2 0,0 0,1-1,1 0,0-1,2 0,0 0,1-2,0 1,1-2,1 0,0 0,3 0,-14-11,0 0,-1 0,2 0,-1 0,0-1,0 0,1 0,-1 0,1-1,-1 1,1-1,0 0,0 0,0-1,-1 1,1-1,0 0,0-1,0 1,0-1,-1 0,1 0,0 0,-1-1,1 1,0-1,-1 0,0-1,0 1,0-1,0 0,0 0,0 0,-1 0,4-4,-2-3,0 0,-1 0,0 0,-1 0,0 0,-1-1,0 1,0-1,-1 0,-1 0,1 0,-2-2,-4 2,-1 35,5-18,0 1,0 0,1 0,0 0,0 0,0 0,1 0,0 0,1 0,0-1,0 1,0 0,1-1,-1 1,2-1,-1 0,1 0,0-1,4 6,10 5</inkml:trace>
  <inkml:trace contextRef="#ctx0" brushRef="#br0" timeOffset="861.193">635 212,'136'47,"-107"-39,-1 0,0 2,0 1,-1 1,-1 2,0 0,-1 2,5 5,-23-14,0-1,-1 2,-1-1,1 1,-1 0,0 0,-1 0,0 1,0-1,-1 1,0 0,0 0,-1 0,-1 1,1-1,-1 0,-1 4,3 6,-2-14,0 0,0 0,0 0,1 0,0 0,0 0,0 0,1-1,-1 1,1-1,0 0,0 0,1 0,-1 0,1 0,0-1,0 1,0-1,0 0,1-1,-1 1,1-1,0 1,-1-2,1 1,0 0,0-1,0 0,1 0,2 0,2 0,1-1,-1 0,1 0,-1-1,0 0,1-1,-1 0,0-1,0 0,0 0,-1-1,1 0,-1-1,0 0,0-1,-1 0,1 0,-1 0,-1-1,1-1,-1 1,0-1,-1 0,0-1,0 0,2-5,6 4,-12 32,-2-15,0-3,0 0,1 0,0 0,-1 0,1 0,1 0,-1 0,0 0,1 0,0 0,0-1,0 1,1-1,-1 1,1-1,-1 0,1 0,0 0,0 0,1-1,-1 1,0-1,1 0,0 0,-1 0,1-1,0 1,0-1,0 0,0 0,0 0,4 0,10 2,-1-1,1-1,0-1,-1 0,1-1,0-1,-1-1,0 0,1-1,-2-1,1-1,0-1,-1 0,0 0,-1-2,5-3,-19 11,-1 1,1-1,0 1,0-1,-1 1,1 0,0-1,0 1,0 0,0 0,0-1,0 1,0 0,-1 0,1 0,0 0,0 0,0 0,0 0,0 1,0-1,0 0,0 0,-1 1,1-1,0 1,0-1,0 0,-1 1,1 0,0-1,0 1,-1-1,1 1,-1 0,1-1,0 1,-1 0,1 0,-1 0,0-1,1 1,-1 0,0 0,1 0,-1 0,4 5,1-1,0 0,1 0,0 0,0-1,1 0,-1 0,1 0,0-1,0 0,0 0,0-1,0 0,1 0,-1-1,1 0,-1 0,1-1,-1 0,1 0,-1-1,1 0,-1 0,1-1,-1 1,0-2,1 1,-1-1,-1 0,1-1,0 1,-1-1,0-1,0 1,0-1,0 0,1-3,-5 6,0 0,0 0,0-1,-1 1,1-1,-1 1,0-1,0 1,1-1,-2 0,1 0,0 0,-1 0,1 1,-1-1,0 0,0 0,0 0,0 0,0 0,-1 0,0 0,1 1,-1-1,0 0,0 0,0 1,-1-1,1 0,-1 1,1 0,-1-1,0 1,0 0,0 0,-4-4,0 0,-1 1,1 0,-1 0,0 0,0 1,-1 0,1 1,-1-1,0 2,-7-3,7 3,0 0,-1 0,1 1,-1 0,0 1,1 0,-1 0,1 1,-1 0,0 0,1 1,0 0,-1 0,1 1,0 0,0 1,1 0,-1 0,1 1,0 0,0 0,0 0,1 1,0 0,0 0,0 1,1 0,0 0,0 0,1 0,0 1,0 0,-2 5,6-10,-1 0,1 1,-1-1,1 0,0 1,0-1,1 0,-1 0,1 1,-1-1,1 0,0 0,0 0,1 0,-1 0,1 0,-1 0,1 0,0 0,0-1,0 1,0-1,1 1,-1-1,1 0,-1 0,1 0,0 0,0-1,0 1,0-1,0 0,0 1,0-1,0-1,0 1,1 0,-1-1,0 0,0 0,2 0,35 4,0-4</inkml:trace>
  <inkml:trace contextRef="#ctx0" brushRef="#br0" timeOffset="1131.178">2145 132,'-18'-2,"-10"1,-4 6,2 6,7 8,6 6,11 5,11 4,12 3,2-4</inkml:trace>
  <inkml:trace contextRef="#ctx0" brushRef="#br0" timeOffset="1391.822">2292 640,'18'7,"13"2,8-3,5-4,0-8,-1-6,-9-3</inkml:trace>
  <inkml:trace contextRef="#ctx0" brushRef="#br0" timeOffset="15130.997">261 1188,'0'-1,"-3"-11,1 0,0-1,1 1,0-1,1 1,1-1,0 1,0-3,1 55,-77 473,83-421,-7-89,-1-1,1 1,0 0,1-1,-1 1,0-1,1 0,-1 1,1-1,0 0,0 0,-1 0,2 0,-1 0,0-1,0 1,0 0,1-1,-1 0,1 0,-1 1,1-2,0 1,-1 0,1 0,0-1,-1 1,1-1,0 0,0 0,1 0,7-3,-1 1,0-2,1 1,-1-1,-1-1,1 0,-1 0,0-1,0 0,0-1,-1 0,0 0,0-1,-1 0,0 0,-1-1,1 0,-2 0,1 0,-1-1,1-3,-3 8,0 0,-1 0,1 0,-1 0,0-1,0 1,-1 0,0-1,0 0,0 1,0-1,-1 0,0 1,0-1,-1 0,0-2,1 7,-1 0,1 0,0 0,-1 0,1 1,-1-1,1 0,-1 0,1 1,-1-1,0 0,1 1,-1-1,0 0,0 1,1-1,-1 1,0-1,0 1,0 0,0-1,1 1,-1 0,0 0,0 0,0-1,0 1,0 0,0 0,0 0,0 0,0 0,0 1,0-1,1 0,-1 0,0 1,0-1,0 0,0 1,0-1,1 1,-1-1,0 1,0 0,1-1,-1 1,0 0,-30 34,29-30,0-1,0 1,0 0,1 0,-1-1,1 1,1 0,-1 0,1 0,0 0,0 0,0 0,0 0,1 0,0 0,0 0,1 0,-1 0,1 0,0-1,0 1,1-1,-1 0,1 1,0-1,0 0,0-1,1 1,-1 0,1-1,0 0,0 0,0 0,0 0,1-1,3 2,3 1,0 0,1-1,-1-1,1 0,0 0,0-1,0-1,1 1,18-1</inkml:trace>
  <inkml:trace contextRef="#ctx0" brushRef="#br0" timeOffset="16317.213">100 1321,'83'-8,"378"-6,-460 14,21-1,1 1,-1 2,0 0,1 1,-2 1,1 2,0 0,17 7,-34-10,0 1,-1-1,1 1,0 0,-1 0,0 1,0-1,0 1,-1 0,1 0,-1 0,0 0,-1 1,1-1,-1 1,0 0,-1-1,1 1,-1 0,0 0,-1 0,1 0,-1 0,-1 0,1 0,-1 0,0 0,0 0,0 0,-1 0,0-1,0 1,-1 1,-32 130,34-135,1 0,0 0,0 0,0 0,0 0,0 0,0 0,0 0,1 0,-1 0,1 0,0 0,-1 0,1 0,0 0,0-1,0 1,0 0,1 0,-1-1,0 1,1-1,-1 1,1-1,-1 0,1 0,0 0,-1 1,1-1,0-1,0 1,0 0,0 0,0-1,1 1,3 0,1-1,-1 1,0-1,0 0,0-1,0 1,0-1,0-1,0 1,0-1,3-1,4-3,-1 0,1 0,-2-1,1-1,-1 0,0-1,0 0,-1 0,-1-1,1-1,-2 1,1-1,-1-1,-1 0,0 0,-1 0,-1-1,1 0,1-8,-4 1,-3 20,-1 0,0 0,1 0,-1 0,1 0,-1 1,0-1,1 0,-1 0,0 0,1 0,-1 1,1-1,-1 0,1 1,-1-1,1 0,-1 1,1-1,-1 1,1-1,-1 1,1-1,0 1,-1-1,1 1,0-1,-1 1,1 0,0-1,0 1,0-1,-1 1,1 0,0-1,0 1,0-1,0 1,0 0,0-1,0 1,0 0,1 0,-5 8,0 0,1 1,1 0,-1 0,2 0,-1 0,1 0,1 0,0 0,0 0,1 0,2 10,-2-18,0 0,0 1,0-1,1 0,-1 0,1 0,-1 0,1 0,0-1,-1 1,1 0,0-1,0 1,0-1,1 0,-1 0,0 0,0 0,1 0,-1 0,0 0,1-1,-1 1,1-1,-1 0,1 0,1 0,68-11,-59 7,-1 0,0-1,0-1,-1 0,0 0,0-1,0 0,-1-1,0 0,0-1,-1 0,0-1,-1 1,0-2,0 1,-1-1,-1 0,0-1,0 1,3-13,-10 25,1-1,0 0,-1 1,1-1,-1 0,0 1,1-1,-1 0,1 0,-1 0,1 0,-1 1,0-1,1 0,-1 0,1 0,-1 0,0 0,1 0,-1-1,1 1,-1 0,1 0,-1 0,0 0,1-1,-1 1,1 0,-1-1,1 1,-1 0,1-1,-1 1,1 0,0-1,-1 1,1-1,0 1,-1-1,1 1,0-1,-1 1,1-1,0 0,0 1,0-1,0 1,-1-1,1 1,0-1,-3 4,-1 1,1 0,0 0,0 0,0 0,0 0,1 1,0-1,0 1,0 0,0-1,1 1,0 0,0 0,0 0,1 0,-1 0,1 0,0 0,1 0,-1 1,1-1,0-1,0 1,1 0,0 0,-1 0,2-1,-1 1,0-1,1 1,0-1,0 0,0 0,4 3,1-2,0-1,1 0,-1-1,1 1,0-2,0 1,0-1,1-1,-1 1,0-2,1 1,-1-1,1-1,-1 0,0 0,0 0,1-1,-1-1,0 0,-1 0,1-1,0 0,-1 0,0-1,0 0,0 0,-1-1,0 0,0 0,0-1,-1 0,0 0,0-1,-1 1,0-1,0 0,0-3,12-70,-21 68,-4 28,-2 27,1 0,3 0,1 1,1 30,2-38,-6 149,5-62,-19 110,20-223,2-4,0 0,-1 0,0 0,0 0,0 0,-1 0,0 0,0-1,0 1,0 0,-1-1,1 0,-1 0,-1 1,4-5,-1 0,1 0,-1 0,1 0,-1 0,1 0,-1 0,0-1,1 1,-1 0,1 0,-1 0,1 0,-1-1,1 1,-1 0,1-1,-1 1,1 0,0-1,-1 1,1 0,-1-1,1 1,0-1,-1 1,1-1,0 1,0-1,-1 1,1-1,0 1,0-1,0 1,0-1,0 0,0 1,-1-1,1 1,0-1,1 0,-6-21,0 0,2 0,1-1,1 0,2-19,-1 7,-2-30,0-80,11-81,-9 210,1 0,1-1,1 1,0 0,1 0,0 0,1 1,1-1,1 1,0 0,1 1,0 0,6-7,-11 19,-1-1,1 1,-1 0,1-1,0 1,-1 1,1-1,0 0,0 1,1-1,-1 1,0 0,0 0,1 0,-1 1,0-1,1 1,-1 0,1 0,-1 0,0 0,1 0,-1 1,0 0,1 0,-1-1,0 2,0-1,0 0,1 1,-2-1,1 1,0 0,0 0,0 0,0 1,4 4,0 0,0-1,0 2,-1-1,-1 1,1 0,-1 0,0 1,-1 0,0-1,-1 2,1 1,-2-7,0-1,-1 1,1-1,-1 1,0-1,0 1,-1 0,1 0,-1-1,0 1,0 0,0 0,0-1,0 1,-1 0,0-1,0 1,0 0,0-1,-1 1,1-1,-1 1,0-1,0 0,0 0,0 0,-1 0,1 0,-1-1,1 1,-1-1,0 1,0-1,-1 0,1 0,0 0,-1-1,1 1,-1-1,-3 1,6-2,0 0,-1 0,1 0,0 0,-1-1,1 1,-1-1,1 1,0-1,0 1,-1-1,1 1,0-1,0 0,0 0,0 0,0 0,0 0,0 0,0 0,0 0,0 0,0 0,1 0,-1-1,0 1,1 0,-1-1,1 1,0 0,-1-1,1 1,0 0,0-1,0 1,0-1,0 1,0 0,0-1,1-15</inkml:trace>
  <inkml:trace contextRef="#ctx0" brushRef="#br0" timeOffset="16586.848">2012 1615,'4'9,"1"-1,0 0,1-1,-1 1,2-1,-1-1,1 1,0-1,0 0,0 0,1-1,2 1,-7-4,0 0,0-1,-1 1,1-1,1 0,-1 0,0 0,0 0,0-1,0 1,1-1,-1 0,0 0,0 0,1 0,-1-1,0 1,0-1,1 0,-1 0,0 0,0 0,0 0,0-1,-1 0,1 1,0-1,0 0,-1 0,0 0,1-1,-1 1,0-1,0 1,2-3,-1 0,-1 0,1 0,-1 0,0 0,0 0,0 0,0 0,-1-1,0 1,0-1,-1 1,0-1,0 1,0-1,0 1,-1-1,0 1,0-1,0 1,-1 0,0-1,0 1,0 0,-1 0,0 0,0 1,0-1,0 1,-1 0,1-1,-1 1,0 1,0-1,-1 1,1-1,-1 1,0 1,0-1,0 1,0 0,0 0,0 0,-1 0,1 1,0 0,-2 0,3 2,1-1,-1 0,0 1,1 0,-1 0,1 0,-1 1,1-1,-1 1,1-1,0 1,0 0,0 0,0 1,0-1,0 1,1-1,-1 1,1 0,0 0,0 0,0 0,0 1,0-1,1 0,-2 4,-5 15</inkml:trace>
  <inkml:trace contextRef="#ctx0" brushRef="#br0" timeOffset="17149.247">2373 1630,'25'-286,"-24"285,0 1,0-1,0 1,0-1,0 1,0 0,0-1,0 1,0 0,0 0,0 0,0-1,0 1,0 0,0 0,0 1,0-1,0 0,0 0,0 0,0 1,0-1,0 0,0 1,0-1,0 1,-1-1,1 1,0 0,0-1,0 1,-1 0,1-1,0 1,-1 0,1 0,-1 0,1 0,11 6,179 74,-187-79,0 0,-1 1,0 0,1-1,-1 1,0 0,0 0,-1 1,1-1,-1 0,0 1,1 0,-2 0,1-1,0 1,-1 0,0 0,0 0,0 1,0-1,0 0,-1 0,0 0,0 1,0-1,-1 0,1 0,-1 0,0 1,-1 2,0 3,1-8,0 1,0 0,0-1,0 1,1 0,-1 0,1 0,-1-1,1 1,0 0,0 0,1 0,-1 0,1-1,-1 1,1 0,0 0,0-1,0 1,0-1,0 1,1-1,-1 1,1-1,0 0,0 1,0-1,0 0,0 0,2 1,5 0,0 0,0-1,0 0,0 0,0-1,0-1,0 1,1-1,-1-1,0 0,0 0,0-1,0 0,0 0,1-2,-1 2,-1-1,1 0,-1 0,0-1,0-1,-1 1,1-1,-1 0,0-1,0 0,-1 0,0 0,0-1,0 0,-1 0,0 0,0-1,-1 1,0-1,-1 0,3-8,-5 15,-1 1,1-1,-1 0,1 1,-1-1,0 1,1-1,-1 0,0 1,1-1,-1 0,0 1,0-1,0 0,0 1,0-1,0 0,0 0,0 1,0-1,0 0,0 1,0-1,0 0,-1 1,1-1,0 0,0 1,-1-1,1 0,0 1,-1-1,1 1,-1-1,1 1,-1-1,1 1,-1-1,1 1,-1-1,0 1,1 0,-1-1,1 1,-1 0,0 0,1-1,-1 1,0 0,1 0,-1 0,0 0,0 0,0 0,-3 4,1 0,-1 0,1 0,0 0,0 1,0 0,0-1,1 1,0 0,0 0,0 1,1-1,0 0,0 0,0 1,1-1,-1 1,1-1,0 0,1 2,0-3,0-1,0 1,0 0,1-1,-1 1,1 0,0-1,0 0,0 1,0-1,1 0,-1 0,1 0,0-1,0 1,0-1,0 1,1-1,-1 0,0 0,1 0,0-1,-1 1,1-1,2 0,18 7</inkml:trace>
  <inkml:trace contextRef="#ctx0" brushRef="#br0" timeOffset="17344.243">3001 1055,'3'11,"6"6,12 3,2-3</inkml:trace>
  <inkml:trace contextRef="#ctx0" brushRef="#br0" timeOffset="17751.204">3335 1362,'31'131,"-23"-106,-1 1,-1 0,-1 0,-2 0,1 20,-13 139,9-180,0-1,0 0,0 0,1 0,0 0,-1 0,1 0,1 0,-1 0,0 0,1 0,0-1,0 1,0 0,0-1,1 0,0 0,-1 1,1-1,0-1,0 1,1 0,-1-1,0 0,1 0,0 0,-1 0,1 0,0-1,1 1,-1 0,0 0,0 0,1-1,-1 0,0 0,0 0,1 0,-1-1,0 1,1-1,-1 0,1 0,-1-1,0 1,1-1,-1 0,0 0,0-1,0 1,0-1,0 0,0 0,0 0,0-1,-1 1,1-1,-1 0,0 0,0 0,0 0,0-1,0 1,-1-1,1 0,0-2,-2-4,1-1,-2 0,0 0,0 0,-1 0,0 1,-1-1,0 0,0 1,-1-1,-1 1,0 0,0 0,-1 0,0 1,-1 0,0 0,-1 0,1 0,-2 1,1 1,-1-1,0 1,-13-12,0 1,0 2,-2 0,0 1,-1 1,-2 1,6 1,20 12,0-1,0 1,0-1,0 1,0 0,0-1,0 1,0-1,0 1,0 0,0-1,0 1,0-1,1 1,-1 0,0-1,0 1,0 0,0-1,1 1,-1 0,0-1,1 1,-1 0,0 0,0-1,1 1,-1 0,0 0,1-1,-1 1,0 0,1 0,-1 0,1 0,-1 0,0 0,1-1,-1 1,1 0,-1 0,0 0,1 0,-1 0,1 0,-1 1,0-1,1 0,-1 0,1 0,-1 0,0 0,1 1,-1-1,0 0,1 0,-1 0,0 1,1-1,-1 0,81-2,-34 1</inkml:trace>
  <inkml:trace contextRef="#ctx0" brushRef="#br0" timeOffset="18646.099">3937 1442,'-20'-6,"0"1,-1 0,1 2,-1 0,0 2,-21 1,40 0,-1 1,1 0,-1 1,1-1,0 0,0 1,0-1,-1 1,2-1,-1 1,0 0,0 0,0 0,1 0,-1 0,1 1,0-1,-1 0,1 1,0-1,0 1,1-1,-1 1,1-1,-1 1,1-1,0 1,-1 0,2-1,-1 1,0 0,0-1,1 1,-1-1,1 1,0-1,0 1,0-1,0 1,0-1,1 0,-1 0,1 1,-1-1,1 0,0 0,0-1,0 1,0 0,0-1,0 1,1 0,4 2,-1-1,0 0,0 0,1-1,0 0,-1 0,1 0,0-1,0 0,0 0,0-1,0 0,0 0,0-1,0 0,0 0,0 0,0-1,-1 0,1-1,0 1,-1-1,0 0,0-1,0 1,0-1,3-3,25-28,-33 36,0-1,-1 0,1 0,0 1,-1-1,1 0,0 1,-1-1,1 1,-1-1,1 0,-1 1,1-1,-1 1,1 0,-1-1,1 1,-1-1,0 1,1 0,-1-1,0 1,0 0,0-1,1 1,-1 0,0-1,0 1,0 0,0-1,0 1,0 0,0 0,0-1,0 1,-1 0,1-1,0 1,0 0,-1-1,1 1,0 4,1-1,0-1,0 1,0-1,1 1,-1-1,1 1,0-1,0 0,0 0,1 0,-1 0,1 0,0 0,-1-1,1 1,0-1,1 0,-1 0,0 0,1 0,-1-1,1 1,-1-1,1 0,0 0,-1 0,1 0,0-1,0 0,0 0,-1 0,1 0,0 0,0-1,0 1,-1-1,1 0,0 0,-1-1,1 1,-1-1,1 0,-1 0,0 0,0 0,0 0,0-1,0 1,0-1,-1 0,0 0,1 0,2-5,0 0,-1-1,0 0,-1 1,0-1,0 0,0 0,-1-1,-1 1,0 0,0-3,15-62,-16 72,1 1,-1 0,1-1,0 1,-1 0,1 0,0 0,0 0,-1 0,1 0,0 0,0 0,0 0,0 0,1 0,-1 0,0 1,0-1,0 0,1 1,-1-1,0 1,1 0,-1-1,0 1,1 0,-1 0,0 0,1 0,-1 0,0 0,1 0,-1 0,1 0,-1 1,0-1,0 1,1-1,-1 1,0-1,1 1,47 35,-44-31,-1 1,1-1,-1 1,-1 0,1 0,-1 1,0-1,0 1,-1-1,0 1,0 0,-1 0,1 0,-1 0,-1 0,0 0,0 0,-1 7,0-11,1 1,-1 0,1 0,0 0,0 0,0 0,0 0,0 0,1 0,0 0,0 0,0-1,0 1,1 0,0-1,-1 1,1-1,0 1,1-1,-1 0,1 0,-1 0,1 0,0 0,0-1,0 1,0-1,1 0,-1 0,1 0,-1 0,1-1,1 1,5-1,-1 0,0 0,1-1,-1 0,1-1,-1 0,0-1,0 0,0 0,0-1,0 0,0-1,0 0,-1 0,0-1,7-4,0-1,-1-1,0-1,-1 0,0 0,-1-1,0-1,-1 0,4-7,12-33,-27 53,1 0,-1 0,1 0,-1 0,1-1,-1 1,0 0,0 0,1-1,-1 1,0 0,0 0,0-1,-1 1,1 0,0 0,0-1,-1 1,1 0,0 0,-1 0,1 0,-1-1,0 1,1 0,-1 0,0 0,0 0,1 0,-1 1,0-1,0 0,0 0,0 0,0 1,0-1,-1 1,1-1,0 1,0-1,0 1,0 0,-1-1,1 1,-5 0,1 1,-1-1,0 1,1 0,-1 0,1 1,0 0,-1 0,1 0,0 1,0-1,0 1,1 0,-1 1,1-1,0 1,0 0,0 0,0 0,0 1,1-1,0 1,0 0,0 0,1 0,0 0,0 0,-2 5,3-4,0 0,0 0,0 0,0 0,1 1,0-1,1 0,-1 0,1 0,0 0,1 0,-1 0,1 0,0 0,1 0,-1-1,1 1,1-1,-1 0,0 0,1 0,0 0,1-1,-1 0,1 1,-1-2,1 1,0 0,1-1,-1 0,1 0,-1-1,1 1,2 0,14 4,-1-1,1-1,1 0,-1-2,0 0,1-2,16-1,5 0</inkml:trace>
  <inkml:trace contextRef="#ctx0" brushRef="#br0" timeOffset="19032.118">5153 1576,'-9'-9,"0"0,0 0,-1 1,0 1,0-1,-1 2,0-1,0 2,-1-1,0 1,0 1,0 0,0 1,0 1,-6-1,17 3,-1-1,1 1,-1 0,1 0,0 1,-1-1,1 0,-1 0,1 1,0-1,-1 1,1-1,0 1,0 0,-1-1,1 1,0 0,0 0,0 0,0 0,0 0,0 0,0 0,0 0,0 0,1 0,-1 0,0 1,1-1,-1 0,1 1,-1-1,1 0,0 1,-1-1,1 1,0-1,0 0,0 1,0-1,0 1,1 1,-1 1,1-1,-1 1,1-1,0 1,0-1,0 0,1 1,-1-1,1 0,0 0,0 0,0 0,0 0,1-1,-1 1,5 3,0-1,1-1,-1 1,1-1,0 0,0-1,0 0,1 0,-1-1,1 0,-1-1,1 1,0-2,-1 1,6-1,-8 0,0 0,0-1,0 1,0-1,0 0,0-1,-1 0,1 1,-1-2,1 1,-1-1,0 1,1-2,-2 1,1 0,0-1,-1 0,1 0,-1 0,0-1,0 0,-1 1,1-2,-4 6,0 0,0 1,0-1,1 0,-1 0,0 0,0 0,0 0,1 1,-1-1,0 0,0 0,0 0,1 0,-1 0,0 0,0 0,1 0,-1 0,0 0,0 0,0 0,1 0,-1 0,0 0,0 0,1 0,-1 0,0 0,0-1,0 1,1 0,-1 0,0 0,0 0,0 0,1 0,-1-1,0 1,0 0,0 0,0 0,0-1,0 1,1 0,-1 0,0-1,3 13,4-2,0-1,0 0,1 0,0 0,0-1,1 0,0-1,0 0,1 0,0-1,0 0,0-1,1 0,0-1,0 0,0 0,1-2,0 1,27 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49.9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0 451,'7'25,"1"0,1-1,1 0,1-1,1 0,1 0,1-2,1 1,1-2,0 0,2-1,14 12,-29-29,29 22,-32-24,1 1,0-1,-1 0,1 1,0-1,-1 0,1 1,0-1,-1 0,1 0,0 0,-1 0,1 0,0 0,0 0,-1 0,1 0,0 0,-1 0,1 0,0 0,-1-1,1 1,0 0,-1-1,1 1,0 0,-1-1,1 1,-1-1,1 1,-1-1,1 1,-1-1,1 1,-1-1,1 1,-1-1,0 0,1 1,-1-1,0 0,1 1,-1-1,0 0,0 1,0-1,0 0,3-15,-2 0,0 1,-1-1,0 0,-1 0,-1 0,-1-5,-2-21,-2-74,7 115,-1-1,1 1,0-1,0 1,0-1,0 1,0-1,0 1,0-1,1 1,-1-1,1 1,-1-1,1 1,-1 0,1-1,0 1,-1 0,1-1,0 1,0 0,0 0,0 0,0 0,0 0,1 0,-1 0,0 0,0 0,1 1,-1-1,0 0,1 1,-1-1,1 1,-1 0,1-1,-1 1,1 0,-1 0,1 0,-1 0,1 0,-1 0,1 0,-1 1,1-1,-1 0,0 1,1-1,-1 1,1 0,18 9</inkml:trace>
  <inkml:trace contextRef="#ctx0" brushRef="#br0" timeOffset="853.298">602 544,'-124'-39,"120"38,-1 0,0 0,0 1,0 0,0 0,1 0,-1 1,0-1,0 1,0 0,1 0,-1 1,0 0,1-1,-1 2,1-1,0 0,0 1,0 0,0 0,0 0,1 0,-1 1,-2 3,4-3,-1 0,1 1,1-1,-1 1,0-1,1 1,0 0,0-1,1 1,-1 0,1 0,0 0,0 0,0-1,1 1,0 0,0 0,0-1,1 1,-1 0,1-1,0 0,0 1,1-1,-1 0,1 0,0 0,0 0,0-1,1 1,0 0,0 0,-1 0,1-1,0 1,0-1,0 0,0 0,0 0,1-1,-1 0,1 1,-1-2,1 1,0 0,0-1,0 0,0 0,0 0,0-1,0 0,0 0,1 0,-1-1,0 1,0-1,0 0,0-1,-1 1,1-1,3-1,-3-1,-1 0,0 0,1-1,-2 1,1-1,-1 0,1 0,-1 0,-1 0,1 0,-1-1,0 1,0-1,-1 0,1 0,-1 1,0-1,-1 0,0 0,0 0,0 0,0 0,-1 0,-1-3,2 10,0-1,-1 1,1 0,0-1,-1 1,1-1,0 1,-1-1,1 1,-1-1,1 0,-1 1,1-1,-1 1,1-1,-1 0,1 0,-1 1,0-1,1 0,-1 0,1 0,-1 1,0-1,1 0,-1 0,0 0,1 0,-1 0,0 0,1-1,-1 1,1 0,-1 0,0 0,1-1,-1 1,1 0,-1 0,1-1,-1 1,0 0,1-1,0 1,-1-1,1 1,-1-1,1 1,-1-1,1 1,0-1,-1 1,1-1,0 0,0 1,0-1,-1 1,1-1,0 0,0 1,0-1,0 0,0 1,0-1,-2 4,0 1,0 0,1 0,-1 0,1 0,0 0,0 0,1 0,-1 0,1 0,0 0,0 0,0 1,0-1,1 0,0 0,0 0,0 0,0 0,1 0,-1 0,1-1,0 1,0 0,0-1,1 1,-1-1,1 0,0 0,0 0,0 0,0-1,0 1,1-1,-1 0,1 0,0 0,0 0,-1 0,2-1,1 0,0 0,0-1,0 1,0-1,0-1,0 1,1-1,-1 0,0 0,0-1,-1 0,1 0,0 0,-1-1,1 0,-1 0,0 0,0-1,0 0,0 0,3-3,2-3,0-1,0 0,-1-1,0 0,-1-1,-1 0,0 0,3-8,0-5,-1-1,-1 0,-2-1,0 1,-2-1,-1-1,-1 1,-1 0,-2 0,-1-1,-1 1,-1 0,-2 0,-4-10,9 30,-1 1,-1-1,1 0,-1 1,0-1,-1 1,0 0,0 0,-1 1,1-1,-1 1,-1 0,1 0,-1 0,0 1,-1 0,1 0,-1 1,-3-2,7 5,1 1,0-1,0 1,0 0,-1-1,1 1,0 1,0-1,-1 0,1 0,0 1,0-1,0 1,0 0,0-1,0 1,0 0,0 0,0 1,0-1,0 0,0 1,1-1,-1 1,0-1,1 1,0 0,-1 0,1-1,0 1,0 0,0 0,0 0,0 0,1 1,-2 0,-11 83,19-52,1 0,2 0,1-1,1 0,2-1,2 0,1-2,1 1,19 25,-32-51,10 20,-9-14,1 0,1 0,0-1,1 0,0 0,0-1,1 0,1 1,-8-10,0 1,1-1,-1 1,0-1,1 0,-1 0,1 0,-1 0,1 0,-1-1,0 1,1-1,-1 1,0-1,1 0,-1 0,0 0,0 0,0-1,0 1,0 0,0-1,0 0,0 1,-1-1,1 0,-1 0,1 0,-1 0,0 0,1 0,-1 0,0 0,-1-1,1 1,0 0,0-1,8-11,36-38,-44 52,-1 0,1 0,0 0,0 0,0 0,0 0,-1 1,1-1,0 0,0 1,-1-1,1 0,0 1,0-1,-1 1,1-1,0 1,-1 0,1-1,-1 1,1-1,-1 1,1 0,-1 0,1-1,-1 1,0 0,1 0,-1 0,0-1,0 1,0 0,0 0,0 0,1 0,-1-1,-1 1,1 0,0 0,0 0,0 0,0-1,-1 1,1 0,0 0,0 0,-1-1,1 1,-1 0,1 0,-1-1,1 1,-1-1,0 1,1 4,-2 18,0-16,1-1,0 1,0 0,0-1,1 1,0 0,0-1,1 1,-1 0,2-1,-1 1,1-1,0 1,0-1,1 0,-1 0,2 0,-1 0,0 0,1-1,0 1,1-1,10 4</inkml:trace>
  <inkml:trace contextRef="#ctx0" brushRef="#br0" timeOffset="1116.678">1070 210,'-5'11,"4"9,8 8,3-2</inkml:trace>
  <inkml:trace contextRef="#ctx0" brushRef="#br0" timeOffset="2000.146">1297 465,'-8'-1,"1"1,-1 0,0 0,1 1,-1 0,0 0,1 1,0 0,-1 0,1 1,0 0,0 0,-4 3,7-4,1 0,0 0,0 0,0 1,0-1,0 1,0 0,1-1,-1 2,1-1,0 0,0 0,0 1,0-1,1 1,-1-1,1 1,0 0,0-1,0 1,1 0,-1 0,1 0,0 0,0-1,0 1,1 2,1-2,-1 0,1 0,0-1,0 1,1-1,-1 0,1 0,0 0,-1 0,1 0,1 0,-1-1,0 1,0-1,1 0,0 0,-1 0,1-1,0 1,0-1,0 0,0 0,0 0,0-1,0 1,0-1,0 0,0 0,0 0,0-1,0 0,0 1,0-1,0-1,0 1,0-1,-1 1,1-1,0 0,0-1,5-2,0 0,-1-1,0 0,0 0,-1-1,0 0,0 0,0-1,-1 0,0 0,0-1,-1 1,-1-1,1 0,-1 0,-1-1,0 1,0-1,0-3,5-24,-2 0,-2-1,-1 0,-2-17,-3-110,-10 114,11 51,-1 0,0 0,1 0,-1 0,1 0,-1 1,1-1,-1 0,1 1,-1 0,1-1,-1 1,1 0,0-1,-1 1,1 0,0 0,0 0,-1 0,1 0,0 1,0-1,0 0,0 0,1 1,-1-1,0 1,1-1,-1 1,0-1,1 1,0-1,-1 1,1-1,0 2,-9 25,2 0,1 1,1 0,1 0,2 0,1 0,1 12,0-32,-1 12,0 0,2 1,0-1,1 0,1 0,1-1,1 1,1-1,1 0,3 4,-9-20,0-1,1 0,-1 0,1 0,0-1,0 1,0 0,0-1,1 1,-1-1,1 0,-1 1,1-1,0-1,0 1,0 0,0-1,0 1,0-1,0 0,0 0,1 0,-1-1,0 1,1-1,-1 1,1-1,-1 0,0-1,1 1,-1-1,0 1,1-1,-1 0,0 0,0 0,0-1,1 1,-2-1,1 0,0 1,0-1,0-1,-1 1,1 0,-1-1,0 1,0-1,1 0,1-5,0 0,0 0,0-1,-1 1,-1-1,1 0,-2 1,1-1,-1 0,0 0,-1 0,0 0,0 0,-1 0,0 0,-1 0,0 0,-3-6,6 14,-1 0,0 0,0 0,0 0,0 0,0 0,0 0,-1 0,1 0,0 0,0 0,-1 0,1 0,0 1,-1-1,1 0,-1 0,1 0,-1 1,0-1,1 0,-1 0,0 1,1-1,-1 1,0-1,0 1,0-1,1 1,-1-1,0 1,0 0,0-1,0 1,0 0,0 0,0 0,0-1,0 1,0 0,0 0,0 1,1-1,-1 0,0 0,0 0,0 1,0-1,0 0,0 1,0-1,0 1,1-1,-1 1,0-1,0 1,1 0,-1-1,0 1,1 0,-1 0,-2 7,0 0,1 0,-1 0,2 1,-1-1,1 1,1 0,0-1,0 1,0 0,1-1,0 1,1-1,0 1,0-1,1 0,3 8,-3-8,1 1,-1-1,2 1,-1-1,1 0,0-1,1 1,0-1,0 0,0-1,1 1,0-1,0 0,1-1,-1 0,1 0,1-1,-1 0,0 0,1-1,0 0,1 0,-7-3,0 0,0-1,-1 1,1-1,0 1,0-1,-1 0,1 0,-1 0,1 0,-1-1,1 1,-1-1,0 1,1-1,-1 0,0 0,0 0,0 0,-1 0,1 0,0-1,-1 1,0 0,1-1,-1 1,0-1,0-2,19-82,-18 75,-1-5,0 12,-1-1,0 1,1-1,0 1,1-1,-1 1,1 0,0-1,0 1,1 0,-1 0,1 0,-1 5,-1 0,1-1,0 1,-1 0,1 0,0 0,-1 0,1 0,-1 0,1 1,0-1,-1 0,1 1,-1 0,1-1,-1 1,1 0,-1-1,0 1,1 0,-1 0,0 0,0 0,0 1,1-1,-1 0,0 0,0 1,-1-1,1 0,0 1,0-1,-1 1,1 0,5 7,0 1,-1-1,0 1,-1 0,0 0,-1 1,0-1,0 1,-1-1,0 1,-1 0,0 0,-1 0,-1 4,-27 153,10-85,18-83,-7 101,7-98,0 1,1-1,0 0,-1 0,1 0,1 0,-1 0,0 0,1 0,-1 0,1 0,0 0,0-1,0 1,0-1,1 0,-1 1,1-1,-1 0,1 0,0-1,-1 1,1 0,0-1,0 0,0 0,0 0,1 0,-1 0,47-4,-29-5</inkml:trace>
  <inkml:trace contextRef="#ctx0" brushRef="#br0" timeOffset="2257.69">1846 705,'-16'-9,"-10"-3,-5-2,-2 2,10 5,15 8,18 6,19 5,18-1,12-1,5-3,-7-2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48.7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1 268,'18'0,"11"0,4 0,5 0,-1 0,-2 0,-2 0,-2 2,-4 1,-7 0</inkml:trace>
  <inkml:trace contextRef="#ctx0" brushRef="#br0" timeOffset="261.3">67 415,'18'2,"14"1,9 0,7-3,5-3,-6-2</inkml:trace>
  <inkml:trace contextRef="#ctx0" brushRef="#br0" timeOffset="495.677">322 1,'11'13,"11"12,11 6,8 2,5 0,-2 2,-3-2,-9 0,-9-1,-12 0,-14 1,-15 2,-17-1,-11 1,-5-1,0-2,6-4,11-6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7:52.9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215 134,'-3'18,"0"14,-2 6,-3 8,1 2,-2-3,2-4,1-5,2-6,0-8,-1-7</inkml:trace>
  <inkml:trace contextRef="#ctx0" brushRef="#br0" timeOffset="200.525">0 1,'21'0,"17"0,19 0,13 0,9 0,-1 0,-6 0,-16 0</inkml:trace>
  <inkml:trace contextRef="#ctx0" brushRef="#br0" timeOffset="1705.711">482 241,'-7'19,"-4"9,-1 6,0-1,2-5,2-3,5-7,3-7</inkml:trace>
  <inkml:trace contextRef="#ctx0" brushRef="#br0" timeOffset="1955.601">522 54,'-7'0,"-2"3,3 2,4 3,8 3,2-1</inkml:trace>
  <inkml:trace contextRef="#ctx0" brushRef="#br0" timeOffset="3032.174">682 269,'3'128,"-3"-127,0 0,0 0,0 0,0 0,0 0,1 0,-1 0,0 0,1 0,-1 0,0 0,1 0,-1 0,1 0,-1 0,1 0,0-1,-1 1,1 0,0 0,0-1,-1 1,1 0,0-1,0 1,0-1,0 1,0-1,0 1,0-1,0 0,0 0,0 1,0-1,0 0,0 0,0 0,0 0,0 0,1 0,33-28,55-144,-90 172,0 0,0 0,0 0,0 1,1-1,-1 0,0 0,0 0,0 1,0-1,0 0,0 0,0 0,0 0,0 1,1-1,-1 0,0 0,0 0,0 0,0 0,0 0,1 1,-1-1,0 0,0 0,0 0,0 0,1 0,-1 0,0 0,0 0,0 0,1 0,-1 0,0 0,0 0,-3 24,-7 89,9-112,1 0,0 1,0-1,1 1,-1-1,0 1,0-1,1 1,-1-1,1 1,-1-1,1 0,-1 1,1-1,0 0,0 0,0 0,0 1,0-1,0 0,0 0,0 0,0 0,0 0,0-1,1 1,-1 0,0-1,1 1,-1-1,1 1,-1-1,0 1,1-1,-1 0,1 0,-1 0,1 0,-1 0,1 0,-1 0,1 0,-1-1,1 1,60-29,-53 24,0-1,0-1,-1 0,1 0,-2 0,1-1,-1 0,0-1,-1 1,0-1,0-1,-1 1,0-1,2-6,-8 17,1-1,0 1,-1-1,1 1,0 0,-1-1,1 1,-1-1,1 0,-1 1,1-1,-1 1,0-1,1 0,-1 1,1-1,-1 0,0 0,1 1,-1-1,0 0,1 0,-1 0,0 0,1 0,-1 0,0 0,1 0,-1 0,0 0,1 0,-1 0,0-1,1 1,-1 0,0 0,1-1,-1 1,1-1,-1 1,0 0,1-1,-1 1,1-1,0 1,-1-1,1 1,-1-1,1 0,0 1,-1-1,1 1,0-1,0 0,-1 1,1-1,0 0,0 1,0-1,0 0,0 1,0-1,-3 5,1 0,0 0,0 0,0 0,0 0,1 1,-1-1,1 1,1-1,-1 1,0-1,1 1,0-1,0 1,0 0,1-1,0 1,0-1,0 1,0-1,1 1,-1-1,1 0,0 0,0 0,1 0,-1 0,1 0,0-1,0 1,0-1,1 0,-1 0,1 0,-1 0,1-1,0 1,0-1,0 0,1 0,-1-1,0 1,1-1,-1 0,1 0,-1 0,1-1,0 0,0 1,2-1,-1-1,0 1,0-1,0 0,1 0,-1-1,-1 0,1 0,0 0,0-1,-1 0,1 0,-1 0,0 0,0-1,0 0,0 0,-1-1,0 1,0-1,0 0,0 0,-1 0,0-1,0 1,0-1,-1 1,0-1,0 0,0 0,-1 0,0 0,0-1,0 1,-1 0,0 0,0-2,0 7,1 1,-1-1,0 0,1 0,-1 0,0 1,0-1,0 0,0 0,1 0,-1 1,0-1,0 0,-1 0,1 0,0 0,0 1,0-1,0 0,-1 0,1 1,0-1,-1 0,1 0,-1 1,1-1,-1 0,1 1,-1-1,1 1,-1-1,0 0,1 1,-1 0,0-1,1 1,-1-1,0 1,0 0,1-1,-1 1,0 0,0 0,1 0,-1-1,0 1,0 0,0 0,0 0,1 1,-1-1,0 0,0 0,0 0,1 0,-1 1,0-1,0 0,1 1,-1-1,0 1,1-1,-1 1,0-1,1 1,-1-1,1 1,-1 0,-2 7,0 0,1 1,0-1,1 1,-1 0,2-1,-1 1,1 0,1 0,-1 0,2-1,-1 1,2 4,-1-5,0 1,1-1,0 0,0-1,0 1,1 0,0-1,1 0,0 0,0 0,2 2,-4-7,-1 0,1 1,-1-1,1 0,0 0,0 0,0-1,0 1,0-1,1 1,-1-1,0 0,1 0,-1-1,0 1,1-1,-1 0,1 1,-1-2,1 1,-1 0,1-1,-1 1,0-1,1 0,-1 0,0 0,3-2,3-3,0-1,-1 0,0-1,0 0,-1 0,0 0,-1-1,1 0,-2 0,1-1,-1 0,-1 0,0 0,0 0,-1-1,0 1,-1-1,0 0,-1 0,0 0,-1 0,0 0,-1-1,2 11,-1 1,1 0,0-1,-1 1,1-1,-1 1,1 0,0-1,-1 1,1 0,0 0,-1 0,1-1,0 1,-1 0,1 0,0 0,-1 0,1 0,0 0,0 0,-1 1,1-1,0 0,-1 0,1 0,0 1,-1-1,1 0,-1 1,1-1,0 0,-1 1,1-1,-1 1,1-1,-1 1,1-1,-1 1,0 0,1-1,-1 1,0-1,1 1,-1 0,8 4,178 72,-185-77,1 0,-1 1,1-1,-1 1,1 0,-1-1,0 1,1 0,-1 0,0 0,1 0,-1 0,0 0,0 0,0 0,0 0,0 1,0-1,-1 0,1 1,0-1,-1 1,1-1,-1 1,1-1,-1 1,1-1,-1 1,0-1,0 1,0-1,0 1,0 0,0-1,-1 1,1-1,0 1,-1-1,1 1,-1-1,0 1,1-1,-1 0,-1 2,-53 42,48-42,1 1,1-1,-1 2,0-1,1 0,0 1,0 0,0 0,1 1,0-1,0 1,-2 3,5-7,1 0,-1 0,1 0,0 0,-1 0,1 0,0 0,0 1,1-1,-1 0,0 0,1 0,-1 0,1 0,-1 0,1 0,0 0,0 0,0-1,0 1,0 0,0 0,1-1,-1 1,1-1,-1 1,1-1,-1 0,1 1,0-1,0 0,0 0,67 30,86-8,-73-21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29.5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248 441,'-8'-3,"0"1,0-1,-1 2,1-1,-1 1,1 0,-1 1,0 0,1 0,-1 1,1 0,-1 1,1 0,-1 0,1 1,0-1,0 2,0-1,1 1,-1 1,1-1,0 1,0 1,1-1,-1 1,1 0,0 1,1-1,-2 3,6-8,-1 1,1-1,0 1,-1 0,1-1,0 1,0 0,0 0,0 0,1 0,-1 0,0 0,1 0,-1 0,1 0,0 0,0 0,0 0,0 0,0 0,0 0,0 0,1 0,-1 0,1 0,-1 0,1 0,0 0,0 0,0 0,0 0,0 0,0-1,1 1,-1-1,1 1,-1-1,1 1,-1-1,1 0,0 0,-1 0,1 0,0 0,0 0,0 0,0 0,1-1,7 1,1-1,0 0,0 0,0-2,0 1,-1-1,1-1,-1 0,0-1,1 1,-1-2,-1 0,1 0,-1 0,0-2,0 1,-1-1,1 0,-2 0,2-2,0-1,1-1,-2 0,1 0,-2-1,0 0,0 0,-1-1,0 0,-1 0,-1 0,0-1,-1 1,0-1,-1 0,-1 0,0 0,-1-7,-1-11,-1 0,-2 0,-1 1,-1-1,-2 1,-1 1,-3-5,12 35,-10-21,10 21,0 0,0 0,0 1,0-1,0 0,0 1,0-1,0 0,0 0,0 1,0-1,0 0,0 0,0 1,0-1,-1 0,1 1,0-1,0 0,0 0,0 0,-1 1,1-1,0 0,0 0,0 0,-1 1,1-1,0 0,0 0,-1 0,1 0,0 0,0 1,-1-1,1 0,0 0,-1 0,1 0,0 0,0 0,-1 0,1 0,0 0,-1 0,1 0,0 0,0 0,-1 0,1-1,0 1,0 0,-1 0,1 0,0 0,0 0,-1-1,1 1,0 0,0 0,0 0,-1-1,1 1,0 0,0 0,0-1,0 1,-1 0,1 0,0-1,-18 138,15-88,-3 18,0-26,2 0,2 0,2 0,2 0,1 1,5 11,-7-45,1 0,0 0,1-1,0 1,0-1,1 0,0 0,0 0,1 0,0-1,0 1,0-1,1 0,0-1,0 0,0 0,1 0,-1 0,1-1,1 0,-1-1,0 0,1 0,-1 0,1-1,0 0,0-1,0 1,0-2,0 1,0-1,0 0,4-1,1-1,-1 0,1-1,-1-1,1 0,-1 0,0-1,-1-1,1 0,-1 0,0-1,-1-1,0 0,0 0,0-1,6-8,-10 10,0 1,-1-1,0-1,0 1,0-1,-1 0,0 0,-1 0,0-1,0 1,0-1,-1 0,-1 1,1-1,-2 0,1 0,-1 0,0 0,-1 0,0 0,-1 0,1 1,-2-2,2 6,0 0,0 0,0 1,-1-1,1 0,-1 1,0-1,0 1,-1 0,1-1,-1 1,1 0,-1 1,0-1,0 0,0 1,0-1,-1 1,1 0,-1 0,1 1,-1-1,0 1,1 0,-1-1,0 2,-2-1,5 1,-1 0,1 0,0 1,0-1,0 1,-1-1,1 1,0-1,0 1,0 0,0 0,0 0,0-1,0 1,0 0,1 0,-1 0,0 0,0 0,1 0,-1 1,1-1,-1 0,1 0,-1 0,1 1,0-1,0 0,-1 0,1 1,0-1,0 0,0 0,0 1,1-1,-1 0,0 0,0 1,1-1,21 49,-8-36,2-1,0 0,0-1,1-1,0 0,1-2,0 0,1-1,0 0,0-2,1 0,10 1,45 13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0.12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 98,'-6'53,"2"0,3 0,2 0,2 0,2 0,3 0,2-1,6 12,-12-46,1 0,0-1,2 1,0-1,1-1,1 1,0-1,1-1,1 0,0 0,1-1,2 1,-11-13,0 1,0 0,1-1,-1 0,1 0,0 0,-1 0,1 0,0-1,0 0,0 0,0 0,0 0,0 0,0-1,0 0,1 0,-1 0,0 0,0-1,0 1,0-1,0 0,0 0,0-1,0 1,0-1,-1 0,1 0,-1 0,1-1,-1 1,0-1,1 0,7-12,1 0,-2-1,0-1,-1 1,-1-2,-1 1,0-1,-1 0,-1 0,-1-1,0 0,-1 1,-2-1,0 0,-1-17,2-29,-3-1,-2 1,-4 1,-2-1,-8-22,-12 6,29 81,-1-1,1 1,-1 0,1-1,-1 1,1 0,-1-1,1 1,-1 0,1 0,-1-1,0 1,1 0,-1 0,1 0,-1 0,0 0,1 0,-1 0,0 0,1 0,-1 0,1 0,-1 0,0 1,1-1,-1 0,1 0,-1 1,1-1,-1 0,1 1,-1-1,1 0,-1 1,1-1,-1 1,1-1,-1 1,1-1,0 1,-1-1,1 1,0-1,0 1,-1 0,1-1,0 1,0-1,0 1,0 0,0-1,0 1,0-1,0 1,0 0,0-1,0 1,0 0,0-1,0 1,1-1,-1 1,-6 28,0 0,3 1,0-1,2 1,2 11,-2-29,0 20,2 0,1 0,1 0,1-1,2 1,2-1,0 0,2-1,2 0,0 0,2-2,1 1,2-2,0 0,3 1,-12-19,1 0,0-1,0 0,0 0,1-1,0 0,1-1,0 0,26 10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2.20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10 795,'-5'-65,"0"75,6-1,-1 0,1 0,0 0,1 0,0-1,0 1,1 0,0-1,1 0,0 0,0 0,1 0,0 0,0-1,1 0,-1 0,2 0,-1-1,1 0,1 1,-3-3,1 0,0 0,0 0,0 0,0-1,1 0,-1 0,1-1,-1 0,1 0,0 0,0-1,0 0,0-1,0 1,0-1,0-1,0 1,0-1,0 0,0-1,0 0,0 0,0 0,-1-1,1 0,0-2,0 1,-1-1,0 0,0-1,0 1,0-1,-1 0,0-1,-1 1,1-1,-1 0,0 0,-1 0,0-1,0 1,0-1,-1 0,0-2,-3 13,-1 3,0 1,0 0,0-1,1 1,0 0,0 0,0 0,1 0,0 0,1 0,0 0,0 0,0 0,1 0,0-1,0 1,1 0,-1-1,1 0,1 0,-1 0,4 4,2-5,0-1,0 0,1 0,0-1,-1 0,1 0,0-1,0-1,0 0,1 0,-1-1,0 0,0-1,0 0,0 0,0-1,0-1,5-1,-7 2,1 0,0 0,-1-1,0 0,0 0,0-1,0 0,0-1,-1 1,1-2,-1 1,-1-1,1 0,-1 0,0-1,0 1,-1-1,0-1,0 1,-1-1,0 0,0 0,-1 0,0 0,0-1,-1 1,1-5,-5 28,0 84,2-95,0-1,1 1,0-1,0 1,0-1,0 1,0-1,1 0,-1 1,1-1,0 0,0 0,0 0,1-1,-1 1,1 0,-1-1,1 0,0 1,0-1,0 0,0-1,0 1,0 0,1-1,2 1,2-1,1 0,0 0,-1-1,1 0,0-1,-1 0,1-1,0 1,-1-2,0 1,1-1,-1 0,0-1,-1 0,1 0,-1-1,0 0,0 0,0 0,0-1,-1 0,0-1,0 1,-1-1,0 0,0-1,-1 1,0-1,0 0,2-6,20-58,-25 72,-1 0,0 0,1 0,-1-1,0 1,1 0,-1 0,0 0,1 0,-1 0,1 0,-1 0,0 0,1 0,-1 0,0 0,1 0,-1 1,0-1,1 0,-1 0,0 0,1 0,-1 1,0-1,1 0,-1 0,0 1,1-1,-1 0,0 0,0 1,0-1,1 0,-1 1,0-1,0 0,0 1,0-1,1 0,-1 1,0-1,0 0,0 1,0-1,0 1,0-1,0 0,0 1,0-1,0 0,0 1,0-1,-1 1,1-1,0 0,0 1,0-1,0 0,-1 1,1-1,0 0,0 0,-1 1,1-1,0 0,0 0,-1 1,2 1,-1 8,0-1,1 0,0 0,1 0,0 0,1 0,0-1,0 1,1-1,0 0,0 1,1-2,0 1,0-1,1 1,0-1,0-1,0 1,1-1,0 0,1-1,-1 0,1 0,0-1,6 3,-8-6,1 0,0 0,0 0,0-1,0 0,0-1,0 0,0 0,-1 0,1-1,0 0,-1 0,1 0,-1-1,1 0,-1 0,0-1,-1 0,1 0,3-3,4-5,0 1,-1-2,-1 0,0 0,0-1,-1 0,6-13,0-3,-2-2,-1 0,-1 0,5-23,-40 250,13-10,9 0,10 33,-5-139,-6 103,-8-150,10-32,0 1,0-1,0 1,-1-1,1 0,0 1,0-1,-1 1,1-1,0 0,-1 1,1-1,0 0,-1 1,1-1,-1 0,1 1,-1-1,1 0,-1 0,1 0,-1 1,1-1,-1 0,1 0,-1 0,1 0,-1 0,1 0,-1 0,1 0,-1 0,1 0,-1 0,1 0,-1-1,1 1,-1 0,1 0,0 0,-1-1,1 1,-1 0,1-1,-1 1,1 0,0-1,-1 1,1 0,0-1,-1 1,1-1,0 1,0-1,-1 1,1-1,0 1,0-1,-6-9,1-1,0 0,1 0,0 0,0-1,2 0,-1 1,1-1,1 0,0-3,-1 0,-7-74,4 0,3 0,5-1,3 1,18-86,-19 145,1 1,1 0,1 0,1 1,2 0,9-15,-20 41,0 0,1 0,-1 1,1-1,0 0,-1 0,1 1,0-1,0 1,0-1,0 1,0-1,1 1,-1-1,0 1,1 0,-1 0,1 0,-1 0,1 0,0 0,-1 0,1 0,0 1,-1-1,1 1,0-1,0 1,0 0,0-1,-1 1,1 0,0 0,0 0,0 1,0-1,0 0,-1 1,1-1,0 1,0 0,-1-1,1 1,0 0,0 1,7 9,0 2,-1-1,-1 1,0 0,0 1,-1 0,-1 0,0 0,-1 0,-1 1,0 3,-1-9,2 2,-1 0,0 1,0-1,-1 1,-1 0,0 0,-1 0,0 0,-1 0,0-1,0 1,-2 0,1-1,-2 1,5-13,-1 0,0 0,0 0,0-1,0 1,0 0,0 0,0-1,0 1,0 0,-1 0,1 0,0-1,-1 1,1 0,-1 0,1 0,-1 0,1 0,-1 0,0 0,0 0,0 0,1 0,-1 0,0 1,0-1,0 0,0 1,0-1,0 0,0 1,-1-1,1 1,0 0,0-1,0 1,-1 0,1 0,0 0,0 0,0 0,-1 0,1 0,0 0,0 0,0 0,-1 1,1-1,0 1,0-1,0 1,0-1,0 1,0-1,0 1,0 0,0 0,0-1,0 1,0 0,0 0,1 0,-1 0,0 1,5-14,1 1,0-1,1 1,0 0,1 1,0 0,0 0,1 0,1 1,8-7,-5 2,26-26,-3-1,-1-1,-2-2,-2-1,-3-2,-1-1,-2-1,3-15,-10 17,-3-1,-2 0,-3-1,-1 0,-2 0,-2-34,-18-16,14 97,-1-1,0 1,0-1,0 1,0-1,0 1,-1 0,1 0,-1 0,1 0,-1 0,0 0,0 0,0 0,0 0,0 1,0-1,0 1,-1 0,1 0,0-1,-1 2,1-1,-1 0,1 0,-1 1,0-1,1 1,-1 0,0 0,1 0,-1 0,1 0,-3 1,-5 3,0 0,1 0,-1 1,1 1,0-1,1 2,-1-1,1 1,0 0,1 1,0-1,0 1,1 1,0 0,0-1,-4 11,-5 8,2 0,0 1,2 1,1 0,1 0,1 1,2 1,1-1,2 1,0-1,3 1,0 0,2 0,1-1,2 1,0-1,5 9,-4-17,2 0,0 0,1 0,1-1,2-1,0 0,0 0,2-1,1-1,0 0,1-1,1-1,0 0,1-1,1-2,1 1,-1-2,16 6,-31-15,1-1,0 0,1 0,-1 0,0-1,0 0,1 0,-1 0,0-1,1 1,-1-1,1-1,-1 1,1-1,-1 0,0 0,0 0,1-1,-1 0,0 0,0 0,0-1,-1 1,1-1,-1 0,1-1,-1 1,2-3,2-6,-1 0,0-1,-1 0,0 0,-1-1,0 1,-2-1,1 0,-2 0,0 0,0-1,-1 1,-1 0,-1-7,-7-25,-6 66,11-5,1 0,0 0,1 0,0 0,2 1,0-1,0 0,1 0,1 0,5 15,-6-22,1 0,0 0,0-1,1 1,0-1,0 1,1-1,0-1,0 1,0-1,1 1,0-2,0 1,1-1,0 0,0 0,0 0,0-1,1 0,5 1,-9-3,0-1,1 0,-1 0,1-1,-1 1,1-1,-1 0,1 0,-1 0,1-1,-1 1,1-1,-1 0,0-1,1 1,-1-1,0 0,0 0,0 0,0 0,0-1,-1 1,1-1,-1 0,0-1,1 1,-1 0,-1-1,6-6,-1 0,0 0,0-1,-1 0,-1-1,0 1,-1-1,0 0,1-8,-1 7,-1 0,0 0,-1 0,-1 0,0-1,0 1,-2 0,0 0,0-1,-1 1,-1 0,0 0,-1 0,0 1,-1 0,-5-11,54 35,42 18,-60-23,0 2,0 1,-1 2,0 0,2 2,-21-9,-1 1,1 0,-1 0,0 0,0 1,-1-1,0 1,0 0,0 0,-1 1,0-1,0 1,-1-1,0 1,-1 0,0 0,0 0,0 0,-1 0,0 0,-1 0,0 0,0 0,-2 6,2-11,1-1,-1 0,1 1,0-1,-1 1,1-1,0 1,1-1,-1 1,0-1,1 0,-1 1,1-1,0 1,0-1,0 0,0 0,0 1,0-1,1 0,-1 0,1 0,-1-1,1 1,0 0,0 0,0-1,0 1,0-1,1 1,8 0,1-1,-1 0,1 0,-1-1,1-1,-1 0,1 0,-1-1,0-1,0 0,0 0,0-1,0-1,-1 0,0 0,0-1,0 0,-1 0,0-1,0-1,0 0,0-1,-3 4,1 0,-2 0,1 0,-1-1,1 0,-2 0,1 0,-1 0,0-1,0 0,0 0,-1 0,0 0,-1 0,0-1,0 1,0-1,-1 1,0-1,0 0,-1 0,0 1,-1-1,0-3,0 9,0 0,1 1,-1-1,-1 0,1 0,0 0,0 1,-1-1,1 1,0-1,-1 1,0-1,1 1,-1 0,0 0,0 0,0 0,1 0,-1 0,0 0,0 1,-1-1,1 1,0-1,0 1,0 0,0 0,0 0,0 0,0 0,0 0,0 1,-1-1,1 1,0-1,0 1,-2 1,0 0,-1 0,1 0,1 0,-1 0,0 1,1 0,-1 0,1 0,0 0,0 0,0 1,0-1,0 1,1 0,-2 3,3-3,-1 0,1 0,0 0,0 0,0 0,1 0,-1 0,1 0,0 0,0 0,0 0,1 0,0 0,0 1,0-1,0-1,0 1,1 0,0 0,-1 0,1-1,1 1,-1-1,0 0,1 1,0-1,0 0,0-1,0 1,0 0,1-1,-1 0,1 0,43 25,4-5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2.6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238 27,'-8'-3,"-1"2,0-1,0 1,0 0,1 1,-1 0,0 0,0 1,0 0,0 1,0 0,1 0,-1 1,1 0,0 1,0 0,0 0,0 0,1 1,-1 0,1 1,0-1,1 2,0-1,0 1,0-1,0 2,-2 4,7-10,0 0,0 1,0-1,0 1,0-1,1 1,-1-1,1 1,0 0,0-1,0 1,0-1,0 1,0 0,1-1,-1 1,1-1,0 1,-1-1,1 1,0-1,1 0,-1 1,0-1,1 0,-1 0,1 0,0 0,0 0,-1 0,1-1,0 1,1 0,-1-1,0 0,0 1,1-1,-1 0,1 0,0 0,6 2,-1-1,1 0,-1 0,1-1,-1 0,1 0,0-1,0 0,-1-1,1 1,0-2,-1 1,1-1,-1-1,0 0,1 0,-1 0,-1-1,1 0,0-1,-1 0,0 0,0 0,-1-1,1 0,-1 0,-1-1,1 0,-1 0,0 0,-1 0,1-1,-1 0,2-8,5-66,-11 82,-1 0,1 0,0 1,0-1,0 0,0 0,0 0,-1 0,1 0,0 0,0 0,0 0,-1 0,1 0,0 0,0 0,0 0,0 0,-1 0,1 0,0 0,0 0,0 0,0-1,0 1,-1 0,1 0,0 0,0 0,0 0,0 0,0 0,-1-1,1 1,0 0,0 0,0 0,0 0,0 0,0-1,0 1,0 0,-5 19,6-8,0 1,1-1,0 0,1 0,0-1,1 1,0-1,1 0,0 1,0-2,1 1,1-1,-1 0,1 0,1-1,0 0,0 0,0-1,1 0,0 0,1-1,4 2,28 18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3.31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203 1089,'-6'-3,"-1"0,1 1,-1 0,0 0,0 1,1-1,-1 2,0-1,0 1,0 0,0 0,0 1,0 0,0 0,0 1,0 0,1 0,-1 1,1-1,-1 1,1 1,0-1,0 1,1 0,-1 0,1 1,0 0,0 0,-2 2,6-4,-1 0,1 1,0-1,0 0,0 0,0 0,1 1,-1-1,1 0,0 1,0-1,0 1,0-1,0 0,1 1,0-1,0 0,0 0,0 1,0-1,0 0,1 0,0 0,-1-1,1 1,0 0,1-1,-1 1,0-1,1 1,-1-1,1 0,1 1,6 4,1 0,-1 0,1-1,1 0,-1-1,1 0,0-1,6 2,-8-3,0 0,1 0,0-1,0-1,-1 0,1 0,0-1,0 0,0-1,0 0,-1-1,1 0,0-1,-1 0,0-1,0 0,0 0,0-1,0 0,-1-1,0 0,0 0,-1-1,0-1,0 1,-1-1,7-9,3-13,-1-1,-2-1,-1 0,-2-1,-1-1,-1 0,-2 0,2-32,-8 62,33-231,-10-2,-11-7,-12 116,-7 101,-2 26,-15 73,10 11,4 1,3 0,5 37,0-59,3 1,3 0,2-1,3 0,3-1,3 0,2-1,3-1,2 0,28 48,-51-106,4 8,0 0,1 0,0 0,0-1,1 0,0 0,1 0,-1-1,1 0,1 0,-1 0,1-1,1 0,-1-1,1 0,-1 0,10 3,-14-8,-1-1,1 1,-1 0,1-1,-1 1,1-1,-1 0,1-1,-1 1,0 0,0-1,1 0,-1 0,0 0,-1 0,1 0,0 0,-1-1,1 1,-1-1,0 0,1 0,-1 0,-1 0,2-2,36-83,-31 61,-1 0,-1 0,-1 0,-2-1,0 0,-2-22,-1 50,0 0,0 0,0 0,-1 1,1-1,0 0,0 0,0 0,0 0,0 0,-1 0,1 0,0 0,0 1,0-1,0 0,-1 0,1 0,0 0,0 0,0 0,-1 0,1 0,0 0,0 0,0 0,0 0,-1 0,1 0,0-1,0 1,0 0,0 0,-1 0,1 0,-6 23,3-15,0 1,1 0,0 0,0 0,1 0,1 0,-1 0,1 0,1 0,0 0,0 0,0 0,1 0,1 0,0 0,0-1,0 1,1-1,0 0,1 0,0 0,0-1,1 0,0 0,0 0,0-1,1 1,0-2,5 4,21 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3.5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222 73,'-19'-7,"-9"-2,-6-2,-1 1,-1 0,-2-3,6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3.77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19,'23'-4,"21"-2,21 0,18 4,15 4,9 4,2 3,-17 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3.95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1,'0'20,"1"0,1 0,1 0,1 0,0 0,2-1,0 1,1-1,1-1,1 1,0-1,2-1,0 0,1-1,0 0,1 0,1-1,15 12,-25-23,1 0,-1 0,1-1,0 1,0-1,1 0,-1 0,1-1,-1 0,1 1,0-2,0 1,0-1,0 0,0 0,0-1,0 0,0 0,0 0,0-1,0 1,0-2,0 1,0-1,-1 1,1-2,0 1,-1-1,1 1,-1-2,0 1,0 0,0-1,-1 0,1 0,-1-1,2-1,2-9,0 0,-1 0,0-1,-2 1,0-1,0-1,-2 1,1-4,26-85,-17 81,0 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4.25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0 161,'2'11,"1"1,0 0,0-1,1 1,1-1,-1 0,2-1,0 1,1 0,-5-7,1 0,0 0,0-1,0 0,1 1,-1-1,1 0,0-1,0 1,-1-1,2 0,-1 0,0 0,0 0,1-1,-1 1,1-1,-1 0,1-1,-1 1,1-1,0 0,-1 0,5-1,-3 0,0 0,1-1,-1 1,0-2,-1 1,1-1,0 0,-1 0,1 0,-1-1,0 0,0 0,0 0,-1 0,1-1,-1 0,0 0,-1 0,1 0,-1-1,0 0,0 1,-1-1,1 0,1-5,0-1,-1 1,0-1,-1 1,0-1,-1 0,0 0,-1 1,0-1,-1 0,-1 0,-1-6,3 15,-1 0,0-1,0 1,-1-1,1 1,-1 0,1 0,-1 0,0 0,0 0,0 0,-1 1,1-1,-1 1,1-1,-1 1,0 0,0 0,0 0,0 0,0 1,-1-1,1 1,0 0,-1 0,1 0,-1 0,1 1,-1-1,1 1,-1 0,1 0,-1 0,0 1,1-1,-1 1,1 0,0 0,-1 0,1 0,-3 2,-3 1,1 1,0 0,0 0,0 1,1 0,0 0,0 1,0 0,1 0,0 0,0 1,1 0,0 0,1 0,-1 1,2 0,-1-1,1 1,0 1,1-1,0 0,1 1,0-1,0 1,1 6,1-12,-1 1,1-1,0 0,0 0,1 0,-1 1,1-1,0 0,0-1,0 1,1 0,-1-1,1 1,0-1,0 0,0 0,0 0,1 0,-1 0,1-1,0 0,0 1,25 10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34.51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194 15,'-18'-5,"-13"-1,-6 2,-1 7,7 10,7 9,11 12,12 10,12 8,6-4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38:11.5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1914 3040,'25'-10,"1"1,-1 1,1 2,1 1,-1 0,1 2,6 1,-28 1,0 0,0 0,0 1,0 0,1 0,-1 0,0 0,0 1,0 0,0 0,0 0,0 0,0 1,0 0,-1 0,1 1,0-1,-1 1,0 0,0 0,0 0,0 1,0-1,-1 1,1 0,-1 0,0 0,0 0,-1 1,2 2,-4 4,-1 1,0-1,-1 0,0 1,-1-1,0 0,-1 0,0-1,0 1,-1-1,-1 0,0 0,0-1,-1 1,0-1,0-1,-6 5,-133 152,122-125,24-39,-1-1,1 1,0 0,0 0,0 0,0 0,0 0,0 0,0 0,0 0,0 0,0 0,1 0,-1 0,0 0,1 0,-1 0,1 0,-1-1,1 1,-1 0,1 0,-1-1,1 1,0 0,-1 0,1-1,0 1,0-1,0 1,-1-1,1 1,0-1,0 1,0-1,0 0,0 0,0 1,0-1,0 0,0 0,0 0,0 0,25 3,0-1,0-1,0-1,0-2,0 0,16-5,3 1,36-3,-9 1</inkml:trace>
  <inkml:trace contextRef="#ctx0" brushRef="#br0" timeOffset="1026.319">4601 3173,'54'14,"0"-2,1-2,0-3,18-1,897 4,-848 5,-110-11</inkml:trace>
  <inkml:trace contextRef="#ctx0" brushRef="#br0" timeOffset="1658.736">5952 2291,'28'273,"-22"-147,-8 86,-1-95,3-113,0 2,0 0,-1-1,2 1,-1-1,1 1,0-1,0 1,0-1,1 0,-1 1,1-1,2 3,-4-8,1 1,-1-1,0 0,0 1,0-1,0 0,1 1,-1-1,0 0,0 0,1 1,-1-1,0 0,0 0,1 0,-1 1,0-1,1 0,-1 0,0 0,1 0,-1 0,0 0,1 0,-1 0,0 0,1 1,-1-1,0 0,1-1,-1 1,0 0,1 0,-1 0,0 0,1 0,-1 0,0 0,0 0,1-1,-1 1,0 0,1 0,-1 0,0-1,0 1,1 0,-1 0,0-1,0 1,0 0,1-1,-1 1,0 0,5-10</inkml:trace>
  <inkml:trace contextRef="#ctx0" brushRef="#br0" timeOffset="3043.177">5952 2465,'-78'-394,"48"226,12 87,44 92,-3-2,1-1,0 0,1-2,0-1,-1-1,2-1,6 0,50 7,-12 2,160 17,-14-31,176-27,-376 27,379-19,131 20,-278 2,576 8,125-12,-44-2,-51 43,-9 3,154-10,574 24,-1288-47,598 29,-265-7,-593-27,-8 0</inkml:trace>
  <inkml:trace contextRef="#ctx0" brushRef="#br0" timeOffset="-594.509">939 2666,'-14'4,"1"1,0 0,0 1,0 1,1 0,-1 0,2 1,-1 1,1 0,1 0,-1 2,2-1,-1 1,2 0,-1 1,1 0,1 0,0 1,1 0,1 0,0 0,0 1,1-1,1 1,1 0,0 1,0-1,2 0,-1 0,2 1,0-1,1 0,0 0,1 0,1 0,0 0,2 3,9 9,0 0,2-2,0 0,2-1,1 0,1-2,0 0,2-2,0 0,1-2,2 0,17 16,26 36,-67-66,0-1,-1 1,1-1,-1 1,0 0,1 0,-1-1,-1 1,1 0,0 0,-1 0,1 0,-1 0,0 0,0 0,0 0,-1 0,1 0,-1 0,1 0,-1 0,0 0,0 0,0 0,-1 0,1-1,-1 1,1-1,-1 1,0 0,-4 3,1-1,-1 1,0-1,0-1,-1 1,1-1,-1 0,0-1,0 1,0-1,0-1,-1 1,1-1,-1-1,0 1,1-1,-3 0,8-2,0 1,0 0,0-1,-1 1,1-1,0 0,0 1,0-1,0 0,0 0,0-1,1 1,-1 0,0-1,0 1,1-1,-1 1,1-1,-1 0,1 0,0 1,0-1,0 0,0 0,0 0,0 0,0-1,1 1,-1 0,1 0,0 0,-1 0,1-1,0 1,0 0,0 0,1-1,-1 1,1 0,-1 0,1 0,-1 0,1 0,0 0,0 0,0 0,0 0,1 0,-1 0,13-27,0 1,2 0,2 1,0 1,1 0,10-7,3-8,-5 11,-1-2,-2 0,-1-2,-2-1,-1 0,-2-1,-2-1,-1-1,-1-1,-3 1,7-39,-17 72,-1 0,1 1,-1-1,1 0,-2 0,1 0,0 0,-1 1,0-1,0 0,0 0,-1 1,0-1,1 1,-2-1,1 1,-1-1,3 5,-1 0,0 0,1 0,-1 0,1 0,-1 0,0 0,1 0,-1 0,0 0,1 0,-1 0,1 0,-1 0,0 1,1-1,-1 0,1 0,-1 1,1-1,-1 0,1 1,-1-1,1 1,-1-1,1 0,-1 1,1-1,0 1,-1 0,1-1,0 1,-1-1,1 1,0-1,0 1,0 0,0-1,-1 1,1-1,0 1,0 0,0-1,0 1,0 0,-5 24,1 0,1 1,1-1,1 1,2-1,2 16,2 41,4 0,4-1,3-1,5 7,-20-85,1 10,0 0,1 1,1-1,0-1,1 1,0-1,1 1,0-2,0 1,1-1,1 0,0 0,0-1,1 0,0 0,1 0,5-3</inkml:trace>
  <inkml:trace contextRef="#ctx0" brushRef="#br0" timeOffset="-349.069">1193 3027,'-16'-7,"-12"-5,-8 1,0 1,3 2,13 4,18 3,23 3,24 1,23-1,20-2,13-4,-10 0</inkml:trace>
  <inkml:trace contextRef="#ctx0" brushRef="#br0" timeOffset="17078.375">1059 8388,'0'-1,"0"0,0 1,0-1,0 1,0-1,0 1,0-1,-1 1,1 0,0-1,0 1,-1-1,1 1,0-1,-1 1,1 0,0-1,-1 1,1 0,-1-1,1 1,0 0,-1-1,1 1,-1 0,1 0,-1 0,1-1,-1 1,1 0,-1 0,1 0,-1 0,1 0,-1 0,1 0,-1 0,1 0,-1 0,1 0,-1 0,1 1,-1-1,1 0,-1 0,1 0,-1 1,1-1,-1 0,1 1,0-1,-1 0,1 1,-1-1,1 1,0-1,0 0,-1 1,1-1,0 1,0-1,-1 1,1-1,0 1,0-1,0 1,0-1,0 1,0-1,0 1,-5 45,5-40,-13 255,-21 3,33-259,0 0,1 0,-1 0,1 0,0 0,1 0,-1 0,1 0,0 0,0 0,0 0,1-1,0 1,0 0,0-1,0 1,1-1,-1 0,1 0,0 0,1 0,-1 0,1-1,-1 0,1 1,0-1,0-1,1 1,-1-1,1 1,-1-1,1 0,2 0,13-1,0-1,0 0,-1-2,1 0,0-1,-1-1,1-1,-1-1,0 0,22-6,133-38,-159 44</inkml:trace>
  <inkml:trace contextRef="#ctx0" brushRef="#br0" timeOffset="17438.705">1581 8976,'24'-33,"-14"21,0-1,0 1,-1-2,-1 1,-1-1,0-1,0 1,-1-1,-1 0,-1 0,3-15,-7 27,0-1,0 1,0-1,0 0,0 1,-1-1,0 1,1-1,-1 0,-1 1,1 0,0-1,-1 1,0 0,0 0,0 0,0 0,0 0,0 0,-1 1,1-1,-1 1,0-1,0 1,0 0,0 0,0 1,0-1,-1 1,1-1,-1 1,1 0,-1 0,1 0,-1 1,1-1,-1 1,0 0,1 0,-1 0,1 1,-1-1,0 1,1 0,-1 0,1 0,0 0,-2 1,0 4,0-1,0 1,0 0,1 0,0 1,0-1,1 1,0 0,0 0,0 0,1 0,0 0,0 1,1-1,0 1,0-1,1 1,0-1,0 1,1-1,1 8,-1-6,-1-1,1 1,1 0,0-1,0 1,1-1,0 0,0 0,1 0,0 0,0 0,1-1,0 0,0 0,1 0,0-1,0 1,0-2,1 1,0-1,0 0,0 0,1 0,0-1,0-1,0 1,0-1,0-1,1 1,-1-2,1 1,0-1,-1 0,9-1,12-4</inkml:trace>
  <inkml:trace contextRef="#ctx0" brushRef="#br0" timeOffset="17785.332">1888 8708,'-2'4,"1"0,-1 0,1 1,0-1,1 0,-1 0,1 1,-1-1,1 1,1-1,-1 0,0 1,1-1,0 0,0 1,1-1,-1 0,1 0,1 4,-1-4,8 28,2-2,1 1,1-2,2 0,1-1,12 15,-28-40,1 0,-1 0,1-1,0 1,0-1,0 0,0 1,0-1,0 0,1 0,-1-1,0 1,1 0,0-1,-1 1,1-1,0 0,0 0,0 0,0 0,0-1,0 1,0-1,0 0,0 0,0 0,0 0,0 0,0-1,0 1,0-1,0 0,0 0,0 0,0 0,0 0,-1-1,1 1,-1-1,3-1,7-12,0 0,-2-1,1-1,-2 0,0 0,-1 0,-1-1,-1 0,0-1,-1 1,-1-1,-1 0,-1-1,0 1,-2-9,8-29,-4 32</inkml:trace>
  <inkml:trace contextRef="#ctx0" brushRef="#br0" timeOffset="18360.501">2382 8989,'1'-1,"22"-16,-2-1,0 0,-1-1,-1-2,0 0,-2-1,-1 0,0-2,-2 0,6-14,-18 36,-1 0,0 1,0-1,0 0,0 0,-1 0,1 0,0 0,-1 0,1 0,-1 0,0 0,1 0,-1 0,0 0,0 0,-1 0,1 0,0 0,-1 0,1 0,-1 0,0 0,1 0,-1 0,0 0,0 0,0 1,-1-1,1 0,0 1,-1-1,1 1,0-1,-1 1,0 0,1 0,-1-1,0 1,0 0,0 1,0-1,0 0,0 0,0 1,0-1,0 1,0 0,-2 0,0 0,-1 1,1 0,0 1,-1-1,1 1,0 0,0 0,0 0,0 1,1-1,-1 1,1 0,-1 0,1 0,0 1,0-1,0 1,1-1,-1 1,1 0,0 0,0 0,0 1,-2 4,0 0,1 1,0 0,1-1,0 1,0 0,1 0,0 0,1 1,0-1,1-1,0-1,1 1,0-1,0 0,1 0,0 0,0 0,1 0,0-1,0 1,1-1,0 0,0-1,1 1,0-1,0 0,0 0,1-1,-1 0,1 0,1 0,-1-1,1 0,0-1,-1 0,6 2,0-1,0 0,0-1,0 0,1-1,-1 0,1-1,-1-1,1 0,-1-1,0-1,1 0,-1 0,0-1,0-1,0 0,9-5,-8 1,0-1,-1 0,0-1,0-1,-1 1,0-2,-1 0,0 0,-1-1,-1-1,0 0,0 0,-2 0,0-1,5-15,6-21,-2-2,-2 0,-3-1,-1-7,6-42,-4-1,-4-35,-8 136,1-3,-1 0,0 0,0 0,0-1,-1 1,0 0,0 0,0 0,-1 0,0 1,0-1,-2-2,3 7,0 1,0-1,0 0,0 1,-1-1,1 1,0-1,0 1,-1-1,1 1,0 0,-1 0,1 0,0 0,-1 0,1 0,0 0,0 0,-1 0,1 0,0 1,-1-1,1 1,0-1,0 1,0-1,-1 1,1 0,0 0,0-1,0 1,0 0,0 0,0 0,0 0,1 0,-1 0,0 1,-15 17,1 0,1 1,1 1,0 0,2 0,1 1,0 1,2 0,0 0,2 1,0 0,-4 14,1 1,3-1,0 1,3 0,1 0,2 8,1-32,0 1,1-1,0 1,2-1,-1 0,2 0,0-1,1 1,0-1,1 0,1 0,0-1,1 0,0-1,1 0,11 11,-3-9,0 0,1-1,0-1,0-1,2 0,-1-2,7 2,19 6</inkml:trace>
  <inkml:trace contextRef="#ctx0" brushRef="#br0" timeOffset="4948.772">6073 5339,'0'2,"0"6,0 8,0 10,0 12,0 16,0 15,0 10,0 9,2 3,3-3,3-7,3-11,-1-10,0-13,-2-15</inkml:trace>
  <inkml:trace contextRef="#ctx0" brushRef="#br0" timeOffset="6055.201">6099 5433,'-27'-231,"26"229,1 0,0-1,-1 1,1 0,0 0,0-1,1 1,-1 0,0 0,1 0,-1 0,1-1,0 1,0 0,0 0,0 0,0 0,0 0,0 1,1-1,-1 0,0 0,1 1,0-1,-1 1,1 0,0-1,0 1,0 0,0 0,0 0,0 0,0 0,0 1,0-1,2 0,8 1,0 0,-1 0,1 1,0 0,-1 1,0 1,1-1,-1 2,3 1,23 5,51 6,2-3,-1-5,1-3,1-5,2-3,387-23,-153 23,233-8,-555 10,1000-39,-492 27,-470 13,488-13,163-15,-282 29,-409-1</inkml:trace>
  <inkml:trace contextRef="#ctx0" brushRef="#br0" timeOffset="8078.18">6166 6048,'-6'8,"1"1,1-1,-1 1,2 0,-1 0,1 0,0 1,1-1,0 1,1-1,0 1,0 0,2 8,-2 22,3 0,1 0,2-1,2 1,2-1,1 0,3 4,-11-42,-1 1,0-1,0 1,1-1,-1 1,1-1,0 0,-1 1,1-1,0 0,0 0,0-1,-1 1,1 0,0-1,0 1,0-1,0 1,0-1,0 0,0 0,0 0,1 0,-1 0,0 0,0-1,0 1,0-1,0 1,-1-1,1 0,0 0,0 0,0 0,-1 0,1 0,0 0,-1-1,1 1,-1 0,1-1,-1 0,0 0,19-8,-2 3,0 1,1 0,0 1,0 1,0 1,1 1,-1 1,1 0,3 2,328-20,-226 9,1008-51,87 32,-206 1,-395 2,-258 12,-139 14,-197-7,-19 1</inkml:trace>
  <inkml:trace contextRef="#ctx0" brushRef="#br0" timeOffset="9576.828">7249 5459,'16'413,"4"-328,-19-83,1 1,-1-1,0 0,0 0,1 1,-1-1,1 0,0 0,0-1,0 1,0 0,0 0,0-1,0 0,0 1,1-1,-1 0,0 0,1 0,-1 0,1 0,-1-1,1 1,0-1,-1 0,1 0,-1 0,1 0,0 0,-1 0,2-1,2-1,0 0,0 0,-1 0,1-1,-1 0,0 0,1 0,-2-1,1 1,0-1,-1-1,1 1,-1-1,0 1,-1-1,1 0,-1 0,1-3,42-104,-35 60,-2 0,-3 0,-2 0,-2-1,-3 1,-2-14,-4 100,-14 317,21-350,0 7,-1 0,1-1,1 1,-1 0,1 0,0 0,1 0,0-1,0 1,1-1,0 0,0 1,2 1,9 7</inkml:trace>
  <inkml:trace contextRef="#ctx0" brushRef="#br0" timeOffset="11845.323">7717 5700,'-4'9,"1"0,0-1,0 1,1 0,0 0,1 1,0-1,1 0,-1 0,2 1,-1-1,1 0,1 0,0 0,0 0,1 0,0 0,0 0,1-1,0 0,0 0,1 0,0 0,2 1,-4-7,0 1,0-1,0 0,0 0,1 0,-1 0,1 0,-1-1,1 0,0 0,-1 0,1 0,0 0,0-1,0 1,-1-1,1 0,0 0,0-1,0 1,0-1,-1 0,1 0,0 0,0 0,-1-1,1 0,-1 1,0-1,1-1,1-1,5-2,0-2,-1 0,1 0,-2-1,1 0,-1 0,-1-1,0 0,3-5,-4 7,-1-1,-1 0,0 0,0 0,-1-1,0 1,0-1,-1 1,-1-1,1 0,-2 0,1 0,-2-4,1 14,0 0,0 1,0-1,0 0,0 1,0-1,-1 0,1 1,0-1,0 0,0 1,-1-1,1 0,0 0,0 1,-1-1,1 0,0 0,-1 1,1-1,0 0,-1 0,1 0,0 0,-1 0,1 1,0-1,-1 0,1 0,0 0,-1 0,1 0,-1 0,1 0,0 0,-1 0,1-1,0 1,-1 0,1 0,0 0,-1 0,1 0,0-1,-1 1,1 0,0 0,-1 0,1-1,0 1,0 0,-1-1,1 1,0 0,0-1,0 1,-1 0,1 0,0-1,0 1,0-1,0 1,0 0,0-1,0 1,0-1,-15 30,11-19,1 1,0 0,1 0,0 1,0-1,2 0,-1 0,1 6,1-13,-1 0,1 0,-1 0,1 0,0 0,1 0,-1 0,1 0,-1 0,1 0,0-1,1 1,-1-1,1 0,-1 1,1-1,0 0,0-1,0 1,1 0,-1-1,0 0,1 0,1 1,3-1,0 0,1 0,-1-1,0 0,1 0,-1-1,0 0,1-1,-1 0,0 0,1-1,-1 0,0 0,0-1,0 0,-1 0,1-1,-1 0,0 0,0-1,0 0,0 0,-1 0,0-1,0 0,0 0,-1-1,0 0,-1 0,1 0,-1 0,0-1,-1 1,0-1,0 0,-1 0,0 0,1-8,0-52,-17 97,10-14,1-1,0 1,1 0,0 0,1 0,1 0,0 0,1 0,1 0,3 10,-5-23,1 1,0 0,1 0,-1 0,1-1,-1 1,1 0,0-1,0 1,0-1,0 0,0 0,0 0,1 0,-1 0,1 0,-1-1,1 1,0-1,-1 0,1 0,0 0,0 0,0 0,0 0,0-1,0 0,0 1,0-1,0 0,0-1,1 1,5-1,-1-1,1 0,-1 0,0-1,0 0,0 0,-1-1,1 0,-1 0,0-1,1-1,4-3,-1-2,0 1,-1-1,0-1,-1 0,0 0,-1-1,-1 0,0 0,0-1,-1 0,-1 0,0-1,-2 1,1-1,-2 0,1-2,-18 56,11-26,2-1,0 1,0 0,2 0,-1 0,2 0,-1-1,2 7,-1-14,1 0,-1 0,0 0,1 0,0 0,1-1,-1 1,1 0,-1-1,1 0,1 0,-1 0,1 0,-1 0,1-1,0 1,0-1,1 0,-1 0,1-1,-1 1,2-1,6 2,1 0,0-1,0-1,0 0,0-1,0 0,0-1,1-1,-1 0,0 0,0-2,0 1,-1-2,1 0,-1 0,1-1,-2-1,1 0,0 0,-1-1,0-1,-1 0,0 0,0-1,-1 0,0-1,0 0,-1 0,0-1,-1 0,-1 0,6-12,21-106,-33 128,-6 211,6 419,-6-588,2-45,-9-104,12 101,-3-48,1 0,3 0,2-1,3 1,2 0,2 1,10-26,-18 74,0 1,0-1,1 0,0 1,0 0,1-1,0 1,-1 0,2 0,-1 0,0 1,1-1,0 1,0 0,1 0,-1 0,1 1,0-1,-1 1,1 0,1 1,-1-1,0 1,1 0,-1 0,1 1,0-1,-1 1,1 1,0-1,0 1,3 0,-6 1,0 1,1-1,-1 1,0-1,0 1,0 0,0 0,0 1,-1-1,1 1,-1-1,1 1,-1 0,0 0,0 0,0 0,0 0,-1 0,1 0,-1 1,0-1,1 3,10 80,-12-84,1 0,-1 1,0-1,0 0,0 1,0-1,0 0,0 1,-1-1,1 0,-1 0,0 1,1-1,-1 0,0 0,0 0,0 0,-1 0,1 0,0 0,-1-1,0 1,1 0,-1-1,0 1,1-1,-1 0,0 1,0-1,0 0,-1 0,1 0,-2 0,4-1,-1-1,0 1,1 0,-1-1,0 1,1 0,-1-1,1 1,-1-1,1 0,-1 1,1-1,-1 1,1-1,0 1,-1-1,1 0,0 1,0-1,-1 0,1 0,0 1,0-1,0 0,0 1,0-1,0 0,0 0,0 1,0-1,0 0,0 1,0-1,1 0,-1 0,0 1,1-1,-1 0,0 1,1-1,-1 1,1-1,-1 0,20-31,-19 30,56-72,-23 29,-1 0,-2-2,3-11,-19 27,-1-1,-2 0,-1-1,-1 0,-2 0,-1-1,-2 0,-1-3,-3 31,0 2,0 0,-1 0,1 0,-1 0,0 0,0 0,0 0,-1 0,0 0,1 0,-1 0,-1 0,1 0,0 0,-1 1,0-1,0 1,0-1,-2-2,1 6,0 0,0 0,0 1,0-1,1 1,-1-1,0 1,0 0,0 0,1 0,-1 0,1 1,-1-1,1 1,-1 0,1-1,0 1,0 0,0 0,0 1,0-1,0 0,0 1,1-1,-1 1,1-1,0 1,-11 15,1 1,2 0,0 0,0 1,2 0,1 0,0 0,1 1,2 0,0 0,1 0,1 1,1-1,1 0,1 0,0 0,2 0,2 7,-1-14,-1-1,2 0,0 0,0-1,1 0,1 0,0 0,0-1,1 0,1-1,-1 0,2 0,0-1,4 3,-7-7,-1 0,1 0,0-1,1 0,-1 0,1-1,0 0,0 0,0-1,0-1,0 1,0-1,0-1,1 0,-1 0,0-1,0 0,0 0,0-1,0 0,0-1,2-1,-2 0,-1-1,0 0,0-1,-1 1,0-1,0-1,0 1,-1-1,0-1,0 1,-1-1,0 0,0 0,-1 0,0-1,0 0,-1 1,0-1,-1-1,0 1,0 0,-1 0,0-1,-1 1,0-1,-1-7,-7 10,0 23,4-3,1 0,0 0,0 1,2-1,-1 0,2 1,0 0,0-1,2 1,-1-1,2 0,0 1,3 8,-2-16,-1 1,1-2,1 1,-1 0,1-1,0 0,0 0,0 0,1-1,0 1,0-1,0-1,0 1,0-1,1 0,0-1,-1 1,1-1,0-1,0 1,0-1,0-1,0 1,1-1,-1 0,0-1,0 1,0-1,0-1,0 0,0 0,-1 0,1-1,0 1,-1-2,0 1,0-1,0 0,0 0,0 0,-1-1,0 0,0 0,0-1,-1 1,0-1,4-6,-3-2,0 0,-1-1,0 0,-1 0,-1 0,0 0,-1 0,-1-1,-1 1,0 0,0 0,-2 0,0 0,0 0,-2 0,0 1,-1-1,-13-18,31 38,1-1,-1 0,1-1,-1-1,1 0,0 0,0-1,0-1,5-1,16 3,-20-2,76 14,-87-13,0 0,0 1,0-1,0 1,0 0,0 0,0 0,-1 0,1 0,-1 1,1-1,-1 1,0-1,0 1,0 0,0 0,-1 0,1 0,-1 0,0 1,1-1,-2 0,1 1,0 1,3 59,-4-58,-1 1,1 0,0-1,0 1,1-1,-1 1,2-1,-1 1,1-1,0 1,0-1,0 0,1 0,0 0,1 0,-1-1,1 1,0-1,0 0,1 0,3 3,-1-3,0-1,0 0,0-1,1 0,0 0,-1 0,1-1,0 0,0 0,0-1,0 0,0-1,0 0,1 0,-1-1,0 0,0 0,4-2,3 0,-1-1,0 0,0-2,0 1,-1-2,0 0,0 0,0-1,7-7,-13 10,-1-1,0 1,0-1,0 0,-1-1,0 1,0-1,0 0,-1 0,0 0,-1-1,1 0,-1 1,-1-1,0 0,0 0,0-1,-1 1,0 0,-1 0,0-1,0 1,-1 0,0-1,0 1,-1 0,1 5,0 0,0 1,0-1,0 1,0-1,-1 1,1 0,-1-1,0 1,0 0,1 0,-1 0,-1 0,1 1,0-1,0 0,-1 1,1 0,0-1,-1 1,0 0,1 0,-1 1,1-1,-1 0,0 1,0 0,1-1,-1 1,0 0,0 1,1-1,-1 0,0 1,0-1,1 1,-1 0,1 0,-1 0,1 0,-1 1,1-1,-1 1,0 0,-3 5,0 0,1 0,0 0,0 1,0-1,1 1,0 0,1 0,0 1,0-1,1 1,0 0,0-1,1 1,0 0,1 0,0 0,0 0,1 0,0-1,1 1,0 0,1 2,-1-6,0 1,0-1,1 0,0 0,0 0,1 0,-1 0,1-1,0 1,0-1,1 0,-1 0,1-1,0 1,0-1,0 0,0 0,0-1,1 0,1 1,118 22,-45-22,-4-3</inkml:trace>
  <inkml:trace contextRef="#ctx0" brushRef="#br0" timeOffset="13534.628">11179 5045,'506'0,"-438"-5,-66 6,-1 0,1 0,0 0,-1 0,1 1,-1-1,0 0,1 1,-1-1,0 1,0 0,0-1,0 1,0 0,0-1,0 1,-1 0,1 0,-1 0,1 0,-1 0,0 0,0 0,0 0,0 0,0 0,0 0,0-1,-1 1,1 0,-1 0,1 0,-1 0,-1 1,1 9,-12 192,5-117,4 0,6 84,19-2,-11-105,-2 2,-4-1,-2 0,-4 31,-19 25,17-64,4-59,0 0,0 0,0 1,0-1,0 0,-1 0,1 0,-1 0,0 1,1-1,-1 0,0 0,0 1,0-1,0 1,0-1,0 1,-1-1,1 1,0 0,-1-1,1 1,-1 0,1 0,-1 0,0 0,1 1,-3-2,-57-4,-93 7,53 2</inkml:trace>
  <inkml:trace contextRef="#ctx0" brushRef="#br0" timeOffset="20982.846">4829 8976,'3411'0,"-3003"13,364-5,-11 5,-385 1,165-7,-331-9,-69 10,107-1,-150-9,-77-3,-15 0</inkml:trace>
  <inkml:trace contextRef="#ctx0" brushRef="#br0" timeOffset="23596.447">11781 5540,'-5'0,"-1"1,0-1,1 1,-1 1,1-1,-1 1,1 0,0 0,0 0,-1 1,-2 2,6-4,0 0,1 0,-1 0,1 0,-1 1,1-1,0 0,-1 1,1-1,0 1,0 0,0-1,0 1,0 0,1 0,-1-1,0 1,1 0,-1 0,1 0,0 0,0 0,-1 0,1-1,0 1,1 0,-1 0,0 0,1 0,-1 0,1 0,-1 0,1-1,0 1,0 1,2 1,1 0,-1 0,1 0,0 0,0-1,0 1,0-1,0 0,1-1,0 1,-1-1,1 0,0 0,0 0,0-1,0 1,0-1,1-1,-1 1,0-1,0 1,1-2,2 1,-5-1,-1 0,0 0,0 0,0-1,0 1,0 0,0-1,0 1,0-1,0 0,-1 0,1 0,-1 1,1-1,-1-1,0 1,0 0,0 0,0 0,0-1,0 1,-1 0,1-1,-1 1,1-1,-1 1,0 0,0-1,0 1,0-1,-1 1,1-1,-1 1,1 0,-1-1,0 1,0 0,0 0,0-1,0 1,-1 0,1 0,-1 0,1 0,-1 1,0-1,1 0,-1 1,-1-2,-2-1,0 1,1-1,-1 1,-1 0,1 0,0 0,-1 1,1-1,-1 1,0 1,0-1,0 1,1 0,-1 0,0 1,0 0,-1 0,1 0,1 1,-1 0,0 0,-1 1,4-1,1 0,0 1,-1 0,1-1,0 1,0 0,0 0,1 0,-1 0,0 0,1 1,-1-1,1 0,0 1,0-1,0 1,0-1,0 1,0 0,1-1,-1 1,1 0,0 0,0-1,0 1,0 0,0 0,1-1,0 2,-1 2,1 0,1-1,-1 1,1-1,0 1,0-1,1 0,-1 0,1 0,0 0,1 0,-1 0,3 2,-3-4,0-1,1 1,-1 0,0-1,1 0,-1 0,1 0,0 0,0 0,0-1,-1 0,2 1,-1-2,0 1,0 0,0-1,0 0,0 0,0 0,1 0,-1-1,0 1,0-1,0 0,0 0,0-1,0 1,-1-1,1 0,0 0,-1 0,1-1,-1 1,0-1,0 0,0 0,0 0,0 0,-1 0,1 0,-1-1,0 0,0 1,0-1,-1 0,1 0,-1 0,0 0,0 0,0 0,0 0,-2-1,0 1,0-1,0 1,0-1,-1 1,1-1,-1 1,0 0,-1 0,1 0,-1 0,1 0,-1 1,0-1,-1 1,1 0,0 0,-1 0,0 0,0 1,0-1,0 1,0 0,0 0,-1 1,1-1,0 1,-1 0,0 0,1 0,-1 1,1-1,-1 1,0 0,1 1,-1-1,-4 2,7-1,-1 0,1 0,-1 0,1 0,0 0,0 1,0-1,0 1,0 0,0-1,0 1,0 0,1 0,-1 0,1 0,-1 1,1-1,0 0,0 0,0 1,0-1,0 1,1-1,-1 1,1-1,-1 1,1-1,0 1,0 0,0-1,1 1,-1-1,0 1,1-1,0 1,-1-1,1 1,0-1,1 0,-1 1,0-1,0 0,1 0,0 0,-1 0,1 0,0 0,0 0,0-1,0 1,2 1,-2-2,0 1,1-1,-1 0,0 0,0 1,1-1,-1-1,1 1,-1 0,1-1,-1 1,1-1,0 0,-1 0,1 0,-1 0,1 0,-1 0,1-1,1 0,10-18,62 31,-60-8,17 5,-1 1,0 2,-1 1,0 2,-1 0,-1 2,0 2,-2 0,0 2,-1 1,-1 0,4 9,-19-18,-1 0,0 1,-1 0,-1 1,0 0,-1 0,-1 0,0 1,-2 0,1 0,-2 0,0 0,-1 0,0 1,-2-1,0 0,0 0,-2 0,0 0,-1 0,0 0,-1-1,-1 1,-6 11,-7 11,-1 0,-2-2,-1 0,-2-1,-2-2,-18 19,-191 175,58-75,-6-7,-6-9,-142 74,267-174,30-18,1 1,0 2,2 1,1 1,0 2,-1 5,26-25,1 1,0-1,0 1,0 1,1-1,0 1,1-1,-1 1,1 0,1 1,-1-1,1 0,0 1,1-1,0 1,0-1,0 1,1 0,1-1,-1 1,1 0,0-1,1 1,0-1,0 0,1 2,10 13,0-1,2 0,1-1,0-1,2-1,0 0,0-1,2-1,0 0,1-2,12 6,-15-7,130 93,45 47,-183-144,16 15,1 0,1-2,0-1,2-2,1-1,0-1,10 2,-8-13,-24-8</inkml:trace>
  <inkml:trace contextRef="#ctx0" brushRef="#br0" timeOffset="24634.299">11500 8160,'0'0,"-1"0,1 1,-1-1,1 0,-1 0,1 1,-1-1,1 0,-1 1,1-1,0 0,-1 1,1-1,-1 1,1-1,0 0,0 1,-1-1,1 1,0-1,0 1,-1-1,1 1,0-1,0 1,0 0,0-1,0 1,0-1,0 1,0-1,0 1,0-1,0 1,0-1,0 1,0-1,1 1,-1-1,0 1,0-1,1 1,-1-1,0 1,1-1,-1 1,0-1,1 0,-1 1,1-1,15 62,2 0,3-2,3-1,3 0,-27-59,1 1,0-1,0 1,-1 0,1-1,-1 1,1 0,0 0,-1 0,0-1,1 1,-1 0,1 0,-1 0,0 0,0 0,1 0,-1 0,0 0,0-1,0 1,0 0,0 0,0 0,0 0,0 0,-1 0,1 0,0 0,-1 0,1 0,0-1,-1 1,1 0,-1 0,1 0,-1-1,0 1,1 0,-1-1,0 1,1 0,-1-1,0 1,0-1,0 1,1-1,-1 1,0-1,0 0,0 1,0-1,0 0,0 0,0 0,0 0,0 0,-116-15,112 14,-25-4,1 1,-1 1,0 2,-1 1,-8 2,22 2,17-3,0-1,0 1,0-1,0 1,0-1,0 1,1-1,-1 1,0-1,0 1,0-1,0 0,1 1,-1-1,0 1,0-1,1 0,-1 1,0-1,1 1,-1-1,0 0,1 1,-1-1,1 0,-1 0,0 1,1-1,-1 0,1 0,-1 0,1 0,-1 0,1 1,-1-1,1 0,-1 0,1 0,-1 0,1 0,-1 0,0 0,1-1,-1 1,1 0,-1 0,1 0,30 4,5-1</inkml:trace>
  <inkml:trace contextRef="#ctx0" brushRef="#br0" timeOffset="25839.247">11915 7799,'-8'35,"-1"45,5 0,3 0,3 0,4 0,3 0,8 19,-13-75,13 56,-4 2,-3 0,-4 0,-3 0,-5 23,-8-7,10-97,-1 1,0-1,1 1,-1-1,0 1,0-1,0 0,0 1,0-1,0 0,-1 0,1 0,0 0,-1 0,1 0,0 0,-1 0,1 0,-1-1,0 1,1 0,-1-1,1 0,-1 1,0-1,0 0,1 0,-1 0,0 0,1 0,-1 0,0 0,1-1,-1 1,0-1,1 1,-1-1,1 1,-1-1,1 0,-1 0,1 0,-16-3,-59-2,56 5,0 0,1-2,-1 0,0-1,1-1,-10-4,-2-5</inkml:trace>
  <inkml:trace contextRef="#ctx0" brushRef="#br0" timeOffset="26673.215">11941 7759,'-4'-12,"1"0,1-1,0 1,0-1,1 1,1-1,1-7,0 18,1-1,-1 1,1 0,0-1,0 1,0 0,0 0,1 0,-1 0,0 1,1-1,-1 1,1-1,0 1,-1 0,1 0,0 0,0 0,0 1,0-1,0 1,0 0,-1 0,1 0,0 0,0 0,0 0,0 1,0 0,0-1,0 1,-1 0,3 1,5 0,203 10,1-9,18-10,25 0,639 6,-863-5,-41 3</inkml:trace>
  <inkml:trace contextRef="#ctx0" brushRef="#br0" timeOffset="27392.744">11955 7732,'-7'0,"0"0,1 0</inkml:trace>
  <inkml:trace contextRef="#ctx0" brushRef="#br0" timeOffset="29918.608">11901 7839,'-13'-7,"-6"0,2 11,3 13,6 18,7 16,6 13,2 10,0-8</inkml:trace>
  <inkml:trace contextRef="#ctx0" brushRef="#br1" timeOffset="42973.398">11848 5018,'110'1,"1"4,11 6,-5 3,0-6,3-5,1663-4,-1094-14,192 2,-742 24,-131-10,-13 0,-8 0</inkml:trace>
  <inkml:trace contextRef="#ctx0" brushRef="#br1" timeOffset="44491.959">11821 6368,'6'-4,"1"1,0-1,0 1,0 0,0 1,1-1,-1 1,1 1,0 0,-1 0,1 0,0 1,0 0,-1 1,2-1,6 0,191 0,211-10,54-8,22 7,306-3,-258 6,76-15,-54 13,-390 11,-173-1,0 0,0 0,-1 0,1 0,0 0,0 0,0-1,0 1,-1 0,1 0,0 0,0 0,0 0,0-1,-1 1,1 0,0 0,0 0,0-1,0 1,0 0,0 0,0 0,0-1,-1 1,1 0,0 0,0-1,0 1,0 0,0 0,0-1,0 1,0 0,1 0,-1 0,0-1,0 1,0 0,0 0,0 0,0-1,0 1,0 0,1 0,-1 0,0-1,0 1,0 0,-1-1,-13-8</inkml:trace>
  <inkml:trace contextRef="#ctx0" brushRef="#br1" timeOffset="45177.186">13425 5527,'0'18,"0"13,0 10,0 5,0 1,0 0,0-3,0-6,0-6,0-6,0-11,0-7</inkml:trace>
  <inkml:trace contextRef="#ctx0" brushRef="#br1" timeOffset="45423.542">13171 5433,'-18'-3,"-9"0,6 1,15-3,19 1,22-5,21-2,16 0,10 0,3 2,-5 5,-15 3</inkml:trace>
  <inkml:trace contextRef="#ctx0" brushRef="#br1" timeOffset="46783.075">13612 5821,'13'-4,"-1"0,1 0,-1-1,-1-1,1 0,-1-1,0 0,0 0,-1-1,0-1,0 0,-1 0,0-1,-1 0,0 0,0-1,-2 0,5-9,-10 19,0-1,0 0,0 0,-1 1,1-1,0 0,-1 0,0 0,1 0,-1 0,0 0,0 0,0 0,0 1,-1-1,1 0,0 0,-1 0,1 0,-1 0,0 0,0 1,0-1,1 0,-1 1,-1-1,1 1,0-1,0 1,-1-1,1 1,-1 0,1 0,-1-1,1 1,-1 0,0 0,1 1,-1-1,0 0,0 1,0-1,0 1,1-1,-1 1,0 0,0 0,0 0,0 0,0 0,0 0,0 1,0-1,0 1,1-1,-2 1,-5 3,0 1,1 0,-1 0,1 1,1-1,-1 1,1 1,0-1,0 1,1 1,0-1,0 1,1-1,-1 1,2 0,-1 1,1-1,1 1,0-1,0 1,0 0,1 0,1 1,-1-6,0 1,0-1,1 1,0-1,0 1,0-1,0 1,1 0,0-1,0 1,0-1,0 0,1 1,-1-1,1 0,0 0,1 0,-1 0,1 0,0-1,0 1,0-1,0 1,0-1,1 0,0-1,-1 1,4 1,3 1,1-1,-1 0,1 0,-1-1,1-1,0 0,0-1,0 0,0 0,0-1,0-1,1 1,-1-2,-1 0,1 0,0-1,0 0,3-3,-6 3,0 0,0 0,-1-1,1-1,-1 1,0-1,0 0,-1-1,0 0,1 0,-2 0,1-1,-1 1,0-1,-1-1,1 1,-1-1,-1 1,1-1,-1 0,-1 0,0-1,2-7,-4-43,-10 70,6 0,1 1,0-1,1 0,0 1,0-1,1 1,1 0,0-1,1 1,0 0,1 5,-1-14,0 0,0 0,0-1,1 1,-1 0,1-1,-1 1,1-1,0 0,0 1,0-1,0 0,0 0,1 0,-1-1,1 1,-1 0,1-1,-1 0,1 1,0-1,0 0,0 0,0-1,-1 1,1-1,0 1,0-1,1 0,87-15,-81 11,-1 0,0 0,0-1,0-1,0 0,-1 0,0 0,0-1,-1 0,0-1,0 0,-1 0,0 0,0-1,-1 0,0 0,-1 0,0-1,0 1,-1-1,0 0,-1 0,0 0,0 0,-1-5,-5 4,-6 26,5-6,1 1,-1 0,2 0,-1 0,1 0,1 1,0-1,0 1,1 0,1-1,0 1,0 0,1 0,0-1,1 1,2 8,-2-16,0 0,1 0,-1 0,1 0,-1 0,1-1,0 1,0-1,0 1,0-1,0 0,1-1,-1 1,1 0,-1-1,1 0,-1 0,1 0,0 0,0-1,-1 1,1-1,0 0,0 0,0 0,-1-1,1 1,0-1,6-1,0 0,0 0,0-1,-1-1,1 0,-1 0,0 0,0-1,0-1,0 0,0-1,-1-1,0 1,-1-2,1 1,-1-1,-1 0,0 0,0-1,-1 0,0 0,-1 0,0-1,0 0,-1 1,-1-1,0 0,0 0,-1-1,-15 41,11-23,1 0,0 1,0-1,1 1,-1 0,2 0,-1-1,1 1,0 0,0 0,0 0,1-1,0 1,1 0,0-1,0 1,0-1,1 1,-1-1,2 0,-1 0,1 0,-1-1,2 1,-1-1,4 4,1-5,-1 1,1-2,-1 1,1-1,0-1,0 1,1-2,-1 1,0-1,1-1,-1 1,0-2,1 1,-1-1,0-1,1 0,-1 0,0 0,0-1,-1-1,1 0,-1 0,1 0,-1-1,-1 0,1-1,-1 0,0 0,0-1,0 1,-1-1,2-3,0-4,1-1,-2 0,0 0,-1 0,0-1,-1 1,-1-2,-1 1,0 0,0-10,-2 15,-3 16,-2 20,-26 230,7 173,18-375,-1-82,1-101,6-1,5 1,17-78,-21 192,-1 6,0 1,0 0,1-1,0 1,1 0,0 0,0 0,1 0,0 1,0-1,1 1,0 0,6-6,-7 13,0-1,0 1,1 0,-1 0,0 0,1 1,-1-1,1 1,-1 0,1 0,-1 1,0-1,1 1,-1 0,0 1,1-1,-1 1,0-1,0 1,0 0,0 1,-1-1,1 1,-1-1,1 1,-1 0,0 1,0-1,0 0,2 1,-1-1,1 1,-1 0,0 0,0 0,0 1,-1-1,1 1,-1 0,0 0,0 0,-1 0,0 1,0-1,0 1,0-1,-1 1,0 0,0-1,-1 1,0 0,0 0,0 0,0-1,-1 1,0 0,0 0,-1-1,0 1,0-1,0 1,0-1,-1 0,0 0,0 0,0 0,-4 3,7-7,-1 1,0-1,0 0,0 1,0-1,0 0,0 0,-1 0,1 0,0 0,-1 0,1 0,-1 0,1-1,0 1,-1 0,0-1,1 1,-1-1,1 0,-1 1,0-1,1 0,-1 0,1 0,-1 0,0 0,1-1,-1 1,0 0,1-1,-1 1,1-1,-1 0,1 1,-2-2,-1-9</inkml:trace>
  <inkml:trace contextRef="#ctx0" brushRef="#br1" timeOffset="47100.845">15270 5714,'-4'12,"-10"58,14-68,0 0,0 0,1 0,-1 0,0 0,1 0,-1 0,1 0,0 0,-1 0,1 0,0 0,0-1,0 1,1 0,-1-1,0 1,1-1,-1 1,1-1,-1 0,1 0,-1 1,1-1,0 0,0-1,0 1,-1 0,1 0,0-1,0 1,1-1,3 1,0 0,0-1,0 0,0 0,0-1,0 0,0 0,-1 0,1-1,0 1,0-1,-1-1,1 1,-1-1,0 0,0 0,0-1,0 1,0-1,-1 0,0-1,1 1,-2-1,1 0,2-2,-3 3,0 0,-1 0,1 0,-1 0,1-1,-1 1,-1-1,1 1,-1-1,1 0,-1 1,-1-1,1 0,-1 0,1 0,-1 0,-1 0,1 1,-1-1,0 0,0 0,0 1,-1-1,1 0,-1 1,0 0,-1-1,1 1,-1 0,1 0,-3-2,3 4,0-1,0 1,0 0,0 1,0-1,0 0,0 1,0-1,-1 1,1-1,-1 1,1 0,-1 0,1 0,-1 1,0-1,1 0,-1 1,0 0,1 0,-1 0,0 0,0 0,1 0,-1 1,0-1,1 1,-1 0,0 0,1 0,-1 0,1 0,-1 0,1 1,0-1,0 1,0 0,-1 0,2-1,-1 1,0 1,0-1,1 0,-1 0,1 1,-1 1,0 0,0 1,1 0,-1-1,1 1,1 0,-1 0,1 0,0 0,0 0,0 0,0 0,1 0,0 0,0-1,0 1,2 2,8 19</inkml:trace>
  <inkml:trace contextRef="#ctx0" brushRef="#br1" timeOffset="47684.928">15550 5847,'0'-69,"8"-178,-7 247,-1 1,0-1,1 1,-1-1,1 0,-1 1,1-1,-1 0,0 1,1-1,-1 0,1 0,-1 1,1-1,-1 0,1 0,0 0,-1 0,1 0,-1 0,1 0,-1 0,1 0,-1 0,1 0,-1 0,1 0,0 0,-1 0,1-1,-1 1,1 0,-1 0,1-1,-1 1,0 0,1-1,-1 1,1 0,-1-1,0 1,1-1,-1 1,0 0,1-1,-1 1,0-1,0 1,1-1,-1 1,0-1,0 1,0-1,0 0,0 1,0-1,0 1,0-1,0 1,0-1,0 1,0-1,0 1,0-1,11 9,0 0,1 0,0-1,1-1,-1 0,1 0,0-2,1 1,-1-2,13 2,-9 0,-15-5,0 1,-1-1,1 1,0 0,0 0,0 0,0 0,-1 0,1 1,0-1,-1 0,1 1,-1-1,0 1,1 0,-1-1,0 1,0 0,0 0,0 0,-1 0,1-1,0 1,-1 0,1 0,-1 1,0-1,1 0,-1 0,0 0,0 0,-1 0,1 0,0 0,-1 1,1 4,0-2,-1 1,1-1,0 1,0-1,1 0,0 1,0-1,0 0,1 1,-1-1,1 0,1 0,-1 0,1-1,-1 1,1-1,1 1,-1-1,0 0,1 0,0 0,0-1,0 1,1-1,-1 0,1 0,0-1,-1 1,1-1,0 0,1 0,1 0,-1-2,-1 0,1 0,0 0,-1 0,1-1,-1 0,1-1,-1 1,0-1,1 0,-1 0,0 0,0-1,0 0,-1 0,1 0,-1-1,0 1,0-1,0 0,0 0,0-1,-1 1,0-1,0 0,0 1,-1-1,1-1,-1 1,0 0,-1 0,1-1,-1 1,0-1,0-4,2-13,-3 17,-4 15,1 6,1 0,0 0,0 1,2-1,0 0,0 1,2 4,18 22,-6-28</inkml:trace>
  <inkml:trace contextRef="#ctx0" brushRef="#br1" timeOffset="47963.572">16072 5299,'-2'7,"6"2,2-1</inkml:trace>
  <inkml:trace contextRef="#ctx0" brushRef="#br1" timeOffset="49160.367">16312 5446,'26'21,"-14"-13,0 0,0 2,-1-1,-1 1,0 1,0 0,-1 0,0 1,-1 0,0 0,-1 1,-1 0,0 1,-1-1,-1 9,-2-1,0 0,-1 1,-1 0,-2-1,0 1,-1-1,-1 0,-1 0,-3 9,-16 94,23-118,-1 0,1 0,1 0,-1-1,1 1,0 0,0 0,1 0,0 0,0-1,0 1,1 0,-1-1,1 1,1-1,-1 1,1-1,0 0,0 0,1 0,-1-1,1 1,0-1,0 0,0 0,1 0,0-1,0 1,0-1,0 0,0 0,0-1,1 0,-1 0,1 0,4 0,-7-1,0-1,0-1,0 1,0 0,1-1,-1 1,0-1,0 0,0 0,0 0,-1 0,1-1,0 1,0-1,-1 0,1 0,-1 0,1 0,-1 0,0 0,0-1,0 1,0-1,0 1,-1-1,1 0,-1 0,0 0,1 0,-2 0,1 0,0-1,1-5,0 0,0 0,-1 0,-1-1,0 1,0 0,0-1,-1 1,-1 0,-1-6,-4-3,0 0,-1 0,-1 1,0 1,-1 0,-1 0,-1 0,0 2,-1-1,0 2,-1 0,-1 0,0 2,-1-1,0 2,-12-6,-5-7,37 18,95 2,-67 6,1-2,-1-1,0-2,1-1,-1-2,0 0,-1-3,1 0,-1-2,-1-2,1-1,-29 13,1-1,-1 0,0 0,1 0,-1 0,0 0,0-1,0 1,0-1,0 0,0 1,-1-1,1 0,0 0,-1 0,1 0,-1 0,0 0,0 0,0-1,0 1,0 0,0-1,-1 1,1-1,-1 1,1-1,-1 1,0-1,0 1,0-1,-1 1,1-1,0 1,-1-1,0 1,1 0,-1-1,0 1,-1-2,-3 0,0 0,0 0,0 1,0-1,-1 1,1 0,-1 1,0 0,0-1,0 2,0-1,0 1,0 0,0 0,0 1,0-1,-1 2,1-1,0 1,0-1,0 2,0-1,0 1,0 0,0 0,-5 2,7-1,0 1,0-1,1 0,-1 1,1 0,-1 0,1 0,0 0,0 1,1-1,0 1,-1-1,2 1,-1 0,0 0,1 0,0 0,0 0,0 0,1 0,0 0,0 0,0 0,1 0,-1 1,1-1,0 0,1 0,-1-1,1 1,0 0,0 0,1-1,-1 1,1-1,0 0,0 0,1 0,-1 0,1-1,-1 1,1-1,3 2,-1-2,1 0,0 0,0-1,0 0,0 0,0-1,0 0,0 0,1 0,-1-1,0 0,1-1,-1 1,0-1,0-1,0 0,0 0,0 0,0-1,0 1,0-2,-1 1,0-1,0 0,0 0,0-1,0 0,-1 0,0 0,0 0,-1-1,1 0,2-5,-10 18,1 0,-1 0,1 1,1-1,-1 1,1-1,1 1,0 0,0-1,0 1,1 1,-1-7,0 1,0-1,0 1,1-1,-1 1,1-1,0 0,-1 1,1-1,0 0,0 0,1 0,-1 0,0 0,1 0,-1 0,1 0,0 0,-1-1,1 1,0 0,0-1,0 0,0 1,0-1,1 0,-1 0,0 0,0-1,1 1,-1 0,1-1,-1 0,0 1,1-1,-1 0,1 0,-1-1,1 1,1-1,-1 1,-1-1,1 0,0 0,-1 0,1 0,0-1,-1 1,1-1,-1 1,0-1,0 0,1 0,-1 0,-1 0,1 0,0-1,0 1,-1 0,1-1,-1 1,0-1,0 0,0 1,0-1,0-1,11-72,-18-94,5 168,1 1,-1-1,1 1,0 0,0-1,0 1,0 0,0-1,0 1,0-1,0 1,1 0,-1-1,0 1,1 0,-1-1,1 1,-1 0,1-1,0 1,0 0,0 0,-1 0,1 0,0 0,0 0,0 0,1 0,-1 0,0 0,0 1,0-1,1 0,-1 1,0-1,0 1,1 0,-1-1,1 1,-1 0,0 0,1 0,-1 0,1 0,-1 0,11-2,1 1,-1 1,0 0,0 0,0 1,1 1,-1 0,0 1,-1 0,1 1,0 0,5 4,-13-3,1 0,-1 0,0 1,0-1,0 1,-1 0,0 0,0 0,-1 1,0-1,0 1,0 0,-1-1,0 1,0 0,-1 0,1-1,-2 1,1 0,-2 5,4 30,-2-35,0-1,0 1,1-1,-1 1,2-1,-1 0,1 0,0 1,0-1,0 0,1-1,0 1,0 0,1-1,0 0,0 0,0 0,0 0,1 0,-1-1,1 0,0 0,1 0,-1-1,1 0,3 2,1-3,0-1,-1 0,1 0,0-1,0 0,0-1,0 0,-1 0,1-1,0 0,-1-1,1 0,-1-1,0 0,0 0,-1-1,1 0,-1-1,0 1,0-2,-1 1,0-1,0 0,0 0,-1-1,0 0,-1 0,0-1,0 1,-1-1,0 0,0-1,-1 1,0 0,-1-1,0 0,0 1,-1-1,0 0,-1 0,-1-3,1 11,0 0,0 0,0 0,0-1,0 1,-1 0,1 0,-1 0,0 0,0 1,1-1,-1 0,0 0,0 0,-1 1,1-1,0 0,-1 1,1-1,-1 1,1 0,-1-1,0 1,1 0,-1 0,0 0,0 0,0 0,0 1,0-1,0 0,0 1,0 0,0-1,0 1,0 0,0 0,0 0,0 0,0 1,0-1,0 0,0 1,0 0,0-1,0 1,0 0,0 0,0 0,-3 4,0 1,1 0,0-1,0 1,0 0,1 1,0-1,0 1,1-1,-1 1,2 0,-1 0,1 0,0 0,0 0,1 0,0 0,0 1,0-1,1 0,0 0,1 0,0 0,0 0,1 1,0-2,1 0,-1-1,1 1,0-1,1 0,-1 0,1-1,0 1,0-1,1 0,-1 0,1-1,0 0,-1 0,2 0,-1 0,0-1,0 0,1-1,-1 1,1-1,6 0,31 5</inkml:trace>
  <inkml:trace contextRef="#ctx0" brushRef="#br1" timeOffset="50208.787">15965 5005,'1614'-2,"-1250"-12,35-19,-281 21,1 6,6 5,-123 2,-1-1,1 1,-1-1,1 0,0 1,-1-1,1 0,-1 0,1 0,-1 0,1-1,0 1,-1 0,1-1,-1 1,1-1,-1 1,1-1,-1 0,0 1,1-1,-1 0,0 0,1 0,-1 0,0 0,0-1,0 1,0 0,0 0,0-1,0 0,-7-5</inkml:trace>
  <inkml:trace contextRef="#ctx0" brushRef="#br1" timeOffset="51281.759">16059 6235,'-1'1,"1"-1,-1 1,0-1,1 1,-1-1,1 1,0 0,-1-1,1 1,0 0,-1-1,1 1,0 0,-1 0,1-1,0 1,0 0,0 0,0 0,0-1,0 1,0 0,0 0,0-1,0 1,1 0,-1 0,0-1,0 1,1 0,-1 0,0-1,1 1,-1 0,1-1,-1 1,1-1,-1 1,1-1,-1 1,1-1,0 1,-1-1,1 1,0-1,-1 0,1 1,0-1,0 0,0 1,45 5,-41-5,488 0,-311-1,1033-36,-925 5,-292 30,-5 1</inkml:trace>
  <inkml:trace contextRef="#ctx0" brushRef="#br1" timeOffset="52476.784">18692 4978,'10'33,"-18"150,7 489,3-612,4 1,2-1,3 0,2-1,7 12,-19-67,3 10,0 0,0 0,-1 0,-1 0,-1 0,0 0,0 6,-2-18,0 0,-1 0,1 0,0-1,0 1,-1 0,1-1,-1 1,1-1,-1 1,0-1,0 0,0 1,0-1,1 0,-1-1,-1 1,1 0,0 0,0-1,0 1,0-1,0 0,0 0,-1 0,1 0,0 0,0 0,0 0,0-1,-1 1,1-1,0 1,-1-2,-9 2,-408-18,306 10</inkml:trace>
  <inkml:trace contextRef="#ctx0" brushRef="#br0" timeOffset="64924.236">13799 7652,'-4'-7,"3"7,1-1,0 1,-1 0,1 0,0-1,-1 1,1 0,0-1,0 1,-1 0,1-1,0 1,0 0,-1-1,1 1,0 0,0-1,0 1,0-1,-1 1,1-1,0 1,0 0,0-1,0 1,0-1,0 1,0-1,0 1,0 0,1-1,-1 1,0-1,0 1,0 0,0-1,1 1,-1-1,0 1,0 0,1-1,-1 1,0 0,0-1,1 1,-1 0,1 0,-1-1,0 1,1 0,-1 0,0 0,1 0,-1-1,1 1,-1 0,0 0,1 0,-1 0,1 0,-1 0,1 0,-1 0,1 0,90 9,238-6,-201-10,-62 2,0 3,59 5,140 33,127-25,65-5,-284-7,1126 1,-874 14,86-15,-135-12,14 13,-325 6,-56-7</inkml:trace>
  <inkml:trace contextRef="#ctx0" brushRef="#br0" timeOffset="79068.495">1086 11395,'-3'0,"0"2,1 6,-1 5,2 8,0 7,0 6,1 3,0 5,0 0,0-1,0-2,0-3,0-4,3-5,0-6</inkml:trace>
  <inkml:trace contextRef="#ctx0" brushRef="#br0" timeOffset="80439.614">832 11341,'-5'0,"2"0,2 0,7 0,9 0,10 3,12 0,7 0,6-1,1 0,-2-1,1 0,-2-1,-2 0,-5 0,-8 0</inkml:trace>
  <inkml:trace contextRef="#ctx0" brushRef="#br0" timeOffset="80986.615">1554 11248,'-51'228,"20"-70,-8-23,34-131,8-19,2 6,0 0,0 0,1 0,0 0,1 1,0 0,0 0,1 1,0 0,0 0,0 1,1 0,0 1,0 0,1 0,-1 1,1 0,0 0,0 1,0 1,1-1,-1 2,0 0,1 0,4 1,1 0,-13 1,0 0,0 0,1 0,-1 0,0-1,0 0,0 0,1 0,-1 0,0 0,0 0,1-1,-1 0,0 1,0-1,0 0,0-1,0 1,0-1,0 1,0-1,-1 0,1 0,-1 0,1 0,-1 0,0-1,0 1,0-1,0 1,0-1,0 0,-1 0,1 0,-1 0,1-3,-1 4,-1 0,1 0,-1 0,1 0,-1 0,0 0,1 0,-1 0,0 0,-1-1,1 1,0 0,-1 0,1 0,-1 0,1 0,-1 0,0 0,0 0,0 0,0 0,0 1,-1-1,1 0,0 1,-1-1,1 1,-1-1,0 1,1 0,-1 0,0 0,0-1,0 2,0-1,0 0,0 2,0 1,0-1,0 1,0-1,0 1,1 0,-1 0,0 0,1 0,-1 0,1 0,0 0,0 0,0 1,0-1,0 0,0 1,1-1,-1 3,-1 0,-11 43,1 0,3 0,2 1,2 0,2 0,2 11,7 3,1-46</inkml:trace>
  <inkml:trace contextRef="#ctx0" brushRef="#br0" timeOffset="81235.662">1982 11341,'-16'14,"-5"9,1 5,3 0,8-2,11-6,11-7,2-4</inkml:trace>
  <inkml:trace contextRef="#ctx0" brushRef="#br0" timeOffset="81492.545">2088 11689,'-9'18,"-3"9,0 1,5-6,4-6</inkml:trace>
  <inkml:trace contextRef="#ctx0" brushRef="#br0" timeOffset="81772.895">2343 11462,'0'-11,"7"-65,-6 74,-1 0,1 0,0 0,0 1,0-1,0 0,0 0,0 1,0-1,1 0,-1 1,1-1,-1 1,1 0,-1 0,1-1,0 1,0 0,-1 0,1 1,0-1,0 0,0 0,0 1,0 0,0-1,0 1,0 0,0 0,0 0,0 0,0 0,0 0,2 1,3 1,0 1,0 0,0 1,0-1,-1 1,0 0,0 1,0-1,0 1,0 1,-1-1,0 1,0 0,-1 0,0 0,0 1,0-1,-1 1,1 0,-2 0,1 0,-1 0,0 1,-1-1,0 1,1 4,-2-3,1 0,-2 0,1 0,-1 0,0-1,-1 1,0 0,0-1,-1 1,0-1,-1 0,0 0,0 0,0-1,-1 1,-1 0,-100 104,86-93,19-19,0 0,0 1,0-1,0 1,-1-1,1 0,1 1,-1 0,0-1,0 1,0 0,0-1,0 1,0 0,1 0,-1 0,0-1,1 1,-1 0,1 0,-1 0,1 0,-1 0,1 0,0 0,-1 1,1-1,0 0,0 0,0 0,0 0,0 0,0 0,0 0,0 1,0-1,0 0,1 0,-1 0,1 0,-1 0,0 0,1 0,0 0,-1 0,1 0,0 0,-1-1,1 1,0 0,0 0,0-1,-1 1,1 0,0-1,0 1,1-1,11 2,1-2,0 0,0 0,0-1,0-1,0-1,-1 0,12-4,-3 2,223-60,-192 51</inkml:trace>
  <inkml:trace contextRef="#ctx0" brushRef="#br0" timeOffset="82081.079">3265 11008,'-4'16,"-5"16,-6 19,-7 17,-7 12,-6 12,-7 9,-2 5,-1-3,3-5,6-13,9-15,10-21</inkml:trace>
  <inkml:trace contextRef="#ctx0" brushRef="#br0" timeOffset="82341.735">3372 11288,'0'18,"-3"18,0 13,0 9,1 4,1 2,0-1,-2-5,0-7,0-11,1-11</inkml:trace>
  <inkml:trace contextRef="#ctx0" brushRef="#br0" timeOffset="82619.565">3372 11262,'10'31,"1"1,2-2,1 1,2-2,1 0,1-1,14 16,122 169,-151-211,-1 0,0 1,0 0,0-1,-1 1,1 0,-1 0,1 0,-1 0,0 0,0 0,0 1,-1-1,1 0,-1 0,1 1,-1-1,0 0,-1 1,1-1,0 0,-1 0,0 1,0-1,0 0,0 0,0 0,-1 0,1 0,-1 0,0-1,0 1,0 0,0-1,-3 3,-7-1,0 0,-1-1,1 0,-1-1,0-1,0 0,0-1,1 0,-1 0,-1-2,-10 1,-35-3,39 1</inkml:trace>
  <inkml:trace contextRef="#ctx0" brushRef="#br0" timeOffset="82823.804">4040 11355,'-2'16,"-3"12,-1 13,-2 8,-1 7,-2 4,1 0,3-3,2-7,2-12</inkml:trace>
  <inkml:trace contextRef="#ctx0" brushRef="#br0" timeOffset="83041.749">4094 11489,'0'20,"0"14,5 8,7 4,10 0,7-5,6-5,6-8,2-8,0-6,-4-5,-9-6</inkml:trace>
  <inkml:trace contextRef="#ctx0" brushRef="#br0" timeOffset="83207.353">4495 11355,'-4'-15,"-5"-7,0 4,2 14,1 19,2 20,2 18,4 14,0 11,1 6,0 1,-1-16</inkml:trace>
  <inkml:trace contextRef="#ctx0" brushRef="#br0" timeOffset="86813.241">5845 11796,'-17'-2,"23"-4,117-2,33-8,143-6,231 22,-211-13,114 5,144 17,-394-10,14-6,88-20,-204 18,101-2,127 10,-146 3,441-16,104 2,-266 11,-55-13,247-13,192-37,-167 35,-211 15,1769 15,-1872-15,-46-7,202 10,-91-21,-112 15,-159 10,46-6,-168 11,-15 2,0 0,-1 1,1-1,-1 0,1 0,0 0,-1-1,1 1,0 0,-1 0,1-1,-1 1,1-1,-1 0,1 1,-1-1,0 0,1 0,-1 0,0 0,1 0,-1 0,0 0,0 0,0-1,0 1,0 0,0-1,0 1,-1-1,1 1,-1-1,1 1,-1-1,1-1,-1-13</inkml:trace>
  <inkml:trace contextRef="#ctx0" brushRef="#br0" timeOffset="92511.87">18718 11382,'204'-1,"-202"1,0 0,-1 0,1-1,0 1,0-1,0 1,-1-1,1 0,0 0,-1 0,1 0,-1 0,1 0,-1 0,0 0,1 0,-1-1,0 1,0-1,0 1,0-1,0 1,0-1,0 0,0 1,-1-1,1 0,-1 0,1 1,-1-3,2-62,-3 46,-54-771,54 780,-28-201,30 212,-1 1,0-1,0 0,0 1,0-1,1 0,-1 0,0 1,0-1,0 0,1 0,-1 0,0 1,0-1,1 0,-1 0,0 0,1 0,-1 1,0-1,1 0,-1 0,0 0,1 0,-1 0,0 0,1 0,-1 0,0 0,0 0,1 0,-1 0,0 0,1 0,-1 0,0 0,1-1,-1 1,0 0,1 0,-1 0,0 0,0-1,1 1,-1 0,0 0,0-1,1 1,-1 0,0 0,0-1,0 1,0 0,1-1,-1 1,0 0,0 0,0-1,0 1,0 0,0-1,0 1,0 0,0-1,0 1,0 0,0-1,0 1,0 0,0-1,6 4,33 8,0-2,0-1,1-2,-1-2,1-2,12-1,-35-1,514-6,-440 3,-22 4,-68-1,0 1,0 0,0-1,0 1,0 0,0 0,-1 0,1 0,0 0,0 0,-1 0,1 0,0 0,-1 0,1 0,-1 1,0-1,1 0,-1 0,0 0,0 1,1-1,-1 0,0 0,0 1,0-1,-1 0,1 0,0 1,0-1,-1 0,1 0,-1 0,1 1,-1-1,1 0,-1 0,0 0,0 0,1 0,-1 0,0 0,0-1,0 1,0 0,-1 0,-4 12,-1 9,2-1,1 1,0 0,2 0,0 1,1-1,2 0,1 5,-2 19,15 695,-15-789,0 24</inkml:trace>
  <inkml:trace contextRef="#ctx0" brushRef="#br0" timeOffset="96234.439">18920 10807,'-3'0,"1"0,0 0,0 0,0 0,0 0,0 1,0-1,0 1,0-1,0 1,0 0,0 0,0 0,0 0,1 0,-1 0,0 0,1 1,-1-1,1 1,-1-1,1 1,0-1,-1 1,1 0,0 0,0 0,0 0,1 0,-1-1,0 1,1 1,-1-1,1 0,0 0,0 0,-1 0,1 0,1 0,-1 0,0 0,0 0,1 1,0 0,1 0,0 0,-1 0,1 0,0 0,1 0,-1-1,0 1,1-1,-1 1,1-1,0 0,0 0,0 0,0-1,0 1,0-1,0 1,1-1,-1 0,1 0,-1-1,0 1,1-1,-1 1,1-1,-1 0,1-1,-1 1,1 0,-1-1,1 0,-1 0,0 0,1 0,-1-1,0 1,0-1,0 0,0 0,0 0,0 0,-1 0,1 0,-1-1,0 0,1 1,1-4,-3 3,-1-1,1 1,0-1,-1 0,0 1,0-1,0 0,0 1,-1-1,1 1,-1-1,0 0,0 1,0-1,0 1,-1 0,0-1,1 1,-1 0,0 0,0 0,-1 0,1 1,-1-1,1 1,-1-1,0 1,0 0,0 0,0 0,0 0,-1 1,1-1,0 1,-1 0,1 0,-1 0,0 0,0 0,-1 0,1-1,-1 1,0 0,1 0,-1 0,0 1,1 0,-1 0,0 0,0 0,0 1,1-1,-1 1,0 1,1-1,-1 1,1-1,0 1,-1 0,1 1,0-1,0 1,0 0,1 0,-1 0,1 0,-1 1,1 0,0-1,-1 3,2-2,1-1,0 1,0-1,0 1,0 0,0-1,1 1,0 0,0 0,0-1,0 1,0 0,1-1,-1 1,1 0,0-1,1 1,-1-1,0 1,1-1,0 1,0-1,0 0,0 0,0 0,1 0,-1-1,1 1,0 0,0-1,0 0,0 0,0 0,0 0,0 0,1-1,-1 1,1-1,-1 0,1 0,0 0,-1-1,1 1,0-1,0 0,0 0,2-1,-1 1,0-2,0 1,1-1,-1 1,0-2,0 1,-1 0,1-1,0 0,-1 0,0 0,0-1,0 1,0-1,0 0,-1 0,1-1,-1 1,0-1,-1 1,1-1,1-4,-2 6,0-1,-1 1,1-1,-1 1,0-1,0 0,0 1,0-1,-1 0,1 0,-1 0,0 1,0-1,0 0,-1 0,1 0,-1 1,0-1,0 0,-1 1,1-1,-1 1,1-1,-1 1,0 0,0-1,-1 1,1 0,-1 1,1-1,-1 0,0 1,-2-2,2 2,0 0,-1 1,1-1,-1 1,0 0,1 0,-1 0,0 0,1 0,-1 1,0 0,0 0,0 0,1 0,-1 1,0-1,0 1,1 0,-1 0,1 0,-1 1,1-1,-1 1,1 0,0 0,-1 0,1 0,1 1,-1-1,0 1,0 0,-1 2,0-1,0 1,0 0,1 0,-1 0,1 0,0 1,1-1,-1 1,1 0,0 0,0 0,1 0,0 0,0 0,1 0,-1 0,1 0,0 0,1 0,0 1,-1-4,1 0,0 0,1 0,-1-1,0 1,1 0,-1-1,1 1,0-1,0 1,0-1,0 0,0 0,1 0,-1 0,1 0,-1-1,1 1,-1-1,1 1,0-1,0 0,0 0,0 0,0-1,0 1,0-1,2 1,1-1,1 1,-1-1,1-1,-1 1,0-1,0 0,1 0,-1-1,0 0,0 0,0 0,-1-1,3-1,-3 0,1 0,-1 0,0-1,-1 1,1-1,-1 0,0 0,0-1,-1 1,1-1,-1 0,0 0,-1 0,1-2,-2 6,0-1,0 1,-1-1,1 1,-1-1,1 1,-1-1,0 0,0 1,0-1,0 1,-1-1,1 0,-1 1,0-1,1 1,-1-1,0 1,0 0,-1-1,1 1,0 0,-1 0,0 0,1 0,-1 0,0 0,0 0,0 0,0 1,0-1,0 1,-1 0,1-1,0 1,-2 0,0 0,0 0,0 0,0 1,1 0,-1 0,0 0,0 0,0 0,0 1,0-1,0 1,1 0,-1 1,0-1,1 1,-1-1,1 1,-1 0,1 0,0 0,0 1,0-1,0 1,0 0,1 0,-1 0,1 0,-1 0,1 0,0 1,1-1,-1 1,1 0,-1-1,1 1,0 0,0 0,1-1,-1 1,1 0,0 0,0 0,0 0,0 0,1 0,0 0,0-1,0 1,0 0,2 3,-3-5,1-1,0 1,0 0,0 0,1 0,-1-1,0 1,1-1,-1 1,1-1,-1 1,1-1,0 0,0 0,-1 0,1 0,0 0,0 0,0 0,0-1,0 1,0-1,0 1,1-1,-1 0,0 0,0 0,0 0,0 0,0 0,0-1,0 1,0-1,1 0,2 0,0-1,0-1,0 1,0-1,-1 0,1 0,-1 0,1 0,-1-1,0 0,0 0,2-3,25-52,-30 58,0-1,-1 1,1 0,-1-1,1 1,-1-1,0 1,1-1,-1 1,0-1,0 0,0 1,0-1,-1 1,1-1,0 1,0-1,-1 1,1-1,-1 1,0 0,1-1,-1 1,0 0,0-1,0 1,0 0,0 0,0 0,0 0,0 0,0 0,-1 0,1 0,0 0,-1 0,1 1,0-1,-1 1,1-1,-1 1,-2 0,-1 0,0 1,1-1,-1 1,0 0,1 1,0-1,-1 1,1 0,0 0,0 0,0 0,0 1,0 0,0 0,1 0,-1 0,1 0,0 1,0-1,0 1,1 0,-1 0,1 0,0 0,0 1,0 0,2-4,-1 0,1 0,0 1,0-1,0 0,0 0,0 0,0 0,0 0,0 0,0 1,0-1,1 0,-1 0,1 0,-1 0,1 0,-1 0,1 0,-1 0,1 0,0 0,-1 0,1-1,0 1,0 0,0 0,0-1,0 1,0 0,0-1,0 1,0-1,0 1,0-1,0 0,0 0,0 1,0-1,0 0,1 0,-1 0,0 0,0 0,0 0,0 0,0-1,0 1,1 0,-1 0,0-1,0 1,0-1,0 1,0-1,0 0,0 1,0-1,-1 0,1 0,0 1,0-1,6-1,1-1,0 0,-1 0,0-1,0 0,0 0,0-1,-1 1,1-1,-1-1,0 1,-1-1,0 0,0-1,0 1,0-1,-1 0,0 0,-1 0,2-4,-5 9,0 1,0-1,0 1,0 0,0-1,-1 1,1-1,0 1,-1 0,1-1,-1 1,0 0,1 0,-1-1,0 1,0 0,0 0,0 0,0 0,0 0,0 0,0 0,0 0,0 1,0-1,-1 0,1 1,0-1,0 0,-1 1,1 0,-1-1,1 1,0 0,-1 0,0 0,-53 0,51 2,-1-1,0 1,1-1,-1 1,1 1,0-1,-1 1,1 0,0-1,1 2,-1-1,0 0,1 1,0 0,0 0,0 0,0 0,1 0,-1 0,1 1,0-1,0 1,1 0,0-1,0 1,0 0,0 0,0 0,1 0,0 0,0-1,1 1,-1 0,1 0,0 0,0 0,1-1,-1 1,1 0,0-1,0 1,1-1,-1 0,1 0,0 0,0 0,1 0,-1-1,1 0,-1 1,1-1,0 0,0-1,4 3,-4-3,-1-1,0 1,1-1,-1 0,1 1,-1-1,1-1,-1 1,1-1,0 1,-1-1,1 0,0 0,-1-1,1 1,0-1,-1 0,1 0,-1 0,1 0,-1-1,1 1,-1-1,0 0,0 0,0 0,0 0,0 0,-1-1,1 0,0 1,-1-1,0 0,0 0,0 0,0 0,0-1,0 0,0-1,0-1,0 1,0-1,0 1,-1-1,0 0,0 0,0 0,-1 0,0 1,0-1,-1 0,1 0,-1 0,-1 0,1 1,-1-1,0 0,0 1,0 0,-1-1,0 1,0 0,0 0,-1 1,0-1,0 1,0 0,0-1,-1 2,1-1,-1 1,0-1,0 1,0 1,-1-1,1 1,-4-1,4 0,0 1,0 0,0 0,-1 1,1-1,0 1,-1 1,1-1,-1 1,1 0,-1 0,1 0,-1 1,1 0,-1 0,1 0,0 1,-1-1,1 1,0 1,0-1,1 1,-1 0,0 0,1 0,0 0,-1 1,1 0,1 0,-1 0,1 0,-2 3,2-2,0 0,0 0,1-1,0 1,0 1,0-1,1 0,0 0,0 1,0-1,0 0,1 1,0-1,0 1,1-1,-1 1,1-1,0 0,1 1,-1-1,1 0,0 0,1 0,-1 0,1 0,0-1,0 1,0-1,0 0,1 0,0 0,0 0,0-1,0 1,1-1,-1 0,1 0,0-1,0 0,0 1,0-2,0 1,0 0,1-1,3 0,-2-1,0 0,0-1,0 0,0 0,0-1,0 0,0 0,-1 0,1-1,-1 0,1-1,-1 1,0-1,-1 0,1-1,-1 1,1-1,-1 0,-1 0,1-1,-1 0,0 0,0 0,-1 0,1 0,0-3,-2 4,1 0,-1 0,0 0,0 0,-1-1,0 1,0 0,0-1,0 1,-1-1,0 1,0-1,-1 1,1-1,-1 1,0 0,-1-1,1 1,-1 0,0 0,0 0,-1 0,1 0,-1 1,0-1,-1 1,1-1,-1 1,0 0,0 1,0-1,0 1,0-1,-2 1,1 0,0 1,0 0,0 0,0 0,-1 1,1 0,0 0,-1 0,1 1,0 0,-1 0,1 0,-1 1,1 0,0 0,-1 0,1 0,0 1,0 0,0 0,0 0,0 1,1 0,-1-1,1 2,0-1,-1 0,2 1,-1 0,-3 2,1 0,0 0,1 0,-1 1,1 0,1 0,-1 0,1 0,0 1,1 0,0 0,0 0,1 0,0 0,0 1,1-1,0 1,0 2,1-8,1 1,-1-1,1 0,-1 0,1 0,0 0,0 1,1-1,-1 0,1-1,-1 1,1 0,0 0,0-1,0 1,0-1,1 0,-1 1,1-1,-1 0,1-1,0 1,-1 0,1-1,0 1,0-1,0 0,1 0,-1 0,1 0,3 0,1 0,-1 0,1 0,-1-1,1 0,-1 0,1-1,-1 0,1-1,-1 1,0-1,6-3,-4 1,0-1,0 0,0 0,-1-1,0 0,0-1,-1 0,0 0,0 0,0-1,-1 0,1-1,-5 5,0 1,1-1,-1 1,0-1,-1 0,1 0,-1 0,1 0,-1 0,-1 0,1 0,0 0,-1 0,0 0,0 0,0-1,0 1,-1 0,0 0,0 0,0 0,0 0,-1 0,1 0,-1 0,0 1,0-1,0 1,-1-1,0 0,0 1,0 0,-1 0,1 0,-1 1,0-1,1 1,-1 0,0 0,0 1,0-1,0 1,-1 0,1 0,0 0,-1 1,1-1,0 1,-1 0,1 0,0 1,-1-1,1 1,0 0,0 0,-1 0,1 1,0 0,0-1,1 1,-1 1,0-1,0 0,1 1,0 0,-1 0,1 0,0 0,1 0,-1 1,1 0,-1-1,1 1,0 0,0 0,0 0,1 0,-1 3,0-4,1 0,-1 0,1 1,0-1,0 1,0-1,0 1,0-1,1 1,0 0,0-1,0 1,0-1,0 1,1 0,0-1,-1 1,1-1,1 1,-1-1,0 0,1 1,0-1,0 0,0 0,0 0,0 0,0 0,1-1,-1 1,1-1,0 0,0 1,0-1,0 0,0-1,0 1,1-1,-1 1,4 0,-3-2,0 0,1 0,-1 0,1 0,-1-1,0 0,1 0,-1 0,0 0,0-1,0 0,0 1,0-2,0 1,-1 0,1-1,-1 1,1-1,-1 0,0 0,0-1,0 1,-1-1,1 1,-1-1,0 0,0 0,0 0,0 0,-1 0,1 0,-1 0,0-1,-1 1,1 0,-1-1,0 1,0 0,0-5,-1 6,0 1,0-1,0 0,0 1,0-1,0 1,-1 0,1-1,-1 1,0 0,1 0,-1 0,0 0,0 0,0 1,-1-1,1 1,0-1,-1 1,1 0,-1-1,1 1,-1 1,1-1,-1 0,0 1,0-1,1 1,-1 0,0 0,1 0,-1 0,0 0,0 1,1-1,-1 1,0 0,1 0,-1 0,1 0,-1 0,1 0,0 1,-1-1,1 1,0-1,0 1,0 0,-2 2,-13 23,12-14</inkml:trace>
  <inkml:trace contextRef="#ctx0" brushRef="#br0" timeOffset="105169.07">18920 10847,'-4'2,"0"1,-1-2,1 1,0 0,-1-1,1 0,0 0,-1 0,1-1,-1 1,0-1,1 0,-1 0,-2-1,-4 1,-151-1,15-37,127 33,0 0,0-2,1 0,0-1,0-1,1-1,-15-10,-4-3,29 19,0-1,1 0,-1 0,1-1,0 1,0-2,1 1,-1-1,2 0,-4-4,-25-40,-30-59,52 72,2 0,2-1,1 0,2 0,2 0,2-1,2-22,-1-140,4 182,1 1,1-1,1 1,0 1,1-1,1 1,9-13,-17 30,114-184,24 33,15-14,-49 67,42-18,-7 23,-29 23,44-46,-45 28,26-48,-113 115,-2-2,0 0,-2-1,0-1,3-10,25-33,-36 55,-4 6,0-1,-1 0,0 0,0-1,-1 1,0-1,-1-1,0 1,-1-1,0 1,0-3,42-152,-23 62,-21 89,1-1,0 1,1 0,1 0,0 0,1 0,0 0,22-95,-28-126,-12 83,13 131,0 0,-1 1,-2-1,0 0,-1 1,0 0,-4-6,-59-218,17 127,12 39,33 65,-3-9,-1-1,-1 1,-1 1,-1-1,-12-14,-73-83,-9-16,-22-9,-28-21,-9 22,-3 24,116 70,51 49,1 1,-1 0,1 0,-1-1,1 1,-1 0,1 0,0 0,-1 0,1 0,0-1,0 1,0 0,0 0,0 0,0 0,0 0,0 0,0 0,0 0,0 0,0 0,1 0,-1-1,0 1,1 0,-1 0,1 0,-1 0,1-1,-1 1,1 0,0-1,0 2,-1-1,83 202,-4-40,-72-153,-9-17,-8-16,-12-31,1 0,3-2,-10-55,13 52,-13-33,29 90,-1 1,0 0,0-1,1 1,-1 0,1 0,-1-1,1 1,-1 0,1 0,0 0,0 0,-1 0,1-1,0 2,0-1,0 0,0 0,0 0,0 0,1 1,-1-1,0 0,0 1,0-1,1 1,-1-1,0 1,0 0,1 0,-1-1,0 1,1 0,-1 0,1 0,-1 1,0-1,0 0,1 0,-1 1,0-1,1 1,-1-1,0 1,0-1,0 1,1 0,5 0,294 24,-291-25,40 6,-49-5,0-1,0 1,0-1,0 1,0 0,0-1,-1 1,1 0,0 0,0 0,0 0,-1-1,1 1,0 0,-1 0,1 0,-1 1,1-1,-1 0,0 0,1 0,-1 0,0 0,0 0,0 1,0-1,0 0,0 0,0 0,0 0,0 1,0-1,-1 0,1 0,0 0,-1 0,1 0,-1 0,0 1,-81 140,-37 39,109-176,14-26,120-209,-87 147,-36 76,-12 23,9-12,-54 73,-3-2,-32 28,51-58,27-29,19-18,27-31,-2-2,-1 0,-2-2,2-6,-20 34,-21 37,-57 131,69-125,-1-34,0 1,1-1,-1 1,1-1,-1 1,1-1,-1 0,1 1,-1-1,1 1,-1-1,1 0,0 0,-1 1,1-1,0 0,-1 0,1 0,-1 0,1 0,0 0,-1 0,1 0,0 0,-1 0,1 0,0 0,-1 0,1 0,0-1,-1 1,1 0,-1 0,1-1,-1 1,1 0,0-1,-1 1,1-1,-1 1,0-1,1 1,-1-1,1 1,-1-1,0 1,1-1,-1 0,4-4,-1-1,1 1,-1-1,0 0,-1 0,1 0,-1 0,-1-1,1 1,-1-1,0 1,0-1,-1 1,0-1,0 1,-1-1,1 0,-2 1,1-1,-1 1,1 0,-2 0,1 0,-1 0,0 0,-2-3,-2-4,0 0,-1 0,-1 1,0 0,0 1,-1 0,-1 0,0 1,0 1,-13-9,11 12,13 14,17 17,205 203,-222-228,0 0,0 0,0 0,0-1,0 1,0 0,0 0,1 0,-1 0,0 0,0-1,0 1,0 0,1 0,-1 0,0 0,0 0,0 0,0 0,1 0,-1 0,0 0,0 0,0 0,1 0,-1 0,0 0,0 0,1 0,-1 0,0 0,0 0,-12-22,-2 1,-2 1,0 1,-1 0,-2 1,1 0,-2 2,0 1,-19-12,-10 7,48 19,0 1,0-1,0 1,0 0,0 0,0-1,0 1,0 0,0 0,0 0,0 0,0 0,0 0,0 0,0 1,0-1,0 0,0 1,0-1,0 0,0 1,0-1,0 1,0-1,1 1,-1 0,0-1,0 1,1 0,-1 0,0 0,1-1,-1 1,0 0,1 0,0 0,-1 0,1 0,-1 0,1 0,0 0,0 0,0 0,-1 0,1 0,0 0,0 0,3 6,-1 0,1 0,0-1,1 1,0-1,0 0,0 0,1-1,-1 1,1-1,1 0,-1 0,1 0,0-1,0 0,0 0,0-1,1 0,-1 0,1 0,0-1,1 1,13 6,0-1,1 0,0-2,0-1,0 0,4-1,-26-4,1 1,-1-1,1 1,-1-1,1 0,-1 1,1-1,-1 0,1 1,-1-1,1 0,0 0,-1 0,1 1,-1-1,1 0,0 0,-1 0,1 0,-1 0,1 0,0 0,-1 0,1 0,0-1,-1 1,1 0,-1 0,1 0,-1-1,1 1,-1 0,1-1,-1 1,1 0,-1-1,1 1,-1-1,1 1,-1-1,0 1,1-1,-1 1,0-1,1 1,-1-1,0 1,0-1,1 0,-1 1,0-1,0 1,0-1,0 0,0 1,0-1,0 0,0 1,0-1,0 1,-1-1,1 0,0 1,0-1,-11-8,0 0,0 0,0 1,-1 1,-1 0,1 1,-1 0,0 0,-10-1,-43-7,83 30,-2-9,-1-1</inkml:trace>
  <inkml:trace contextRef="#ctx0" brushRef="#br0" timeOffset="109952.192">18692 5246,'-1'-1,"0"1,0 0,-1 0,1 0,0 0,0 0,0 0,0 0,-1 0,1 0,0 1,0-1,0 1,0-1,0 0,-1 1,1 0,0-1,0 1,0 0,0-1,1 1,-1 0,0 0,0 0,0 0,1 0,-1 0,0 0,1 0,-1 0,1 0,-1 0,1 0,0 0,-1 0,1 1,0-1,0 0,0 0,0 0,0 1,0-1,0 0,0 0,0 0,1 0,-1 1,0-1,1 0,-1 0,1 0,-1 0,1 0,0 0,-1 0,1 0,0 0,0 0,0 0,0-1,0 1,0 0,0-1,0 1,0 0,0-1,0 1,1-1,0 1,0 0,1-1,-1 1,0-1,0 0,1 0,-1 0,0 0,1 0,-1 0,0-1,0 1,1-1,-1 1,0-1,0 0,0 0,0 0,0 0,0 0,0-1,0 1,0-1,-1 1,1-1,-1 1,1-1,-1 0,1 0,-1 0,0 0,0 0,0 0,0 0,0 0,0 0,-1-1,1 1,-1 0,0 0,1-1,-1 1,0 0,0-1,-1 1,1 0,0 0,-1-1,0 1,-1 0,1-1,-1 1,0 0,0 0,0 1,0-1,0 0,0 1,-1-1,1 1,0-1,-1 1,1 0,-1 0,1 0,-1 1,0-1,1 1,-1-1,0 1,1 0,-1 0,0 0,1 0,-1 1,0-1,1 1,-1-1,0 1,1 0,-1 0,1 0,-1 0,1 1,0-1,0 1,-1-1,-35 47,37-47,0 1,1-1,-1 1,1-1,-1 1,1-1,-1 1,1-1,0 1,0 0,0-1,0 1,0-1,0 1,1-1,-1 1,0 0,1-1,-1 1,1-1,0 1,-1-1,1 0,0 1,0-1,0 0,0 0,0 1,0-1,0 0,0 0,0 0,1 0,-1 0,0 0,1-1,0 1,2 1,0 0,1 0,-1-1,1 1,-1-1,1 0,-1 0,1-1,0 0,0 1,-1-2,1 1,0 0,-1-1,1 0,0 0,-1 0,1-1,-1 0,0 1,1-2,-1 1,0 0,0-1,0 0,-1 0,1 0,-1 0,1 0,-1-1,0 0,0 1,-1-1,1 0,-1-1,0 1,0 0,0 0,-1-1,1 0,-1 1,0-1,0-1,-2 4,1 1,0-1,-1 1,1-1,0 1,-1-1,0 1,1-1,-1 1,0 0,0 0,0-1,0 1,0 0,0 0,0 0,0 0,0 0,-1 0,1 0,0 0,-1 0,1 1,-1-1,1 1,0-1,-1 1,1-1,-1 1,0 0,1 0,-1 0,1 0,-1 0,0 0,-56 8,55-7,0 0,0 0,0 0,0 0,0 1,1 0,-1-1,0 1,1 0,0 0,-1 0,1 1,0-1,0 0,0 1,0 0,1-1,-1 1,1 0,0 0,-1 0,1 0,0 0,1 0,-1 0,1 0,-1 0,1 0,0 0,0 0,0 1,1-1,-1 0,1 0,-1 0,1 0,0 0,0 0,3-1,-1 0,0 0,1 0,0-1,-1 1,1-1,0 0,0 0,-1 0,1-1,0 1,0-1,0 0,0 0,0-1,0 1,0-1,0 1,-1-1,1-1,0 1,-1 0,1-1,0 0,-1 0,0 0,1 0,-1 0,0-1,0 1,0-1,2-1,0 0,0 0,-1-1,1 1,-1-1,0 0,0 0,0-1,-1 1,0-1,0 0,-2 4,0 0,0 0,-1 0,1 0,-1 1,1-1,-1 0,0 0,0 0,0 0,0 0,0 0,0 0,0 0,-1 0,1 0,-1 1,1-1,-1 0,0 0,0 0,0 1,0-1,0 0,0 1,0-1,0 1,-1 0,1-1,-1 1,1 0,-1 0,1 0,-1-1,0 2,1-1,-1 0,0 0,-3-1,0 1,0-1,1 1,-1 0,0 0,0 0,0 1,0 0,0 0,0 0,0 0,0 1,0 0,0 0,0 0,0 1,0 0,1 0,-1 0,1 0,-1 1,1 0,0-1,0 2,0-1,0 0,1 1,0 0,-1-1,1 1,0 1,1-1,-1 0,1 1,0-1,0 1,0 0,1 0,-1-1,1 6,1-8,0 0,0 0,0 0,1 0,-1 0,1 0,-1 0,1 0,0 0,0 0,0 0,0-1,0 1,0 0,1-1,-1 1,0 0,1-1,-1 0,1 1,0-1,-1 0,1 0,0 0,0 0,0 0,0 0,0-1,0 1,0 0,0-1,0 0,1 1,71-3,-66 0,0 0,-1-1,1 0,-1-1,0 0,0 0,0-1,0 1,-1-1,1-1,-5 4,0 1,-1-1,1 0,0 1,-1-1,1 0,-1 0,0 0,0 0,1 0,-1 0,-1-1,1 1,0 0,0 0,-1-1,1 1,-1-1,0 1,0 0,0-1,0 1,0 0,0-1,-1 1,1-1,-1 1,0 0,0 0,1-1,-1 1,-1 0,1 0,0 0,0 0,-1 0,-2-2,0 0,0 1,0-1,-1 1,1 0,-1 1,1-1,-1 1,0 0,0 0,-1 0,1 0,0 1,0 0,-1 0,1 1,0 0,-1 0,1 0,-1 0,1 1,0 0,-1 0,1 0,0 1,0-1,0 1,0 1,0-1,0 1,1 0,-1 0,1 0,0 0,-2 3,4-5,1 1,-1-1,1 1,-1 0,1-1,0 1,0 0,0 0,0 0,0 0,0 0,0 0,1 0,-1 0,1 0,-1 0,1 0,0 0,0 1,0-1,0 0,0 0,1 0,-1 0,1 0,-1 0,1 0,0 0,0 0,0 0,0 0,0 0,0 0,0 0,1-1,-1 1,1 0,-1-1,1 0,-1 1,1-1,1 1,5 0,0 0,0 0,0-1,0 0,1 0,-1-1,0 0,0 0,1-1,-1 0,0 0,0-1,0-1,0 1,0-1,-1 0,1-1,-1 0,1-1,-6 5,-1-1,0 1,0-1,0 0,0 0,0 0,-1 1,1-1,0 0,0 0,0 0,-1 0,1 0,0 0,-1 0,1-1,-1 1,0 0,1 0,-1 0,0-1,0 1,1 0,-1 0,0-1,0 1,0 0,-1 0,1 0,0-1,0 1,-1 0,1 0,-1 0,1-1,-1 1,1 0,-1 0,0 0,1 0,-1 0,0 0,0 0,0 1,0-1,-51-27,49 27,0 0,0 0,0 0,0 0,0 1,0 0,0-1,0 1,0 0,0 1,0-1,0 0,0 1,0 0,0-1,0 1,0 1,0-1,0 0,1 1,-1-1,0 1,1 0,-1 0,1 0,0 0,0 0,0 0,0 1,0-1,0 1,1-1,-1 1,1 0,-1 0,1 0,0 2,1-4,0 0,0 1,0-1,0 0,0 0,1 1,-1-1,0 0,1 0,-1 1,1-1,-1 0,1 0,0 0,0 0,-1 0,1 0,0 0,0 0,0 0,0 0,0-1,0 1,0 0,0-1,0 1,1 0,-1-1,0 0,0 1,1-1,-1 0,0 1,0-1,1 0,-1 0,0 0,1 0,-1 0,54-4,-22-14,-32 17,-1 1,1-1,0 1,-1 0,1-1,-1 1,1-1,-1 1,1-1,-1 1,0-1,1 1,-1-1,0 0,1 1,-1-1,0 0,0 1,1-1,-1 0,0 1,0-1,0 0,0 1,0-1,0 0,0 1,0-1,0 0,0 1,-1-1,1 0,0 1,0-1,-1 0,1 1,0-1,-1 0,1 1,0-1,-1 1,1-1,-1 1,1-1,-1 1,1-1,-1 1,0 0,0-1,-4-5,9 6</inkml:trace>
  <inkml:trace contextRef="#ctx0" brushRef="#br0" timeOffset="111202.031">20229 6864,'-2'-3,"-1"0,0 1,0 0,0-1,0 1,0 1,-1-1,1 0,-1 1,1-1,-1 1,1 0,-1 0,0 1,1-1,-1 1,0 0,0 0,1 0,-1 0,0 0,-1 1,1 1,0-1,0 1,1 0,-1 0,1 0,-1 0,1 1,0-1,0 1,0 0,0 0,0 0,1 0,-1 1,1-1,0 1,0-1,0 1,1 0,-1 0,1-1,0 1,0 0,0 0,0 1,1-1,0 0,0 0,0 0,0 0,1 0,-1 0,1 0,0 0,0 0,1 0,-1 0,1-1,0 1,0 0,0-1,0 1,1-1,-1 0,1 0,0 0,0 0,3 2,-2-4,1 1,0-1,-1 0,1 0,0 0,0-1,-1 1,1-1,0-1,0 1,0-1,0 1,-1-1,1-1,0 1,-1-1,1 0,-1 0,0 0,0 0,1-1,-1 0,-1 1,1-2,0 1,-1 0,0-1,1 1,-1-1,-1 0,1 0,-1 0,1-1,-1 1,0-1,-1 1,1-1,-1 1,0-1,0 0,0 0,-1 1,0-1,0-3,-5-43,5 51,1 0,-1 0,0 0,0 1,1-1,-1 0,0 0,0 1,0-1,0 0,0 0,1 1,-1-1,0 0,0 1,0-1,0 0,0 1,0-1,0 0,0 0,0 1,0-1,0 0,0 1,0-1,0 0,0 1,0-1,-1 0,1 0,0 1,0-1,0 0,0 0,-1 1,1-1,0 0,0 0,0 1,-1-1,1 0,0 0,0 0,-1 0,1 1,0-1,-1 0,1 0,0 0,0 0,-1 0,1 0,0 0,-1 0,1 0,0 0,-1 0,1 0,0 0,-1 0,1 0,0 0,0 0,-1 0,1 0,0 0,-1-1,1 1,0 0,0 8,0 1,1-1,0 0,1 1,0-1,0 0,0 0,1 0,0-1,1 1,0-1,0 0,1 0,-1 0,2 0,-1-1,1 0,0 0,0 0,0-1,1 0,0 0,0 0,0-1,3 1,7-2,-2-3</inkml:trace>
  <inkml:trace contextRef="#ctx0" brushRef="#br0" timeOffset="111630.975">20484 6569,'16'17,"3"36,-2 2,-2 0,-3 0,-1 8,-6-33,-1 1,-2 0,-1 0,-1 0,-2-1,-4 22,4-39,0 0,-2-1,0 1,0-1,-1 1,0-1,-1-1,0 1,-1-1,-1 0,0-1,0 0,-1 0,0 0,0-1,-1-1,-1 0,-54 24,55-30</inkml:trace>
  <inkml:trace contextRef="#ctx0" brushRef="#br0" timeOffset="115316.908">18733 5179,'1'2,"0"0,0 0,0-1,1 1,-1 0,1-1,-1 1,1-1,0 1,-1-1,1 0,0 0,0 0,0 0,0 0,0 0,0 0,0-1,0 1,0-1,1 1,-1-1,0 0,0 0,0 0,0 0,2 0,23-1,-1 0,1-2,0-1,-1-1,1-1,-2-1,13-6,-6 3,-15 3,0-1,0 0,-1-1,0-1,-1 0,0-1,5-6,32-22,-39 29,0 0,0-1,-1 0,-1-1,0-1,0 1,5-11,92-119,1-66,-94 164,-3-1,-1-1,-2 0,-2 0,0-47,-2 45,2-51,-4-1,-7-38,-8-8,5 101,-1 0,-2 0,-3 1,-1 0,-2 1,-2 1,-7-11,-74-107,94 149,0 0,-1 1,0 0,-1 0,0 1,-1 0,0 0,0 1,-1 0,0 0,0 1,-1 0,0 1,-7-4,-107-47,-43-2,42 18,-61-12,129 40,-60-5,99 17,0-1,1-1,0-1,0 0,0-1,-14-7,-11-2,20 7,-109-22,126 29</inkml:trace>
  <inkml:trace contextRef="#ctx0" brushRef="#br0" timeOffset="116943.555">16887 2130,'672'0,"-417"-24,4 22,-258 2,1-1,-1 1,1 0,0-1,-1 1,1 0,-1 0,1 0,0 1,-1-1,1 0,-1 1,1-1,-1 1,1-1,-1 1,1 0,-1-1,0 1,1 0,-1 0,0 0,0 0,0 0,1 0,-1 0,0 1,0-1,-1 0,1 1,0-1,0 1,-1-1,1 0,-1 1,1-1,-1 1,0 0,1-1,-1 1,0 1,-12 226,22 40,1-102,-8-84,3-1,3 0,9 23,16 58,-27-253,-5 59</inkml:trace>
  <inkml:trace contextRef="#ctx0" brushRef="#br0" timeOffset="117674.66">18585 2546,'-335'104,"400"-98,-59-4,0-1,-1 2,1-1,-1 1,1 0,-1 0,0 0,0 1,0 0,-1 0,1 0,-1 0,0 1,0 0,-1 0,1 0,-1 0,0 0,0 1,-1-1,0 1,0 0,0 0,0-1,-1 2,1 1,1 1,0-2,0 1,1 0,0-1,1 1,-1-1,1 0,1-1,-1 1,1-1,0 0,0-1,2 2,-4-5,1 1,-1-1,0 0,1 0,-1 0,1 0,0-1,0 0,-1 0,1 0,0-1,0 1,0-1,0 0,0-1,2 0,-5-1,0 0,0 0,0 0,-1 0,1 0,-1-1,0 1,1-1,-1 1,0-1,0 0,-1 1,1-1,0 0,-1 1,0-1,0 0,1 0,-2 0,1 1,0-1,-1-1,1-3,0-58,-4 0,-2 0,-4 0,-4-11,9 57,5 19,0 0,-1 0,1 1,-1-1,1 0,-1 0,1 0,0 0,-1 0,1 1,-1-1,1 0,0 0,-1 1,1-1,0 0,-1 1,1-1,0 0,-1 1,1-1,0 1,0-1,0 0,-1 1,1-1,0 1,0-1,0 0,0 1,0-1,0 1,0-1,0 1,0-1,0 1,0-1,0 1,0-1,0 0,0 1,0-1,0 1,1-1,-1 0,0 1,0-1,1 1,-1-1,0 0,0 1,1-1,-1 0,0 1,1-1,-1 0,0 27,0 1</inkml:trace>
  <inkml:trace contextRef="#ctx0" brushRef="#br0" timeOffset="118536.687">18158 3254,'-8'340,"8"-340,5 71,-5-69,1-1,-1 1,1 0,0 0,-1-1,1 1,0-1,0 1,0-1,0 1,1-1,-1 1,0-1,0 0,1 0,-1 0,1 0,-1 0,1 0,0 0,-1 0,1 0,0-1,0 1,-1-1,1 0,0 1,0-1,0 0,-1 0,1 0,0 0,0 0,0 0,-1-1,2 1,134-45,-97 39,0 3,0 0,1 3,-1 1,0 3,25 4,-17-2,1091 46,-957-49,1392 29,-1421-24,-153-8,0 0,0 0,0 0,0 0,-1 1,1-1,0 0,0 0,0 0,0 0,0 1,0-1,0 0,0 0,-1 0,1 0,0 1,0-1,0 0,0 0,0 0,0 0,0 1,0-1,0 0,0 0,0 0,-26 2,-13-1,-4 0</inkml:trace>
  <inkml:trace contextRef="#ctx0" brushRef="#br0" timeOffset="120824.326">19989 4203,'-12'323,"20"-244,-8-79,0 0,1-1,-1 1,0 0,0-1,0 1,0 0,0 0,0-1,1 1,-1 0,0-1,0 1,0 0,1 0,-1-1,0 1,0 0,1 0,-1 0,0 0,1-1,-1 1,0 0,0 0,1 0,-1 0,0 0,1 0,-1 0,0 0,1 0,-1 0,0 0,1 0,-1 0,0 0,1 0,-1 0,0 0,1 0,-1 0,0 0,1 1,-1-1,0 0,0 0,1 0,-1 1,0-1,0 0,1 0,-1 1,0-1,0 0,0 0,0 1,1-1,-1 0,0 1,0-1,0 0,0 1,0-1,0 0,0 0,0 1,0-1,0 0,0 1,11-27,-10 24,5-17,-4 10,0 1,1-1,0 1,0 0,1 0,0 0,0 1,1-1,0 1,0 0,0 1,1-1,0 1,1 0,-5 5,-1 0,1 0,-1 1,1-1,0 1,-1-1,1 1,0 0,-1 0,1-1,0 1,0 1,-1-1,1 0,0 0,-1 0,1 1,0-1,-1 1,1-1,-1 1,1 0,-1 0,1 0,-1 0,1 0,-1 0,0 0,1 0,-1 0,0 1,0-1,0 0,0 1,0-1,0 1,-1-1,1 1,0 1,26 66,-25-64,0 0,0 0,0 1,-1-1,0 0,0 1,-1-1,1 1,-1-1,0 0,-1 1,1-1,-1 1,0-1,-1 0,1 0,-1 1,0-1,0 0,-1-1,1 1,-1 0,0-1,0 1,-1-1,1 0,-1 0,0 0,0-1,-1 1,-3 0,0 0,0-1,0 0,0 0,-1-1,1 0,-1-1,0 0,1 0,-1-1,0 0,1-1,-4 0,15-3,5 1</inkml:trace>
  <inkml:trace contextRef="#ctx0" brushRef="#br0" timeOffset="121180.377">20310 4109,'65'136,"-45"-97,-2 1,-2 0,-1 1,-2 1,-2 0,4 34,-13-59,0 0,-1 0,-1 0,0 0,-2 0,0 0,0 0,-2 0,0 0,-1-1,-1 1,0-1,-1-1,-1 1,0-1,-1-1,-1 1,-5 5,8-11,-1 0,0-1,-1 0,0 0,0-1,0 0,-1-1,0 0,-7 3,18-15,10-4</inkml:trace>
  <inkml:trace contextRef="#ctx0" brushRef="#br0" timeOffset="124747.075">19815 11395,'19'33,"-18"-29,0 0,1-1,0 1,-1-1,1 1,0-1,1 0,-1 0,0 0,1 0,0 0,0 0,0-1,0 1,0-1,0 0,0 0,1 0,-1 0,1-1,0 0,-1 1,4-1,21 4,1 0,0-3,0 0,1-2,0-1,-8 1,944-43,-922 36,-44 1</inkml:trace>
  <inkml:trace contextRef="#ctx0" brushRef="#br0" timeOffset="145027.4">11955 7905,'0'-40,"-22"624,4-199,17-324,-12-259,-18-274,21-72,10 534,1 20,-2 110,-1-37,4 0,12 76,2-113,-7-61,-7 1</inkml:trace>
  <inkml:trace contextRef="#ctx0" brushRef="#br0" timeOffset="155931.791">11994 8294,'13'15,"-13"-13,1 0,0 0,-1-1,1 1,0-1,0 1,0-1,1 1,-1-1,0 1,0-1,1 0,-1 0,1 0,-1 1,1-2,-1 1,1 0,0 0,-1 0,1-1,0 1,0-1,0 1,-1-1,1 0,0 0,0 0,0 0,0 0,0 0,-1 0,3-1,-3-1,1 1,-1-1,1 0,-1 0,1 0,-1 0,0 0,0-1,0 1,0 0,0 0,-1-1,1 1,-1 0,1-1,-1 1,0-1,0 1,0 0,0-1,-1 1,1-1,0 1,-1 0,0-1,0 1,1 0,-1 0,-1-1,1 1,0 0,0 0,-1 0,1 0,-1 1,0-1,0 0,1 1,-1-1,-1 0,2 1,-1 0,0 0,1 0,-1-1,0 2,1-1,-1 0,0 0,0 0,0 1,0-1,0 1,0 0,0 0,0-1,0 1,0 0,0 1,0-1,0 0,0 0,0 1,0-1,1 1,-1 0,0 0,0 0,0 0,1 0,-1 0,0 0,1 0,-1 0,1 1,-1-1,1 1,0-1,-1 2,-2 3,1-1,0 1,0 0,0 0,1 0,-1 1,2-1,-1 1,1-1,0 1,0 0,0-4,1-1,-1 0,1 1,0-1,0 0,0 1,0-1,0 1,1-1,-1 0,1 1,-1-1,1 0,0 1,0-1,0 0,0 0,0 0,1 0,-1 0,1 0,-1 0,1-1,0 1,-1 0,1-1,0 1,0-1,0 0,0 0,0 0,1 0,-1 0,0 0,0 0,1-1,-1 1,1-1,-1 0,0 1,1-1,-1 0,0-1,2 1,0-1,1 0,-1 0,1 0,-1-1,0 0,0 0,0 0,0 0,0-1,0 1,0-1,-1 0,1 0,-1-1,0 1,0-1,0 1,-1-1,1 0,-1 0,0 0,0 0,0 0,-1-1,0 1,1-1,-1 1,-1-1,1 1,-1-1,0 1,0-1,0 1,-1-5,1 8,0-1,-1 1,1-1,-1 1,1-1,-1 1,0-1,0 1,0 0,1-1,-1 1,0 0,-1 0,1-1,0 1,0 0,0 0,-1 0,1 1,0-1,-1 0,1 0,-1 1,1-1,-1 1,1-1,-1 1,1 0,-1-1,0 1,1 0,-1 0,1 0,-1 1,-1-1,-52 20,50-17,0 0,1 0,-1 1,1 0,0 0,0 0,0 0,1 0,-1 1,1 0,0 0,1 0,-1 0,1 0,0 0,0 1,1-1,-1 1,1-1,0 1,1-1,0 1,0 5,0-10,0 0,1 1,0-1,-1 0,1 1,0-1,-1 0,1 1,0-1,0 0,0 0,0 0,0 0,1 0,-1 0,0 0,0 0,1-1,-1 1,0 0,1-1,-1 1,0-1,1 0,-1 1,1-1,-1 0,1 0,-1 0,1 0,-1 0,1 0,-1 0,1 0,0-1,49-16,-13-26,-37 42,0 0,0 0,-1 0,1-1,0 1,-1 0,1 0,-1 0,1-1,-1 1,0 0,0 0,1-1,-1 1,0 0,0-1,0 1,0 0,0-1,-1 1,1 0,0 0,-1-1,1 1,-1 0,1 0,-1-1,1 1,-1 0,0 0,0 0,1 0,-1 0,0 0,0 0,0 0,0 1,0-1,0 0,-2 0,3 0,-1 1,0-1,0 1,0 0,0-1,0 1,0 0,0 0,0-1,0 1,0 0,0 0,0 0,0 0,0 0,0 1,0-1,0 0,0 0,0 1,0-1,0 0,0 1,0-1,0 1,1 0,-1-1,0 1,0-1,1 1,-1 0,0 0,1-1,-1 1,0 0,0 1,2-1,0 0,1 0,-1 0,0 0,0 0,0 0,1 0,-1 0,0 0,1 0,-1-1,1 1,-1-1,1 1,-1-1,1 1,-1-1,1 0,-1 0,1 0,0 0,-1 0,1 0,-1 0,1-1,0 1,24-12,-25 12,-1 0,1 0,-1 0,1 0,-1 0,1-1,-1 1,1 0,-1 0,1-1,-1 1,0 0,1-1,-1 1,0 0,1-1,-1 1,0 0,1-1,-1 1,0-1,0 1,0-1,1 1,-1-1,0 1,0-1,0 1,0-1,0 1,0-1,0 1,0-1,0 1,0-1,0 1,0 0,0-1,0 1,0-1,-1 1,1-1,0 1,0-1,-1 1,1-1,0 1,-1 0,1-1,0 1,-1 0,1-1,-1 1,-1-1,-1 1,1-1,-1 1,1 0,-1 0,0 0,1 0,-1 1,1-1,-1 1,1-1,-1 1,1 0,-1 0,1 0,0 0,-1 1,1-1,0 1,0-1,0 1,0 0,0-1,0 1,1 0,-1 0,1 1,-1-1,1 0,0 0,0 1,0-1,0 1,-1 1,3-3,0 1,0-1,0 1,0-1,0 0,0 1,1-1,-1 0,0 0,1 0,-1 0,0 0,1 0,-1 0,1-1,0 1,-1 0,1-1,0 1,-1-1,1 0,0 0,-1 1,1-1,0 0,-1 0,1-1,0 1,0 0,-1 0,1-1,0 1,-1-1,1 0,1 1,0 0,-1 0,1 0,0-1,-1 0,1 1,0-1,-1 0,1 0,-1 0,1 0,-1-1,0 1,0-1,1 1,-1-1,0 0,0 0,0 0,-1 0,1 0,0 0,-1-1,0 1,1-2,-2 3,0 0,-1 0,1 0,0 0,-1 0,1 0,-1 0,1 1,-1-1,0 0,1 0,-1 0,0 1,0-1,0 0,1 1,-1-1,0 1,0-1,0 1,0-1,0 1,0 0,0-1,0 1,0 0,0 0,0 0,0 0,0 0,0 0,-1 0,44-19,-3-1,-1-1,-1-2,-1-2,-1-1,-1-1,-2-2,-1-2,-1 0,-1-2,-2-1,-2-2,-1 0,-1-2,-3 0,5-15,24-76,-6-3,-6-1,-6-2,-6-1,5-99,-5-40,-11-2,-14-72,0 323,1 18,-1 0,0 0,0 0,0 0,-1 0,-1 1,1-1,-1 0,0 1,-3-7,4 14,1 0,-1 0,0-1,1 1,-1 0,0 0,1 0,-1 0,1-1,-1 1,0 0,1 0,-1 0,0 1,1-1,-1 0,0 0,1 0,-1 0,1 1,-1-1,0 0,1 0,-1 1,1-1,-1 1,1-1,-1 0,1 1,-1-1,1 1,-1-1,1 1,0-1,-1 1,1-1,0 1,-1 0,1-1,0 1,0 0,0-1,0 1,-1-1,1 1,0 0,0-1,0 1,0 0,0-1,1 1,-1 0,0-1,0 1,0-1,0 1,1 0,-1-1,0 1,0 2,-59 158,43-140,11-40,78-278,-60 255,-12 42,0 0,0 0,-1-1,1 1,0 0,0 0,0 0,0 0,0 0,-1 1,1-1,0 0,0 0,0 0,0 1,-1-1,1 0,0 1,0-1,-1 1,1-1,0 1,-1-1,1 1,-1-1,1 1,0 0,-1-1,1 1,-1 0,0-1,1 1,-1 0,1 0,-1 0,0-1,0 1,0 0,1 0,-1 0,2 2,19 26,1-2,2-1,1-1,0-1,21 14,-21-17,-23-19,0-1,0 0,0 0,-1 0,1 1,0-1,-1 0,1 1,-1-1,1 1,-1-1,1 1,-1 0,0-1,0 1,0 0,0 0,0 0,-1 0,1 0,-1 0,1 0,-1 0,1 0,-1 0,0 0,0 0,0 0,0 1,-1-1,1 0,-1 1,-5 3,0-1,-1 0,1 0,-1-1,0 0,-1 0,1 0,-1-1,1 0,-8 1,3 0,5-1,-2 1,-1 0,1-1,-1 0,0 0,0-1,0 0,0-1,0 0,-1-1,-6 0,16-1,-1 0,1-1,-1 1,1 0,-1 0,1-1,0 1,0-1,-1 1,1-1,0 0,1 1,-1-1,0 0,0 0,1 0,-1 1,1-1,-1 0,1 0,0 0,0 0,0 0,0 0,0 0,0 0,1 0,-1 1,1-1,-1-4,2-257,-10 225,-1 49,-23 234,16-148,17-282,-15 391,8-194,6-35,7-176,-6 199,-1 1,1-1,-1 0,1 1,-1-1,1 1,-1-1,1 0,-1 0,1 1,0-1,-1 0,1 0,-1 0,1 0,0 0,-1 0,1 0,-1 0,1 0,0 0,-1 0,1 0,-1 0,1 0,0-1,-1 1,1 0,-1 0,1-1,-1 1,1 0,-1-1,1 1,-1 0,1-1,-1 1,1-1,-1 1,0-1,1 1,-1-1,0 1,1-1,-1 1,0-1,0 0,0 1,0-1,1 1,-1-1,0 0,0 1,0-1,0 1,0-1,0 0,0 1,-1-1,1 1,0-1,179 200,-154-171,-46-30,-70-39,91 40,0 0,0 0,0 0,0 0,0-1,0 1,0 0,0 0,1 0,-1 0,0 0,1 0,-1-1,1 1,-1 0,1 0,-1 0,1 0,0 0,-1 1,1-1,0 0,0 0,0 0,0 1,0-1,0 0,0 1,0-1,0 1,0-1,0 1,0 0,0-1,1 1,6-7,-3 3,-1 0,1-1,-1 1,0-1,0 0,-1-1,1 1,-1-1,0 1,0-1,-1 0,0 0,0 0,0-3,-23-30,19 29</inkml:trace>
  <inkml:trace contextRef="#ctx0" brushRef="#br0" timeOffset="170794.109">3639 10259,'-49'-10,"-1"1,0 3,0 2,-1 3,-37 3,78-2,-540 37,467-29,-150 20,0 11,-33 17,63-12,2 9,3 9,3 8,-64 37,187-67,1 2,2 3,2 3,2 3,3 3,1 3,4 2,2 2,3 3,-39 62,68-91,2 0,2 1,1 1,2 0,1 2,-1 10,10-30,2 1,0 0,1 0,1 1,1-1,1 0,1 1,1-1,0 0,2 1,0-2,1 1,4 10,17 23,2-1,2-1,2-2,2-1,3-1,1-3,2 0,3-3,32 24,41 31,3-5,5-6,3-5,3-6,90 35,-80-45,2-6,3-6,2-6,2-7,141 17,-107-36,1-9,1-8,-1-7,0-9,-1-8,-1-8,-1-7,-2-9,-2-7,-3-8,-2-7,-4-8,-3-8,104-71,-184 101,-1-4,-4-3,49-49,-93 74,-1-1,-1-2,-3-1,-1-1,-2-2,-1-1,-3-1,5-16,-7 5,-3-1,-2 0,-2-2,-4 0,-1 0,-4-1,-1 0,-4-1,-3-27,-4 7,-4 1,-2 0,-5 0,-2 2,-4 0,-26-55,24 68,-4 1,-2 2,-2 1,-3 2,-3 1,-2 2,-3 2,-2 2,-2 2,-2 2,-2 2,-2 2,-2 3,-1 3,-2 2,-2 2,3 8,-2 3,0 2,-1 3,-1 3,0 3,-1 2,0 3,0 2,-1 4,1 2,0 3,0 2,0 4,1 2,-45 16,-10 11,2 5,3 5,1 5,3 4,3 6,-22 21,78-51</inkml:trace>
  <inkml:trace contextRef="#ctx0" brushRef="#br0" timeOffset="173350.605">18933 11195,'21'-251,"-15"-257,-6 1312,0-1691,-11 1007,-11 180,14 60,16-204,-21-144,3-15</inkml:trace>
  <inkml:trace contextRef="#ctx0" brushRef="#br0" timeOffset="173762.774">18291 11262,'-1'1,"0"1,0 0,0 0,1 0,-1 0,1 0,-1 0,1 0,0 0,-1 0,1 0,0 0,0 0,1 0,-1 0,0 0,1 0,-1 0,1 0,-1 0,1 0,0 0,0-1,0 1,0 0,0 0,1-1,-1 1,0-1,1 1,-1-1,1 0,0 1,-1-1,1 0,0 0,0 0,-1 0,1 0,0-1,0 1,0-1,0 1,0-1,0 0,0 1,2-1,45 9,1-2,0-2,0-3,23-2,-36 1,255-1,-279 4,-33 0,4-7,3-1</inkml:trace>
  <inkml:trace contextRef="#ctx0" brushRef="#br0" timeOffset="174627.909">18973 10419,'-38'-22,"37"22,1 0,-1-1,0 1,0 0,1-1,-1 1,0-1,1 1,-1-1,1 1,-1-1,0 1,1-1,-1 0,1 1,0-1,-1 0,1 1,-1-1,1 0,0 0,0 1,-1-1,1 0,0 0,0 0,0 1,0-1,0 0,0 0,0 0,0 1,0-1,1 0,-1 0,0 1,0-1,1 0,-1 0,0 1,1-1,-1 0,1 1,-1-1,1 0,-1 1,1-1,-1 1,1-1,8-3,1 0,-1 0,1 1,0 0,0 1,0 0,0 1,0 0,0 1,6 0,-5-1,97 0,0 4,24 8,36 1,-123-8,-45-4,0 1,0-1,0 0,0 0,0 0,-1 0,1 0,0 0,0 0,0 0,0 1,0-1,-1 0,1 0,0 0,0 0,0 0,0 1,0-1,0 0,0 0,0 0,0 0,0 1,0-1,0 0,0 0,0 0,0 0,0 1,0-1,0 0,0 0,0 0,0 1,0-1,0 0,0 0,0 0,0 0,0 0,0 1,0-1,0 0,1 0,-1 0,0 0,0 0,0 1,0-1,0 0,1 0,-21 6,-54 5,-1-3,0-3,0-3,-2-4,20 2,-48-1,586-5,-448 5,0-2,0-1,0-2,0-1,0-2,-61 4,-16 9,0 2,0 2,1 2,-5 3,-2 1</inkml:trace>
  <inkml:trace contextRef="#ctx0" brushRef="#br0" timeOffset="179393.568">18759 5700,'0'10,"1"0,0 0,1-1,0 1,1-1,0 1,0-1,1 0,0 0,0-1,1 1,0-1,104 124,-114-158,-2 9,1 0,0-1,1 1,1-1,1 0,1 0,0-8,2 14,-1 10,0 0,1 0,-1 0,1 0,-1 0,1 0,0 0,0 0,0 0,0 0,0 0,1-1,-1 1,0 0,1 0,0 0,-1 0,1 0,0 1,0-1,0 0,0 0,1 0,-1 1,0-1,1 1,-1-1,1 1,0 0,-1-1,1 1,0 0,0 0,-1 0,1 0,0 1,0-1,0 0,0 1,0-1,1 1,144 14,-89-14,-57 0,0 0,0 1,0 0,0-1,0 1,0-1,0 1,0 0,0 0,0 0,0-1,-1 1,1 0,0 0,0 0,-1 0,1 0,-1 0,1 0,-1 1,0-1,1 0,-1 0,0 0,0 0,1 1,-1-1,0 0,0 0,0 0,-1 1,1-1,0 0,0 0,-1 0,1 0,0 1,-1-1,0 0,1 0,-1 0,1 0,-1 0,0 0,0 0,0-1,1 1,-1 0,0 0,0-1,0 1,-1 2,-18 35,-2-2,-2-1,-1 0,-2-2,-1-1,-4 2,24-31,21-22,19-14,-45 36,8-4</inkml:trace>
  <inkml:trace contextRef="#ctx0" brushRef="#br0" timeOffset="181161.217">18692 5246,'3'-1,"1"0,-1-1,0 1,0-1,-1 0,1 1,0-1,0 0,-1-1,1 1,-1 0,0-1,0 1,0-1,0 0,0 0,0 0,-1 0,1 0,-1 0,0 0,0 0,0 0,-1-1,1 1,-1 0,1-1,-1 1,0 0,-1-1,1 1,0 0,-1-2,0 4,1 0,-1 0,1 0,-1 0,1 0,-1 0,0 0,1 0,-1 0,0 1,0-1,0 0,0 0,1 1,-1-1,0 0,0 1,0-1,-1 1,1 0,0-1,0 1,0 0,0-1,0 1,0 0,0 0,-1 0,1 0,0 0,0 0,0 1,0-1,0 0,0 1,-1-1,1 0,0 1,-39 22,35-18,0 0,0 0,0 0,1 0,0 1,0-1,1 1,-1 0,1 1,1-1,-1 0,1 1,0 0,0-1,1 1,0 0,0 0,1 0,0-1,0 2,0-6,1 0,0 0,0 0,-1 0,1 0,1 0,-1 0,0 0,0-1,0 1,1 0,-1-1,1 1,0-1,-1 0,1 0,0 1,0-1,-1 0,1 0,0-1,0 1,0 0,0-1,1 1,-1-1,0 1,0-1,0 0,0 0,1 0,66-12,-66 11,0 0,1-1,-1 1,0-1,0 0,-1 0,1 0,0 0,-1-1,1 1,-1-1,1 1,-1-1,0 0,-1 0,1 0,0 0,-1 0,1 0,-1-1,0 1,0 0,0-1,-1 1,1-1,-1 1,0-1,0 1,0-1,0 1,-1-1,0 1,1 0,-1-1,0 1,0 0,-1-1,1 1,-1 0,0 0,0 0,0 0,0 0,0 1,0-1,-1 1,1-1,-4-1,3 2,0 0,0 1,0-1,0 1,-1 0,1-1,0 1,-1 1,1-1,-1 1,1-1,-1 1,1 0,-1 0,0 0,1 1,-1-1,1 1,0 0,-1 0,1 0,0 0,-1 1,1-1,0 1,0 0,0 0,0 0,1 0,-1 1,0-1,1 1,0 0,-1-1,1 1,0 0,1 0,-1 0,0 1,1-1,0 0,0 0,0 1,0-1,0 1,1-1,-1 1,1-1,0 1,0 1,1-3,-1 1,1-1,-1 0,1 0,0 0,-1 0,1 0,0 0,1 0,-1 0,0 0,0 0,1 0,-1-1,1 1,0-1,-1 1,1-1,0 1,0-1,0 0,0 0,0 0,0 0,0 0,0-1,0 1,0-1,1 1,-1-1,0 0,0 0,1 0,-1 0,0 0,0 0,1-1,-1 1,0-1,2 0,0-25,-6 14</inkml:trace>
  <inkml:trace contextRef="#ctx0" brushRef="#br0" timeOffset="185224.08">18718 5165,'89'-24,"-59"12,53-14,-50 17,0-2,-1 0,-1-3,0 0,-1-2,0-1,13-12,-10 9,-2-2,-1-1,0-1,9-12,69-116,-98 140,-1 0,0 0,-1-1,-1 0,0 0,0-1,-1 1,-1-1,0-4,1-4,0 0,2 0,0 1,1 0,1 0,1 1,1 0,5-4,-10 15,-1-1,0 0,0 0,-1-1,0 0,-1 0,0 0,-1 0,0 0,-1-1,0 1,0-1,-2 0,1-4,11-126,-20 4,2 94,4 19,-1-1,-2 1,0 0,-10-24,-67-116,-29-89,99 230,-2 0,-1 1,0 1,-17-17,-45-72,68 99,0 1,0 0,-1 1,-1 0,0 0,0 2,0-1,-1 1,-1 1,1 0,-1 1,0 0,-1 1,-7-2,0-2,-102-49,79 35,0 2,-2 2,-1 2,-33-7,-153-32,167 41,-8 2,85 2,157-76,-157 78,-28 11,8 0,-161 33,169-36,-1 1,1 0,0 0,0 0,-1 0,1 0,0 0,0 0,-1 1,1-1,0 0,0 1,-1-1,1 1,0-1,0 1,0 0,0-1,0 1,0 0,0 0,0 0,0-1,0 1,1 0,-1 0,0 1,0-1,1 0,-1 0,1 0,-1 0,1 0,-1 1,1-1,0 0,0 0,0 1,0-1,0 0,0 0,0 1,80 80,94 143,-174-226,0 1,0 0,1 0,-1-1,0 1,0 0,0 0,0-1,0 1,1 0,-1 0,0 0,0-1,0 1,1 0,-1 0,0 0,0-1,1 1,-1 0,0 0,0 0,1 0,-1 0,0 0,0 0,1 0,-1 0,0 0,0 0,1 0,-1 0,0 0,1 0,-1 0,0 0,0 0,1 0,-1 0,0 0,0 0,1 0,-1 0,0 1,0-1,1 0,-1 0,0 0,0 1,0-1,1 0,-1 0,0 0,0 1,0-37,-1 28,-15-276,17 201,-4 88,0 3</inkml:trace>
  <inkml:trace contextRef="#ctx0" brushRef="#br0" timeOffset="-105273.943">6246 2746,'3'3,"0"0,0 1,0-1,0 0,0 0,1-1,-1 1,1-1,-1 0,1 0,0 0,0 0,0-1,0 1,1-1,-1 0,0 0,0-1,1 1,-1-1,0 0,1 0,-1 0,0-1,1 0,-1 1,0-2,0 1,0 0,0-1,17 0,317-5,-209 9,-114-2,767-15,33 2,-547 15,-232-2,257 1,60 18,308 24,163 3,21-8,68 11,403 12,-399-49,-603-14,322 3,163 39,-487-28,-202-13,-20 0,-1 3,32 7,-23 9,-106-19,-2-2</inkml:trace>
  <inkml:trace contextRef="#ctx0" brushRef="#br0" timeOffset="-104993.162">17074 2866,'12'13,"12"10,14 5,12 2,8 1,4 0,1-4,-7-1,-10-1,-13 0,-14 0,-20 1,-23 0,-25 0,-28 1,-28-5,5-6</inkml:trace>
  <inkml:trace contextRef="#ctx0" brushRef="#br0" timeOffset="-103866.721">6648 2585,'-170'109,"135"-90,-154 75,167-83,36 0,4-7,0 1,-1 1,1 1,-1 0,-1 1,1 1,-1 0,-1 1,0 1,1 1,109 95,-124-106,0 0,0 0,0 0,0 0,1 0,-1 0,0 0,0 0,1-1,-1 1,1-1,-1 1,1-1,-1 0,1 1,-1-1,1 0,-1 0,1 0,-1 0,1 0,-1 0,1 0,-1-1,1 1,-1-1,0 1,1-1,-1 1,1-1,-1 0,0 0,0 1,1-1,-1 0,0 0,0 0,0-1,0 1,0 0,0 0,0-1,4-9,-1 0,0 0,-1 0,0-1,-1 0,0 1,-1-1,0 0,-1 0,-1-3,2 0,0-19,-1 0,-2 1,-1-1,-1 1,-2 0,-7-20,13 50,-1-1,0 0,0 1,-1-1,1 0,-1 1,1 0,-1-1,0 1,0 0,-1 0,1 0,-1 0,1 1,-1-1,0 1,0-1,0 1,-2-1,-10 0</inkml:trace>
  <inkml:trace contextRef="#ctx0" brushRef="#br2" timeOffset="-93989.636">618 14043,'42'65,"-2"3,24 59,37 63,-57-131,-43-58,0-1,-1 1,1-1,0 1,-1-1,1 1,0-1,0 1,-1-1,1 0,0 1,0-1,0 0,0 0,-1 0,1 0,0 0,0 0,0 0,0 0,0 0,0 0,-1 0,1 0,0 0,0-1,0 1,0 0,-1-1,1 1,0-1,0 1,-1-1,1 1,0-1,-1 1,1-1,0 0,-1 1,1-1,-1 0,1 0,-1 1,0-1,1 0,-1 0,0 0,1 1,-1-1,0 0,0 0,0 0,0 0,0 0,9-52,-9 51,0-451,10 372,-10 80,1 0,-1 0,0 1,0-1,1 0,-1 1,1-1,-1 0,1 1,-1-1,1 0,-1 1,1-1,-1 1,1-1,0 1,-1-1,1 1,0-1,-1 1,1 0,0-1,0 1,-1 0,1 0,0 0,0 0,0-1,-1 1,1 0,0 0,0 0,0 1,-1-1,1 0,0 0,0 0,0 1,-1-1,1 0,0 1,0-1,-1 0,1 1,0 0,29 27,-1 9,-1 3</inkml:trace>
  <inkml:trace contextRef="#ctx0" brushRef="#br2" timeOffset="-93376.637">1433 14443,'-9'-14,"-1"0,-1 1,0 0,-1 1,0 0,-7-3,16 12,0 0,-1 0,1 1,-1 0,0-1,0 2,1-1,-1 0,-1 1,1-1,0 1,0 1,0-1,-1 0,1 1,0 0,-1 0,1 0,0 1,0-1,-1 1,1 0,0 0,0 0,0 1,0 0,-2 1,-2 3,0 1,0 0,1 1,0 0,0 0,0 1,2 0,-1 0,1 0,0 1,1-1,0 1,0 0,1 0,1 1,0-1,-1 10,2-18,0 1,0-1,1 1,0 0,-1-1,1 1,0 0,0-1,0 1,0-1,1 1,-1 0,1-1,0 1,-1-1,1 1,0-1,1 0,-1 1,0-1,1 0,-1 0,1 0,-1 0,1 0,0 0,0 0,0 0,0-1,0 1,1-1,-1 0,0 1,1-1,-1 0,1 0,0-1,6-1,0 0,0-1,1 0,-1-1,0 0,-1-1,1 1,0-2,-1 1,0-1,0 0,-1-1,1 0,-1 0,-1-1,1 0,-1 0,3-4,51-63,-60 74,0-1,0 1,1 0,-1 0,0-1,1 1,-1 0,1 0,-1 0,0-1,1 1,-1 0,1 0,-1 0,0 0,1 0,-1 0,1 0,-1 0,0 0,1 0,-1 0,1 0,-1 0,0 0,1 1,-1-1,1 0,-1 0,0 0,1 1,-1-1,0 0,1 0,-1 1,0-1,0 0,1 1,-1-1,0 0,0 1,1-1,-1 0,0 1,0-1,0 0,0 1,0-1,1 1,-1-1,0 0,0 1,0-1,0 1,0-1,0 0,0 1,0-1,-1 1,1-1,0 0,0 1,0-1,0 1,1 35,-1-33,0-1,8 84,-8-84,1 1,0 0,0-1,0 1,0-1,1 1,-1-1,1 1,-1-1,1 0,0 0,0 0,0 0,0 0,0 0,1 0,-1-1,0 1,1-1,-1 0,1 0,-1 0,1 0,0 0,0 0,-1-1,1 1,0-1,0 0,7-1,0-1,0 0,0-1,0 0,0-1,-1 0,1 0,-1-1,0 0,-1-1,1 0,-1 0,0 0,-1-1,1-1,-1 1,2-5,19-21,-2-1,-2-1,-1 0,-1-2,-2-1,-2-1,-2 0,-1-1,-2-1,-2 0,5-35,-11 50,0 0,-2 0,0 0,-2 0,-1 0,-1 0,-1 0,-2 0,0 0,-2 0,-3-9,8 32,0 0,1 0,-1 0,-1 0,1 1,0-1,-1 0,1 0,-1 1,0-1,0 1,0-1,0 1,0 0,0 0,-1 0,1 0,-1 0,1 1,-1-1,0 1,0 0,0 0,0 0,0 0,0 0,0 0,0 1,0-1,0 1,0 0,0 0,0 0,0 1,0-1,0 1,0-1,-1 2,-5 3,1 1,-1 0,1 1,1 0,-1 0,1 1,1 0,-1 0,1 1,1 0,0 0,0 0,1 0,0 1,0-1,1 1,0 3,-8 22,1 1,2 0,2 1,2-1,0 1,3 0,1 0,2 0,1 0,2 0,8 25,-10-46,1-2,1 1,0 0,1-1,0 0,1 0,1-1,0 0,1 0,0-1,1 0,0 0,1-1,0-1,1 0,6 3,22 9</inkml:trace>
  <inkml:trace contextRef="#ctx0" brushRef="#br2" timeOffset="-93051.931">1968 14243,'-6'16,"1"0,1 1,1 0,0 0,1 0,1 1,1-1,0 0,1 0,1 0,1 0,0 0,1 0,1 0,1-1,0 0,1 0,0-1,2 0,0 0,7 9,-14-21,0-1,0 0,0 0,0 0,0 0,0 0,1 0,-1-1,1 1,-1-1,1 1,-1-1,1 0,0 0,0 0,0 0,-1-1,1 1,0-1,0 0,0 0,0 0,0 0,0 0,0-1,0 1,-1-1,1 0,0 0,0 0,-1 0,1 0,0 0,1-2,4-7,0 1,-1-2,0 1,0-1,-1 0,-1-1,0 1,0-1,-1 0,-1 0,0-1,1-10,34-246,-38 267,1 0,-1 0,0-1,1 1,-1 0,1 0,0 0,0 0,0 0,0 0,0 0,0 0,1 0,-1 0,0 1,1-1,0 0,-1 1,1-1,0 1,0 0,0 0,0-1,0 1,0 1,1-2,9 5</inkml:trace>
  <inkml:trace contextRef="#ctx0" brushRef="#br2" timeOffset="-92697.462">2489 14564,'3'10,"1"0,-1-1,2 1,-1-1,1 0,1 0,-1 0,1-1,5 4,-9-9,0-1,0 0,1 0,-1 0,1 0,-1 0,1-1,0 1,0-1,-1 1,1-1,0 0,0 0,1-1,-1 1,0 0,0-1,0 0,0 0,0 0,1 0,-1 0,0-1,0 1,0-1,0 0,0 0,0 0,0-1,0 1,0 0,2-3,1-1,1 0,-1 0,-1-1,1 0,-1 0,0-1,0 0,0 0,-1 0,0 0,-1 0,0-1,0 0,0 0,-1 1,0-1,-1-1,1 1,-2 0,1 0,-1 0,-1-1,1 1,-1 0,-1 0,1 0,-1 0,-1 0,0 0,0 1,0-1,-1 1,0 0,0 0,-1 0,0 0,0 1,-1 0,0 0,0 0,0 1,0 0,-2 0,5 3,1 1,-1-1,1 1,-1 0,0 0,1 0,-1 1,0-1,0 1,0-1,1 1,-1 0,0 0,0 0,0 1,0-1,1 1,-1-1,0 1,0 0,1 0,-1 0,1 1,-1-1,1 0,-1 1,1 0,0-1,0 1,-1 0,1 0,1 0,-1 1,0-1,-3 6,0 0,0 1,1-1,0 1,1-1,0 1,0 0,1 1,-1 7,1-10,0-1,1 0,0 1,0-1,1 1,0-1,0 1,0-1,1 1,0-1,0 0,0 1,1-1,0 0,0 0,1 0,0 0,0 0,0-1,1 1,-1-1,1 0,1 0,-1 0,1-1,-1 1,1-1,1 0,1 1,22 7</inkml:trace>
  <inkml:trace contextRef="#ctx0" brushRef="#br2" timeOffset="-92433.492">2798 14002,'-14'-7,"-9"-2,0 3,1 6,4 11,5 12,5 10,4-2</inkml:trace>
  <inkml:trace contextRef="#ctx0" brushRef="#br2" timeOffset="-92171.264">2850 14724,'16'13,"10"8,9-1,9-5,9-8,8-10,-7-4</inkml:trace>
  <inkml:trace contextRef="#ctx0" brushRef="#br2" timeOffset="-90789.919">11901 9965,'-23'224,"18"-197,-10 132,7 1,6-1,8 1,17 93,8 258,-67 249,1 5,85 724,-50-1272,-10 0,-28 153,32-336,-5 36,2 1,4 1,3 22,17-164,-10 48</inkml:trace>
  <inkml:trace contextRef="#ctx0" brushRef="#br2" timeOffset="-85716.581">5966 3829,'-8'14,"1"-1,1 2,1-1,0 1,1 0,0 0,1 0,1 0,0 0,1 1,1-1,0 1,2-1,0 3,-2 24,2 198,26 191,64 163,-13-112,-49-235,-11 2,-12 162,-7 588,12-788,14 49,-14-156,3 136,-10 1,-14 66,0 73,-13 336,-31 372,43-22,-21-701,-56 247,77-548,-68 623,40-289,17-224,-7 69,6 93,21-199,3-49,-4 1,-4 0,-3-1,-5 0,-9 26,1-64,15-80,7 10,0 1</inkml:trace>
  <inkml:trace contextRef="#ctx0" brushRef="#br2" timeOffset="-80404.272">4174 14738,'6'4,"1"0,-1 0,1-1,0 0,0 0,0 0,1-1,-1 0,1-1,-1 1,8-1,-7 0,110 12,-1-5,111-8,-66 0,38 10,123 25,-297-32,147 11,1-8,7-7,-43 0,-137 1,1 0,-1 0,1-1,0 1,-1 0,1-1,-1 1,1-1,-1 1,1-1,-1 0,1 0,-1 0,0 0,1 0,-1 0,0 0,0 0,0 0,0 0,0-1,0 1,0 0,0-1,-1 1,1-1,0 1,-1-1,1 1,-1-1,0 0,1 1,3-61,-4 46,-3-438,-10 157,35 203,-6 43,8-38,13 38,-34 49,-1 0,1 1,-1-1,1 1,-1 0,1-1,0 1,0 0,0 1,0-1,0 1,0-1,-1 1,1 0,0 0,0 0,0 0,0 0,0 1,0 0,2 0,11 1,503 39,-114-7,107-16,-144-7,530 12,1866-24,-2716 4,-1 1,0 3,28 7,28 0,-97-14,1 1,0 0,0 0,0 1,-1 0,1 0,0 1,-1-1,0 1,0 1,0-1,0 1,5 4,-9-3,1 0,-1 1,0-1,-1 1,0-1,1 1,-2-1,1 1,-1 0,1-1,-1 1,-1 0,1 0,-2 3,1 13,-8 449,3 16,-8-150,14-187,0-149,0 1,1 0,-1-1,0 1,0-1,1 1,-1-1,1 1,-1-1,1 1,0-1,-1 1,1-1,0 0,0 1,0-1,0 0,0 0,0 0,1 0,-1 0,0 0,0 0,1 0,-1-1,1 1,-1 0,1-1,-1 1,1-1,-1 1,1-1,-1 0,1 0,62 1,-46-3,1031-10,-732 13,792 0,-809 4,121 25,-397-27,-64-2,2-4</inkml:trace>
  <inkml:trace contextRef="#ctx0" brushRef="#br2" timeOffset="-72557.536">3974 14844,'191'-20,"76"7,-41 8,1 11,-2 9,58 19,-224-26,-1 3,0 2,-1 3,21 9,-51-11,-28-14,1 0,0 0,-1 0,1 0,0 0,0 0,-1 1,1-1,0 0,0 0,-1 0,1 1,0-1,0 0,0 0,-1 0,1 1,0-1,0 0,0 0,0 1,0-1,0 0,-1 1,1-1,0 0,0 0,0 1,0-1,0 0,0 1,0-1,0 0,0 0,0 1,0-1,1 0,-1 1,0-1,0 0,0 0,0 1,0-1,0 0,1 0,-1 1,0-1,0 0,0 0,1 0,-1 1,0-1,0 0,1 0,-106-27,33 4,-1 3,-1 4,-54-4,-82 10,0 10,1 9,-3 9,-198 8,332-26,79-3,90-8,458-11,1 24,213 40,-441-21,-1589-77,1241 58,46 2,387 5,-285-9,465-1,-597 1,1-1,-1 0,1-1,-1 0,1-1,0 0,0 0,0-1,0 0,1-1,0 1,-6-5,9 2,1-1,-1 1,1-1,1 0,-1 0,2 0,-1-1,1 1,0-1,0 1,1-1,1 0,-1 1,1-1,1 0,0 0,0 1,0-1,2-4,-1-2,36-459,-37 67,9 754,-3-192,-6 0,-7 0,-8 9,5-59,17-96,1-27,-1-15,0 0,-3-1,0 0,-2-17,0 22,13-218,-8 94,6 0,30-129,-38 257,-5 15,1-1,1 1,-1 0,2 0,0 0,0 0,0 1,6-8,-10 17,0 0,1-1,-1 1,1 0,-1 0,1 0,-1-1,1 1,-1 0,1 0,-1 0,1 0,-1 0,1 0,-1 0,1 0,-1 0,1 0,-1 0,1 0,-1 0,1 0,-1 1,1-1,-1 0,1 0,-1 1,0-1,1 0,-1 0,1 1,-1-1,0 1,1-1,-1 0,0 1,1-1,-1 1,0-1,0 1,1-1,-1 0,0 1,0-1,0 1,0-1,0 1,0-1,1 1,-1-1,0 1,0-1,-1 1,1 0,0-1,0 1,0-1,0 0,0 1,-1-1,1 1,11 173,-12 23,-8 0,-9 1,-10 66,35-363,104-707,-169 1109,30-108,-3 175,36-294,-5-76,0-1,0 1,0-1,1 1,-1 0,0-1,0 1,0-1,0 1,0 0,1-1,-1 1,0 0,0-1,1 1,-1 0,0-1,0 1,1 0,-1 0,0-1,1 1,-1 0,0 0,1-1,-1 1,1 0,-1 0,0 0,1 0,-1 0,1 0,-1 0,0 0,1 0,-1 0,1 0,-1 0,1 0,-1 0,0 0,1 0,-1 0,1 0,-1 1,0-1,1 0,-1 0,0 0,1 1,-1-1,0 0,1 0,-1 1,0-1,0 0,1 1,-1-1,0 0,0 1,1-1,-1 1,0-1,0 0,0 1,0-1,0 1,0-1,0 0,0 1,9-20,-2 0,0-1,-1 0,-1 0,0 0,-2 0,-1-1,0-8,-1 25,9-161,-10-148,-6 215,-4 2,-8-21,11 54,8 61,-1 1,1 0,-1 0,1 0,0 0,0 0,0 0,0 0,-1 0,1 0,0 0,1 0,-1 0,0 1,0-1,0 0,0 1,1-1,-1 1,0-1,0 1,1 0,-1 0,0-1,1 1,-1 0,0 0,1 0,-1 0,0 1,1-1,-1 0,0 0,1 1,-1-1,0 1,0 0,2-1,265 43,7-16,186-9,32 1,-461-16,-5-2,-1 1,1 1,0 2,-1 0,21 8,-48-12,1-1,-1 0,1 0,0 1,-1-1,1 0,-1 1,1-1,0 0,-1 1,1-1,0 1,0-1,-1 0,1 1,0-1,0 1,0-1,-1 1,1-1,0 1,0-1,0 1,0-1,0 1,0-1,0 1,0-1,0 1,0-1,1 1,-1-1,0 0,0 1,0-1,0 1,1-1,-1 1,0-1,0 0,1 1,-1-1,0 1,1-1,-1 0,1 1,-1-1,0 0,1 0,-1 1,1-1,-1 0,1 0,-1 0,1 0,-1 1,1-1,-1 0,0 0,1 0,0 0,-18 5,-1-1,1-1,0-1,-1 0,0-1,1-1,-9-1,-1 1,-533-28,408 17,-631-37,735 44,31 0,31 0,378-28,1327-8,-1662 40,-42-3,-36-1,-246-29,-125 7,359 24,-306-16,0 14,-53 18,350-9,68 0,412-13,-258 1,789-4,-800 20,-135-1,-37 2,-101 6,-441-4,424-13,-692 10,759-5,41 1,38-2,146 1,54-10,-136 2,1556-27,-1229 32,-1891 38,1443-37,79-4,1598-50,-1243 64,-382-10,64 14,-81-5,-73 7,54-16,-227 18,-114-8,191-8,-391 7,533-10,41 1,469 8,-336-11,199 1,711 21,-918-6,-111-8,-28-2,-78 1,-842-6,913 0,-16 0,32 0,1244-38,-1136 40,-108 3,-26 0,-78 7,-1-3,-63-5,131-3,-190-3,189-3,20-2,21 2,197-4,-147 9,-55 0,172-1,0 7,46 14,-145-3,-77-10,-22-4,-56 1,0-3,-57-8,104 5,-975-77,902 65,100 10,110 0,1174-9,-1182 15,-107 1,-193 4,-230-11,-199-36,524 27,92 8,27 3,335-1,-340 3,289 0,-1 13,104 25,-328-24,-73-11,-13-2,-17 0,-607-16,1040 28,379 18,-678-18,-108-13,0 0,0 0,-1 1,1-1,0 0,0 0,0 1,0-1,0 0,0 0,0 1,0-1,0 0,0 1,0-1,0 0,0 1,0-1,0 0,0 0,0 1,0-1,0 0,0 0,0 1,0-1,0 0,1 1,-166 7,165-7,0 0,1 0,-1 0,1 0,-1-1,1 1,-1 0,1 0,-1 0,1-1,0 1,-1 0,1-1,0 1,0-1,0 1,-1-1,1 1,0-1,0 1,0-1,0 0,0 0,0 1,0-1,0 0,0 0,0 0,0 0,0 0,0 0,0 0,0 0,1 1,1 1,0 0,-1 0,0 0,1 0,-1 0,0 1,0-1,0 1,0-1,-1 1,1 0,-1 0,0-1,0 1,0 0,0 0,0 0,0 1,-1-1,1 0,-1 0,0 0,0 0,0 0,-1 0,1 0,-1 1,0-1,1 0,-1 0,-1 0,1 0,-2 15,-15 123,-7-1,-9 15,-14-2,38-133,10-20,0 0,0 0,0-1,0 1,1 0,-1 0,0-1,0 1,0 0,0 0,0-1,0 1,0 0,0 0,0-1,0 1,0 0,0-1,0 1,-1 0,1 0,0-1,0 1,0 0,0 0,0 0,0-1,-1 1,1 0,0 0,0-1,0 1,-1 0,1 0,0 0,0 0,0 0,-1-1,1 1,0 0,0 0,-1 0,1 0,0 0,0 0,-1 0,1 0,0 0,-1 0,1 0,0 0,0 0,-1 0,1 0,0 0,0 0,-1 0,1 0,0 0,0 1,-1-1,1 0,0 0,-1 0,-1-52,2-1,2 0,4-20,-2 28,3-37,10-145,-10-8,24 632,0-50,-27 172,-8-793,-12-11,-4-118,10 144,6 238,-3 22,-12 68,-1 85,6 0,7 134,6-277,-2 97,5 0,4 0,4-1,25 102,-26-181,-6-27,-5-16,-37-346,32 18,20-101,-12 430,0 20,-1 27,0-31,22 842,-15-701,25 286,-22-386,-4-46,7-52,3-68,-5-1,-5 0,-8-59,-4 123,-2 78,1 55,3 0,3 0,3 0,4 0,5 19,0 11,-4 1,-5 21,-10-71,51-59,250 34,405 18,246-32,44-36,-878 15,-92-4,-15-1</inkml:trace>
  <inkml:trace contextRef="#ctx0" brushRef="#br2" timeOffset="-59839.538">8599 14884,'18'84,"4"-2,4 0,3-2,4-1,5 3,43 88,8-4,6-4,8-5,85 98,-97-145,5-3,4-5,5-5,4-4,4-5,57 31,-51-52,-93-65,-38-28,-7 0</inkml:trace>
  <inkml:trace contextRef="#ctx0" brushRef="#br2" timeOffset="-59346.76">8425 15058,'16'155,"-5"105,-10-241,14-48,2-56,-4-1,-4 0,-2-36,-6 101,5-118,-6 136,-1 2,1 1,0-1,-1 1,1-1,0 1,0-1,-1 1,1-1,0 1,0-1,0 0,0 1,0-1,0 1,0-1,0 0,0 1,0-1,0 1,0-1,0 0,0 1,0-1,1 1,-1-1,0 1,0-1,1 1,-1-1,1 1,-1-1,0 1,1-1,-1 1,1-1,-1 1,1 0,-1-1,1 1,-1 0,1 0,-1-1,1 1,-1 0,1 0,0 0,-1 0,1-1,-1 1,1 0,0 0,-1 0,1 0,-1 0,1 1,-1-1,1 0,0 0,-1 0,1 0,-1 1,1-1,-1 0,1 1,0-1,37 29,3-1,0-2,31 13,176 81,-245-119,0 1,0-1,1 0,-1 1,-1 0,1-1,0 1,0 0,-1 1,1-1,-1 0,1 1,-1-1,0 1,0 0,0 0,-1 0,1 0,-1 0,1 0,-1 0,0 0,0 1,-1-1,1 0,-1 1,1-1,-1 0,0 1,0-1,-1 1,-2 2,-1-1,0 1,-1-1,1 0,-1 0,0-1,0 1,0-1,-1 0,-5 2,-225 133,152-94,1 4,-2 8,49-31</inkml:trace>
  <inkml:trace contextRef="#ctx0" brushRef="#br2" timeOffset="-57780.559">11767 16676,'-21'-6,"0"1,0 0,-1 2,1 1,-1 0,0 2,0 0,1 2,-1 0,1 1,-1 2,-19 5,34-6,1-1,-1 1,1 0,0 0,0 1,1 0,-1 0,1 0,0 0,0 1,1 0,-1 0,1 0,1 1,-1 0,1-1,0 1,1 0,0 0,0 1,0-1,1 0,0 1,0-1,1 0,0 1,0-1,1 1,0-1,0 0,1 1,0-1,0 0,1 0,0 0,0 0,4 5,11 17,2 0,1-1,1-1,1-1,2-1,0-2,17 12,94 98,-90-54,-45-76,0 0,0 0,-1 0,1 0,-1 0,0 1,0-1,0 0,0 0,0 0,-1 0,0 0,1 0,-1 0,0 0,0 0,-1 0,1-1,-1 1,1 0,-1-1,0 1,0-1,0 0,0 1,0-1,-1 0,1 0,-63 26,63-27,0-1,0 1,-1-1,1 0,0 1,-1-1,1-1,0 1,0 0,-1 0,1-1,0 1,0-1,0 0,-1 0,1 0,0 0,0 0,0 0,0 0,1-1,-1 1,0-1,1 1,-1-1,0 0,1 0,0 1,-1-2,0-4,0 0,1 1,0-2,0 1,0 0,1 0,0 0,0 0,1 0,0 0,0 0,1 0,0 0,0 0,0 1,1-1,1-2,26-58,2 1,3 2,4-1,18-34,-29 51,-3-1,-1-1,-3-1,-2-1,1-13,-24 123,-9 111,8 0,9 39,-4-182,1 1,2-1,0 0,2 0,1-1,1 1,1-1,6 13,-12-34,-1 0,1-1,0 1,0-1,0 1,1-1,-1 1,1-1,0 0,-1 0,2-1,-1 1,0-1,0 1,1-1,-1 0,1 0,0 0,0-1,0 1,-1-1,1 0,0 0,1-1,-1 1,11-5</inkml:trace>
  <inkml:trace contextRef="#ctx0" brushRef="#br2" timeOffset="-57592.532">11741 16996,'-14'0,"0"3,12 0,22 2,28 0,28 0,23-2,12 2,-13-1</inkml:trace>
  <inkml:trace contextRef="#ctx0" brushRef="#br2" timeOffset="-57250.457">12329 17264,'5'-5,"0"-1,0 1,1 0,-1 1,1-1,0 1,0 0,1 1,-1-1,1 1,0 1,0-1,0 1,0 0,0 1,6-1,3-1,0 1,0 0,0 1,0 1,1 0,-1 1,0 1,1 1,-11-3,-1 1,0 0,0 1,0-1,0 1,0 0,0 0,0 1,0-1,-1 1,1 0,-1 0,0 1,0-1,0 1,-1 0,1 0,-1 0,0 1,0-1,0 1,-1 0,1-1,-1 1,0 0,0 2,-2 2,-1 1,0-1,0 0,-1 1,0-1,-1 0,0 0,0 0,-1 0,0-1,0 1,-1-1,0 0,-1-1,0 1,0-1,0 0,-1 0,0-1,0 0,-1 0,-154 142,161-148,0 0,0 1,0-1,0 0,0 1,1-1,-1 1,0-1,0 1,0-1,1 1,-1-1,0 1,0 0,1 0,-1-1,1 1,-1 0,0 0,1 0,0 0,-1-1,1 1,0 0,-1 0,1 0,0 0,0 0,0 0,0 0,-1 0,2 0,-1 0,0 0,0 0,0 0,0 0,1 0,-1 0,0 0,1 0,-1 0,1-1,-1 1,1 0,-1 0,1 0,-1-1,1 1,0 0,0-1,-1 1,1 0,0-1,0 1,0-1,0 1,-1-1,1 0,1 1,15 2,1-1,-1 0,1-1,-1-1,1-1,-1-1,12-2,0 1,336-50,-234 30</inkml:trace>
  <inkml:trace contextRef="#ctx0" brushRef="#br2" timeOffset="-56723.764">14254 16823,'0'71,"-3"-1,-3 1,-4-1,-2 0,-3 0,-4-2,-15 37,23-82,10-43,99-338,-67 213,4-80,-31 198,9 65,54 235,44 97,-110-368,32 93,-21-64</inkml:trace>
  <inkml:trace contextRef="#ctx0" brushRef="#br2" timeOffset="-56105.874">14241 17117,'159'-40,"254"-62,-328 83,-84 19,0 1,0 0,1 0,-1-1,0 1,0 0,-1 0,1 0,0 0,0 0,0 1,-1-1,1 0,-1 0,1 0,-1 0,1 1,-1-1,1 0,-1 1,0-1,0 0,0 1,0-1,0 0,0 1,0-1,0 0,-1 1,1-1,0 0,-1 0,1 1,-1-1,0 0,1 0,-1 0,0 0,1 0,-1 0,0 0,0 0,0 0,0 0,-1 0,1 3,-18 35,1-5,2 0,2 1,1 0,1 2,-4 29,16-14,1-51,-1-1,0 1,0-1,1 0,-1 1,0-1,0 0,1 1,-1-1,0 0,1 0,-1 1,0-1,1 0,-1 0,0 0,1 1,-1-1,1 0,-1 0,0 0,1 0,-1 0,1 0,-1 0,1 0,-1 0,0 0,1 0,-1 0,1 0,-1 0,0 0,1-1,-1 1,1 0,-1 0,0 0,1 0,-1-1,0 1,1 0,-1-1,0 1,1 0,-1 0,0-1,0 1,1-1,-1 1,0 0,0-1,0 1,0 0,1-1,-1 1,0-1,0 1,0 0,0-1,7-14,-1-1,-1 0,0 0,-1 0,-1-1,0 1,-1-1,0-15,-1 18,7-245,-6 248,2 25,0-4,8 35,3-2,2 0,1 0,2-2,3-1,0 0,3-2,29 34,-8-33,-46-38,0 0,1-1,-1 1,0 0,0 0,1-1,-1 1,1 0,-1-1,1 0,-1 1,1-1,-1 0,1 0,-1 0,1 0,-1 0,1 0,-1 0,1 0,-1 0,1-1,-1 1,0-1,1 1,-1-1,1 0,-1 1,0-1,0 0,1 0,-1 0,0 0,0 0,0 0,1-1,1-6,1-1,-1 0,0 0,-1 0,0 0,0 0,-1 0,0-1,-1 1,0 0,-1-7,1 1,-4-74,-3 1,-8-24,8 56,6 49,-1 4,1 0,0 1,0-1,0 0,0 0,1 0,-1 0,1-1,0 1,-1 0,2 0,-1 0,0 0,0 0,1 0,0 0,0 0,0 0,0 0,0 0,0 0,1 1,-1-1,1 0,0 1,0-1,0 1,0 0,0 0,1 0,-1 0,1 0,-1 0,1 0,-1 1,1-1,0 1,21 0</inkml:trace>
  <inkml:trace contextRef="#ctx0" brushRef="#br2" timeOffset="-55845.009">15550 16957,'-6'14,"-4"13,2 13,1 10,2 5,2 0,1-5,1-7,1-7,1-11</inkml:trace>
  <inkml:trace contextRef="#ctx0" brushRef="#br2" timeOffset="-55625.4">15524 16769,'8'25,"180"250,-171-251,-2 0,-1 2,0 0,-2 0,-1 1,-2 0,0 1,4 27,-13-50,1 0,-1 0,-1 0,1-1,-1 1,1 0,-1 0,-1 0,1 0,-1-1,0 1,0 0,0-1,0 0,-1 0,0 1,0-1,0-1,0 1,-1 0,1-1,-1 0,0 0,0 0,0 0,0-1,-1 1,1-1,-1 0,1 0,-1-1,0 1,0-1,0 0,0-1,-19 5,-1-1,1-1,-1-2,0 0,0-2,-11-2,-17-3</inkml:trace>
  <inkml:trace contextRef="#ctx0" brushRef="#br2" timeOffset="-54766.617">17503 16863,'-30'103,"-5"-2,-40 81,62-153,8-19,8-21,176-564,-153 486,-17 70,-4 19,0 56,-4 2,2 1,3-1,9 37,2-34,2 0,3-2,3 0,2-2,3-1,16 21,-6-2,-31-54</inkml:trace>
  <inkml:trace contextRef="#ctx0" brushRef="#br2" timeOffset="-54497.725">17342 17050,'21'-2,"22"1,22 1,23 3,19 1,16-1,9 2,-4 0,-22 0</inkml:trace>
  <inkml:trace contextRef="#ctx0" brushRef="#br2" timeOffset="-53947.195">18291 17037,'-42'-1,"18"0,1 1,-1 1,1 1,0 1,-16 4,36-7,-1 1,1 0,-1 0,1 0,0 0,-1 1,1-1,0 1,0 0,0 0,0 0,0 0,1 0,-1 1,1-1,-1 1,1 0,0 0,0 0,0 0,0 0,1 0,-1 0,1 0,0 1,0-1,0 1,0-1,0 1,1-1,0 1,0-1,0 1,0-1,0 1,1-1,-1 1,1-1,0 1,1 2,6 6,0 1,1-2,0 1,1-1,1-1,-1 0,1 0,1-1,0 0,0-1,1-1,0 0,0 0,1-1,0-1,8 2,3 2,0-1,1-1,0-1,0-1,0-2,25 1,-39-4,-1 0,0 0,0-1,0-1,-1 0,1 0,0-1,-1-1,1 0,-1 0,0-1,-1 0,1-1,-1 0,0 0,0-1,7-7,-2-6,0 0,-2-1,0 0,-2-1,0 0,-1 0,-1-1,-1 0,-2-1,0 1,-1-1,-1-4,25-160,-8 0,-5-94,-23 139,8 141,0 0,0 0,0 0,0 0,0 0,0-1,-1 1,1 0,0 0,-1 0,0 0,0 0,1 0,-1 0,0 0,0 1,-1-1,1 0,0 0,-1 1,1-1,-1 1,1-1,-1 1,0 0,0 0,1 0,-1 0,0 0,0 0,0 0,0 0,0 1,0-1,0 1,0 0,-1-1,1 1,0 0,0 0,0 0,0 1,0-1,0 0,-1 1,-5 5,1 1,0 0,0 0,1 0,0 1,0 0,0 0,1 1,1-1,-1 1,1 0,1 0,0 1,0-1,1 1,0 1,-6 20,2 1,2-1,0 1,2 0,2 0,1 0,1 0,2 0,6 26,9 21,3-1,4-1,13 23,-15-39,3 0,3-2,37 56,-15-56,-51-57,1-1,0 0,-1 0,1 0,0 0,0 0,0 0,-1-1,1 1,0-1,0 1,0-1,0 0,0 1,0-1,0 0,0 0,0-1,0 1,0 0,0-1,0 1,0-1,0 1,0-1,0 0,0 0,-1 0,1 0,0 0,-1 0,1-1,-1 1,1-1,-1 1,1-1,14-18,-1-1,-1 0,-1 0,-1-2,8-20,4-6,8-8,-20 54,-11 24,-8 26,4-39,1 1,0-1,0 1,1 0,0 0,1 0,0-1,0 1,1 0,0 0,1 0,0-1,0 1,1-1,0 1,0-1,1 1,-1-6,0 0,1 0,-1 0,0 0,1-1,0 1,-1-1,1 0,0 0,0-1,0 1,1-1,1 1,27 5</inkml:trace>
  <inkml:trace contextRef="#ctx0" brushRef="#br2" timeOffset="-53678.735">19254 16809,'-16'0,"-10"0,-4 0,-1 0,6 0</inkml:trace>
  <inkml:trace contextRef="#ctx0" brushRef="#br2" timeOffset="-53261.05">18572 16663,'51'-13,"0"1,1 4,1 1,-1 3,25 2,28-2,-1 5,0 4,0 5,16 7,-113-17,0 0,0 1,0 0,0 0,0 1,0 0,0 0,-1 1,1-1,-1 1,0 1,0-1,0 1,0 0,-1 1,1-1,-1 1,0 0,-1 0,1 1,-1-1,0 1,3 6,-6 75,-4-41,5-12,2 0,1 0,2-1,1 0,1 0,6 8,-15-36,1-1,0 0,0 1,0-1,0 0,1 0,0 0,0 0,0 0,0 0,0 0,1-1,0 1,0-1,0 0,0 1,0-1,1-1,-1 1,1-1,0 1,0-1,0 0,0 0,0-1,0 1,0-1,0 0,1 0,-1 0,1-1,3 1,3-5,0 0,0-1,0 0,-1 0,1-1,-2-1,1 0,-1 0,0-1,0 0,-1 0,0-1,0 0,-1-1,5-8,-2 5,-1 0,-1-1,0 1,-1-2,-1 1,0-1,0 0,-2 0,1-2,-8 10,-5 26,6-10,1 1,0 0,0 0,1 1,0-1,0 0,1 0,1 0,0 0,0-1,1 1,0 0,1-1,0 0,0 0,1 0,0 0,1-1,0 1,0-2,1 1,0-1,0 0,0 0,1-1,0 0,1 0,1 0,25 12</inkml:trace>
  <inkml:trace contextRef="#ctx0" brushRef="#br2" timeOffset="-52685.334">20283 16889,'5'28,"1"-1,1 0,1 0,2 0,0-2,2 1,1-1,1-1,1 0,2 0,-17-23,0 0,1 0,-1 0,1 0,-1 1,1-1,0 0,-1 0,1 0,0 0,0 0,0-1,-1 1,1 0,0 0,0 0,0-1,1 1,-1-1,0 1,0-1,0 1,0-1,0 1,1-1,-1 0,0 0,0 0,1 0,-1 0,0 0,0 0,1 0,-1 0,0 0,0-1,0 1,0 0,1-1,-1 1,0-1,0 0,0 1,0-1,0 0,1 0,43-87,-34 61,42-93,-53 121,0-1,0 0,0 0,0 1,0-1,0 0,-1 1,1-1,0 0,0 0,0 1,0-1,0 0,1 0,-1 1,0-1,0 0,0 1,0-1,0 0,0 0,0 1,0-1,1 0,-1 0,0 0,0 1,0-1,1 0,-1 0,0 0,0 1,0-1,1 0,-1 0,0 0,0 0,1 0,-1 0,0 0,0 1,1-1,-1 0,0 0,1 0,-1 0,0 0,0 0,1 0,-1 0,0 0,1-1,-1 1,0 0,0 0,1 0,-1 0,0 0,0 0,1-1,0 31,-1-29,-1 6,1 1,0 0,0 0,1-1,0 1,0 0,1-1,0 1,0-1,1 1,0-1,0 0,1 0,0-1,0 1,0-1,1 1,0-1,0-1,1 1,0-1,0 0,0 0,0-1,1 0,0 0,-1 0,5 0,1 0,1-1,0 0,0-2,0 1,1-2,-1 1,0-2,0 0,0 0,0-1,0-1,0 0,0-1,-1-1,1 0,-1 0,0-1,-1 0,0-1,0-1,0 0,-1 0,0-1,-1 0,0-1,0 0,-1 0,0-1,-1 0,0 0,-1-1,0 0,-1 0,2-7,-6 16,1 1,-1-1,0 1,0-1,-1 1,1-1,-1 0,1 1,-1-1,0 0,0 0,0 1,0-1,0 0,-1 1,1-1,-1 0,0 1,0-1,0 1,0-1,0 1,0-1,-1 1,1 0,-1 0,0 0,1 0,-1 0,0 0,0 0,0 0,-1 1,1-1,0 1,-1 0,1-1,0 1,-2 0,0 0,1 0,-1 1,1-1,-1 1,0 0,1 0,-1 0,1 1,-1-1,1 1,-1 0,1 0,0 0,-1 0,1 0,0 1,0 0,0-1,0 1,0 0,0 1,0-1,1 0,-1 1,1 0,0-1,-1 1,1 0,1 0,-1 0,0 2,-2 2,1 0,0 1,0-1,1 1,0-1,1 1,-1 0,1 0,1-1,0 1,0 0,0 0,1 0,0 0,2 1,0 0,0 0,1 0,0 0,0-1,1 0,0 0,1 0,-1 0,2-1,-1 0,1-1,0 1,0-1,1 0,0-1,0 0,0 0,0-1,3 1,20 8,-1-1,1-1,1-2,0-1,5-1,49 8</inkml:trace>
  <inkml:trace contextRef="#ctx0" brushRef="#br3" timeOffset="76764.038">4401 1930,'0'0</inkml:trace>
  <inkml:trace contextRef="#ctx0" brushRef="#br3" timeOffset="86706.88">4361 1435,'-45'6,"44"-6,1 1,0-1,0 0,-1 1,1-1,0 1,0-1,-1 0,1 1,0-1,0 1,0-1,0 1,0-1,0 1,0-1,0 1,0-1,0 1,0-1,0 0,0 1,0-1,0 1,1-1,-1 1,0-1,0 1,0-1,1 0,-1 1,0-1,1 0,-1 1,0-1,1 0,-1 1,0-1,1 0,-1 1,0-1,1 0,-1 0,1 0,-1 0,1 1,-1-1,1 0,-1 0,0 0,1 0,-1 0,1 0,-1 0,1 0,-1 0,1 0,-1 0,1 0,-1-1,1 1,-1 0,27 6,1 0,-1-2,1-2,0 0,0-2,7-1,5 1,955-2,-182-11,-380 7,261 4,201 24,434-20,-77 54,-84-9,-1066-44,742 4,72-45,-2 26,-602 13,472-1,-335 15,-340-15,90 1,85 15,57 28,-174-31,41 2,-95-4,48 0,-59 8,-99-19,-5-2</inkml:trace>
  <inkml:trace contextRef="#ctx0" brushRef="#br3" timeOffset="88318.879">18171 1690,'-5'-25,"43"-140,-27 76,-3 0,-4 0,-8-76,-29-136,18 199,4 0,2-74,9 175,0 0,0 0,0 1,0-1,1 0,-1 0,0 1,0-1,0 0,1 1,-1-1,0 0,1 0,-1 1,0-1,1 1,-1-1,1 0,-1 1,1-1,-1 1,1-1,0 1,-1-1,1 1,0 0,-1-1,1 1,0 0,-1-1,1 1,0 0,0 0,-1 0,1 0,0 0,0 0,-1 0,1 0,0 0,0 0,-1 0,1 0,0 0,0 1,-1-1,1 0,0 0,-1 1,1-1,0 1,-1-1,1 1,0-1,9 3,455 45,-463-48,0 0,0 0,0 0,1 0,-1 1,0-1,0 0,0 1,0 0,0 0,0-1,0 1,0 0,0 1,0-1,0 0,-1 0,1 1,0-1,-1 1,1 0,-1-1,0 1,1 0,-1 0,0 0,0 0,0 0,0 0,-1 0,1 0,0 0,-1 0,0 0,1 0,-1 2,-2 9,0-1</inkml:trace>
  <inkml:trace contextRef="#ctx0" brushRef="#br3" timeOffset="91388.13">18598 553,'-5'-6,"-1"0,1 1,-1 0,0 0,-1 0,1 1,-1 0,0 0,0 1,0 0,-4-1,10 4,1 0,-1 0,0 0,1 0,-1 0,0 0,1 0,-1 0,0 0,1-1,-1 1,0 0,1 0,-1-1,0 1,1 0,-1-1,1 1,-1-1,1 1,-1-1,1 1,-1-1,1 1,-1-1,1 1,-1-1,1 0,0 1,0-1,-1 1,1-1,0 0,0 1,0-1,-1 0,1 0,0 1,0-1,0 0,0 1,0-1,1 0,-1 1,0-1,0 0,0 1,1-1,-1 0,0 1,0-1,1 0,-1 1,1-1,-1 1,1-1,-1 1,1-1,-1 1,1-1,-1 1,1 0,-1-1,41-24,-40 25,0 0,-1 0,1-1,0 1,0 0,-1 0,1 0,0 0,-1 0,1 0,0 1,0-1,-1 0,1 0,0 0,-1 1,1-1,0 0,-1 1,1-1,-1 0,1 1,0-1,-1 1,1-1,-1 1,1-1,-1 1,0 0,1-1,-1 1,0 0,1-1,-1 1,0 0,1-1,-1 1,0 0,0-1,0 1,0 0,0 0,0-1,0 1,0 0,0 0,-1 40,1-37,-37 669,37-351,-1-320,1-1,0 1,0 0,0-1,1 1,-1-1,0 1,1 0,-1-1,1 1,-1-1,1 1,0-1,-1 1,1-1,0 0,0 1,0-1,0 0,0 0,0 1,1-1,-1 0,0 0,1 0,-1-1,0 1,1 0,-1 0,1-1,0 1,-1-1,1 1,-1-1,1 0,0 0,-1 0,1 0,-1 0,1 0,0 0,-1 0,1-1,0 1,158-11,749 13,-464 5,-188-9,-224-1</inkml:trace>
  <inkml:trace contextRef="#ctx0" brushRef="#br3" timeOffset="93430.927">3011 205,'4'-13,"5"-6,0 9,0 12,0 17,-2 20,-3 15,-1 16,-2 9,-1 5,-2-3,-2-10,1-14,1-22,0-18</inkml:trace>
  <inkml:trace contextRef="#ctx0" brushRef="#br3" timeOffset="93714.68">2690 45,'-18'0,"-13"0,-8 3,0 0,5-1,8 3,11 0,16-2,21 0,23-1,26-5,25-5,21-3,14-2,5-1,-2 2,-25 3</inkml:trace>
  <inkml:trace contextRef="#ctx0" brushRef="#br3" timeOffset="94119.631">3305 366,'116'-6,"70"5,-183 0,-1 1,0 0,1 0,-1 0,1 0,-1 0,0 0,1 1,-1-1,0 1,1-1,-1 1,0 0,1 0,-1 0,0 0,0 1,0-1,0 1,0-1,-1 1,1-1,0 1,-1 0,1 0,-1 0,1 0,-1 0,0 0,0 0,0 1,0-1,0 0,-1 1,1-1,-1 0,1 1,-1 1,-5 6,0 1,0-1,-1 0,-1 0,0-1,0 0,-1 0,0 0,0-1,-9 6,7-5,-69 66,78-74,1-1,-1 1,0-1,1 1,-1-1,1 1,-1-1,1 1,-1 0,1-1,-1 1,1 0,0 0,-1-1,1 1,0 0,0 0,-1-1,1 1,0 0,0 0,0 0,0-1,0 1,0 0,0 0,0 0,1 0,-1-1,0 1,0 0,1 0,-1-1,0 1,1 0,-1-1,1 1,-1 0,1-1,-1 1,1 0,-1-1,2 1,35 12,-35-12,60 11,-40-9,0 1,0 1,0 1,-1 1,0 1,0 0,12 9,-30-16,-1 1,0-1,0 1,0-1,0 1,-1 0,1 0,0 0,-1 0,1 0,-1 0,0 1,0-1,0 0,0 1,0-1,0 0,-1 1,1-1,-1 1,1-1,-1 1,0 0,0-1,0 1,-1-1,1 1,-1-1,1 1,-1-1,0 1,0-1,0 0,0 1,0-1,0 0,-1 0,1 0,-1 0,0 0,1 0,-1 0,0-1,0 1,-1 0,-21 20,-2-1,0-2,-1 0,-1-2,-1-1,0-1,-30 10,20-9,11-6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6:57.36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181 535,'0'-24,"0"17,0 16,5 300,-2-266,-4-29</inkml:trace>
  <inkml:trace contextRef="#ctx0" brushRef="#br0" timeOffset="248.118">20 321,'-11'-12,"3"-3,9 1,19 2,19 2,19 2,13 2,9 3,-1 3,-7 7,-15 2</inkml:trace>
  <inkml:trace contextRef="#ctx0" brushRef="#br0" timeOffset="737.172">368 655,'50'-1,"-26"0,0 1,0 0,0 2,0 1,7 2,-29-5,0 1,0-1,0 0,0 1,-1-1,1 1,0 0,0 0,0-1,-1 1,1 0,0 1,-1-1,1 0,-1 0,1 1,-1-1,0 1,0-1,1 1,-1-1,0 1,0 0,-1-1,1 1,0 0,-1 0,1 0,-1 0,1 0,-1 0,0 0,0 0,0 0,0-1,0 1,0 0,0 0,-1 0,1 0,-1 0,1 0,-1 0,0-1,0 1,0 0,-75 84,75-86,0 1,1-1,-1 1,1 0,-1-1,1 1,0 0,-1 0,1-1,0 1,-1 0,1 0,0 0,0-1,0 1,0 0,0 0,0 0,0 0,0-1,0 1,0 0,0 0,0 0,1-1,-1 1,0 0,1 0,-1 0,0-1,1 1,-1 0,1-1,-1 1,1 0,-1-1,1 1,0-1,-1 1,1-1,0 1,-1-1,1 1,0-1,0 0,-1 1,1-1,0 0,1 0,46 8,-40-8,8 2,-1-3,0 2,0 0,0 1,0 0,-1 1,1 1,-1 0,0 1,0 1,0 0,-1 1,0 0,2 3,-13-9,0 1,0-1,-1 1,1 0,-1-1,1 1,-1 0,0 0,1 0,-1 0,0 0,0 1,-1-1,1 0,0 0,-1 1,1-1,-1 0,0 1,0-1,0 0,0 1,0-1,0 0,-1 1,1-1,-1 0,0 0,1 1,-1-1,0 0,0 0,0 0,-1 0,1 0,-1 0,-3 5,-1-1,0 0,0-1,0 1,0-1,-1-1,0 1,0-1,-7 3,-18 6,-1-2,0-2,0 0,-1-3,-24 3,18-3,35-5,12 0</inkml:trace>
  <inkml:trace contextRef="#ctx0" brushRef="#br0" timeOffset="1283">2426 80,'-2'91,"-3"0,-14 57,14-113,0-14,1 0,1 1,1-1,0 1,2 0,1-1,1 1,0 0,5 13,-3-28,0 1,1-1,0 0,0 0,1-1,0 1,0-1,0-1,1 1,0-1,0 0,0-1,1 1,-1-1,1-1,0 0,0 0,1 0,-1-1,0 0,1-1,-1 0,1 0,0-1,-1 0,1-1,-1 1,1-2,7-1,20-3</inkml:trace>
  <inkml:trace contextRef="#ctx0" brushRef="#br0" timeOffset="1548.029">2173 348,'20'0,"23"0,22 0,19 2,12 1,4 2,-14 1</inkml:trace>
  <inkml:trace contextRef="#ctx0" brushRef="#br0" timeOffset="1953.85">2748 735,'15'-31,"0"2,-1-1,-1 0,-2-1,2-9,-9 19,-4 19,-1 0,1-1,0 1,0 0,0-1,0 1,0 0,1-1,-1 1,1 0,-1 0,1-1,0 1,0 0,0 0,0 0,0 0,0 0,1 0,-1 0,1 0,-1 1,1-1,0 1,0-1,0 1,-1-1,1 1,1 0,-1 0,0 0,0 0,0 1,0-1,1 0,-1 1,0-1,1 1,-1 0,0 0,2 0,21 8,-1 1,-1 0,0 2,0 1,16 12,-35-23,0 1,-1 0,1 0,0 0,-1 1,0-1,0 1,0 0,0 0,0 0,0 0,-1 1,0-1,1 1,-1-1,0 1,-1 0,1 0,-1 0,0 0,0 0,0 0,0 0,-1 0,1 0,-1 0,0 0,-1 3,-45 111,46-115,1-1,0 0,0 0,0 0,0 0,0 0,0 0,1 0,-1 0,1-1,-1 1,1 0,0-1,-1 1,1-1,0 0,0 1,0-1,0 0,0 0,0-1,1 1,-1 0,0-1,0 1,1-1,-1 1,0-1,0 0,1 0,-1 0,0-1,2 1,-4 0,44 3,1-2,-1-2,0-2,0-2,0-1,10-5,-4 0</inkml:trace>
  <inkml:trace contextRef="#ctx0" brushRef="#br0" timeOffset="2730.769">3723 615,'-9'-4,"-1"0,1 1,-1 1,0-1,0 2,0-1,0 1,0 1,0 0,0 0,0 1,0 0,0 1,0 0,1 0,-1 1,0 1,1-1,0 2,0-1,0 1,1 0,-1 1,1 0,-6 7,12-11,0 0,1 1,0-1,0 0,0 1,0-1,0 1,0-1,0 1,1-1,-1 1,1 0,0-1,0 1,0 0,0-1,0 1,1 0,-1-1,1 1,0-1,0 1,0-1,0 1,0-1,0 0,0 1,1-1,-1 0,1 0,0 0,0 0,0 0,0 0,0-1,0 1,0-1,0 1,1-1,-1 0,0 0,1 0,-1 0,1 0,-1-1,1 1,1-1,9 5,0-1,0 0,0-1,1-1,-1 0,1-1,0 0,-1-1,1-1,0 0,-1-1,1-1,-1 0,0 0,0-1,0-1,0 0,-1-1,0 0,0-1,0-1,-1 1,0-2,-1 0,0 0,0 0,-1-2,0 1,-1-1,1-2,-8 12,0-1,1 1,-2-1,1 1,0-1,0 1,0-1,-1 1,1-1,0 0,-1 1,0-1,1 0,-1 0,0 1,0-1,0 0,0 1,0-1,0 0,-1 0,1 1,-1-1,1 0,-1 1,1-1,-1 0,0 1,0-1,0 1,0 0,0-1,0 1,-1-1,0 3,-1 0,1 0,0 0,-1 0,1 0,0 1,0-1,0 1,0-1,0 1,0 0,0 0,0 0,1 0,-1 0,1 0,-1 0,1 0,0 1,0-1,0 1,0-1,1 1,-1-1,0 1,0 2,-1 0,1 0,0 0,0 1,0-1,1 0,0 1,0-1,0 0,1 0,0 1,0-1,0 0,0 0,1 0,0 0,0 0,0 0,1-1,0 1,0-1,0 1,0-1,0 0,1 0,0-1,0 1,0-1,0 0,1 0,-1 0,1 0,4 2,1 1,0-2,0 1,0-1,1-1,0 0,-1-1,1 0,0 0,0-1,0 0,0-1,8-1,-13 0,0 1,0-2,0 1,0-1,0 1,0-2,0 1,0-1,-1 0,1 0,-1 0,0-1,0 0,0 0,0 0,-1 0,0-1,1 0,-2 0,1 0,-1 0,0-1,0 1,1-3,-2 4,0-1,0 1,0-1,-1 0,1 0,-1 1,0-1,-1 0,1 0,-1 0,0 0,0 0,-1-2,-9 22,10-10,-1 0,1 0,-1 1,1-1,1 0,-1 0,1 0,0 0,0 0,1 0,-1 0,1-1,0 1,0 0,1-1,-1 0,1 1,0-1,0 0,0 0,1-1,0 1,-1-1,1 1,0-1,1-1,-1 1,0 0,1-1,-1 0,1 0,0 0,4 0,-4 0,1 0,-1 0,0-1,0 0,1 0,-1 0,1-1,-1 0,1 0,-1 0,1 0,-1-1,0 0,1 0,-1-1,0 1,0-1,0 0,0-1,0 1,0-1,-1 0,1 0,-1 0,0-1,0 0,0 0,0 0,2-4,31-63,-34 94,-3-16,-1 0,1 0,1 1,-1-1,1 0,0 0,1 0,0 0,0 0,1 0,-1 0,2 0,-1-1,1 0,0 1,0-1,0-1,1 1,0-1,0 0,0 0,1 0,2 1,19 10</inkml:trace>
  <inkml:trace contextRef="#ctx0" brushRef="#br0" timeOffset="3352.124">4873 535,'7'18,"2"-1,0 0,1 0,1-1,0 0,2 0,34 54,-37-48,0 1,-2 0,-1 0,-1 1,-1 0,-1 0,-2 0,0 0,-1 1,-1-1,-2 0,0 1,-2-1,0 0,-6 17,8-37,0 0,1 0,-1 1,1-1,0 1,1-1,-1 1,1-1,0 1,0-1,0 1,0-1,1 1,0-1,0 1,0-1,1 0,-1 0,1 1,0-1,0 0,1 0,-1-1,1 1,0 0,0-1,0 0,0 0,0 0,1 0,-1 0,2 0,1-1,1 0,0 0,-1-1,1 0,0 0,0-1,0 1,0-2,0 1,-1-1,1 0,0 0,0-1,-1 0,1 0,-1 0,0-1,1 0,-1 0,0-1,-1 0,1 0,-1 0,0-1,0 1,0-1,0-1,-1 1,0 0,0-1,-1 0,1 0,-1 0,0 0,1-5,-1 0,-1 0,0 0,-1-1,0 1,0 0,-1-1,-1 1,0 0,-1-1,0 1,0 0,-1 0,-1 0,0 0,0 1,-1 0,0 0,-1 0,0 0,-3-2,-2-2,0 0,-1 0,-1 1,0 1,-1 0,0 1,-1 0,0 1,-1 1,0 1,0 0,-8-2,-35-9,99 17,280 2,-310-1,-8 0,0 0,0 0,0 1,0-1,1 1,-1-1,0 1,0 0,1 0,-1-1,0 2,0-1,1 0,-1 0,0 1,0-1,1 1,-1 0,0 0,0 0,0 0,0 0,0 0,0 0,0 1,0-1,-1 1,1-1,-1 1,1 0,-1-1,1 1,-1 0,0 0,0 0,0 0,0 0,0 1,0-1,-1 0,1 1,-1 21,-1-19,1 0,0 0,0 0,0-1,1 1,0 0,-1 0,2-1,-1 1,0 0,1-1,0 0,0 1,0-1,1 1,7 6</inkml:trace>
  <inkml:trace contextRef="#ctx0" brushRef="#br0" timeOffset="3600.695">5421 321,'0'0</inkml:trace>
  <inkml:trace contextRef="#ctx0" brushRef="#br0" timeOffset="3990.972">5635 0,'-5'14,"1"-1,1 1,0 0,0-1,2 1,0 0,0 1,1-1,1 4,-1-6,7 95,5 0,4-1,19 59,-4-13,-11-58,-20-92,1-1,-1 1,1 0,0-1,-1 1,1-1,0 1,0-1,0 0,0 1,1-1,-1 0,0 0,1 0,-1 1,0-2,1 1,-1 0,1 0,-1 0,1-1,0 1,-1-1,1 1,0-1,0 1,-1-1,1 0,0 0,-1 0,1 0,0 0,0-1,-1 1,1 0,0-1,-1 1,1-1,0 0,-1 1,1-1,0 0,66-39,-45 22,0-1,-1-1,-1 0,-1-2,8-11,-28 33,1 0,-1 0,1 0,-1-1,1 1,-1 0,1 0,-1 0,1-1,-1 1,1 0,-1-1,0 1,1 0,-1-1,1 1,-1-1,0 1,1-1,-1 1,0 0,0-1,0 1,1-1,-1 1,0-1,0 1,0-1,0 0,0 1,0-1,0 1,0-1,0 1,0-1,0 1,0-1,0 1,0-1,0 1,-1-1,1 1,0-1,0 1,-1-1,1 1,0-1,0 1,-1 0,0-1,-5 7,1 0,-1 1,1 0,0 0,0 0,1 0,0 1,0 0,1 0,0 0,0 0,1 0,0 0,0 4,2-10,-1 1,1 0,-1 0,1 0,0 0,0 0,0 0,1 0,-1-1,1 1,0 0,0 0,-1 0,2-1,-1 1,0 0,1-1,-1 1,1-1,-1 0,1 1,0-1,0 0,0 0,1 0,-1 0,0-1,1 1,-1-1,1 1,0-1,-1 0,1 0,0 0,0 0,1 0,33 7,1-4</inkml:trace>
  <inkml:trace contextRef="#ctx0" brushRef="#br0" timeOffset="4171.966">6023 387,'0'0</inkml:trace>
  <inkml:trace contextRef="#ctx0" brushRef="#br0" timeOffset="4343.505">5862 267,'21'2,"19"1,18 3,14 1,11 1,1 1,-14-2</inkml:trace>
  <inkml:trace contextRef="#ctx0" brushRef="#br0" timeOffset="4639.057">6290 829,'10'1,"1"-1,-1 0,1-1,-1-1,1 1,-1-1,1-1,-1 0,0-1,0 1,-1-2,1 0,-1 0,0 0,0-1,-1-1,1 1,-2-1,1-1,-1 0,2-2,-7 9,-1-1,0 1,0-1,1 0,-1 1,0-1,0 0,0 0,-1 0,1 0,0 0,-1 0,0 0,1 0,-1 0,0 0,0 0,0 0,0 0,0 0,0 0,-1 0,1 0,-1 0,1 0,-1 0,0 1,0-1,0 0,0 0,0 0,0 1,0-1,0 1,-1-1,1 1,-1-1,1 1,-1 0,0 0,1 0,-1 0,0 0,0 0,0 0,0 0,0 1,0-1,0 1,0-1,0 1,0 0,-2 0,0 0,0 1,0-1,0 1,0 0,0 0,0 0,0 1,0 0,0-1,1 1,-1 0,1 1,-1-1,1 1,0-1,0 1,0 0,0 0,1 1,-1-1,1 0,0 1,0-1,0 1,0 0,0 0,1 0,0 0,0 0,0 0,0 0,1 0,0 0,-1 0,2 0,-1 0,0 1,1-1,0 0,-1 0,2 0,-1 0,0 0,1-1,1 3,3 1,1 0,0 0,0-1,1 0,0 0,0-1,0 0,1 0,-1-1,1 0,0-1,1 1,-1-2,4 1,133 19,-75-17</inkml:trace>
  <inkml:trace contextRef="#ctx0" brushRef="#br0" timeOffset="5259.206">7600 642,'-15'-8,"0"0,-1 0,0 2,-1 0,1 1,-1 1,-13-2,25 5,0 0,0 0,0 1,1 0,-1 0,0 0,0 1,0 0,1 0,-1 0,0 0,1 1,-1 0,1 0,0 0,-1 0,1 1,0-1,0 1,1 0,-1 0,1 1,-1-1,1 1,0 0,0 0,1 0,-1 0,-1 4,2-4,1 0,0 0,0 0,0 0,1 0,-1 1,1-1,0 0,0 0,1 1,-1-1,1 0,0 0,0 0,0 1,1-1,-1 0,1-1,0 1,0 0,1 0,-1-1,1 0,-1 1,1-1,0 0,0 0,1 0,-1-1,1 1,-1-1,1 0,0 0,-1 0,1-1,0 1,1-1,-1 0,0 0,0 0,0 0,0-1,2 0,3 2,0-1,0-1,0 1,0-1,0-1,0 0,0 0,-1-1,1 0,0 0,-1-1,1 0,-1-1,0 0,0 0,0 0,-1-1,0-1,0 1,0-1,0 0,-1 0,0-1,0 0,-1 0,0-1,0 1,-1-1,4-8,8-28,-1 0,-1-2,-3 1,-2-2,-2 1,-2-1,-2-10,2-62,-5 117,1 1,-1-1,0 1,0-1,1 1,-1-1,0 1,0-1,-1 1,1-1,0 1,0-1,-1 1,1-1,-1 1,1-1,-1 1,0 0,0-1,1 1,-1 0,0 0,0 0,0-1,0 1,-1 0,1 0,0 0,-1 0,0 2,0 1,0-1,0 0,0 1,0 0,0-1,1 1,-1 0,0 0,1 0,-1 0,1 0,0 0,0 0,0 0,0 1,0-1,0 0,0 1,1-1,-11 28,2 0,1 0,2 1,1 0,1 0,2 1,0-1,3 1,2 13,-3-27,1-1,1 0,1 0,0-1,1 1,1-1,1 0,0 0,1 0,1-1,0 0,1 0,0-1,2 0,-1-1,3 2,-8-12,0 1,-1-1,1 0,0-1,0 1,0-1,1 0,-1 0,1-1,-1 0,1 0,-1 0,1 0,0-1,-1 0,1 0,0-1,-1 1,1-1,-1-1,1 1,-1-1,0 0,1 0,-1 0,0-1,0 1,-1-2,1 1,0 0,-1-1,0 0,0 0,0 0,0 0,-1 0,0-1,1-1,5-6,-1 0,0-1,-1 0,0 0,-1-1,0 0,-1 0,-1 0,0-1,-1 1,-1-1,0 0,-1-11,0 25,-1 0,1-1,-1 1,1 0,-1 0,0-1,0 1,1 0,-1-1,0 1,0 0,0-1,-1 1,1 0,0-1,0 1,-1 0,1 0,-1-1,1 1,-1 0,1 0,-1 0,0 0,0 0,0 0,1 0,-1 0,0 0,0 0,0 0,0 0,-1 0,1 1,0-1,0 1,0-1,0 1,-1-1,1 1,0-1,-1 1,1 0,0 0,-1 0,1 0,0 0,-1 0,1 0,0 0,0 0,-1 1,1-1,0 1,-1-1,1 1,0-1,-1 1,-3 6,0 0,0 0,0 1,1 0,0 0,1 0,-1 0,2 0,-1 1,1-1,0 1,1-1,0 1,1 0,-1 0,2-1,-1 1,1 0,0 0,1-1,0 1,2 3,1 1,0 0,0-1,1 0,1-1,0 1,0-1,1 0,1-1,0 0,0 0,1-1,0 0,3 1,37 26</inkml:trace>
  <inkml:trace contextRef="#ctx0" brushRef="#br0" timeOffset="6060.855">514 1724,'5'14,"1"11,2 8,2 6,2 2,0 0,2-6,-1-6,-1-8</inkml:trace>
  <inkml:trace contextRef="#ctx0" brushRef="#br0" timeOffset="6310.371">529 1323,'-14'9,"-7"10,1 9,3 6,7 4,5-4</inkml:trace>
  <inkml:trace contextRef="#ctx0" brushRef="#br0" timeOffset="6589.685">649 1911,'18'-3,"1"-1,-1-1,0-1,0 0,0-2,-1 0,0 0,-1-2,0 0,7-7,-22 17,1-1,-1 1,0-1,1 0,-1 1,1-1,-1 0,0 0,0 0,0 0,0 0,1-1,-1 1,-1 0,1 0,0-1,0 1,0-1,-1 1,1 0,-1-1,1 1,-1-1,1 0,-1 1,0-1,0 1,0-1,0 1,0-1,0 0,0 1,-1-1,1 1,0-1,-1 1,1-1,-1 1,0-1,1 1,-2-1,-4 1,-1 1,1-1,-1 2,1-1,-1 1,1-1,-1 2,1-1,0 1,0 0,0 0,0 1,0 0,0 0,0 0,1 1,0-1,0 1,0 1,0-1,-1 2,0 0,1-1,0 1,0 0,0 0,0 1,1 0,0 0,1 0,-1 0,1 0,1 1,0-1,-1 5,2-9,0 1,1-1,0 1,0-1,0 1,0 0,1-1,-1 1,1-1,0 1,0-1,0 0,0 1,1-1,-1 0,1 0,0 0,0 0,0 0,0 0,1-1,-1 1,1-1,-1 1,1-1,0 0,0 0,0 0,0 0,3 0,8 4,1-1,0-1,0 0,1-1,-1-1,1-1,15 1,16-1</inkml:trace>
  <inkml:trace contextRef="#ctx0" brushRef="#br0" timeOffset="7046.264">1237 1698,'-8'-1,"-1"0,1 1,-1 0,1 1,0-1,-1 1,1 1,0 0,0 0,0 1,-2 0,7-2,0 1,1-1,-1 0,1 1,0-1,0 1,-1 0,1 0,0 0,0 0,0 0,1 0,-1 0,1 1,-1-1,1 1,0-1,-1 1,1-1,1 1,-1 0,0-1,1 1,-1 0,1 0,0 0,0-1,0 1,0 0,0 0,1 0,-1-1,1 1,1 2,4 10,1-1,1-1,0 1,1-1,1-1,0 0,0 0,1-1,1 0,-1 0,2-2,0 0,15 16,28 34,-55-58,-1-1,0 1,1-1,-1 1,0 0,1-1,-1 1,0 0,0 0,1-1,-1 1,0 0,0-1,0 1,0 0,0 0,0-1,0 1,0 0,-1 0,1-1,0 1,0 0,0-1,-1 1,1 0,0-1,-1 1,1-1,-1 1,1 0,-1-1,1 1,-1-1,1 1,-1-1,1 1,-1-1,0 0,1 1,-1-1,0 0,1 0,-1 1,0-1,0 0,1 0,-1 0,0 0,1 0,-1 0,0 0,-44 2,42-2,0 1,0-1,0 0,1 0,-1 0,0-1,0 1,0-1,0 1,1-1,-1 0,0 0,1 0,-1 0,1-1,-1 1,1-1,-1 1,1-1,0 0,0 0,0 0,0 0,0-1,1 1,-1 0,0-1,1 1,0-1,0 1,0-1,0 0,0 1,0-1,1 0,-1 0,1 0,0 0,-1 1,2-1,-1 0,0 0,4-7,0 0,1 1,0-1,0 1,1 0,1 1,-1-1,1 1,1 1,-1-1,1 1,0 1,1-1,0 1,5-2,5-5,0 0,1 1,0 1,1 1,0 1,1 1,13-3,-33 10,0 1,-1-1,1 1,0-1,0 1,0 0,0-1,0 1,0 0,0 0,0 1,0-1,-1 0,1 1,0-1,0 1,0-1,0 1,-1 0,1 0,0 0,-1 0,1 0,-1 0,1 0,-1 1,1-1,-1 0,0 1,0-1,1 1,-1 0,0-1,-1 1,1 0,0-1,0 1,-1 0,1 0,-1 0,0 0,1 0,-1 0,0 0,0-1,0 2,-8 77,6-71,0 0,0 0,1 0,0 0,0 0,1 0,1 0,-1 1,2-1,-1 0,1 0,0-1,1 1,0 0,1 0,-3-7,0 0,0 0,1 0,-1 0,0 0,1-1,0 1,-1 0,1-1,0 1,0-1,0 0,0 1,0-1,0 0,0 0,1 0,-1-1,0 1,0 0,1-1,-1 0,0 1,1-1,-1 0,0 0,1 0,-1-1,0 1,1-1,-1 1,1-1,11-7</inkml:trace>
  <inkml:trace contextRef="#ctx0" brushRef="#br0" timeOffset="7309.869">1585 1404,'-5'16,"3"12,7 10,2-1</inkml:trace>
  <inkml:trace contextRef="#ctx0" brushRef="#br0" timeOffset="7780.352">1798 2072,'2'-337,"7"288,-8 49,0-1,0 1,-1 0,1 0,0-1,0 1,0 0,0 0,0 0,0 0,0 0,-1 0,1 0,0 1,0-1,0 0,0 0,0 1,-1-1,1 1,0-1,0 0,0 1,-1-1,1 1,0 0,-1-1,1 1,0 0,-1-1,1 1,-1 0,1 0,-1-1,0 1,1 0,-1 0,0 0,1 0,-1 0,3 3,110 105,-107-105,0 0,-1 1,0-1,1 1,-2 1,1-1,-1 1,1-1,-1 1,-1 0,1 1,-1-1,-1 1,1-1,-1 1,0 0,0 0,-1 0,0 0,0 7,-1 13,-1-24,0-1,0 1,1 0,-1 0,1-1,-1 1,1 0,0 0,0 0,1 0,-1-1,1 1,-1 0,1 0,0 0,0-1,0 1,0-1,1 1,-1-1,0 1,1-1,0 0,0 1,0-1,0 0,0 0,0-1,0 1,1 0,-1-1,0 1,1-1,0 0,-1 0,1 0,0 0,13 1,-1-1,1 0,-1-2,1 0,-1 0,0-1,1-1,-1-1,0 0,-1-1,1-1,-1 0,0 0,0-2,6-4,-12 7,-1 0,0-1,0 0,0 0,-1-1,1 1,-2-1,1-1,-1 1,0-1,0 0,-1 0,0 0,-1-1,0 1,0-1,-1 0,0 0,0-2,-2 9,-1 0,0 0,1 0,-1 0,0 0,0 0,0 0,0 1,0-1,-1 0,1 1,0-1,-1 1,1-1,-1 1,0 0,1 0,-1 0,0 0,0 0,0 0,0 0,1 0,-1 1,0-1,-1 1,1-1,0 1,0 0,0 0,0 0,0 0,0 0,0 0,0 1,0-1,0 1,0-1,0 1,0 0,0 0,0 0,1 0,-1 0,0 0,0 1,1-1,-1 1,-1 0,0 1,0 0,1 0,-1 0,1 0,0 1,0-1,0 0,0 1,1 0,-1-1,1 1,0 0,0 0,0 0,1 0,-1 0,1-1,0 1,0 0,0 0,1 0,0 0,-1 0,1 0,0 0,1-1,-1 1,1 0,0-1,0 1,0-1,0 0,0 1,1-1,-1 0,1 0,0-1,0 1,15 9,1 0,0-2,1 0,0-1,1-1,-1-1,1-1,1-1,-1-1,1 0,18-1,43 8</inkml:trace>
  <inkml:trace contextRef="#ctx0" brushRef="#br0" timeOffset="8522.04">4111 1778,'-16'-1,"1"1,-1 0,0 1,1 1,-1 0,1 1,0 1,0 0,0 1,0 1,1 0,0 1,0 1,1 0,0 1,0 0,1 1,-4 4,14-13,0 1,-1 0,1 0,0 0,1 0,-1 0,0 0,0 1,1-1,0 0,-1 1,1 0,0-1,0 1,0-1,1 1,-1 0,1 0,-1-1,1 1,0 0,0 0,0 0,0-1,1 1,-1 0,1 0,0-1,0 1,0 0,0-1,0 1,1 1,5 1,1 0,0 0,0-1,1 1,-1-2,1 1,0-1,0-1,0 1,0-2,0 1,0-1,1-1,-1 1,0-2,1 1,-1-1,0-1,4-1,-2 3,1-2,-1 1,0-2,0 0,-1 0,1-1,0 0,-1 0,0-1,0-1,-1 0,1 0,-1-1,-1 0,1-1,-1 1,0-2,-1 1,0-1,0 0,-1-1,-1 1,1-1,-1 0,-1-1,4-18,-1 1,-1-2,-2 1,0 0,-3-1,0 0,-2 1,-1-1,-1 1,-2 0,-1 0,-7-22,-15-13,28 64,0-1,-1 0,1 1,0-1,-1 1,1-1,-1 1,1-1,-1 1,1-1,-1 1,1-1,-1 1,1 0,-1-1,0 1,1 0,-1-1,1 1,-1 0,0 0,1 0,-1 0,0-1,1 1,-1 0,0 0,1 0,-1 0,0 1,1-1,-1 0,0 0,1 0,-1 0,0 1,1-1,-1 0,1 1,-1-1,0 0,1 1,-1-1,1 1,-1-1,1 1,-1-1,1 1,0-1,-1 1,1-1,0 1,-1 0,1-1,0 1,0-1,-1 1,1 0,0-1,0 1,0 0,-13 45,8-15,1 1,2 0,1 0,2-1,0 1,3 0,0-1,2 1,2-1,0-1,2 1,3 1,-12-26,1 0,0 1,1-1,-1 0,1 0,0 0,1-1,0 1,-1-1,2 0,-1 0,1 0,-1-1,1 1,0-1,1 0,-1-1,1 1,0-1,0 0,0 0,0-1,0 0,0 0,1 0,-1-1,1 0,-1 0,1-1,0 0,-1 0,3-1,1-4,0-1,0 0,-1-1,0 0,0-1,-1 1,1-2,-2 1,1-1,-1 0,-1-1,0 0,0 0,-1 0,0 0,-1-1,0 0,0 0,1-11,13-61,-32 112,8-7,1 1,1 0,1 1,1-1,1 0,1 6,0-23,0 1,1-1,0 1,0 0,1-1,-1 0,2 1,-1-1,1 0,-1 0,2 0,-1 0,1-1,0 1,0-1,0 0,1 0,-1-1,1 1,0-1,1 0,-1 0,6 2,17 6</inkml:trace>
  <inkml:trace contextRef="#ctx0" brushRef="#br0" timeOffset="8994.784">4472 1444,'36'21,"1"-1,0-2,31 10,82 41,-145-66,0 0,0 0,0 0,-1 0,1 1,-1-1,1 1,-1 0,-1 1,1-1,0 1,-1-1,0 1,0 0,-1 0,1 1,-1-1,0 0,-1 1,1-1,-1 1,0 0,0-1,-1 1,0 0,0 0,0 3,-27 114,27-121,0-1,0 0,0 1,1-1,-1 0,0 1,1-1,-1 0,1 1,-1-1,1 0,0 0,-1 0,1 1,0-1,0 0,0 0,0 0,0 0,0 0,0-1,0 1,0 0,1 0,-1-1,0 1,0-1,1 1,-1-1,0 1,1-1,-1 0,0 0,1 0,-1 0,0 0,1 0,-1 0,1 0,55-8,-48 4,0 0,-1-1,1 0,-1 0,-1-1,1 0,-1-1,0 1,0-1,-1 0,1-1,-2 0,1 0,1-4,-6 11,-1 0,0 1,0-1,-1 1,1-1,0 1,1-1,-1 1,0-1,0 1,0-1,0 1,0-1,0 1,1-1,-1 1,0 0,0-1,1 1,-1-1,0 1,1 0,-1-1,0 1,1 0,-1-1,0 1,1 0,-1-1,1 1,-1 0,1 0,-1 0,1-1,-1 1,0 0,1 0,-1 0,1 0,-1 0,1 0,-1 0,1 0,-1 0,1 0,-1 0,1 0,-1 0,1 1,-1-1,1 0,-1 0,1 0,-1 1,1-1,-1 0,0 1,1-1,-1 0,0 1,1-1,-1 0,0 1,1-1,3 41,-4-36,0 1,0 0,1-1,-1 1,1-1,1 1,-1-1,1 1,0-1,0 0,0 0,1 0,0 0,0 0,0-1,2 3,27 18,3-6</inkml:trace>
  <inkml:trace contextRef="#ctx0" brushRef="#br0" timeOffset="11152.676">8549 1404,'-4'-1,"-4"-1,0 0,-1 1,1 0,-1 0,1 1,-1 0,1 0,-1 1,1 0,0 0,-1 1,1 0,0 1,0 0,-5 3,10-3,0 1,1 0,-1 0,1 0,0 0,0 1,1-1,-1 0,1 1,0-1,0 1,0 0,1-1,0 1,0 0,0-1,0 1,1-1,0 1,-1 0,2-1,-1 2,12 44,2-1,2-1,2 0,21 38,-10-23,18 51,-47-113,-1 0,1 0,-1 0,0 0,1 1,-1-1,0 0,0 0,1 0,-1 0,0 0,0 0,0 0,0 1,-1-1,1 0,0 0,0 0,-1 0,1 0,-1 0,1 0,-1 0,1 0,-1 0,1 0,-1 0,0 0,0 0,1 0,-1-1,0 1,0 0,0-1,0 1,0-1,0 1,0-1,0 1,0-1,0 1,0-1,0 0,-1 0,1 0,0 1,0-1,0 0,0 0,0-1,0 1,-1 0,1 0,0 0,-1-1,-2 0,0 0,-1 0,1 0,0-1,0 1,0-1,1 0,-1 0,0-1,1 1,-1-1,1 0,0 0,0 0,0 0,0 0,0-1,1 1,0-1,0 0,0 1,0-1,0 0,1 0,-1 0,1-1,0 1,1 0,-1 0,1-1,-1 1,1 0,1-1,-1 1,1 0,0-4,7-12,0 0,2 1,0 0,1 1,1 0,0 1,1 0,1 1,1 0,4-3,214-210,-203 183,-30 46,0-1,-1 1,1 0,0-1,0 1,0-1,0 1,-1 0,1-1,0 1,0 0,-1-1,1 1,0 0,0 0,-1-1,1 1,0 0,-1 0,1-1,0 1,-1 0,1 0,-1 0,1 0,0 0,-1 0,1-1,-1 1,1 0,0 0,-1 0,1 0,-1 0,1 1,0-1,-1 0,1 0,-1 0,1 0,0 0,-1 0,1 1,0-1,-1 0,1 0,0 1,-1-1,1 0,0 0,0 1,-1-1,1 0,0 1,0-1,-1 0,1 1,0-1,-7 8,0-1,0 2,1-1,0 1,1-1,0 1,0 1,1-1,0 1,1 0,0 0,0 0,1 0,0 0,1 4,-3 34,3 1,1 0,3-1,2 0,2 1,2-2,2 1,2-2,3 1,11 21,-26-63</inkml:trace>
  <inkml:trace contextRef="#ctx0" brushRef="#br0" timeOffset="11412.67">8697 1578,'13'4,"14"5,12 4,7 5,4 2,-1 1,-8-2</inkml:trace>
  <inkml:trace contextRef="#ctx0" brushRef="#br0" timeOffset="11632.094">9017 1738,'13'0,"1"1,-1 0,0 1,0 1,0 0,0 1,0 0,-1 1,0 0,0 1,0 0,0 1,-1 1,-1 0,7 5,-14-9,0-1,0 1,0-1,0 1,-1 0,1 0,-1 0,0 1,0-1,-1 0,1 1,-1-1,0 1,0-1,-1 1,0 0,1-1,-1 1,-1 0,1-1,-1 1,1-1,-1 1,-1-1,1 1,-1-1,1 1,-1-1,-1 0,1 0,-1 0,-1 1,-73 89,62-79,0 0,2 1,0 1,0 0,2 1,-5 9,15-25,-1 1,1-1,-1 1,1 0,0-1,0 1,0 0,1-1,-1 1,1 0,-1 0,1 0,0 0,0 0,0-1,0 1,1 0,-1 0,1 0,0-1,0 1,0 0,0 0,0-1,0 1,1-1,-1 1,1-1,0 0,0 0,-1 0,2 0,-1 0,0 0,0 0,0 0,1-1,-1 1,3 0,13 5,0-1,0-1,1-1,-1 0,1-1,0-1,0-1,9-1,-25 1,70 1</inkml:trace>
  <inkml:trace contextRef="#ctx0" brushRef="#br0" timeOffset="9563.186">6023 1939,'0'-13,"1"1,0-1,1 1,1 0,0 0,0 0,1 0,1 1,0-1,0 1,2 0,-1 1,1-1,0 1,1 1,0-1,1 1,0 1,7-6,-11 11,0 0,0 0,0 1,0 0,1 0,-1 0,0 1,1-1,0 1,-1 0,1 1,0 0,-1 0,1 0,0 0,-1 1,1 0,-1 0,1 1,-1-1,1 1,-1 0,0 1,0-1,0 1,0 0,-1 0,1 1,-1-1,1 1,-1 0,-1 0,1 1,1 1,1 0,0 1,-1 0,0 1,0 0,0-1,-1 2,-1-1,1 0,-1 1,0-1,-1 1,0 0,-1 0,1 0,-2 0,1 0,-1 0,-1 0,-1 7,2-14,0 1,-1-1,0 0,1 0,-1 0,0 0,0 0,0 0,0 0,0 0,-1-1,1 1,-1 0,1-1,-1 1,1-1,-1 1,0-1,0 0,0 0,0 1,0-2,0 1,0 0,0 0,0-1,0 1,0-1,-1 1,1-1,0 0,0 0,0 0,-1 0,1 0,0-1,0 1,0-1,-1 1,1-1,0 0,0 0,0 0,0 0,1 0,-1 0,0-1,0 1,1 0,-1-1,0 0,1 1,0-1,-1 0,1 0,0 0,-1-1,1-7,1 0,1 1,-1-1,1 0,1 1,0 0,0-1,1 1,0 0,1 0,0 0,0 0,1 1,1-2,0-1,75-146,-28 57,-4-2,25-77,-69 164,9-55,-15 70,1 0,-1 0,1 0,0-1,-1 1,1 0,-1 0,1 0,-1 0,1 0,-1 0,1 0,0 0,-1 0,1 0,-1 0,1 0,-1 0,1 0,-1 1,1-1,0 0,-1 0,1 0,-1 1,1-1,0 0,-1 0,1 1,0-1,-1 0,1 1,0-1,0 0,-1 1,1-1,0 1,0-1,-1 0,1 1,0-1,0 1,0-1,0 1,0-1,0 1,-9 17,0 0,2 0,0 1,1 0,1 1,1-1,0 1,2 0,0 7,0 32,2 0,3-1,3 1,2-1,2 0,4-1,1 0,3-1,19 38,-32-80</inkml:trace>
  <inkml:trace contextRef="#ctx0" brushRef="#br0" timeOffset="10501.449">6424 1551,'154'20,"-1"8,27 13,-85-19,-40-6,-69-6,-6-6,1 0,-1 2,1 0,0 1,0 1,1 1,0 0,1 2,0 0,0 0,1 2,1 0,-2 2,15-13,0 0,0-1,1 1,-1 0,0 0,1 0,-1 0,1 1,0-1,0 0,0 1,0-1,0 0,0 1,0-1,1 1,0-1,-1 1,1 0,0-1,0 1,0-1,1 1,-1-1,0 1,1-1,0 1,0-1,-1 1,1-1,1 0,-1 1,0-1,1 0,-1 0,1 0,-1 0,1 0,0 0,0 0,0-1,0 1,0-1,0 0,1 1,-1-1,1 0,5 2,0-1,0 0,1-1,-1 1,1-1,-1-1,1 0,-1 0,1-1,-1 0,1 0,-1-1,0 0,0-1,0 1,0-2,0 1,0-1,-1 0,0-1,0 0,0 0,0 0,-1-1,0 0,0 0,0 0,-1-1,0 0,0 0,-1-1,0 1,0-2,-4 2,-10 28,7-11,0 0,1 1,0-1,0 1,1-1,1 1,0-1,0 1,2 6,-2-13,1-1,0 0,-1 1,1-1,0 0,1 0,-1 0,0 1,1-2,0 1,0 0,0 0,0 0,0-1,0 1,1-1,-1 0,1 0,0 0,0 0,0 0,0 0,0-1,0 1,0-1,0 0,0 0,1 0,-1 0,0-1,3 1,-3-1,1 0,-1 0,0-1,0 1,0-1,0 1,1-1,-1 0,0 0,0 0,-1-1,1 1,0-1,0 0,-1 1,1-1,-1-1,1 1,-1 0,0 0,0-1,0 1,0-1,0 0,-1 1,1-1,-1 0,0 0,0 0,0 0,0-2,18-101,-15-49,-3 153,0-1,-1 0,1 0,0 1,1-1,-1 1,0-1,1 1,-1-1,1 1,0 0,-1 0,1 0,0 0,1 0,-1 0,0 0,0 1,1-1,-1 1,1 0,0-1,-1 1,1 0,0 1,-1-1,1 0,0 1,0 0,0-1,-1 1,1 0,0 1,0-1,0 0,0 1,-1-1,1 1,0 0,-1 0,1 0,0 1,-1-1,1 0,0 2,3-1,0 1,-1 0,1 0,0 0,-1 1,0 0,0 0,0 1,-1-1,1 1,-1 0,0 0,0 0,-1 1,0 0,0-1,0 1,0 0,-1 0,0 1,0-1,-1 0,0 1,0-1,0 0,-1 7,-12 175,13-184,0-1,0 0,0 1,0-1,0 0,1 0,-1 0,1 0,0 0,0 0,0 0,0-1,1 1,-1-1,0 0,1 1,0-1,0 0,0 0,0-1,0 1,0-1,0 1,0-1,0 0,1 0,-1-1,0 1,1-1,0 1,4 0,0-1,-1 0,1 0,0 0,0-1,0 0,0-1,-1 1,1-1,-1-1,1 0,5-3,-5 1,0-1,-1 0,0-1,0 0,0 0,-1 0,0-1,0 0,-1 0,0 0,-1-1,0 0,0 0,-1 0,0 0,0 0,-1-1,0 1,-1-1,0 0,-1 1,0-1,0 0,-1 0,-13-33,13 42,1 0,-1 0,1 1,-1-1,1 0,-1 0,0 1,1-1,-1 0,0 1,0-1,1 1,-1-1,0 1,0-1,0 1,0-1,0 1,1 0,-1-1,0 1,0 0,0 0,0 0,0 0,0 0,0 0,0 0,0 0,0 0,0 0,0 1,0-1,0 0,1 1,-1-1,0 1,0-1,0 1,0-1,1 1,-1-1,0 1,0 0,-3 4,1 1,0-1,0 0,0 1,1 0,-1 0,1 0,1 0,-1 0,1 0,0 0,1 0,-1 1,1-1,0 0,1 0,0 2,-1-1,1 1,1-1,-1 0,1 0,1 1,-1-1,1-1,0 1,1 0,0-1,0 0,0 1,0-2,1 1,0 0,1-1,-1 0,1 0,0-1,0 0,3 2,8 3,-1 0,1-2,0 0,1-1,0-1,0 0,0-1,1-1,34 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8:18.33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1324 809,'-5'18,"0"18,-1 16,1 12,2 12,3 9,2 6,1 1,-1 0,0-3,-1-6,0-8,-3-10,-3-14,-1-15</inkml:trace>
  <inkml:trace contextRef="#ctx0" brushRef="#br0" timeOffset="276.534">937 782,'-14'-7,"-6"-4,1-1,12 2,16 3,22 0,24-1,21 1,18-1,14 2,1 5,-5 11,-12 12,-22 14,-22 0</inkml:trace>
  <inkml:trace contextRef="#ctx0" brushRef="#br0" timeOffset="710.092">1418 1464,'211'-19,"-58"12,-151 6,-1 1,1-1,-1 1,1 0,0 0,-1-1,1 1,-1 0,1 1,-1-1,1 0,0 0,-1 1,1-1,-1 1,1-1,-1 1,0 0,1-1,-1 1,0 0,1 0,-1 0,0 0,0 0,0 0,0 1,0-1,0 0,0 0,0 1,0-1,-1 0,1 1,0-1,-1 1,0-1,1 1,-1-1,0 1,0 0,1 0,-4 5,0 0,-1 0,0 0,0 0,0-1,-1 1,0-1,0 0,0-1,-1 1,-3 1,-3 5,-117 112,126-121,2-3,0 1,0-1,0 1,0 0,0-1,0 1,0 0,0 0,0 0,1 0,-1 0,0 0,0 0,1 0,-1 0,1 0,-1 0,1 0,-1 0,1 1,0-1,0 0,-1 0,1 0,0 1,0-1,0 0,0 0,0 1,1-1,-1 0,0 0,1 1,-1-1,0 0,1 0,0 0,-1 0,1 0,0 1,73 18,-50-17,5 1,0 0,-1 2,1 1,-2 1,1 2,-1 0,0 2,-1 1,-1 1,21 15,-41-25,-1-1,1 1,-1 0,0 0,0 1,0 0,-1-1,0 1,0 0,0 0,0 1,-1-1,0 1,0-1,0 1,-1-1,0 1,0 0,0 0,-1 0,0 0,0 0,0-1,-1 1,0 0,0 0,-1 0,1-1,-1 1,0-1,-1 1,1-1,-1 0,0 0,0 0,-2 1,-5 5,-1 1,0-2,-1 1,0-2,-1 1,0-2,-1 0,1 0,-1-1,-1-1,1 0,-7 0,-15 5</inkml:trace>
  <inkml:trace contextRef="#ctx0" brushRef="#br0" timeOffset="928.191">2407 1303,'5'-2,"10"-1,16 0,15-1,13-1,7 1,0 2,-5 0,-12 5,-15 3</inkml:trace>
  <inkml:trace contextRef="#ctx0" brushRef="#br0" timeOffset="1115.668">2514 1651,'19'7,"18"0,20-4,19-6,13-8,11-4,-12 0</inkml:trace>
  <inkml:trace contextRef="#ctx0" brushRef="#br0" timeOffset="1367.758">4051 1157,'-2'16,"-3"16,-3 15,-3 12,-1 10,-1 8,1 1,4-1,2-7,3-8,4-13,1-12,1-13</inkml:trace>
  <inkml:trace contextRef="#ctx0" brushRef="#br0" timeOffset="1656.991">3583 1063,'21'-2,"24"-1,26 0,25 1,17 0,10 1,2 0,-7 1,-23 0</inkml:trace>
  <inkml:trace contextRef="#ctx0" brushRef="#br0" timeOffset="2202.407">4493 1477,'0'49,"-2"0,-3 0,-1-1,-13 46,-26 101,45-193,-1 0,1 0,-1 0,1 1,0-1,-1 0,1 0,0 0,1 1,-1-1,0 0,1 0,-1 0,1 0,-1 0,1 0,0 0,0 0,0 0,0 0,0 0,1 0,-1 0,0-1,1 1,0-1,-1 1,1-1,0 0,-1 1,1-1,0 0,0 0,0 0,0 0,0-1,0 1,1-1,-1 1,0-1,0 0,0 1,1-1,-1 0,0 0,1-1,18-2,-1 0,1-2,-1-1,0 0,0-1,-1-2,0 0,5-4,-24 13,11-4,1-1,-2-1,1 1,0-2,-1 0,-1 0,1 0,-1-1,0-1,-1 0,0 0,0 0,-1-1,-6 8,-1 1,1 0,0-1,-1 1,1-1,-1 1,0-1,1 1,-1-1,0 1,0-1,0 1,0-1,0 1,-1-1,1 0,0 1,-1 0,1-1,-1 1,1-1,-1 1,0-1,1 1,-1 0,0 0,0-1,0 1,0 0,0 0,-1 1,1 0,0 1,0-1,0 1,0-1,0 1,0-1,-1 1,1 0,0-1,1 1,-1 0,0 0,0 0,0 0,0 0,1 0,-1 0,0 0,1 0,-1 0,1 0,-1 0,1 1,0-1,-1 0,1 0,0 0,0 1,0-1,0 1,0-1,-13 51,3 0,2 1,2 1,3-1,2 1,2 2,1-17,1-8</inkml:trace>
  <inkml:trace contextRef="#ctx0" brushRef="#br0" timeOffset="2525.591">5241 1357,'0'2,"0"-1,0-3,0-4,-2-1,-4 2,1 5,-3 10,1 7,2 1</inkml:trace>
  <inkml:trace contextRef="#ctx0" brushRef="#br0" timeOffset="2770.294">5268 1852,'7'9,"2"1,0-6,-2-9,-2-5,-2-5,-4-1,-4 6,-3 5,0 12,0 8,3 7,4 1,2-2</inkml:trace>
  <inkml:trace contextRef="#ctx0" brushRef="#br0" timeOffset="3148.131">5669 1357,'13'-7,"-1"1,1 0,0 0,1 2,-1 0,1 0,0 1,0 1,0 0,0 1,14 1,-20 0,-1 0,1 1,0 0,0 0,0 0,-1 1,1 1,-1-1,0 1,1 1,-1-1,-1 1,1 0,0 1,-1-1,0 1,0 0,-1 1,1 0,-1 0,4 6,-5-5,-1-1,0 1,-1-1,1 1,-1 0,-1 0,1 1,-1-1,-1 0,1 0,-1 0,0 1,-1-1,0 0,0 0,0 0,-1 0,0 0,-3 6,-3 6,0-1,-1 0,-2 0,1-1,-2 0,-7 8,-193 207,211-231,-1 0,1 0,0 0,-1 0,1 0,0 0,0 1,0-1,0 0,0 1,0-1,0 1,1-1,-1 1,1-1,-1 1,1-1,-1 1,1 0,0-1,-1 1,1 0,0-1,0 1,1 0,-1-1,0 1,0 0,1-1,-1 1,1-1,-1 1,1-1,0 1,0-1,0 1,-1-1,1 0,1 1,-1-1,0 0,0 0,1 1,8 1,1 1,0-2,0 1,0-2,0 1,0-1,0-1,0 0,6-1,9 1,67-1,-1-4,0-4,33-10,-57 6</inkml:trace>
  <inkml:trace contextRef="#ctx0" brushRef="#br0" timeOffset="3410.205">7073 969,'-5'2,"-5"11,-7 18,-6 22,-5 23,-3 23,-2 18,-2 13,-1 6,-2-3,-1-7,1-12,3-14,5-17,8-21,7-20</inkml:trace>
  <inkml:trace contextRef="#ctx0" brushRef="#br0" timeOffset="3679.001">7260 1290,'0'16,"-2"19,-4 19,-2 19,-5 13,-2 7,-1 0,0-5,3-10,3-14,4-18</inkml:trace>
  <inkml:trace contextRef="#ctx0" brushRef="#br0" timeOffset="3961.249">7300 1183,'4'36,"2"0,2-1,0 0,3-1,1 0,1 0,2-1,1-1,2 0,19 26,15 34,-47-83,6 9,-1 0,0 1,-2 0,0 1,-1 0,-1 0,-1 0,-1 1,0 8,-4-25,0 1,-1 0,1 0,-1 0,0 0,-1-1,1 1,-1 0,0-1,0 0,0 1,-1-1,1 0,-1 0,0 0,0 0,-1-1,1 1,-1-1,0 0,0 0,0 0,0-1,0 1,-3 0,-6 3,-1 0,0-1,0-1,0 0,0-1,-1 0,1-2,-1 1,-30-2,7-4</inkml:trace>
  <inkml:trace contextRef="#ctx0" brushRef="#br0" timeOffset="4213.576">7942 1410,'-7'14,"-4"13,-6 14,-1 11,2 8,1 5,4 4,3-2,4-3,1-8,3-8,0-13</inkml:trace>
  <inkml:trace contextRef="#ctx0" brushRef="#br0" timeOffset="4559.396">7902 1331,'7'58,"2"-1,3 0,3 0,2-2,2 0,3-1,2 0,3-2,5 4,10 3,-42-59,1 1,-1 0,0-1,1 1,-1-1,1 1,-1 0,1-1,-1 1,1-1,0 1,-1-1,1 0,0 1,-1-1,1 0,0 1,-1-1,1 0,0 0,0 0,-1 1,1-1,0 0,0 0,-1 0,1 0,0 0,0-1,0 1,-1 0,1 0,0 0,-1-1,1 1,0 0,-1-1,1 1,0 0,-1-1,1 1,0-1,-1 1,1-1,-1 0,1 1,-1-1,0 1,1-2,14-39,-14 37,15-72,-5-1,-2 0,-3-45,-5 116,16-257,-1 217,-7 37</inkml:trace>
  <inkml:trace contextRef="#ctx0" brushRef="#br0" timeOffset="6712.541">9011 528,'29'1193,"-17"-867,13 301,-24-607,1-15,-1 1,0 0,0 0,-1 0,0-1,0 1,0 0,-1 0,0 0,0 0,0-1,-1 1,1-1,-1 1,-1-1,1 1,-1-1,0 0,0 0,0-1,-1 1,0 0,0-1,0 0,-4 3,-6-3,-1 0,1-1,-1-1,0 0,1-1,-1-1,0 0,-11-2,-7 1,-995 10,1001-8,-1638 63,790-69,-776 22,-168 81,1715-92,-196 10,-118-17,382 0,0-2,1-1,-1-2,1-1,0-2,1-1,-32-15,62 24,0-1,1 0,-1-1,0 1,1-1,0 1,0-1,-1 0,2 0,-1 0,0-1,1 1,-1-1,1 0,0 1,0-1,0 0,1 0,0 0,-1 0,1-2,-99-248,71 138,5-1,-4-72,10 62,-34-190,-43-122,-86-188,164 579,3-2,1 0,3 0,2-1,3 0,1-1,3 1,4-27,-1 61,2 0,0 0,1 0,1 0,0 1,1 0,1 0,0 1,2 0,-1 1,2-1,9-9,-14 20,0 0,0 0,1 1,-1-1,1 2,0-1,0 1,0 0,0 0,0 1,0 0,0 0,1 1,-1 0,0 0,0 0,1 1,-1 0,0 1,0 0,0 0,5 2,19 2,114 11,0-7,108-7,-177-3,982 36,1469 49,-907-94,-65-75,-1240 79,-231 29,-40-7,376 91,-230-69,-110-24,-79-15,1-1,0 1,-1 0,1 0,-1 0,1 0,0 1,-1-1,1 0,-1 1,1-1,-1 1,1-1,-1 1,0 0,1 0,-1-1,0 1,1 0,-1 0,0 0,0 1,0-1,0 0,0 0,0 1,0-1,0 0,0 1,-1-1,1 1,-1-1,1 1,9 29,-11-25</inkml:trace>
  <inkml:trace contextRef="#ctx0" brushRef="#br0" timeOffset="7870.311">3691 1143,'4'0,"9"0,13 0,14-3,13 0,14-2,12-2,7-1,6 0,1 0,-7 0,-8 1,-14 2,-14 2,-21 1,-16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7:14.10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978 1000,'0'14,"0"15,0 18,0 15,0 14,0 8,0 4,0 0,0-4,0-7,0-11,0-11,0-15</inkml:trace>
  <inkml:trace contextRef="#ctx0" brushRef="#br0" timeOffset="247.612">590 880,'25'2,"29"4,28 2,22 2,17 3,4 0,-20-2</inkml:trace>
  <inkml:trace contextRef="#ctx0" brushRef="#br0" timeOffset="654.59">1152 1482,'83'8,"-55"-7,0 1,0 1,0 2,0 1,-1 1,19 8,-44-14,0-1,0 1,0-1,0 1,0 0,0 0,-1 0,1 0,0 0,0 0,-1 0,1 0,-1 1,1-1,-1 1,0-1,1 1,-1 0,0-1,0 1,0 0,0 0,0 0,-1 0,1 0,-1 0,1 0,-1 0,1 0,-1 0,0 0,0 0,0 0,0 0,-1 0,1 0,-1 0,1 1,-7 6,0 1,-1-1,0-1,0 1,-1-2,0 1,0-1,-1 0,0-1,0 0,-1-1,-3 2,-8 5,-75 51,96-63,1 1,-1 0,0-1,0 1,1 0,-1 0,0-1,1 1,-1 0,1 0,-1 0,1 0,-1 0,1 0,0 0,-1 0,1 0,0 0,0 0,0 0,0 0,0 0,0 0,0 0,0 0,0 0,0 0,1 0,-1 0,0 0,1 0,-1 0,1 0,-1 0,1 0,-1 0,1-1,0 1,-1 0,1 0,0-1,0 1,-1 0,1-1,0 1,46 22,-43-21,74 25,-44-17,-1 2,0 1,-1 2,0 1,-2 2,1 0,-28-16,-1-1,1 1,0 0,-1-1,1 1,-1 0,1 1,-1-1,0 0,0 1,0-1,0 1,-1 0,1-1,-1 1,1 0,-1 0,0 0,0 0,0 0,0 0,-1 0,0 0,1 1,-1-1,0 0,0 0,-1 0,1 0,-1 1,1-1,-1 0,0 0,0 0,-1 2,-7 3,1 0,-1-1,-1 0,1 0,-1-1,0-1,-1 1,1-2,-1 1,0-1,0-1,0 0,-1-1,1 0,-1 0,-7-1,-16 3</inkml:trace>
  <inkml:trace contextRef="#ctx0" brushRef="#br0" timeOffset="901.971">1861 1375,'25'2,"22"3,16 1,12 2,2-1,-6 1,-12-1,-16-2</inkml:trace>
  <inkml:trace contextRef="#ctx0" brushRef="#br0" timeOffset="1174.279">2021 1682,'23'5,"21"1,21 0,18-1,-5-2</inkml:trace>
  <inkml:trace contextRef="#ctx0" brushRef="#br0" timeOffset="1681.351">3358 987,'-14'-3,"0"0,0 0,-1 2,1 0,-1 1,1 0,-1 1,1 0,0 1,-1 1,1 1,0 0,1 0,-1 2,1-1,0 2,-3 1,12-4,1 0,-1 0,1 0,0 0,0 0,0 0,0 1,1 0,0-1,0 1,0 0,1 0,-1 0,1 0,0 0,1 1,-1-1,1 0,0 0,0 0,1 1,-1-1,1 0,2 4,1 9,2 0,1 0,0 0,1-1,1 0,2 2,131 184,-51-82,-85-113,-1-3,-1 0,0 0,0 1,0-1,0 1,-1 0,0-1,0 2,-1-1,1 0,-1 0,-1 1,1-1,-1 1,0 0,-1-1,1 1,-1 0,-1-1,0 8,-1-12,0 1,-1-1,1 1,0-1,-1 0,1 0,-1 0,0 0,0 0,0-1,0 1,0-1,0 0,0 1,0-2,0 1,-1 0,1-1,0 1,-1-1,1 0,0 0,0 0,-1-1,0 1,1 0,1-1,0 1,-1 0,1-1,0 1,0-1,-1 0,1 1,0-1,0 0,0-1,0 1,0 0,0 0,0-1,1 1,-1-1,0 0,1 1,-1-1,1 0,0 0,-1 0,1 0,0 0,0 0,1-1,-1 1,0 0,1 0,-1-1,1 1,-1 0,1-1,0 1,0-1,3-8,0 1,0-1,1 1,0 0,1 1,0-1,1 1,0 0,0 0,1 0,5-5,-1 1,70-89,-38 53,-3-2,-2-2,-2-1,-3-2,-2-2,-2-1,-25 49,-1 4,-1 0,1 0,-1 0,0 0,0-1,-1 1,0 0,0-1,0 1,-1-1,0 0,-1-1,1 7,0 1,-1 0,1 0,0-1,-1 1,1 0,-1 0,1 0,0 0,-1-1,1 1,-1 0,1 0,-1 0,1 0,0 0,-1 0,1 0,-1 0,1 0,-1 0,1 0,0 0,-1 1,1-1,-1 0,1 0,0 0,-1 1,1-1,0 0,-1 0,1 1,0-1,-1 0,1 0,0 1,0-1,-1 1,1-1,0 0,0 1,0-1,-1 0,1 1,0-1,0 1,0-1,0 1,0-1,0 0,0 1,0-1,0 1,0-1,0 1,-8 18,2 1,0-1,0 2,2-1,1 0,1 1,0 0,1-1,2 7,4 46,3-1,4 0,2 0,4-1,21 53,-17-48,-11-40</inkml:trace>
  <inkml:trace contextRef="#ctx0" brushRef="#br0" timeOffset="1944.962">3558 1375,'-16'-9,"0"-3,9 0,19 3,24 5,26 5,23 2,15 2,4-2,-15 0</inkml:trace>
  <inkml:trace contextRef="#ctx0" brushRef="#br0" timeOffset="4000.436">3973 1749,'21'-11,"1"2,0 0,0 2,1 0,0 1,1 2,-1 0,1 2,12 0,-33 1,0 1,0 0,0 0,0 0,0 1,0-1,0 0,-1 1,1 0,0 0,0 0,-1 0,1 0,0 1,-1-1,0 1,1-1,-1 1,0 0,1 0,-1 0,-1 0,1 1,0-1,0 0,-1 1,1-1,-1 1,0 0,0-1,0 1,0 0,0 0,-1-1,1 1,-1 0,1 0,-1 0,0 0,-1 0,1 0,0 0,-1 1,-4 14,0 1,-1-2,0 1,-2-1,0 0,-1 0,-1-1,0 0,-1-1,-1 0,-13 13,-34 49,57-76,1 0,0-1,0 1,0 0,0 0,0 0,0 0,0 0,0 0,0 0,0 0,1 1,-1-1,0 0,1 0,-1 1,1-1,-1 0,1 1,0-1,-1 0,1 1,0-1,0 1,0-1,0 0,0 1,1-1,-1 1,0-1,1 0,-1 1,1-1,-1 0,1 0,-1 1,1-1,0 0,0 0,0 0,0 0,0 0,0 0,0 0,0 0,0 0,0 0,0-1,0 1,1 0,-1-1,0 1,1-1,-1 1,1-1,28 5,0-2,0-1,1-2,-1-1,3-1,-14 1,32-2,0-1,0-3,23-7,-38 4</inkml:trace>
  <inkml:trace contextRef="#ctx0" brushRef="#br0" timeOffset="4390.009">4869 1522,'-2'2,"-1"3,0 4,3 1,3 0,4-4,1-6,-1-5,-5-3,-4-2,-4 2,-4 2,-1 5,-1 6,6 5,7 6,5-1</inkml:trace>
  <inkml:trace contextRef="#ctx0" brushRef="#br0" timeOffset="5168.411">5671 1121,'0'21,"0"17,0 17,0 12,0 9,0 2,0-3,0-5,0-7,0-13,3-14,4-14,2-10</inkml:trace>
  <inkml:trace contextRef="#ctx0" brushRef="#br0" timeOffset="5394.655">5457 933,'-7'-2,"9"1,21 4,24 1,26-1,22 1,16 0,1 3,-6 4,-21 0</inkml:trace>
  <inkml:trace contextRef="#ctx0" brushRef="#br0" timeOffset="5808.263">6099 1348,'-11'41,"-5"17,2 0,3 1,3 1,1 23,6-81,0 1,1 0,-1 0,1 0,-1-1,1 1,0 0,0 0,1 0,-1-1,1 1,-1 0,1 0,0-1,0 1,0 0,0-1,0 1,1-1,-1 1,1-1,0 0,-1 0,1 0,0 0,0 0,1 0,-1 0,0-1,0 1,1-1,-1 1,1-1,0 0,-1 0,1 0,0-1,-1 1,1-1,0 1,0-1,0 0,-1 0,3 0,5-3,1-1,-1-1,0 1,0-2,-1 1,0-1,0-1,0 0,0 0,-1 0,3-5,7-4,39-38,-56 55,-1-1,1 1,-1 0,1 0,-1-1,0 1,1 0,-1 0,0-1,1 1,-1 0,0 0,0 0,0 0,0 0,0-1,0 1,0 0,0 0,0 0,0 0,0-1,-1 1,1 0,0 0,-1 0,1-1,0 1,-1 0,1 0,-1-1,1 1,-1 0,0-1,1 1,-1-1,0 1,1 0,-16 39,2 1,2 0,1 0,3 1,1 0,2 1,1 13,14 15,-2-50</inkml:trace>
  <inkml:trace contextRef="#ctx0" brushRef="#br0" timeOffset="6043.786">6567 1161,'-7'0,"-2"4,5 5,5 4,7 5,3 0</inkml:trace>
  <inkml:trace contextRef="#ctx0" brushRef="#br0" timeOffset="6338.042">6661 1695,'-7'14,"0"4,1 0</inkml:trace>
  <inkml:trace contextRef="#ctx0" brushRef="#br0" timeOffset="6594.356">6861 1255,'2'-6,"0"0,1 0,0 0,0 0,0 0,1 1,-1 0,2-1,-1 2,0-1,1 0,0 1,0 0,0 0,1 0,-1 1,1 0,0 0,0 0,0 1,0 0,0 0,1 0,-1 1,0 0,1 0,-1 1,1-1,0 2,-1-1,1 1,-1 0,0 0,1 0,-1 1,0 0,0 1,0-1,0 1,0 0,0 1,-1-1,0 1,0 0,0 0,0 1,0-1,1 4,-2-1,-1 1,0 0,0-1,-1 1,0 0,0 0,-1 0,0 0,0 0,-1 0,0 1,0-1,-1 0,0 0,-1 0,0 0,0 0,-2 5,-5 10,-1 0,0 0,-2-2,0 1,-10 11,-90 134,110-164,1-1,-1 1,1 0,0 0,0 0,0 0,0 0,1 0,-1 1,1-1,0 0,0 0,0 0,0 0,1 0,-1 1,1-1,0 0,0 0,0 0,0 0,0 0,1-1,0 1,-1 0,1-1,0 1,0-1,0 1,0-1,1 0,-1 0,3 1,8 4,1-1,1-1,-1 0,1-1,0-1,-1 0,1-1,1-1,-1 0,0-1,9-1,-19 1,138-7,-76 1</inkml:trace>
  <inkml:trace contextRef="#ctx0" brushRef="#br0" timeOffset="6880.541">8011 933,'-3'-13,"0"-3,0 9,-2 16,-2 23,-6 24,-9 26,-7 21,-9 18,-8 14,-8 4,-3-4,3-8,7-12,8-17,12-18,9-20,9-21</inkml:trace>
  <inkml:trace contextRef="#ctx0" brushRef="#br0" timeOffset="7177.388">8184 1281,'0'9,"0"15,0 16,0 18,0 12,-2 6,-1 2,-2-4,-1-10,2-11,0-13,2-12</inkml:trace>
  <inkml:trace contextRef="#ctx0" brushRef="#br0" timeOffset="7487.082">8144 1242,'3'11,"109"144,-60-88,-30-41,-2 2,0 0,-2 1,-2 1,0 1,-2 0,-1 1,-2 0,4 22,-13-48,-1 0,1 1,-2-1,1 1,-1-1,0 1,0-1,0 1,-1-1,0 1,-1-1,1 0,-1 1,-1-1,1 0,-1 0,0 0,0-1,0 1,-1-1,0 0,0 0,-1 0,1 0,-1-1,0 0,0 0,-1 0,1 0,-1-1,1 0,-6 1,-2 1,0-1,0-1,-1 0,1-1,-1-1,0 0,0-1,1 0,-1-1,0 0,-6-3,-12-3</inkml:trace>
  <inkml:trace contextRef="#ctx0" brushRef="#br0" timeOffset="7762.402">8786 1442,'-5'16,"-3"12,-3 10,-4 8,-2 5,0 3,0 0,4-6,3-8,4-9,3-9</inkml:trace>
  <inkml:trace contextRef="#ctx0" brushRef="#br0" timeOffset="8077.557">8759 1375,'9'39,"1"-1,2 0,2-1,1 0,1-1,3-1,0-1,9 9,-7-6,58 80,-79-116,0 0,1-1,-1 1,1-1,-1 1,1-1,-1 1,1-1,-1 1,1-1,0 1,-1-1,1 0,0 1,-1-1,1 0,0 0,-1 1,1-1,0 0,-1 0,1 0,0 0,0 0,-1 0,1 0,0 0,0 0,-1 0,1-1,0 1,-1 0,1 0,0-1,-1 1,1 0,0-1,-1 1,1-1,-1 1,1-1,-1 1,1-1,-1 1,1-1,-1 1,1-1,-1 0,0 1,1-1,-1 0,0 1,0-1,1 0,-1 0,12-43,8-328,-19 361,1 0,0 1,0-1,1 1,1 0,0 0,0 0,1 0,0 1,1-1,-1 1,2 1,2-4,18-13</inkml:trace>
  <inkml:trace contextRef="#ctx0" brushRef="#br0" timeOffset="9257.627">4815 1522,'5'39,"11"44,-14-81,0 0,0 0,0 0,0-1,0 1,0-1,0 1,0-1,1 0,-1 0,0 0,1 0,-1 0,1 0,-1-1,1 1,-1-1,1 0,0 0,-1 0,1 0,-1 0,1 0,0-1,-1 1,1-1,-1 0,1 0,-1 0,0 0,1 0,-1 0,0-1,0 1,0-1,0 1,0-1,0 0,0 0,0 0,-1 0,1 0,-1 0,0-1,1 1,-1 0,0-1,1 1,-1 0,0 0,1 0,-1 0,0 0,0-1,0 1,0 0,0 0,-1-1,1 1,-1-1,1 1,-1 0,0-1,0 1,0-1,0 1,0 0,-1-1,1 1,-1-1,0 1,1 0,-1 0,0-1,0 1,-1 0,1 0,0 0,-1 0,1 0,-1 0,0 1,1-1,-1 0,0 1,0 0,0-1,0 1,0 0,-1 0,1 0,0 0,-1 0,1 1,0-1,-1 1,1-1,0 1,-1 0,1 0,-1 0,-1 0,1 2,0-1,0 0,0 1,0 0,0 0,1 0,-1 0,0 0,1 1,0-1,-1 1,1-1,0 1,0 0,-1 3,-7 10</inkml:trace>
  <inkml:trace contextRef="#ctx0" brushRef="#br0" timeOffset="10770.544">216 12,'130'-9,"1"6,-1 6,0 5,83 18,-201-24,1404 114,1614-5,-1614-8,25 41,-512-35,-312-42,-445-36,-170-31,0 1,0-1,0 0,-1 1,1-1,0 1,-1 0,1-1,-1 1,1 0,0 0,-1 0,0 0,1 0,-1 1,0-1,1 0,-1 1,0-1,0 0,0 1,0-1,0 1,-1 0,1-1,0 1,-1 0,1-1,-1 1,0 0,1 0,-1-1,0 1,0 0,0 0,0 0,-1 1,-44 203,-11 324,10 58,26 358,34-742,-9-185,-5-19,0-1,0 1,0 0,0 0,0-1,0 1,0 0,0 0,0 0,0-1,0 1,0 0,0 0,0 0,0-1,0 1,0 0,0 0,0 0,0-1,0 1,0 0,1 0,-1 0,0-1,0 1,0 0,0 0,1 0,-1 0,0 0,0 0,0-1,0 1,1 0,-1 0,0 0,0 0,1 0,-1 0,0 0,0 0,0 0,1 0,-1 0,0 0,0 0,1 0,-6-23,-2-5</inkml:trace>
  <inkml:trace contextRef="#ctx0" brushRef="#br0" timeOffset="12512.255">216 25,'-14'14,"0"2,1-1,1 1,0 1,1 0,1 1,0 0,2 1,0 0,1 0,1 0,0 1,2 0,0 0,0 13,-18 133,7 1,7 83,6-177,-2 57,-16 1024,18-1060,5-1,4 0,4 0,4-1,4 0,10 20,-25-98,1 0,1 0,0 0,0-1,2 0,-1-1,2 1,-1-2,10 10,-14-18,1-1,0 0,0 1,0-2,1 1,-1 0,0-1,1 0,-1 0,1-1,-1 0,1 0,-1 0,1 0,-1-1,0 0,1 0,-1 0,0-1,1 0,-1 0,0 0,0-1,0 0,29-8,79-12,2 4,1 5,0 5,73 6,730 28,-840-21,1523 94,-478 5,491 40,-1512-136,2155 205,-1170-62,-987-139,-100-11,1 1,-1-1,0 0,0 1,0-1,0 0,0 0,0 0,0 0,1 0,-1 0,0 0,0 0,0-1,0 1,0 0,0-1,0 1,0 0,1-1,-2 0,1 1,0-1,0 0,0 1,0-1,0 0,0 0,-1 0,1 1,0-1,-1 0,1 0,-1 0,1 0,-1 0,1-1,-1 1,0 0,1 0,-1 0,0 0,0 0,0 0,0 0,0-1,0 1,0 0,0 0,-1 0,1 0,0 0,-1-1,-33-416,17 303,17 115,0 0,-1 0,1 0,0 0,0 0,0 0,0 0,0 1,-1-1,1 0,0 0,0 0,0 0,0 0,-1 0,1 0,0 0,0 0,0 0,0 0,-1 0,1 0,0 0,0-1,0 1,0 0,-1 0,1 0,0 0,0 0,0 0,0 0,0 0,0 0,-1-1,1 1,0 0,0 0,-3 23,3-19,-8 136,6-92</inkml:trace>
  <inkml:trace contextRef="#ctx0" brushRef="#br0" timeOffset="58426.359">2757 4423,'-12'24,"13"-42,87-319,-87 333,-1 2,0 1,0-1,0 1,0-1,0 1,0 0,1-1,-1 1,1-1,-1 1,1-1,-1 1,1 0,0-1,-1 1,1 0,0 0,0 0,0 0,0 0,0-1,0 2,1-1,-1 0,0 0,0 0,1 0,-1 1,0-1,1 1,-1-1,1 1,-1 0,0-1,1 1,1 0,35 63,-29-40,18 32,48 125,-75-180,1 1,0 0,-1-1,1 1,-1 0,1 0,-1-1,1 1,-1 0,0 0,1 0,-1 0,0-1,0 1,1 0,-1 0,0 0,0 0,0 0,0 0,0 0,0 0,-1 0,1 0,0-1,0 1,-1 0,1 0,0 0,-1 0,1-1,-1 1,1 0,-1 0,0-1,1 1,-1 0,1-1,-1 1,0-1,0 1,1-1,-1 1,0-1,0 1,0-1,0 0,0 1,1-1,-1 0,0 0,0 0,0 0,0 0,0 0,0 0,-5-5,0 0,1 0,0-1,0 0,0 0,0-1,1 1,0-1,1 0,-1 0,1 0,-1-5,4 12,0-1,-1 0,1 1,-1-1,1 0,0 1,-1-1,1 0,0 1,0-1,0 0,0 0,-1 1,1-1,0 0,0 0,0 1,1-1,-1 0,0 0,0 1,0-1,0 0,1 0,-1 1,0-1,1 0,-1 1,1-1,-1 0,0 1,1-1,0 1,-1-1,1 1,-1-1,1 1,-1-1,1 1,0 0,-1-1,1 1,0 0,0-1,-1 1,1 0,0 0,0 0,-1 0,1 0,0 0,45 4,-36-2,33 6,-20-3,0 0,0-2,1 0,-1-2,1-1,-1 0,1-2,17-4,-37 6,0-1,-1 0,1 0,0 0,0-1,-1 1,1-1,-1 0,1 0,-1 0,0 0,0-1,0 1,0-1,0 0,-1 0,1 0,-1 0,0 0,0-1,0 1,0-1,0 1,-1-1,0 0,0 0,0 1,0-1,0 0,-1 0,0 0,0 0,0 0,0 0,0 0,-1 0,0 1,0-4,0 5,0 0,0 1,0-1,-1 0,1 0,0 0,-1 1,1-1,-1 1,0-1,1 1,-1 0,0 0,0 0,0 0,0 0,0 0,0 0,0 0,0 1,0-1,-1 1,1 0,0-1,0 1,0 0,0 0,-1 1,1-1,0 0,0 1,0-1,0 1,0 0,-2 0,0 1,1-1,-1 1,1 0,-1 0,1 1,0-1,-1 1,1-1,1 1,-1 0,0 0,1 0,-1 0,1 1,0-1,0 1,1-1,-1 1,0 2,1-2,0 0,1 0,-1 1,1-1,0 1,0-1,0 0,1 1,0-1,0 0,0 1,0-1,0 0,1 0,0 0,0 0,0 0,0-1,1 1,0-1,-1 1,1-1,0 0,1 0,-1 0,2 1,6 4,1 0,0 0,1-1,-1-1,1 0,0-1,11 3,163 26,-91-25</inkml:trace>
  <inkml:trace contextRef="#ctx0" brushRef="#br0" timeOffset="58801.289">5109 4129,'-4'20,"-2"23,0 20,1 18,2 10,3 9,2 2,1-1,-1-8,-2-9,-4-14,-2-17</inkml:trace>
  <inkml:trace contextRef="#ctx0" brushRef="#br0" timeOffset="59401.338">4962 4530,'-1'-31,"2"-1,1 1,1 0,2 0,1 0,5-13,-10 40,1 0,-1 0,1 1,0-1,0 0,0 1,0-1,0 1,1-1,0 1,0 0,0 0,0 1,0-1,0 1,1-1,-1 1,1 0,0 0,-1 0,1 1,0 0,0-1,0 1,0 1,0-1,1 0,-1 1,0 0,0 0,0 0,0 1,0-1,1 1,5 2,-1-1,1 2,-1-1,0 1,0 0,-1 1,1 0,-1 1,0 0,0 0,-1 0,7 8,-10-11,0 2,0-1,-1 0,1 1,-1 0,0-1,0 1,-1 1,0-1,1 0,-2 0,1 1,-1-1,0 1,0 0,0-1,-1 1,1 0,-2-1,1 1,0 0,-2 5,-1-5,0 0,-1 0,1 0,-1 0,-1-1,1 1,-1-1,0 0,0 0,0-1,0 1,-1-1,0-1,0 1,0-1,0 0,-1 0,1-1,-1 1,0-2,1 1,-1-1,0 0,-2 0,7 0,1-1,-1 0,0 0,0 0,0 0,1 0,-1 0,0 0,0-1,1 1,-1 0,0-1,0 0,1 1,-1-1,1 0,-1 0,1 0,-1 0,1 0,-1 0,1 0,0 0,0-1,-1 1,1-1,0 1,0 0,1-1,-1 0,0 1,0-1,1 0,-1 1,1-1,-1 0,1 1,0-1,0 0,0 0,0 0,0 1,0-1,0 0,0 0,1 1,-1-1,1 0,0-1,3-5,0 0,0 1,1-1,1 1,-1-1,1 2,0-1,0 1,1-1,0 2,0-1,1 1,-1 0,1 1,0 0,0 0,1 1,-1-1,1 2,0-1,-1 2,1-1,0 1,0 0,0 1,3 0,-8 1,0-1,0 1,0 0,0 1,0-1,0 1,-1-1,1 1,-1 0,1 1,-1-1,0 0,0 1,0 0,0 0,0 0,-1 0,1 0,-1 0,0 1,0-1,0 1,-1 0,1-1,-1 1,0 0,0 0,0 0,0 0,-1 0,1 0,-1 1,19 48,-15-47,0-1,1 1,0-1,-1 0,2 0,-1 0,0-1,1 0,0 0,0 0,0-1,1 0,-1 0,1 0,-1-1,1 0,0 0,0-1,0 0,0 0,0-1,0 0,0 0,0 0,0-1,0 0,0 0,0-1,0 0,0 0,-1-1,1 0,-1 0,0 0,0-1,0 0,0 0,-1-1,1 1,-1-1,0 0,-1-1,1 1,-1-1,0 0,-1 0,1 0,-1 0,0-1,1-6,-2 8,-1 0,0 1,0-1,0 0,-1 0,0 0,0 0,0 0,0 0,-1 0,0 0,0 0,0 0,-1 0,0 0,1 1,-2-1,1 1,0-1,-1 1,0 0,0 0,0 0,-1 0,1 1,-1 0,0-1,0 1,0 0,0 1,-1-1,1 1,-1 0,1 0,-1 0,0 1,0-1,0 1,0 0,0 1,0-1,0 1,0 0,0 0,0 1,-1 0,2 0,-1 1,1 0,-1 0,1 0,0 1,0-1,0 1,0 0,0 0,0 0,1 1,0 0,0-1,0 1,0 0,0 0,1 1,0-1,-1 0,2 1,-1-1,1 1,-1 0,1 0,0-1,1 1,-1 0,1 0,0 0,0 0,1 0,0-1,-1 1,1 0,1 0,17 28,5-5</inkml:trace>
  <inkml:trace contextRef="#ctx0" brushRef="#br0" timeOffset="60207.372">6086 4410,'-10'-6,"-1"0,1 1,-1 1,1 0,-1 0,-1 1,1 0,0 1,-1 0,1 1,-1 0,1 1,-1 1,-7 0,11 0,1 0,0 0,0 1,0 0,0 0,0 0,1 1,-1 0,1 1,-1-1,1 1,0 0,1 1,-1-1,1 1,0 1,0-1,0 0,1 1,0 0,0 0,0 1,-1 3,4-7,0-1,0 0,0 1,0-1,1 1,-1-1,1 1,-1-1,1 1,0-1,0 1,0-1,1 1,-1-1,0 1,1-1,0 1,0-1,-1 0,1 1,1-1,-1 0,0 0,0 1,1-1,0 0,-1-1,1 1,0 0,0 0,0-1,0 1,0-1,0 1,0-1,0 0,1 0,1 0,97 21,-87-21,0-1,0-1,0 0,0-1,0 0,-1-1,1-1,-1 0,0-1,0-1,5-2,-12 5,0-1,0 1,-1-1,0 0,1-1,-2 1,1-1,0 0,-1 0,0-1,0 1,-1-1,1 0,-1 0,0 0,-1 0,0 0,0-1,0 1,0-1,-1 1,0-1,-1 0,0-3,1 9,-1 0,1 0,-1-1,0 1,1 0,-1 0,0 0,0 0,0 0,0-1,0 1,0 0,0 0,-1 0,1 0,0 0,0 0,-1 0,1-1,-1 1,1 0,-1 0,0 0,1 1,-1-1,0 0,1 0,-1 0,0 0,0 1,0-1,0 0,0 1,0-1,0 1,0-1,0 1,0-1,0 1,0 0,0-1,-1 1,1 0,0 0,0 0,0 0,0 0,0 0,-1 0,1 0,0 1,0-1,0 0,0 1,0-1,0 1,0-1,0 1,0-1,0 1,0 0,0 0,0-1,1 1,-1 0,-3 5,1-1,0 1,0 0,1 0,0 0,0 0,0 1,1-1,0 0,0 1,0-1,1 1,0-1,0 1,1-1,0 1,0-1,0 0,1 0,0 1,0-1,1 0,-1 0,1-1,1 1,-1-1,1 1,0-1,0 0,1 0,-1-1,1 1,0-1,0 0,5 2,0 0,-1 0,1-1,1-1,-1 1,1-2,-1 0,1 0,0 0,0-2,0 1,0-2,1 1,-1-1,0-1,0 0,0-1,0 0,0 0,0-1,0-1,-1 0,0 0,0-1,0 0,0-1,-1 0,0-1,0 0,0 0,-1-1,2-2,6-9,0 0,-1-1,-1-1,-1 0,0-1,-2-1,-1 1,-1-2,0 1,-2-1,0-3,7-42,-2 0,-3 0,-2-24,-6 75,1-3,0 0,-2 0,0 0,-1 0,-1 0,-2 0,-3-15,7 34,-1 1,1-1,0 1,0-1,-1 1,1-1,-1 1,1-1,-1 1,0 0,0-1,0 1,1 0,-1-1,0 1,0 0,-1 0,1 0,0 0,0 0,0 0,-1 0,1 0,-1 1,1-1,0 1,-1-1,1 1,-1-1,1 1,-1 0,0-1,1 1,-1 0,1 0,-1 0,1 0,-1 1,1-1,-1 0,1 1,-1-1,1 1,-1-1,1 1,-1 0,1 0,0-1,-1 1,1 0,0 0,0 0,0 1,0-1,0 0,0 0,0 0,0 1,-10 12,0 1,1 0,1 0,1 1,0 0,1 1,0 0,2 0,0 0,-1 10,-3 8,2-1,1 1,2 1,1-1,2 0,2 1,1-1,6 35,-4-49,1 0,1 0,0-1,2 0,0 0,1-1,2 0,-1 0,2-1,0-1,2 0,0-1,0 0,1-1,9 6,-12-12,-1 0,1-1,1 0,0-1,0 0,0-1,1-1,0 0,2-1,-10-2,0-1,-1 0,1 0,0-1,0 0,0 0,-1 0,1-1,0 1,-1-2,1 1,0 0,-1-1,1 0,-1-1,0 1,0-1,0 0,0 0,0 0,-1-1,1 0,-1 0,1-1,5-9,-1 0,0 0,-1-1,-1 0,0-1,-1 0,-1 0,0 0,-1 0,-1-1,0 0,-1-15,-8-14,6 46,-1-1,0 1,0 0,0 0,1 0,-1-1,0 1,0 0,0 0,1 0,-1 1,0-1,0 0,0 0,1 0,-1 0,0 1,0-1,1 0,-1 1,0-1,1 1,-1-1,0 1,1-1,-1 1,0-1,1 1,-1 0,1-1,-1 1,1 0,0-1,-1 1,1 0,0 0,-1 0,-4 6,1 1,0-1,0 1,0 0,1 0,1 0,-1 1,1-1,0 1,1-1,0 1,1 0,0 0,0-1,0 1,1 0,1-1,-1 1,2-1,-1 1,1-1,0 0,1 0,0 0,0-1,0 1,1-1,0 0,1 0,0-1,0 0,0 0,0 0,2 0,5 3,1-1,0 0,0-1,1-1,0 0,0-1,1-1,-1 0,11 1,22 2</inkml:trace>
  <inkml:trace contextRef="#ctx0" brushRef="#br0" timeOffset="60468.672">6580 4088,'-21'-6,"-10"-3,8-2,22 1,32 3,35 1,32 5,26 5,17 3,3 6,-23 0</inkml:trace>
  <inkml:trace contextRef="#ctx0" brushRef="#br0" timeOffset="61618.934">2770 5626,'3'2,"1"0,-1-1,0 1,1-1,-1 0,1 0,0 0,-1-1,1 1,0-1,-1 0,1 0,0 0,-1 0,1-1,0 0,-1 0,1 0,-1 0,1 0,-1 0,0-1,1 0,-1 0,0 0,0 0,0 0,0-1,12-9,-1-1,0 0,-1-2,0 1,-1-1,-1-1,0 0,-2-1,1 0,-2 0,0-1,-2 0,0 0,0-1,-2 0,1-13,1 6,-2-1,-2 0,0 0,-2 0,0 0,-2 0,-1 0,-2 1,0-1,-2 1,0 0,-2 1,-2-3,-39-40,48 66,0 0,0 0,0 1,0-1,0 1,-1-1,1 1,0 0,-1 0,0 0,1 0,-1 1,1-1,-1 1,0-1,1 1,-1 0,0 0,1 0,-1 0,0 1,1-1,-1 1,0-1,1 1,-1 0,1 0,-3 2,-1 2,0 1,0-1,1 2,-1-1,1 1,1-1,-1 1,1 1,1-1,-1 0,1 1,1 0,-1 0,1 0,1 0,-1 0,1 0,0 7,-3 26,1 0,1 0,3 0,1 0,2 0,2 0,2-1,1 0,2 0,2-1,17 35,-21-55,1 0,1-1,0 0,1-1,1 0,7 5,-15-16,0-1,1 0,-1 0,1 0,1-1,-1 1,1-1,-1-1,1 0,0 0,0 0,1 0,-1-1,0-1,1 1,-1-1,1 0,0-1,1 0,-3-1,0 0,0 0,0-1,0 1,0-2,-1 1,1 0,-1-1,1 0,-1-1,0 1,0-1,0 0,-1 0,1 0,-1-1,0 1,-1-1,3-3,51-106,-12-27,-46 172,-2-8,0 0,1 0,1 0,1 1,3 13,-3-30,1-1,1 1,-1-1,1 0,0 1,1-1,-1 0,1 0,1-1,-1 1,1-1,0 1,0-1,0 0,1 0,-1-1,1 0,1 1,-1-2,0 1,1-1,1 1,0-1,0 0,0-1,0 0,1 0,-1 0,1-1,-1 0,1-1,-1 0,1 0,0-1,-1 1,1-2,-1 1,1-1,-1 0,0 0,0-1,0 0,0-1,0 1,-1-1,0-1,1 1,-1-1,-1 0,1 0,-1-1,0 1,0-1,-1-1,0 1,0 0,0-1,2-7,3-3,-1-1,-1 0,-1 0,0-1,-2 0,0 0,-1 0,-1 0,-1-5,-15 53,12-20,0 0,0 1,1-1,0 1,0-1,1 0,1 1,-1-1,2 1,-1-1,1 0,1 0,-1 0,2 0,-1 0,1 0,0-1,1 0,0 0,0 0,1 0,0-1,1 0,-1 0,1-1,0 0,1 0,0-1,-1 1,2-2,6 4,38 10,-2-7</inkml:trace>
  <inkml:trace contextRef="#ctx0" brushRef="#br0" timeOffset="62592.189">4294 5546,'-112'13,"109"-12,-1 0,1 0,0 1,-1-1,1 1,0 0,0 0,0 0,0 1,1-1,-1 0,1 1,-1 0,1 0,0-1,0 1,0 1,0-1,1 0,-1 0,1 1,0-1,0 1,0-1,0 1,1-1,-1 1,1-1,0 4,0-2,1 0,0 0,-1 0,2-1,-1 1,0 0,1 0,0-1,0 1,1-1,-1 1,1-1,0 0,0 0,0 0,0-1,1 1,0-1,-1 1,1-1,1-1,2 3,5 2,-1-1,2 0,-1-1,1 0,0-1,0-1,13 3,-6-3,0-1,0 0,0-2,0 0,1-2,-1 0,0-1,0-1,0 0,-1-2,-11 4,1-1,-1 0,0-1,-1 1,1-2,-1 1,0-1,0 0,0 0,0-1,-1 0,0 0,0-1,-1 1,0-1,0 0,-1-1,1 1,-2-1,1 0,-1 0,0 0,-1 0,1-5,-1 5,-1 0,-1 1,1-1,-1 0,0 1,-1-1,0 1,0-1,-1 1,0-1,0 1,-1 0,0-1,0 1,0 1,-1-1,0 1,-1-1,0 0,5 8,0-1,0 1,0-1,0 1,-1-1,1 1,0-1,0 1,0-1,-1 1,1-1,0 1,0-1,-1 0,1 1,0-1,-1 1,1-1,0 0,-1 1,1-1,-1 0,1 1,-1-1,1 0,-1 0,1 1,-1-1,1 0,-1 0,1 0,-1 0,1 0,-1 0,1 0,-1 0,1 0,-1 0,1 0,-1 0,0 0,1 0,-1 0,1 0,-1-1,1 1,0 0,-1 0,1-1,-1 1,1 0,-1-1,1 1,0 0,-1-1,1 1,0-1,-1 1,1-1,0 1,-1-1,1 1,0-1,0 1,3 3,0 0,0 0,1 0,-1-1,1 1,-1-1,1 1,0-1,0-1,0 1,1 0,-1-1,0 0,1 0,0 1,246 42,-249-44,0 0,1 0,-1 0,1 1,-1-1,1 1,-1 0,0-1,1 1,-1 0,0 0,0 1,0-1,0 0,0 1,0-1,0 1,0 0,0-1,-1 1,1 0,-1 0,1 0,-1 0,0 1,0-1,0 0,0 0,0 1,-1-1,1 0,0 1,-1-1,0 1,0-1,0 1,0-1,0 1,0-1,-1 1,-8 36,-5 41,14-77,1 0,-1 0,1 0,0 0,-1 0,1 0,1 0,-1 0,0-1,1 1,-1-1,1 1,0-1,0 1,0-1,0 0,0 0,0 0,1 0,-1 0,1-1,-1 1,1-1,0 0,2 2,12 2,0-1,1 0,-1-1,1-1,0-1,-1 0,1-1,6-2,-19 2,41-3,-1-3,1-1,-1-3,0-1,39-16,-38 3,-45 24,0-1,0 0,0 0,0 0,0 0,0 0,-1 0,1 0,0-1,-1 1,1 0,-1 0,1 0,-1-1,0 1,1 0,-1-1,0 1,0 0,0 0,0-1,0 1,0 0,-1-1,1 1,0 0,-1 0,1-1,0 1,-1 0,0 0,1 0,-1-1,0 1,1 0,-1 0,0 0,0 0,-5-5,-1 1,0-1,0 1,0 0,0 1,-1 0,0 0,1 1,-2-1,1 2,0-1,0 1,-1 1,0-1,1 1,-1 1,1 0,-1 0,0 0,1 1,-1 1,1-1,-1 1,1 1,0 0,0 0,-5 2,8-1,-1-1,1 1,-1 0,1 0,0 0,0 1,1-1,0 1,-1 1,2-1,-1 0,-1 3,4-6,0 1,0-1,0 0,0 1,0-1,0 1,1-1,-1 1,1-1,0 1,0-1,0 1,0-1,0 1,0-1,1 1,-1-1,1 1,-1-1,1 1,0-1,0 0,1 1,-1-1,0 0,1 0,-1 0,1 0,-1 0,1 0,0 0,1 0,4 3,0 0,0-1,0 1,0-2,0 1,1-1,0 0,0-1,0 0,0 0,0-1,0 0,0 0,0-1,1 0,-1 0,0-1,0 0,0 0,0-1,0 0,0-1,0 0,-1 0,1 0,-1-1,0 0,0-1,0 1,-1-1,1-1,-1 1,-1-1,1 0,-1 0,4-7,-5 7,-1-1,0 0,0 0,-1 0,0 0,0 0,0-1,-1 1,0 0,-1-1,0 1,0-1,0 0,-1 7,1 1,-1-1,1 0,0 1,-1-1,0 1,1-1,-1 1,1 0,-1-1,0 1,1-1,-1 1,1 0,-1 0,0-1,0 1,1 0,-1 0,0 0,1 0,-1 0,0 0,0 0,1 0,-1 0,0 0,0 0,1 0,-1 1,0-1,1 0,-1 0,0 1,1-1,-1 1,1-1,-1 0,0 1,1-1,-1 1,1-1,-1 1,1 0,0-1,-1 1,1-1,-1 1,1 0,0-1,0 1,-1 0,1-1,0 1,0 0,0 0,0-1,0 1,0 0,0-1,0 1,0 0,0 0,0-1,0 1,1 0,-2 2,0 0,0 0,0 0,0 0,1 0,0 0,0 0,-1 0,2 0,-1 0,0 0,1 0,-1 0,1 0,0 0,0 0,0 0,0-1,1 1,-1 0,1-1,0 1,-1-1,1 1,0-1,1 0,-1 0,0 0,0 0,1 0,0 0,-1-1,3 2,102 33,-28-25,1-4</inkml:trace>
  <inkml:trace contextRef="#ctx0" brushRef="#br0" timeOffset="63406.759">7302 5560,'-7'-1,"0"0,0 1,0-1,-1 2,1-1,0 1,0 0,0 1,0-1,0 1,0 1,1-1,-1 1,1 1,-1-1,1 1,0 0,1 0,-1 1,1 0,0 0,-1 1,3-3,0 0,1 1,-1-1,1 1,0-1,0 1,0 0,0 0,1 0,0 0,-1 0,2 1,-1-1,0 0,1 0,0 1,0-1,0 0,0 0,1 1,0-1,0 0,0 0,0 0,1 0,-1 0,1 0,0 0,0 0,0-1,1 1,0-1,-1 0,1 1,0-1,0-1,1 1,1 1,10 3,1-1,0 0,0-1,0 0,1-2,-1 0,1-1,0 0,0-1,0-1,0-1,-1-1,14-2,-8 1,-1 0,1-1,-1-1,-1-1,1-1,-1-1,0-1,-1 0,0-2,0 0,-1-1,0-1,-2 0,1-1,-2-1,7-8,5-31,-27 53,0 0,-1 1,1-1,0 1,0-1,-1 0,1 1,0-1,-1 1,1-1,-1 0,1 1,-1-1,1 1,-1 0,1-1,-1 1,1-1,-1 1,1 0,-1-1,0 1,1 0,-1 0,0-1,1 1,-1 0,0 0,1 0,-1 0,0 0,1 0,-1 0,0 0,1 0,-1 0,0 0,1 1,-1-1,0 0,1 0,-1 1,1-1,-1 0,0 1,1-1,-1 1,1-1,-1 1,1-1,-1 1,1-1,0 1,-1-1,1 1,0-1,-1 1,1 0,0-1,0 1,-1 0,1-1,-4 4,1-1,-1 1,1-1,0 1,0 0,0 0,1 1,-1-1,1 0,0 1,0 0,1-1,-1 1,1 0,0 0,0 0,1 0,-1-1,1 1,0 0,1 0,-1 0,1 0,0 0,0 0,0 0,1-1,0 1,0 0,0-1,0 0,1 1,0-1,-1 0,2 0,-1-1,0 1,1-1,0 1,-1-1,3 1,6 2,1-1,-1 0,1-1,0-1,0 0,0 0,0-2,1 1,-1-2,0 0,1 0,-1-1,0-1,1 0,-1-1,0-1,-1 1,1-2,0 0,-7 2,0 0,-1 0,1-1,0 1,-1-1,0 0,0-1,0 1,-1-1,1 0,-1 0,0-1,-1 1,1-1,-1 0,0 0,0 0,-1 0,0 0,0-1,-1 1,1-1,-1 1,-1-1,1 1,-1-1,0 0,-1-3,-1-1,-2 15,-3 22,5-19,0 1,1-1,0 1,1 0,-1-1,2 1,-1 0,1-1,0 1,0-1,1 1,0-1,1 1,-1-1,1 0,1 0,-1-1,1 1,0-1,1 1,0-1,5 5,12 2,0-1,1-1,0-1,1 0,0-2,0-1,1-1,0-2,0 0,0-1,0-2,23-1,84 1,-88-4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2:54.5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15309 9132,'-2'25,"2"-1,1 0,0 0,2 1,1-1,1-1,1 1,1-1,1 0,1 0,1-1,1 0,1-1,6 7,-15-24,0 0,0-1,1 1,-1-1,1 0,-1 0,1-1,0 1,0-1,1 0,-1 0,0 0,1 0,-1-1,1 1,-1-1,1-1,0 1,-1-1,1 1,0-1,-1-1,1 1,0-1,-1 1,1-1,0-1,-1 1,0-1,1 1,-1-1,0-1,4-1,4-7,0 0,0-1,-1 0,-1-1,0 0,0 0,-2-1,0 0,0-1,-1 0,-1 0,-1-1,0 1,-1-1,0 0,-1-1,-1 1,-1 0,0-5,1 137,-1-110,0-1,0 1,1 0,0-1,0 1,0-1,1 0,0 0,0 0,0 0,1 0,-1-1,1 0,0 1,0-1,1-1,-1 1,1-1,0 1,0-1,0-1,0 1,4 0,22 7</inkml:trace>
  <inkml:trace contextRef="#ctx0" brushRef="#br0" timeOffset="656.319">16004 9145,'-3'10,"0"1,1-1,0 0,0 0,2 1,-1-1,1 1,1-1,-1 1,2-1,0 0,0 1,1-1,0 0,0 0,1-1,1 1,0-1,0 0,0 0,1 0,1-1,0 0,0 0,0-1,1 0,0 0,0-1,1 0,0 0,0-1,0 0,0-1,1 0,0 0,-4-3,0 0,-1-1,1 0,0 0,0 0,-1-1,1 1,0-1,-1-1,1 1,0-1,-1 0,0 0,0-1,1 0,-1 0,-1 0,1 0,0-1,-1 1,0-1,0 0,0-1,0 1,-1-1,2-1,1-4,0 0,0 0,0 0,-2-1,1 0,-1 0,-1 0,0 0,0 0,-1-1,-1 0,1-7,-2 19,0-1,1 0,-1 1,1-1,-1 0,0 0,1 0,-1 1,0-1,0 0,0 0,0 0,0 0,0 1,0-1,0 0,0 0,0 0,0 0,0 1,-1-1,1 0,0 0,0 1,-1-1,1 0,-1 0,1 1,-1-1,1 0,-1 1,1-1,-1 1,0-1,1 0,-1 1,0 0,1-1,-1 1,0-1,0 1,1 0,-1-1,0 1,0 0,0 0,1 0,-1 0,0 0,0 0,0 0,0 0,1 0,-1 0,0 0,0 0,0 0,1 1,-1-1,0 0,0 1,1-1,-1 1,0-1,0 1,-4 7,1-1,0 1,1 1,0-1,0 0,1 1,0 0,0-1,1 1,0 0,1 0,-1 0,2 5,-1-10,1 0,-1 0,1 0,-1-1,1 1,0 0,1-1,-1 1,1-1,-1 1,1-1,0 0,0 0,1 1,-1-2,1 1,-1 0,1 0,0-1,0 1,0-1,0 0,0 0,1 0,-1-1,1 1,-1-1,1 0,0 0,-1 0,1 0,0 0,2-1,4 1,-1 0,1-1,-1 0,0-1,1 0,-1 0,0-1,0 0,0-1,0 0,0 0,0-1,3-2,-5 1,0 0,0 0,-1 0,0-1,1 0,-2 0,1-1,-1 1,0-1,-1 0,1-1,-1 1,-1-1,1 0,-1 0,-1 0,0 0,0 0,0-1,-1 1,0-1,-1 1,0-6,0 13,0 0,0 0,0 0,0 0,0 0,0 0,0 1,0-1,0 0,-1 0,1 0,0 0,-1 0,1 0,-1 0,1 0,-1 1,1-1,-1 0,1 0,-1 1,0-1,0 0,1 1,-1-1,0 1,0-1,0 1,1-1,-1 1,0 0,0-1,0 1,0 0,0 0,0-1,0 1,0 0,0 0,0 0,0 0,0 0,0 1,0-1,1 0,-1 0,0 1,0-1,0 0,0 1,0-1,0 1,1-1,-1 1,0-1,0 1,1 0,-1-1,0 1,1 0,-1 0,1 0,-1-1,1 1,-1 0,1 0,-1 0,1 0,0 0,-4 5,1 0,0 0,0 1,0-1,1 1,0 0,0-1,1 1,0 0,0 0,1 0,0 0,0 0,0 0,1 0,0 0,0 0,1 0,0-1,0 1,1 0,-1-1,2 0,-1 1,1-1,-1-1,2 1,-1-1,1 1,-1-1,1 0,1-1,-1 1,3 0,6 1,1-1,1 0,-1-1,0-1,1 0,0-1,-1-1,1-1,0 0,0-1,-1 0,1-2,-1 0,1 0,-1-1,0-1,0-1,-1 0,4-3,-10 5,1 0,-2-1,1 0,0 0,-1-1,0 0,-1 0,1 0,-1-1,0 0,-1-1,0 1,4-8,-3 1</inkml:trace>
  <inkml:trace contextRef="#ctx0" brushRef="#br0" timeOffset="-80340.009">2 602,'12'147,"-12"-107,46 698,-2-83,-39-275,-36 270,9-405,-33 577,69 291,-16-1068,-1-13</inkml:trace>
  <inkml:trace contextRef="#ctx0" brushRef="#br0" timeOffset="-79425.136">2 1525,'381'29,"338"-4,-656-27,-43-1</inkml:trace>
  <inkml:trace contextRef="#ctx0" brushRef="#br0" timeOffset="-79082.973">1325 1031,'-2'6,"-1"15,0 14,0 17,4 16,1 12,0 11,3 8,0 5,-1 2,-1-5,-1-5,-1-8,0-12,-1-12,0-12,-3-16,0-13</inkml:trace>
  <inkml:trace contextRef="#ctx0" brushRef="#br0" timeOffset="-78770.327">1539 1097,'0'1,"0"0,1 0,-1 0,0 0,0 0,1 0,-1 0,1 0,-1-1,1 1,-1 0,1 0,0 0,-1-1,1 1,0 0,-1-1,1 1,0-1,0 1,0-1,-1 1,1-1,0 0,0 1,0-1,0 0,0 0,0 1,0-1,0 0,0 0,0 0,0 0,0 0,0 0,0-1,0 1,-1 0,1 0,0-1,0 1,0-1,0 1,0-1,0 1,-1-1,1 1,0-1,0 0,-1 1,1-1,-1 0,1 1,0-1,-1 0,1 0,-1 0,0 0,1 0,-1 0,0 1,1-1,-1 0,0 0,0 0,0 0,0 0,0 0,0 0,10 24,-1 1,0 0,-2 0,-1 1,-2 0,0 0,-1 0,-1 18,-1-39,7 177,-13 131,0-106,5-191,-1 2,0 0,1 0,1 0,1 0,0 0,2-1,0 1,0-1,3 5,3-4</inkml:trace>
  <inkml:trace contextRef="#ctx0" brushRef="#br0" timeOffset="-78353.318">1700 1606,'167'10,"958"-7,154 9,-1204-13,-75 0,1 1,0 0,-1 0,1 0,-1 0,1-1,0 1,-1 0,1-1,-1 1,1 0,-1-1,1 1,-1-1,1 1,-1-1,0 1,1-1,-1 1,0-1,1 1,-1-1,0 0,1 1,-1-1,0 1,0-1,0 0,0 1,0-1,0 0,0 1,0-1,0 1,0-1,0 0,0 1,0-1,0 0,-1 1,1-1,0 1,0-1,-1 1,1-1,0 0,-1 1,1-1,-1 1,1-1,-1 1,1 0,-1-1,1 1,-1 0,1-1,-1 1,1 0,-1-1,-11-12</inkml:trace>
  <inkml:trace contextRef="#ctx0" brushRef="#br0" timeOffset="-77255.399">1766 2527,'-9'3,"0"0,0 0,0 1,1 0,-1 1,1 0,0 0,0 0,0 1,1 0,0 1,1 0,-1 0,1 0,0 1,1 0,0 0,0 0,1 1,0 0,0 0,1 0,0 0,1 0,0 0,0 1,1-1,0 1,1 0,0-1,1 1,0-1,0 1,2 4,3 4,2 0,0-1,1 0,1 0,1-1,0 0,1-1,0 0,1-1,1 0,0-1,1-1,1 0,0-1,15 8,29 26,-56-43,0 0,0 0,0 1,-1-1,1 1,-1 0,0 0,0 0,0 1,0-1,-1 1,1 0,-1-1,0 1,0 0,0 0,0 1,-1-1,0 0,0 0,0 1,0-1,-1 1,0-1,0 1,0-1,0 0,-1 1,1-1,-1 2,-4 1,-1 0,0 0,0 0,0 0,0-1,-1 0,0-1,-1 0,1 0,-1 0,0-1,0 0,0 0,-1-1,1 0,-1-1,0 0,0 0,0-1,-1 0,7 0,1-1,0 0,-1 1,1-1,0 0,0 0,-1-1,1 1,0 0,0-1,-1 1,1-1,0 0,0 0,0 1,0-1,0-1,0 1,0 0,0-1,0 1,1 0,-1-1,0 0,1 0,0 1,-1-1,1 0,0 0,0 0,0 0,0 0,0 0,0-1,1 1,-1 0,1 0,-1-1,1 1,0 0,0 0,0-1,0 1,1 0,-1-1,1 1,-1 0,1-2,6-20,1-1,1 1,0 0,2 1,1 0,14-19,-4 2,-7 13,16-23,-3-1,-1-2,-3-1,-3-1,-2-1,-2 0,2-25,-24 195,-4 21,-5 205,13-327,1 1,0-1,1 0,1 0,0 0,0 0,1 0,1 0,0-1,1 1,0-1,1 0,1-1,-1 0,4 3,-9-13,0 1,0-1,0 0,1 0,-1 0,0 0,1 0,-1 0,1 0,-1 0,1-1,-1 1,1 0,0-1,-1 1,1-1,0 0,-1 0,1 0,0 0,0 0,-1 0,1 0,0 0,-1 0,1-1,0 1,-1-1,1 1,-1-1,1 0,1 0,9-11</inkml:trace>
  <inkml:trace contextRef="#ctx0" brushRef="#br0" timeOffset="-77006.756">1753 2849,'5'2,"14"1,21-2,21-4,19-4,12 0,1 0,-15 2</inkml:trace>
  <inkml:trace contextRef="#ctx0" brushRef="#br0" timeOffset="-76670.594">2368 3023,'-13'-7,"19"3,24 2,-27 2,2-1,0 0,0 0,0 1,0 0,0 0,0 0,0 1,0 0,0-1,0 2,0-1,-1 1,1-1,0 1,-1 1,1-1,-1 1,0-1,0 1,0 1,0-1,0 0,-1 1,1 0,-1 0,0 0,0 0,-1 0,1 1,-1 0,0 1,-1 1,0-1,0 0,-1 1,0-1,0 0,0 1,-1-1,0 0,0 1,-1-1,1 0,-1 0,-1 0,1 0,-1-1,-2 5,-67 87,-45 33,116-130,0 1,0 0,0-1,0 1,1 0,-1-1,0 1,0 0,1 0,-1 0,0 0,1 0,-1 0,1 0,-1 0,1 0,0 0,-1 0,1 0,0 0,0 0,0 0,0 0,0 0,0 0,0 1,0-1,0 0,0 0,1 0,-1 0,0 0,1 0,-1 0,1 0,-1 0,1 0,-1 0,1 0,0-1,-1 1,1 0,0 0,0 0,0-1,0 1,0-1,0 1,0 0,14 2,0-1,0 0,1-1,0 0,-1-1,1-1,-1-1,5-1,7 1,209-22,-221 22</inkml:trace>
  <inkml:trace contextRef="#ctx0" brushRef="#br0" timeOffset="-60584.661">4359 1151,'0'-103,"23"511,-10-237,18 527,-30-680,0 1,-1-32,0-8</inkml:trace>
  <inkml:trace contextRef="#ctx0" brushRef="#br0" timeOffset="-60182.119">4668 1084,'5'-17,"-1"25,-2 34,8 948,-5-720,-5-258</inkml:trace>
  <inkml:trace contextRef="#ctx0" brushRef="#br0" timeOffset="-59730.186">4734 1645,'243'22,"696"13,212-25,-1136-10,78-2,-94 1,1 1,0 0,0-1,0 1,-1 0,1-1,0 1,0-1,0 1,0 0,0-1,0 1,0-1,0 1,0 0,0-1,0 1,0 0,0-1,0 1,1-1,-1 1,0 0,0-1,0 1,0 0,1-1,-1 1,0 0,0-1,1 1,-1 0,0 0,0-1,1 1,-1 0,0 0,1-1,-18-3</inkml:trace>
  <inkml:trace contextRef="#ctx0" brushRef="#br0" timeOffset="-58961.71">4988 2555,'15'131,"-6"1,-6 105,-2-36,-2-199,1 0,0 0,-1 0,1 1,0-1,0 0,0 0,0 1,0-1,1 0,-1 0,1 0,-1 1,1-1,0 0,0 0,0 0,0 0,0 0,0-1,1 1,-1 0,0 0,1-1,0 1,-1-1,1 1,0-1,0 0,0 0,0 0,0 0,0 0,0 0,0 0,0-1,1 1,100-29,-74 17,197-60,-175 55,-33 10</inkml:trace>
  <inkml:trace contextRef="#ctx0" brushRef="#br0" timeOffset="-58528.673">5483 3183,'145'-169,"-117"97,-28 70,0 0,1 0,-1 0,0 0,-1 0,1 0,0 0,0 0,-1 1,0-1,1 0,-1 0,0 0,0 0,0 0,0 1,0-1,0 1,0-1,-1 0,1 1,0 0,-1-1,1 1,-1 0,0 0,1 0,-1 0,0 0,0 0,0 0,0 1,0-1,1 1,-1-1,-1 1,-4-1,-1 1,0 0,0 0,0 0,1 1,-1 1,0-1,1 1,-1 0,1 1,-1 0,1 0,0 0,0 1,1 0,-1 1,1-1,0 1,0 1,0-1,1 1,0 0,0 0,0 0,1 1,0-1,0 1,1 0,0 1,0-1,0 0,1 1,0-1,1 1,0 0,0 0,1-1,-1 1,2 0,-1 2,2 0,0 0,0 0,1-1,0 1,0-1,1 1,0-1,1 0,0-1,1 1,0-1,0 0,0 0,1-1,0 0,1 0,0 0,6 3,-1-1,-1-1,2 0,-1-1,1-1,0 0,0-1,0 0,1-1,0-1,0 0,0-1,4 0,15-4,-7-4</inkml:trace>
  <inkml:trace contextRef="#ctx0" brushRef="#br0" timeOffset="-58212.79">5857 2942,'-3'10,"1"0,0 0,1 0,0 0,1 0,0 0,0 1,1-1,0 0,1 0,1 0,-1 0,1 0,1-1,0 1,0-1,1 0,0 0,0-1,1 1,1-1,-1 0,1-1,0 1,5 2,-9-7,0 0,0 1,0-2,1 1,-1 0,1-1,-1 1,1-1,0 0,0-1,0 1,0 0,0-1,0 0,1 0,-1 0,0-1,1 0,-1 1,0-2,1 1,-1 0,0-1,1 0,-1 0,0 0,0 0,0-1,0 1,0-1,0 0,0 0,0-1,-1 0,7-8,-2-1,1 0,-1-1,-1 0,-1 0,1-1,-2 0,0 0,-1 0,0-1,-1 1,-1-1,1-13,1 2,-1 7,31-99,-27 106</inkml:trace>
  <inkml:trace contextRef="#ctx0" brushRef="#br0" timeOffset="-57571.394">6271 3196,'15'-3,"0"-1,0-1,0-1,-1 0,0-1,0 0,-1-1,0-1,0 0,-1 0,0-1,8-10,-14 14,0 0,0 0,-1 0,0 0,0-1,0 0,-1 0,0-1,0 1,-1-1,0 1,-1-1,1 0,-2 0,1-1,-1 1,0 0,-1 0,0-1,0 1,-1-8,-1 13,1 0,-1 0,1 0,-1 0,0 0,0 1,0-1,0 1,-1-1,1 1,-1 0,1 0,-1 0,0 0,0 1,0-1,0 1,0-1,0 1,0 0,0 0,0 1,-1-1,1 1,0-1,-1 1,1 0,0 0,-1 1,1-1,0 1,0-1,-1 1,1 0,0 0,0 1,0-1,0 0,0 1,0 0,1 0,-1 0,0 0,-1 2,-3 5,0 0,1 0,0 1,1 0,0 0,1 0,-1 1,2-1,0 1,0 0,1 0,0 0,1 0,0 1,1-1,0 0,1 0,0 1,1-1,2 5,-2-6,1-1,0 0,1 0,0 0,0 0,1-1,0 1,1-1,0 0,0-1,0 1,1-1,0-1,1 1,0-1,0-1,0 1,0-1,1-1,0 0,0 0,0 0,9 1,-4-1,0 0,0-1,0-1,1 0,-1-1,0-1,1 0,-1-1,0-1,1 0,-1-1,0 0,0-1,-1-1,1 0,1-1,2-4,-1-1,0 0,-1 0,0-2,-1 0,0-1,-1 0,-1-1,0 0,-1-1,0 0,4-11,8-20,-1-2,-3 0,-1-1,-3-1,4-18,-3-2,-3 0,-3 0,-4-1,-2 0,-4-2,0 70,-6-55,6 58,0 0,0-1,-1 1,1 0,0 0,-1 0,1 0,0 0,-1 0,1 0,-1 0,0 0,1 0,-1 0,0 0,1 0,-1 1,0-1,0 0,0 0,0 1,0-1,0 1,0-1,0 1,0-1,0 1,0-1,0 1,0 0,0 0,0-1,-1 1,1 0,0 0,0 0,0 0,0 1,0-1,-1 0,1 0,0 1,0-1,0 1,-6 3,1 1,0 1,-1-1,2 1,-1 0,1 0,0 1,0-1,1 1,0 0,0 1,1-1,0 1,-3 6,4-9,-12 31,2 0,1 1,2 1,1 0,2 0,2 0,1 1,3-1,0 1,3-1,1 0,2 1,1-2,7 18,-7-33,0-1,2 0,0 0,2-1,0 0,1-1,1 0,5 5,-11-15,1-1,0 1,0-1,1-1,0 0,1 0,-1-1,1 0,0 0,1-1,-1-1,1 0,0 0,0-1,0 0,1-1,1 0,72-14,-52-3</inkml:trace>
  <inkml:trace contextRef="#ctx0" brushRef="#br0" timeOffset="-56573.864">7114 1726,'627'-14,"208"28,-688-3,-141-10,-7 0</inkml:trace>
  <inkml:trace contextRef="#ctx0" brushRef="#br0" timeOffset="-53837.776">8825 977,'-11'155,"8"89,4-150,1 1076,10-930,10-1,17 43,-33-247,17 103,-6 1,-3 63,-14-201,1 10,-1 1,0-1,-1 0,0 1,0-1,-1 1,-1-1,0 0,0 0,-1-1,-2 2,-7 2,1-11</inkml:trace>
  <inkml:trace contextRef="#ctx0" brushRef="#br0" timeOffset="-52795.528">8758 1151,'-14'-203,"12"129,-4 1,-14-72,16 131,3 12,0 0,0-1,0 1,0 0,0-1,1 1,-1-1,1 1,-1-1,1 1,0-1,0 0,0 1,0-1,1 1,-1-1,1 1,0-1,-1 1,1-1,0 1,0 0,0-1,1 1,-1 0,1 0,-1 0,1 0,0 0,0 0,12-3,1 1,1 0,-1 1,0 0,1 2,0 0,-1 0,14 2,-20 0,82 3,-1 4,15 7,39 4,194 1,-1-15,180-25,-114 3,1424-16,-467 11,-405 16,-850 12,-100-2,-21-2,-5-1</inkml:trace>
  <inkml:trace contextRef="#ctx0" brushRef="#br0" timeOffset="-52151.292">11365 1672,'-2'19,"-1"14,0 11,0 7,2 4,-1 0,2-3,0-6,-3-8,-2-11,0-10</inkml:trace>
  <inkml:trace contextRef="#ctx0" brushRef="#br0" timeOffset="-51572.877">11057 1552,'557'-29,"-502"25,-31 1,-16 2,0 0,-1 0,1 0,0 1,0 1,0-1,0 1,0 0,-1 1,8 2,-13-1,1-1,-2 0,1 1,0-1,0 1,-1 0,0-1,1 1,-1 0,0 0,0 0,-1 0,1 0,-1 0,1 0,-1 0,0 0,0 0,0 0,-1 0,1 0,-1 0,1 0,-1 0,0 0,0 0,-1 0,1 0,-1-1,1 1,-1 0,-1 1,-4 14,-1 10,-14 40,3 1,3 0,-3 45,18-112,0 1,0 0,0 0,0-1,1 1,-1 0,1 0,0 0,0 0,0 0,0-1,1 1,-1 0,1 0,-1 0,1 0,0-1,0 1,0 0,1-1,-1 1,1-1,-1 0,1 1,0-1,0 0,0 0,0 0,0 0,0 0,1-1,-1 1,1-1,-1 1,1-1,-1 0,1 0,0 0,0 0,-1-1,1 1,1 0,7-4,0-1,-1 1,1-2,-1 1,0-1,0-1,0 0,-1 0,0-1,0 0,0-1,-1 0,-1 0,1-1,-1 0,0-1,91-140,-133 266,26-88,2 0,2 0,0 1,2 0,1 0,2 0,0 1,3 2,-2-25,0-1,1 0,-1 0,2 0,-1 0,1 0,-1-1,2 1,-1-1,0 0,1 0,0 0,1 0,-1-1,1 1,-1-1,1 0,1 0,23 12</inkml:trace>
  <inkml:trace contextRef="#ctx0" brushRef="#br0" timeOffset="-51282.107">12355 1458,'-7'12,"-2"7,2 6,8 3,10-1,7-5,2-6</inkml:trace>
  <inkml:trace contextRef="#ctx0" brushRef="#br0" timeOffset="-50995.879">12448 1966,'0'10,"4"2,7-5,3-9,-1-3</inkml:trace>
  <inkml:trace contextRef="#ctx0" brushRef="#br0" timeOffset="-50621.841">13023 1632,'35'-12,"1"2,0 2,1 1,-1 2,1 1,1 2,16 2,34 14,-86-14,1 1,0 0,0 0,-1 1,1-1,-1 1,1-1,-1 1,0 0,1 0,-1 0,0 0,0 0,0 0,-1 0,1 1,-1-1,1 1,-1-1,0 1,0 0,0 0,0-1,0 1,0 0,-1 0,0 0,1 2,-3 5,-1 1,0-1,0 0,-1 0,0 0,-1 0,0-1,0 0,-1 0,-1 0,1 0,-1-1,-1-1,1 1,-3 0,-245 218,217-175,38-50,0 0,0 0,0 0,0 0,0 0,0 0,1 0,-1 0,0 0,0-1,1 1,-1 0,1 0,-1 0,0 0,1 0,0 0,-1-1,1 1,-1 0,1 0,0-1,0 1,-1 0,1-1,0 1,0-1,0 1,0-1,0 0,0 1,0-1,0 0,-1 1,1-1,0 0,0 0,0 0,0 0,1 0,18 3,0-1,1 0,-1-2,0 0,1-1,10-3,0 2,283-37,-215 24</inkml:trace>
  <inkml:trace contextRef="#ctx0" brushRef="#br0" timeOffset="-49460.86">14948 576,'766'24,"-599"-10,-165-14,0 0,0 0,0 0,0 0,0 0,0 1,0-1,0 1,0-1,-1 1,1-1,0 1,0 0,-1 0,1 0,0 0,-1 0,1 1,-1-1,1 0,-1 1,0-1,1 1,-1-1,0 1,0 0,0-1,0 1,-1 0,1 0,0-1,-1 1,1 0,-1 0,0 0,0 0,1 0,-1 0,0 0,-1 0,1 1,-60 112,44-73,2 2,1-1,3 2,1-1,3 2,1-1,2 30,-3 250,15 0,41 252,58 160,-30-133,-54-376,-23-229,-1 1,0 0,0 0,0 0,1 0,-1 0,0 0,0 0,1 0,-1 0,0 0,0 0,1 0,-1 0,0 0,0 0,0 0,1 0,-1 0,0 1,0-1,0 0,1 0,-1 0,0 0,0 0,0 0,0 1,1-1,-1 0,0 0,0 0,0 0,0 1,0-1,0 0,1 0,-1 0,0 1,0-1,2-11</inkml:trace>
  <inkml:trace contextRef="#ctx0" brushRef="#br0" timeOffset="-47599.593">8838 3918,'16'60,"-3"0,-2 1,-3 1,-3-1,-2 1,-3 8,0-50,0-3,0 1,1-1,0 1,2-1,0 1,1-1,1 0,4 11,-5-24,-1 0,1-1,0 1,0-1,1 0,-1 0,0-1,1 1,0-1,0 0,-1 0,1 0,0-1,1 0,-1 0,0 0,0-1,0 1,1-1,-1-1,0 1,0-1,0 1,0-2,0 1,0 0,0-1,1 0,11-1,375-64,-150 47,206 11,-61 4,481-25,144 22,265 17,482-10,-1471-12,-107 14,-40 11,-138-13,-1 0,0-1,0 1,0-1,1 0,-2 1,1-1,0 0,0 0,-1 0,1-1,-1 1,1 0,-1-1,0 1,0-1,0 1,0-1,-1 1,1-1,-1 1,1-1,-1 0,0 1,0-1,0 0,0 1,-1-1,1 0,-1 1,1-1,-1 1,0-1,0-12,-1-57,-4 0,-3 0,-3 0,-3 1,-3 1,-3 1,-12-23,18 53</inkml:trace>
  <inkml:trace contextRef="#ctx0" brushRef="#br0" timeOffset="-46761.227">15857 1632,'8'-4,"1"0,-1 1,1 0,0 1,-1-1,1 2,0-1,0 1,1 1,-1 0,2 0,3-1,469 3,-265 3,837-1,-1041-4</inkml:trace>
  <inkml:trace contextRef="#ctx0" brushRef="#br0" timeOffset="-46431.696">18036 1151,'-18'16,"-9"16,-1 17,1 13,6 11,5 5,12 4,12-3,11-6,15-11,13-11,6-13,5-12,0-10,-8-9</inkml:trace>
  <inkml:trace contextRef="#ctx0" brushRef="#br0" timeOffset="-46169.119">18611 1244,'4'0,"9"9,11 12,11 12,8 11,1 10,-2 7,-5 5,-10 0,-14-5,-16-5,-16-9,-14-6,-7-11,0-11,6-8</inkml:trace>
  <inkml:trace contextRef="#ctx0" brushRef="#br0" timeOffset="-45921.242">19012 1552,'14'-2,"15"-1,19 0,18 0,17-1,13-4,9-4,2-2,-4 2,-7 0,-14 3,-18 2,-21 3</inkml:trace>
  <inkml:trace contextRef="#ctx0" brushRef="#br0" timeOffset="-44418.843">20135 1,'-2'2,"-1"0,1 0,0 1,0-1,0 1,1-1,-1 1,1 0,-1-1,1 1,0 0,0 0,0 0,0 0,1 0,-1 0,1 0,0 2,-2 1,-6 55,3-1,2 1,4 31,-1-29,17 1186,-5-285,-12-728,-1-151,-4 1,-3-1,-4 0,-10 30,7-63,2 0,3 1,2 0,3 1,2-1,2 1,3 0,6 38,22 45,-14-73,-3 0,-2 0,-1 31,24 409,-29-129,44-98,-41-193,-8-82,1-1,-1 0,1 0,-1 0,1 0,0 0,-1 0,1 0,0 0,0-1,-1 1,1 0,0 0,0-1,0 1,0 0,0-1,0 1,0-1,0 1,0-1,0 0,1 1,-1-1,0 0,0 0,0 0,0 1,0-2,1 1,-1 0,0 0,0 0,0 0,0-1,0 1,1 0,-1-1,0 1,0-1,0 1,0-1,0 0,0 1,-1-1,1 0,0 0,0 0,0 0,-1 0,1 0,0 0,-1 0,1 0,-1 0,1 0,10-15</inkml:trace>
  <inkml:trace contextRef="#ctx0" brushRef="#br0" timeOffset="-36288.135">6472 6618,'-14'7,"-1"1,1 1,1 0,0 1,0 0,1 1,0 0,0 1,2 0,-1 1,2 0,0 1,0 0,1 0,1 1,1 0,4-11,1 0,0 0,0 0,0 0,1 0,0 0,-1 0,2 0,-1 0,0 0,1 0,-1 0,1 0,0 0,1 0,-1 0,1-1,-1 1,1 0,0-1,1 0,-1 1,0-1,1 0,0 0,0 0,0 0,0-1,0 1,0-1,1 0,-1 0,1 0,2 1,7 0,0-1,0-1,0 0,0 0,0-1,0-1,0 0,-1-1,1 0,0-1,-1 0,1-1,-1-1,0 0,0-1,-1 0,0 0,0-1,0-1,-1 0,0 0,0-1,-1 0,6-9,-6 8,0-1,0-1,-1 0,-1 0,0 0,0-1,-1 0,-1 0,0 0,-1-1,-1 0,0 0,-1 0,0 0,-1 0,-1 0,0 0,-1-1,0 1,-1 0,-1 0,0 0,-1 1,-2-5,2 3,-1 0,-1 1,-1-1,0 1,-1 0,0 1,-1 0,0 0,-1 1,-1 0,0 1,-11-9,21 19,-1 0,1 0,-1 0,0 0,0 0,1 0,-1 0,0 1,0-1,0 0,0 1,0 0,0-1,0 1,0 0,0 0,0 0,0 0,0 1,0-1,0 1,0-1,0 1,1-1,-1 1,0 0,0 0,0 0,1 0,-1 0,1 0,-1 1,1-1,-1 0,1 1,0-1,-1 1,1 0,0-1,0 1,0 0,0 0,1 0,-1 0,-6 17,1 0,1 0,1 1,0 0,2-1,0 1,1 0,1 0,1 0,4 19,-3-13,2 0,1 0,1 0,2 0,0-1,2 0,0-1,8 12,-13-26,1-1,-1 0,2 1,-1-2,1 1,1-1,0 0,0-1,0 0,1 0,0-1,0 0,1 0,0-1,0 0,0-1,0 0,1-1,-1 0,1 0,6-1,-6-2,-1 0,0-1,1-1,-1 1,0-2,0 1,0-2,0 1,-1-1,1-1,-1 1,0-2,-1 1,1-1,-1-1,0 1,0-1,-1-1,0 1,0-1,-1-1,0 1,-1-1,0 0,0 0,0 0,-2-1,1 0,-1 0,0 0,-1 0,0 0,-1 0,0-1,-1 1,0-1,0 1,-1 0,-2-7,3 15,0-1,0 1,0-1,-1 1,1 0,-1-1,0 1,0 0,0 0,0 0,0-1,0 1,0 0,-1 0,1 1,-1-1,1 0,-1 0,0 1,1-1,-1 1,0-1,0 1,0 0,-1 0,1 0,0 0,0 0,0 0,-1 1,1-1,0 1,-1 0,1 0,-1-1,1 1,0 1,-1-1,1 0,0 1,-1-1,1 1,0-1,-1 1,-4 4,1 1,0-1,0 1,0 0,1 0,0 1,0-1,0 1,1 0,0 0,1 1,-1-1,1 1,1 0,0 0,0 0,0 0,1 0,0 0,1 1,0-1,0 0,0 0,2 5,0-6,-1 1,2-1,-1 0,1-1,0 1,0 0,1-1,0 0,0 0,1 0,-1 0,1-1,0 1,1-1,-1 0,1-1,0 0,0 0,1 0,5 2,8 4,1-2,0 0,0-2,1 0,-1-1,6-1,52 7</inkml:trace>
  <inkml:trace contextRef="#ctx0" brushRef="#br0" timeOffset="-38979.217">1352 6458,'13'18,"-10"-33,-6 1,0 1,-2 0,1 0,-1 0,-1 0,0 1,-1 0,0 0,-1 1,-1 0,1 0,-2 1,1 0,-1 1,-1 0,0 0,0 1,-1 0,1 1,-2 1,-7-3,15 7,1 1,-1 0,1 1,-1-1,0 1,1 0,-1 0,1 1,-1-1,0 1,1 0,-1 0,1 1,0-1,-1 1,1 0,0 0,0 0,0 1,0 0,1-1,-1 1,1 0,-1 1,1-1,0 1,-2 2,-3 6,1-1,0 1,1 0,0 1,1 0,0 0,1 0,-2 12,0-3,2 1,1-1,1 1,1-1,1 1,1 0,1-1,0 1,2-1,1 1,1-1,0-1,2 1,1-1,0-1,1 1,6 5,-9-16,1-1,0 0,0-1,1 0,0 0,0-1,1 0,0 0,0-1,0-1,1 0,0 0,0-1,1 0,-1-1,1-1,-1 1,1-2,0 0,0 0,0-1,-1 0,5-2,2 1,0-2,-1 0,1-1,-1-1,0 0,0-1,-1-1,1-1,-2 0,1-1,-1-1,0 0,-1-1,-1 0,4-4,28-51,-46 112,1-38,0-1,1 1,0 0,0 0,0-1,1 1,0 0,1-1,0 0,0 1,0-1,1-1,0 1,1 0,-1-1,1 0,0 0,1 0,-1-1,1 0,0 0,1 0,-1-1,1 0,0 0,0 0,0-1,0 0,1-1,-1 0,1 0,0 0,-1-1,1 0,5-1,-11 1,0-1,1 0,-1 0,0-1,1 1,-1-1,0 1,1-1,-1 1,0-1,0 0,0 0,0 0,0-1,0 1,0 0,0-1,0 1,-1-1,1 0,0 1,-1-1,1 0,-1 0,0 0,0 0,0 0,0 0,0 0,0-1,-1 1,1 0,-1-1,1 1,-1 0,0-1,0 0,0-5,0 0,0 0,-1 0,-1 1,1-1,-1 0,-1 0,1 1,-1-1,-3-3,0-1,0 1,-1-1,-1 2,0-1,-1 1,0 0,0 1,-1 0,0 0,-1 1,0 0,0 1,0 0,-1 1,-11-4,21 9,1 0,0 1,0-1,0 1,0-1,0 1,-1-1,1 1,0 0,0-1,-1 1,1 0,0 0,-1 0,1 0,0 0,-1 0,1 0,0 1,0-1,-1 0,1 1,0-1,0 1,0-1,-1 1,1 0,0-1,0 1,0 0,0 0,0 0,0 0,1 0,-1 0,0 0,0 0,1 0,-1 0,0 0,1 0,-1 1,3 0,0 0,1 0,-1 0,0 0,1 0,-1 0,1 0,-1-1,1 0,0 1,-1-1,1 0,0 0,0 0,0-1,0 1,0-1,0 0,2 1,-2-1,40 4,1-1,0-2,-1-2,1-3,9-2,27-1,-76 6,0 0,0 0,1 1,-1-1,0 1,1 0,-1 1,0-1,0 1,1-1,-1 1,0 1,0-1,0 1,0-1,0 1,-1 0,1 0,0 1,-1-1,0 1,1 0,-1 0,0 0,0 0,-1 0,1 1,-1-1,0 1,0 0,2 2,8 65,-12-63,0-1,1 1,0-1,0 0,0 1,1-1,0 0,1 0,0 0,0 0,0-1,1 1,2 3,-4-9,0 1,0 0,0-1,0 1,0-1,0 1,0-1,1 0,-1 0,0 0,1 0,-1-1,1 1,-1-1,1 1,-1-1,1 0,0 0,-1 0,1 0,-1-1,1 1,-1-1,1 1,-1-1,1 0,-1 0,0 0,1 0,1-1,59-51,-58 46,-1 0,0-1,0 0,0 0,-1 0,-1 0,0-1,0 1,0-1,-1 1,0-5,-2 20,0 0,0 0,0 0,1 1,0-1,0 0,1 0,0 0,0 0,1 0,0 0,0 0,1 0,0 0,0-1,0 0,1 1,0-1,0-1,0 1,1 0,0-1,0 0,0 0,1-1,0 1,0-1,0 0,0-1,0 0,2 1,37 4,-1-5</inkml:trace>
  <inkml:trace contextRef="#ctx0" brushRef="#br0" timeOffset="-38344.49">2916 6725,'-15'2,"0"0,0 1,0 1,1 0,-1 1,1 1,0 0,1 1,-1 0,1 1,0 0,1 1,0 1,1 0,0 1,-4 4,13-13,0 1,1-1,-1 0,0 0,1 1,-1-1,1 1,0-1,0 1,0 0,0-1,1 1,-1 0,1 0,-1 0,1-1,0 1,0 0,0 0,1 0,-1-1,1 1,-1 0,1 0,0-1,0 1,0-1,0 1,1-1,-1 1,1-1,-1 1,1-1,0 0,0 0,0 0,0 0,0-1,2 2,5 1,1-1,-1 0,0 0,1-1,0 0,-1-1,1 0,0-1,0 0,0 0,-1-1,1 0,0-1,-1 0,1-1,-1 0,0 0,0-1,0 0,0-1,0 0,3-3,3-1,-1-1,0 0,-1-1,0 0,-1-1,-1 0,1-1,-2-1,0 1,-1-2,0 1,-1-1,-1-1,0 1,-1-1,0 0,-2-1,0 1,-1-1,0 0,-2 0,0 0,-1-9,-2-5,-2-1,-1 1,-1 0,-2 0,-2 1,0 0,-2 0,-1 2,-6-9,-24-21,42 58,1 0,-1-1,0 1,0-1,0 1,1 0,-1 0,0-1,0 1,0 0,0 0,0 0,0 0,1 0,-1 0,0 0,0 0,0 1,0-1,0 0,1 0,-1 1,0-1,0 0,0 1,1-1,-1 1,0-1,1 1,-1 0,0-1,1 1,-1 0,1-1,-1 1,1 0,-1-1,1 1,-1 0,1 0,0 0,-1 0,1-1,0 1,0 0,0 1,-6 16,1 1,0 0,2 0,0 0,1 0,1 1,1 10,-1 1,0 1,2 0,1-1,2 1,1-1,2 0,1-1,1 1,1-1,2-1,1 0,1-1,3 3,-9-22,-1 1,2-1,-1 0,1-1,0 0,1 0,0-1,0 0,0-1,1 0,5 1,-11-4,1-1,0 0,-1 0,1-1,0 0,0 0,0 0,0-1,0 0,1 0,-1 0,0-1,0 0,0 0,-1-1,1 1,0-1,0-1,-1 1,1-1,-1 0,0 0,3-2,2-5,-1 0,0-1,0 0,-1 0,-1-1,0 0,0-1,-1 1,-1-1,0 0,-1 0,0-1,-1 0,-1 1,1-11,-5 50,0-15,0 1,1-1,1 0,0 0,0 1,1-1,0 0,1 0,0 0,1 0,0 0,1 0,0-1,1 0,2 5,-3-12,-1 0,0 0,1 0,0 0,0-1,0 1,0-1,0 0,0 0,0-1,1 1,-1-1,1 0,-1 0,1 0,-1-1,1 1,0-1,-1-1,1 1,-1 0,1-1,-1 0,1 0,-1 0,1-1,0 0,27-12</inkml:trace>
  <inkml:trace contextRef="#ctx0" brushRef="#br0" timeOffset="-38085.055">3451 6351,'-14'0,"-1"0,5 0,5 0</inkml:trace>
  <inkml:trace contextRef="#ctx0" brushRef="#br0" timeOffset="-37692.43">3865 5963,'1'1,"-1"0,0-1,0 1,0 0,0 0,0 0,0-1,0 1,0 0,0 0,0-1,0 1,0 0,0 0,0-1,-1 1,1 0,0 0,-1-1,1 1,-1 0,1-1,0 1,-1 0,0-1,1 1,-1-1,1 1,-1-1,1 1,-1-1,0 0,0 1,1-1,-1 0,0 1,1-1,-1 0,0 0,0 0,0 1,1-1,-1 0,0 0,0 0,1 0,-1-1,0 1,0 0,1 0,-1 0,0-1,0 1,1 0,-1-1,0 1,1 0,-1-1,0 1,1-1,-1 1,0-1,64 258,-16 42,-32-183,-15-113,2 17,1-1,1 0,1 0,0 0,1 0,6 10,-11-27,0 1,0-1,0 0,0 0,1 0,-1 0,1 0,0 0,-1 0,1 0,0 0,0-1,0 1,0-1,0 0,1 1,-1-1,0 0,1 0,-1-1,0 1,1 0,-1-1,1 1,-1-1,1 0,-1 0,1 0,-1 0,1 0,-1-1,1 1,-1-1,1 0,-1 1,1-1,-1 0,0-1,1 1,13-10,-2-1,0 0,0-1,-1-1,-1 0,0 0,-1-1,0-1,-2 0,0 0,3-8,7-9,-19 33,0 0,0 1,1-1,-1 0,0 0,0 0,0 0,0 1,0-1,1 0,-1 0,0 0,0 0,0 0,1 1,-1-1,0 0,0 0,0 0,1 0,-1 0,0 0,0 0,0 0,1 0,-1 0,0 0,0 0,1 0,-1 0,0 0,0 0,0 0,1 0,-1 0,0 0,0-1,1 1,-1 0,0 0,0 0,0 0,0 0,1-1,-1 1,0 0,0 0,0 0,0 0,0-1,0 1,1 0,-1 0,0 0,0-1,0 1,0 0,0 0,0-1,0 1,0 0,0 0,0-1,1 23,-1-19,0 29,6 76,-6-103,1-1,1 0,-1 0,0 0,1 0,0 0,0 0,0 0,1-1,-1 1,1-1,-1 1,1-1,1 0,-1 0,0-1,1 1,-1-1,1 1,0-1,-1 0,5 1,-2-1,0-1,0 0,0-1,0 1,0-1,1 0,-1-1,0 1,0-1,0 0,0-1,0 0,0 0,-1 0,1 0,-1-1,3-1,27-16</inkml:trace>
  <inkml:trace contextRef="#ctx0" brushRef="#br0" timeOffset="-37419.098">4400 6444,'-12'-2,"-3"-5,1-2</inkml:trace>
  <inkml:trace contextRef="#ctx0" brushRef="#br0" timeOffset="-37173.194">3705 6244,'27'-2,"27"-1,26 0,18 1,14 0,2 3,-20 2</inkml:trace>
  <inkml:trace contextRef="#ctx0" brushRef="#br0" timeOffset="-36927.744">4908 6779,'-6'-9,"-1"1,0 0,-1 1,0-1,0 1,0 1,-1 0,0 0,0 1,-1 0,0 0,-2 0,8 3,-1 0,0 1,0 0,0 0,0 0,0 0,0 1,0-1,0 1,0 1,0-1,0 1,0 0,0 0,1 0,-1 1,0-1,0 1,1 0,-1 1,1-1,0 1,0 0,0 0,0 0,-2 3,2-1,-1 1,1 0,0 0,0 0,1 0,0 1,0 0,0-1,1 1,0 0,0 0,1 1,0-1,0 0,1 0,0 1,0 4,1-9,-1 1,0-1,1 1,0 0,0-1,0 0,0 1,0-1,1 0,-1 1,1-1,0 0,0 0,0-1,1 1,-1 0,1-1,-1 1,1-1,0 0,0 0,0 0,0 0,0 0,0-1,1 1,-1-1,0 0,1 0,-1 0,1-1,-1 1,1-1,0 0,-1 0,1 0,6-2,0 0,0-1,-1 0,1-1,-1 0,1 0,-2-1,1 0,0-1,-1 1,0-2,0 1,-1-1,0-1,0 1,0-1,-1 0,-1-1,1 1,-1-1,-1 0,1 0,-2-1,1 1,0-7,2-48,-13 86,10-16,0 1,0-1,1-1,0 1,0 0,0-1,0 0,1 0,0 0,0 0,0-1,1 0,0 0,-1 0,1-1,1 0,-1 0,0 0,1-1,-1 0,1 0,4 0,65 16,1-4</inkml:trace>
  <inkml:trace contextRef="#ctx0" brushRef="#br0" timeOffset="-33213.928">13117 6485,'-5'4,"1"2,6 0,4-1,4-4,3-4,-2-4,-1-3,-4 0</inkml:trace>
  <inkml:trace contextRef="#ctx0" brushRef="#br0" timeOffset="-32923.401">13210 6899,'2'-1,"0"0,0 1,0-1,0 0,0-1,0 1,0 0,0-1,-1 1,1-1,0 1,-1-1,1 0,-1 1,0-1,0 0,0 0,1 0,-2 0,1 0,0 0,0-1,-1 1,1 0,-1 0,0-1,1 1,-1 0,0-2,-3-35,2 38,1 0,-1 1,1-1,0 0,-1 1,1-1,-1 1,1-1,-1 1,0-1,1 1,-1 0,1-1,-1 1,0 0,1-1,-1 1,0 0,0 0,1-1,-1 1,0 0,1 0,-1 0,0 0,0 0,1 0,-1 0,0 0,0 1,1-1,-1 0,0 0,1 0,-1 1,0-1,1 0,-1 1,0-1,1 1,-1-1,1 1,-1-1,1 1,-1-1,1 1,-1-1,1 1,0 0,-1-1,1 2,-2-1,0 0,1 0,-1 1,0-1,1 1,0 0,-1-1,1 1,0 0,0 0,0-1,0 1,0 0,0 0,1 0,-1 0,1 0,-1 1,1-1,0 0,0 0,0 0,0 0,0 0,0 0,0 1,1-1,-1 0,1 0,0 0,0 0,-1 0,1 0,0-1,1 1,-1 0,0 0,0-1,1 1,-1-1,1 1,-1-1,1 1,0-1,1 1,12 4</inkml:trace>
  <inkml:trace contextRef="#ctx0" brushRef="#br0" timeOffset="-30829.375">16953 6525,'16'5,"16"0,15 1,10 1,7 0,4-2,-5-2,-8-1,-15-1</inkml:trace>
  <inkml:trace contextRef="#ctx0" brushRef="#br0" timeOffset="-30550.334">17020 6725,'14'5,"15"3,17 1,17-1,15-3,13-3,6-5,-12-2</inkml:trace>
  <inkml:trace contextRef="#ctx0" brushRef="#br0" timeOffset="-30192.799">18276 6605,'-8'-6,"-1"1,0 1,0 0,0 0,-1 0,1 1,-1 1,0-1,0 2,0-1,0 2,0-1,0 1,0 1,0-1,0 2,0 0,0 0,0 0,0 1,1 1,-1 0,1 0,0 1,1 0,-1 0,1 1,0 0,0 1,-2 2,-27 53,36-61,1 1,0 0,-1 0,1 0,0 0,0 0,0 0,0 0,0 0,0 0,1 0,-1 0,1 0,-1 0,1 0,0 0,-1 0,1 0,0-1,1 1,-1 0,0-1,0 1,1-1,-1 1,1-1,-1 0,1 1,-1-1,1 0,0 0,0 0,-1 0,2 0,7 1,1 1,-1-2,1 1,0-1,-1-1,1 0,0-1,-1 0,1 0,-1-1,1-1,-1 1,0-2,0 1,0-2,0 1,-1-1,1-1,3-2,-3 2,-1-1,1 0,-1 0,0-1,-1 0,1-1,-2 0,1 0,-1 0,-1-1,0 0,0 0,-1-1,3-8,-12-13,4 32,-1 0,0-1,1 1,-1 0,0 0,1-1,-1 1,0 0,1 0,-1 0,0 0,1 0,-1 0,0 0,1 0,-1 0,0 0,1 0,-1 0,0 1,1-1,-1 0,1 0,-1 1,0-1,1 0,-1 1,1-1,-1 1,1-1,-1 1,1-1,-1 1,1-1,-1 1,1-1,0 1,-1 0,1-1,0 1,0 0,0-1,-1 1,1-1,0 1,-3 4,1 0,0 0,-1 0,2 0,-1 1,1-1,-1 1,2-1,-1 0,0 1,1 0,0-1,1 1,-1-1,1 1,0-1,0 1,1-1,-1 0,1 0,0 0,1 0,-1 0,1 0,0 0,1-1,-1 1,1-1,-1 0,1 0,0 0,1-1,-1 0,1 1,-1-2,1 1,0 0,5 1,34 11,1-5</inkml:trace>
  <inkml:trace contextRef="#ctx0" brushRef="#br0" timeOffset="-29522.929">18785 6458,'-10'5,"0"0,0 0,1 1,0 0,0 1,1 0,0 0,0 1,0 0,1 0,0 1,1 0,0 0,0 1,1-1,0 1,1 0,0 1,1-1,0 1,0-1,1 1,1 2,0-9,1 0,1 1,-1-1,1 0,-1 1,1-1,1 0,-1 0,0 0,1 0,0 0,0 0,0 0,1-1,-1 1,1-1,0 1,0-1,0 0,0 0,0 0,1-1,-1 1,1-1,0 0,0 0,0 0,0-1,3 2,4 0,1 1,0-2,0 0,0 0,0-1,1 0,-1-1,0-1,0 0,3-1,1-1,0-1,-1 0,1-1,-1 0,0-1,-1-1,1-1,-2 0,1-1,-1 0,0-1,-1 0,0-1,0-1,-1 0,-1 0,0-1,-1 0,-1-1,0 0,0 0,-1-1,-1 0,-1 0,0 0,-1-1,0-4,6-51,-4-1,-2 0,-4 0,-3 0,-3 0,-14-62,17 115,-1-9,0 1,-2 0,-1 0,-1 0,-3-3,11 29,0 0,0 0,0 0,0 0,0 0,0 0,0 0,0 0,-1 0,1 0,0 0,-1 0,1 0,0 0,-1 0,1 1,-1-1,0 0,1 0,-1 0,0 1,1-1,-1 0,0 1,0-1,0 1,1-1,-1 1,0-1,0 1,0 0,0-1,0 1,0 0,0 0,0-1,0 1,0 0,0 0,0 0,0 0,0 1,0-1,0 0,0 0,0 0,0 1,0-1,0 1,0-1,1 1,-1-1,0 1,0-1,0 1,1 0,-1-1,0 1,1 0,-1 0,0-1,0 2,-6 15,1 1,0 0,1 1,1-1,1 1,0 0,1 0,2 0,0 8,-1-5,-3 24,3-1,2 1,2 0,1 0,3-1,1 0,3 0,2-1,1-1,2 0,3-1,1 0,18 27,-33-61,0 0,0-1,1 1,0-1,0 0,0 0,1-1,0 0,1 0,-1 0,1-1,0 0,1-1,-1 0,1 0,5 1,-10-6,0 0,-1-1,1 1,0-1,-1 0,1 0,-1 0,0 0,0 0,1-1,-2 0,1 1,0-1,0 0,-1-1,0 1,0 0,0-1,0 1,0-1,0 1,-1-1,0 0,0 0,0 0,0 0,-1 1,1-1,-1 0,0 0,0 0,5-44,13-47,-18 95,0 0,0 1,0-1,0 0,0 0,0 1,0-1,0 0,0 1,1-1,-1 0,0 1,0-1,0 0,1 0,-1 1,0-1,0 0,0 0,1 1,-1-1,0 0,1 0,-1 0,0 0,0 1,1-1,-1 0,0 0,1 0,-1 0,0 0,1 0,-1 0,0 0,1 0,-1 0,0 0,1 0,-1 0,0 0,1 0,-1 0,0 0,0-1,1 1,-1 0,0 0,1 0,-1 0,0-1,0 1,1 0,-1 0,0-1,0 1,0 0,1-1,3 33,-3 8,-2-32,0 0,0-1,1 1,0 0,0 0,1 0,0 0,0-1,1 1,0-1,0 1,1-1,0 1,0-1,1 0,0-1,0 1,1-1,-1 1,2-1,-1 0,0-1,1 1,58 1,-30-12</inkml:trace>
  <inkml:trace contextRef="#ctx0" brushRef="#br0" timeOffset="-29278.589">19654 6271,'-14'-4,"-6"-2,-3 0,1-1,-3-4,3 0</inkml:trace>
  <inkml:trace contextRef="#ctx0" brushRef="#br0" timeOffset="-29108.039">19079 6057,'20'0,"21"0,19 0,15 0,11 0,2 0,-14 0</inkml:trace>
  <inkml:trace contextRef="#ctx0" brushRef="#br0" timeOffset="-28831.195">19881 6458,'3'31,"2"0,1-1,1 0,1 0,9 17,-13-37,0 0,1-1,0 1,0-1,1 0,1-1,0 1,0-1,0-1,1 1,0-1,0-1,1 1,0-1,0-1,1 0,7 3,-13-6,1 0,0-1,0 1,0-1,0 0,0-1,0 1,0-1,0 0,0-1,0 1,0-1,0 0,0 0,0 0,0-1,0 0,-1 0,1 0,0 0,-1-1,0 1,0-1,0-1,0 1,0 0,-1-1,1 0,-1 0,0 0,0 0,0 0,-1-1,2-3,6-14,-1 0,-1-1,-1 0,-1-1,-2 1,0-2,32-110,-7 87,-15 34</inkml:trace>
  <inkml:trace contextRef="#ctx0" brushRef="#br0" timeOffset="-28551.655">20469 6551,'0'6,"12"122,-11-124,0 0,0 1,0-1,1 0,-1 0,1-1,0 1,0 0,1-1,-1 1,1-1,0 1,-1-1,1 0,1-1,-1 1,0 0,1-1,-1 0,1 1,0-1,0-1,0 1,0-1,0 1,0-1,0 0,1-1,3 0,0-1,1 0,-1 0,0-1,0 0,0-1,0 0,0 0,-1 0,1-1,-1 0,0-1,0 1,0-2,-1 1,0-1,0 1,0-2,-1 1,0-1,0 1,0-2,-1 1,0 0,-1-1,1 1,-2-1,1 0,-1 0,0-1,-1 1,1 0,-1-6,-1 8,-1 0,1 0,-1 0,0 1,0-1,-1 0,0 1,0-1,0 1,-1-1,1 1,-1 0,0 0,-1 0,1 1,-1-1,0 1,0 0,-1 0,1 0,-1 1,0-1,0 1,0 0,0 1,0-1,-1 1,1 0,-1 0,0 1,1 0,-1 0,0 0,0 0,0 1,1 0,-1 1,0-1,0 1,0 0,1 0,-1 1,0 0,1 0,0 0,-1 0,-4 4,4-2,0 0,0 1,0 0,1 0,-1 1,1-1,1 1,-1 0,1 1,0-1,0 1,1 0,0-1,0 2,-1 3,2-7,1 0,0 0,0 0,0 0,1 0,0 0,-1 0,1 0,1 0,-1 0,0 0,1 0,0 0,0 0,0 0,1 0,-1 0,1-1,0 1,0-1,0 1,0-1,1 0,-1 1,1-1,0-1,0 1,0 0,2 0,68 23,-35-21</inkml:trace>
  <inkml:trace contextRef="#ctx0" brushRef="#br0" timeOffset="-28306.232">20669 6083,'-16'3,"-9"5,-6 7,1 9,5 7,9 5,12 3,14 0,13-1,11 1,-2-7</inkml:trace>
  <inkml:trace contextRef="#ctx0" brushRef="#br0" timeOffset="-28054.879">20777 6551,'2'16,"1"12,2 11,0 5,0 0,-2-2,1-2,5-6,3-7,6-7,7-8,9-6,4-6,-3-2</inkml:trace>
  <inkml:trace contextRef="#ctx0" brushRef="#br0" timeOffset="-32069.015">15081 6070,'-13'0,"0"0,0 1,0 1,0 0,0 0,0 2,1-1,-1 2,1-1,0 2,0 0,1 0,0 1,0 0,0 1,1 0,0 1,1 0,0 1,0-1,1 2,0-1,1 1,0 0,1 1,0 0,-3 9,6-11,0 0,0-1,1 1,0 0,1 1,0-1,0 0,1 0,0 0,1 0,1 1,-1-1,1 0,1-1,0 1,0 0,1-1,1 1,-1-1,1 0,3 2,117 138,-96-119,-1 1,-2 1,21 32,-45-61,1 0,-1 0,0 0,0 0,0 0,0 1,0-1,-1 1,0-1,1 1,-1 0,-1-1,1 1,0 0,-1-1,0 1,0 0,0 0,0 0,-1-1,1 1,-1 0,0-1,0 1,0 0,-1-1,1 1,-1-1,0 0,0 1,0-1,0 0,-1 0,1-1,0 0,0 0,0 0,0 0,-1-1,1 1,0-1,-1 1,1-1,-1 0,1 0,-1 0,1 0,-1-1,0 1,1-1,-1 1,0-1,0 0,1 0,-1 0,0-1,0 1,1-1,-1 1,0-1,1 0,-1 0,1 0,-1 0,1 0,-1-1,1 1,0-1,0 0,0 0,0 1,0-1,0 0,0-1,1 1,-1 0,1 0,-1-1,1 1,0-1,0 1,0-1,0 0,1 1,-1-1,1 0,-1 1,1-1,0-2,3-8,1 0,0 0,1 0,1 1,0 0,0 0,1 0,1 1,7-9,-7 7,59-81,92-151,-145 219,-1-2,-1 0,-1 0,-2-1,0 0,-2-1,-2 1,1-18,-11 4,4 42,1 0,0 0,0 1,-1-1,1 1,0-1,-1 0,1 1,0-1,-1 1,1-1,-1 1,1-1,-1 1,1-1,-1 1,0-1,1 1,-1 0,1-1,-1 1,0 0,1-1,-1 1,0 0,0 0,1 0,-1 0,0 0,1 0,-1 0,0 0,1 0,-1 0,0 0,0 0,1 0,-1 1,0-1,1 0,-1 1,0-1,1 0,-1 1,1-1,-1 0,1 1,-1-1,1 1,-1-1,1 1,-1 0,1-1,0 1,-1-1,1 1,-5 6,0 1,1-1,-1 1,2-1,-1 1,1 0,0 1,1-1,0 0,0 1,1 0,0-1,1 2,-1-7,-3 66,2 0,3 0,3-1,3 1,3-1,3 0,3-1,4 2,-15-50,0 3,2 1,0-1,1 0,2 0,3 5,1-21,-10-15</inkml:trace>
  <inkml:trace contextRef="#ctx0" brushRef="#br0" timeOffset="-31794.949">15055 6392,'16'4,"18"4,21 1,17 1,19-2,10-1,8-1,-2 2,-19 0</inkml:trace>
  <inkml:trace contextRef="#ctx0" brushRef="#br0" timeOffset="-31540.079">15924 6551,'0'-1,"0"1,0-1,0 0,0 0,0 0,1 0,-1 0,0 0,0 0,1 1,-1-1,1 0,-1 0,1 0,-1 1,1-1,-1 0,1 1,0-1,-1 0,1 1,0-1,0 1,-1-1,1 1,0-1,0 1,0 0,-1-1,1 1,0 0,0 0,0 0,0-1,0 1,0 0,0 0,0 0,0 0,-1 1,1-1,0 0,0 0,0 1,0-1,0 0,11-2,0 1,0 1,0 0,0 1,0 0,-1 0,1 2,0-1,0 2,10 3,-18-5,0-1,0 1,-1 0,1 0,-1 0,1 1,-1-1,0 1,1 0,-1 0,-1 0,1 0,0 0,-1 1,0-1,0 1,0 0,0 0,0-1,-1 1,1 0,-1 0,0 1,-1-1,1 0,-1 0,0 0,0 0,0 1,0-1,-1 0,0 3,-5 11,-1-1,-1 0,0 0,-1-1,-1 0,-1-1,0 0,-1 0,0-2,-1 1,-13 9,11-7,-3 1,-39 53,57-69,-1 0,1 0,-1 0,1 0,-1 0,1 0,0 1,0-1,0 0,0 0,-1 0,1 0,1 1,-1-1,0 0,0 0,0 0,1 0,-1 0,0 0,1 1,-1-1,1 0,-1 0,1 0,0 0,-1-1,1 1,0 0,0 0,0 0,0 0,-1-1,1 1,0 0,0-1,0 1,1-1,-1 1,0-1,0 0,0 1,0-1,0 0,1 0,58 6,-11-8,0-3,-1-2,24-7,6-3</inkml:trace>
  <inkml:trace contextRef="#ctx0" brushRef="#br0" timeOffset="-35808.733">8383 6672,'-8'0,"-1"1,0 0,0 1,1 0,-1 0,1 1,0 0,0 0,0 1,0 0,1 1,-1-1,1 2,0-1,0 1,1 0,0 0,0 0,0 1,1 0,0 0,0 1,1 0,0-1,0 1,1 1,0-1,1 0,-1 1,2-1,-1 1,1 0,0 2,2-8,-1 0,1 1,0-1,0 0,0 1,0-1,0 0,1 0,0 0,-1 0,1 0,0 0,0-1,1 1,-1-1,1 1,-1-1,1 0,0 0,0 0,-1 0,1-1,1 1,-1-1,0 0,0 1,0-2,1 1,-1 0,3 0,3 0,1 0,-1 0,0-1,0 0,1-1,-1 0,0-1,0 1,0-2,9-2,-8 1,0-1,0 1,0-2,0 1,-1-1,0-1,0 1,-1-2,1 1,-2-1,1 0,-1-1,0 0,-1 0,0 0,-1-1,0 0,0 0,-1 0,0-1,2-8,-6 17,1 0,-1 1,0-1,1 0,-1 0,0 0,0 0,0 0,0 0,0 1,0-1,-1 0,1 0,-1 0,1 0,-1 1,0-1,0 0,1 0,-1 1,-1-1,1 1,0-1,0 1,0-1,-1 1,1 0,-1 0,1 0,-1 0,1 0,-1 0,0 0,1 0,-1 0,0 1,0-1,0 1,1-1,-1 1,0 0,0 0,0 0,0 0,0 0,0 0,1 0,-1 1,0-1,0 1,0-1,1 1,-2 0,-1 1,0 1,0-1,0 1,0 0,1 1,-1-1,1 0,0 1,0 0,0 0,0 0,1 0,-1 0,1 1,0-1,1 1,-1-1,1 1,0 0,0-1,0 1,0 0,1 0,0 0,0-1,0 1,1 0,0 0,0 0,0-1,0 1,1 0,0-1,0 1,0-1,0 0,1 0,-1 0,1 0,1 1,3 0,1 0,-1 0,1 0,0-1,0 0,1-1,-1 0,1 0,5 0,35 8</inkml:trace>
  <inkml:trace contextRef="#ctx0" brushRef="#br0" timeOffset="-35172.228">9119 6632,'-10'0,"0"0,-1 1,1 0,0 1,0 0,0 0,0 1,1 0,-1 1,1 0,0 1,0 0,0 0,1 1,-1 0,2 0,-1 1,0 0,1 0,1 1,-1 0,1 0,1 1,-1 0,2 0,-1 0,1 0,0 1,3-6,0 1,0-1,0 0,1 1,-1-1,1 1,0-1,1 1,-1-1,1 1,-1-1,1 0,1 1,-1-1,1 0,-1 0,1 0,1 0,-1 0,0 0,1 0,0-1,0 0,0 1,0-1,0 0,1 0,-1-1,1 1,0-1,0 0,0 0,0 0,1 0,5 2,0-1,1 0,0-1,-1 0,1-1,0 0,0-1,0 0,0 0,0-1,0-1,-1 0,1 0,0-1,-1-1,4-1,6-3,0-1,0-1,-1-1,-1-1,0-1,0 0,11-12,-11 7,-1 0,-1-1,-1-1,-1-1,0 0,-2-1,0-1,-2 1,0-2,-1 1,-2-1,0-1,-2 1,-1-1,1-19,-2-3,-1-1,-3 1,-2-1,-2 1,-2 0,-2 0,-14-39,20 76,1-2,-2-1,1 1,-2 0,0 0,0 0,-1 0,0 1,-1 0,-1 0,1 1,-4-3,10 12,0 0,0 0,0 0,0 0,0 0,0 1,0-1,0 0,0 1,0-1,-1 1,1-1,0 1,0-1,-1 1,1 0,0 0,0 0,-1 0,1 0,0 0,-1 0,1 0,0 0,0 0,-1 1,1-1,0 0,0 1,0-1,-1 1,1 0,0-1,0 1,0 0,0 0,0 0,0-1,0 1,0 0,1 0,-1 0,0 1,0-1,1 0,-1 0,1 0,-1 0,1 2,-20 65,15-18,3 0,2 0,2 1,3-1,1-1,3 1,2-1,2-1,2 0,18 37,-21-52,2 0,1-1,1-1,2 0,1-2,1 0,2-1,12 12,-31-37,0 1,0-1,0 1,1-1,0 0,-1 0,1-1,0 1,0-1,1 0,-1 0,0 0,1-1,-1 1,1-1,-1 0,1 0,0-1,-1 1,1-1,0 0,0-1,-1 1,1-1,0 0,-1 0,1 0,1-1,0-2,0-1,0 1,-1-1,0 0,0 0,0 0,-1-1,1 0,-1 0,-1 0,1 0,-1-1,0 1,-1-1,0 0,0 0,1-2,1-9,-1 0,-1 0,0 0,-1-1,-1 1,-1-4,-3 110,4-83,-1 5,1 0,0-1,0 1,0 0,2 0,-1-1,1 1,0-1,1 1,0-1,1 0,0 0,0 0,1-1,0 0,1 1,0-1,14 2,0-6</inkml:trace>
  <inkml:trace contextRef="#ctx0" brushRef="#br0" timeOffset="-34919.903">9948 6498,'-19'0,"-9"0,-6 0,-1 0,4 0,1 0,7 0</inkml:trace>
  <inkml:trace contextRef="#ctx0" brushRef="#br0" timeOffset="-34646.598">9052 6231,'12'-5,"16"-1,23-2,20-2,17 1,13 0,8 1,-14 2</inkml:trace>
  <inkml:trace contextRef="#ctx0" brushRef="#br0" timeOffset="-34408.349">10362 6512,'46'72,"-29"-42,1-1,2-1,1-1,1 0,20 17,-40-41,0 0,1-1,-1 0,0 1,1-1,-1 0,1 0,0 0,-1 0,1 0,0-1,0 0,0 1,0-1,0 0,1 0,-1-1,0 1,0-1,1 1,-1-1,0 0,1 0,-1-1,0 1,1-1,-1 1,0-1,0 0,0 0,0-1,0 1,0-1,0 1,0-1,0 0,6-11,-1 0,0-1,-1 0,-1 0,0-1,-1 0,0 0,-1 0,0-4,2-6,2-6,2 0,0 0,2 2,2-1,0 2,7-10,-2 12</inkml:trace>
  <inkml:trace contextRef="#ctx0" brushRef="#br0" timeOffset="-33503.469">11177 6512,'-4'-4,"-1"-1,-1 1,1 1,0-1,-1 1,0 0,0 0,0 0,0 1,0 0,0 1,-1-1,1 1,-1 0,1 1,-1-1,1 1,-1 1,1-1,-1 1,1 0,-1 1,1-1,0 1,0 0,0 1,0 0,0 0,0 0,1 0,-1 1,1 0,-2 2,4-2,-1 0,1 0,-1 1,1 0,0-1,1 1,-1 0,1 0,0 1,0-1,1 0,-1 1,1-1,1 1,-1-1,1 1,-1-1,2 1,-1-1,1 1,0-1,0 1,0-1,1 1,-1-1,1 0,1 0,-1 0,1 0,0 0,0-1,0 1,1-1,-1 0,1 0,0 0,1 0,-1-1,0 1,1-1,0 0,0-1,0 1,1-1,2 0,0 0,0-1,1-1,-1 1,0-1,1-1,-1 1,0-2,0 1,0-1,0 0,0-1,0 1,0-2,-1 1,1-1,-1 0,0-1,3-2,2-1,-2-1,1 0,-1-1,0 0,-1 0,0-1,-1 0,0-1,-1 0,0 0,1-4,-12 37,1-1,0 1,2-1,1 1,2 20,27 29,-28-68,0 0,1-1,-1 1,1 0,-1-1,1 1,0-1,-1 1,1-1,0 0,0 0,0 0,0 0,0 0,0 0,0-1,0 1,1-1,-1 1,0-1,0 0,1 0,-1 0,0 0,0 0,0 0,1-1,-1 1,0-1,0 0,0 1,1-2,5-3,-1-1,0 0,0-1,-1 0,0 0,0 0,0-1,-1 1,0-1,-1-1,0 1,0-1,-1 1,0-1,0 0,-1 0,0-4,3-5,-1 0,-1-1,-1 1,-1 0,0-1,-1 1,-1-1,-1 1,0-1,-5-14,-2 21,14 31,3-11,-1-1,1 0,0 0,0-1,1 0,0-1,0 0,0 0,1-1,-1 0,1-1,0 0,0 0,9 0,-8 0,33 8,61 22,-101-31,0 1,0-1,0 1,0 0,0 0,-1 1,1-1,-1 1,0-1,0 1,0 0,-1 0,1 1,-1-1,0 0,0 1,-1 0,1-1,-1 1,0 0,0 0,-1 177,0-179,0 0,-1 0,1-1,0 1,1 0,-1-1,0 1,1 0,-1 0,1-1,0 1,0-1,0 1,0-1,1 1,-1-1,1 0,-1 0,1 1,0-1,0 0,0 0,0-1,0 1,0 0,0-1,1 1,-1-1,1 0,-1 0,1 0,-1 0,1 0,0-1,-1 1,1-1,0 1,-1-1,1 0,0 0,0 0,0-1,13-3,0-1,0-1,0 0,-1-1,0-1,-1 0,1-1,-2-1,1 0,-1-1,-1 0,9-10,-11 11,0-1,0 0,-1 0,-1-1,0 0,0-1,-1 1,-1-1,0-1,-1 1,0-1,-1 0,-1 0,0 0,-1-4,-2 16,0 0,0 0,0-1,-1 1,1 0,-1 0,0 0,0 0,1 0,-1 0,-1 0,1 0,0 0,0 0,-1 0,1 1,-1-1,1 1,-1-1,0 1,0 0,1-1,-1 1,0 0,0 0,0 0,0 0,-1 1,1-1,0 1,0-1,0 1,-1 0,1 0,0 0,0 0,0 0,-1 0,1 0,0 1,0-1,0 1,0 0,0 0,-1-1,1 1,1 1,-1-1,0 0,0 0,0 1,-1 1,-2 0,-1 1,1 0,0 0,0 0,0 0,1 1,0 0,0 0,0 0,0 1,1-1,0 1,0 0,1-1,-1 1,1 1,0-1,1 0,0 0,0 1,0-1,1 1,-1-1,2 1,-1-1,1 0,0 1,0-1,1 0,-1 1,1-1,1 0,-1 0,1-1,0 1,1 0,-1-1,1 0,0 0,1 0,-1 0,5 3,7 1,0-1,0 0,1-1,0 0,1-2,-1 0,1-1,0 0,0-2,8 0,51 6</inkml:trace>
  <inkml:trace contextRef="#ctx0" brushRef="#br0" timeOffset="-22555.949">28316 6044,'0'18,"2"18,4 15,4 16,4 13,1 7,0 9,-1 2,-5 2,-7-1,-9-6,-10-10,-5-13,-2-16,-3-16,2-14,5-12</inkml:trace>
  <inkml:trace contextRef="#ctx0" brushRef="#br0" timeOffset="-21860.709">28290 6551,'0'-31,"-1"0,1-1,2 0,1 0,2 1,2-7,-7 35,0 1,1-1,-1 0,1 1,-1-1,1 1,0-1,0 1,0-1,0 1,1 0,-1-1,1 1,-1 0,1 0,0 0,-1 0,1 1,0-1,0 0,1 1,-1-1,0 1,0 0,1 0,-1 0,1 0,-1 0,1 0,-1 1,1-1,0 1,-1-1,1 1,-1 0,1 0,0 1,-1-1,1 0,0 1,-1 0,1-1,0 2,13 6,-2 1,1 1,-1 0,-1 1,0 0,0 1,-1 1,-1 0,0 1,-1 0,0 0,5 12,11 36,-26-60,0-1,1 1,-1-1,0 1,0-1,0 1,0-1,0 1,-1-1,1 1,0-1,-1 1,1-1,-1 1,1-1,-1 1,0-1,0 0,1 1,-1-1,0 0,0 0,0 0,-1 0,1 0,0 0,0 0,0 0,-1 0,1 0,0-1,-1 1,1 0,-1-1,1 0,-1 1,1-1,-1 0,1 1,-2-1,-2 1,0-1,1 1,-1-1,0 1,0-1,0-1,1 1,-1-1,0 0,0 0,1 0,-1-1,1 1,-1-1,1 0,0 0,0-1,0 1,0-1,0 0,0 0,1-1,-1 1,1-1,0 1,0-1,1 0,-1 0,1 0,-1-1,1 1,1 0,-1-1,1 0,-1 1,1-1,1 0,-1 1,1-1,0 0,0-3,4-5,0 0,2 0,-1 1,2-1,-1 1,2 0,-1 1,2 0,0 0,0 1,1 0,1 0,-1-1,25-25,-1-2,-2-1,-1-1,-3-2,-1-1,-2 0,-2-2,16-47,-32 74,-1-1,-1 1,0-1,-2 0,0-1,-1 1,-1 0,-1-1,-1 1,-2-17,2 33,0 0,1 0,-1 0,0 0,-1 0,1 0,0 1,-1-1,0 0,0 1,1-1,-2 1,1-1,0 1,0 0,-1 0,1 0,-1 0,1 1,-1-1,0 1,0-1,0 1,0 0,0 0,0 0,0 1,0-1,0 1,0 0,0 0,0 0,0 0,-1 0,1 0,0 1,0 0,0-1,0 1,-2 1,-5 4,-1 1,1 0,0 0,0 1,1 1,0-1,0 2,1-1,1 1,-1 0,1 1,1-1,0 1,1 1,0-1,1 1,0 0,0 0,1 0,1 0,0 8,-1 12,1 0,2 0,1 0,2 1,1-1,1-1,2 1,1-1,2 0,1-1,1 0,1-1,2 0,1-1,1-1,2 0,11 12,-20-26,0 0,1 0,1 0,0-2,0 1,1-2,1 0,0 0,0-1,1-1,13 5,-25-12,-1 0,1 0,-1-1,1 1,-1-1,1 0,-1 1,1-1,0-1,-1 1,1 0,0 0,-1-1,1 0,-1 1,1-1,-1 0,0 0,1-1,-1 1,0 0,0-1,0 1,0-1,0 0,0 0,0 0,0 0,-1 0,1 0,-1 0,1 0,-1-1,0 0,21-88,-23-95,2 307,0-111,0 0,1 0,0-1,0 1,1 0,1-1,-1 1,2-1,-1 0,1-1,0 1,1-1,0 0,1 0,-1 0,1-1,8 6,5-1</inkml:trace>
  <inkml:trace contextRef="#ctx0" brushRef="#br0" timeOffset="-21003.374">29039 5856,'10'12,"1"0,0-1,1 0,0 0,1-2,0 1,1-2,-1 0,2 0,11 3,37 23,-55-30,0 1,-1-1,0 2,1-1,-2 1,1 0,-1 0,0 1,0 0,0 0,-1 0,0 1,-1-1,0 1,0 0,-1 1,1-1,-2 1,1 1,6 56,-8-51,1-1,0 0,1 1,0-1,1 0,1 0,0-1,1 1,-3-10,0-1,0 1,1-1,-1 1,1-1,0 0,0 0,0-1,0 1,0-1,1 0,-1 0,1 0,-1-1,1 0,0 1,-1-2,1 1,0 0,0-1,0 0,0 0,-1-1,1 1,0-1,0 0,-1 0,1-1,0 1,-1-1,1 0,-1 0,0-1,0 1,0-1,0 0,0 0,-1 0,1-1,-1 1,0-1,0 0,2-3,72-127,-79 163,-1-23,1-1,0 1,0-1,1 1,-1 0,1 0,1-1,-1 1,1 0,0 0,0 0,1 0,0-1,0 1,0 0,1 0,-1-1,1 1,1-1,-1 0,1 0,0 1,0-2,0 1,1 0,0-1,0 1,0-1,0 0,1-1,2 3,2-3,1-1,-1 1,1-1,0-1,-1 0,1-1,0 0,-1 0,1-1,0 0,-1 0,1-1,-1-1,1 0,-1 0,0 0,0-1,-1-1,1 0,-1 0,0 0,0-1,4-4,-12 9,1 1,-1-1,0 1,1-1,-1 1,1-1,-1 1,1 0,-1-1,1 1,-1-1,1 1,-1 0,1 0,-1-1,1 1,0 0,-1 0,1 0,-1 0,1-1,0 1,-1 0,1 0,0 0,-1 0,1 1,-1-1,1 0,0 0,-1 0,1 0,-1 1,1-1,0 0,-1 1,1-1,-1 0,1 1,-1-1,1 0,-1 1,0-1,1 1,-1-1,1 1,-1-1,0 1,1 0,-1-1,0 1,0-1,0 1,1-1,-1 1,0 0,0 0,5 8,0-4,0-1,0 1,0-1,1-1,-1 1,1-1,0 0,0 0,1 0,-1-1,0 0,1 0,-1-1,1 0,0 0,-1-1,1 1,0-1,-1-1,1 1,0-1,-1 0,1-1,-1 0,1 0,-1 0,0-1,4-2,-7 3,0 1,0-1,0-1,0 1,-1 0,1-1,-1 1,0-1,0 0,0 0,0 0,0 0,0 0,-1 0,0 0,1-1,-1 1,-1 0,1-1,0 1,-1-1,0 1,1-1,-1 1,-1-1,1 1,0-1,-1 1,0 0,0-1,0-2,-1-1,-1 1,1-1,-1 1,0 0,-1 0,1 1,-1-1,0 1,0 0,-1 0,0 0,0 0,0 1,-2-1,3 2,0 0,0 0,-1 0,1 1,-1 0,0 0,0 0,0 1,0 0,0-1,0 2,0-1,0 1,0-1,0 2,-1-1,1 0,0 1,0 0,0 0,0 1,0-1,0 1,1 0,-1 0,1 1,-1-1,1 1,0 0,0 0,0 1,0-1,0 1,1 0,0 0,-1 0,2 0,-1 1,0 0,-1 0,1 1,0-1,0 1,1 0,0 0,0 0,0 0,1 0,0 1,0-1,0 0,1 1,0-1,0 0,1 1,-1-1,2 0,-1 1,0-1,1 0,1 0,-1 0,1-1,-1 1,2 0,-1-1,1 0,-1 0,2 0,-1 0,0-1,1 1,4 2,24 6,-2-5</inkml:trace>
  <inkml:trace contextRef="#ctx0" brushRef="#br0" timeOffset="-20711.299">30228 5830,'-8'-3,"0"0,-1 1,1 1,-1-1,0 1,1 1,-1-1,0 2,-7 0,13-1,0 1,0-1,0 1,0 0,0 0,0 0,0 1,1-1,-1 1,0-1,1 1,-1 0,1 0,0 0,0 1,-1-1,1 0,1 1,-1-1,0 1,1 0,-1-1,1 1,0 0,0 0,0 0,0 0,0 2,0 8,2 1,0-1,0 0,1 0,1 0,0 0,1 0,0-1,1 1,0-1,1 0,1-1,-1 1,5 4,19 37,1-1,3-1,2-1,2-2,14 11,-46-53,0 0,0 0,1-1,0 0,0 0,0-1,0 0,1 0,0 0,0-1,0-1,0 1,0-1,0 0,1-1,-1 0,1 0,-1-1,1 0,-1-1,0 0,1 0,-1 0,0-1,1-1,1 0,26-14,-5-1</inkml:trace>
  <inkml:trace contextRef="#ctx0" brushRef="#br0" timeOffset="-23928.062">25455 6057,'0'65,"1"-76,-1 1,0-1,0 1,-1-1,-1 1,0 0,0 0,-1-1,0 2,-1-1,0 0,-1 1,0-1,0 1,-1 1,0-1,-1 1,0 0,0 0,0 1,-1 0,0 0,-1 1,1 0,-1 1,0-1,-1 2,1-1,-1 2,-2-2,6 4,0 1,0-1,0 1,0 0,0 0,0 1,0 0,0 0,0 0,0 1,1-1,-1 1,0 1,1-1,0 1,-1 0,1 0,0 1,1 0,-1-1,1 2,-1-1,1 0,0 1,1 0,-1 1,-6 8,2 1,-1 0,2 0,0 1,1 0,1 0,0 1,-1 13,2-15,1 0,0 0,2 0,-1 0,2 0,0 1,1-1,0 0,2 0,-1 0,2 0,0-1,1 1,0-1,1 0,0 0,2-1,-1 0,2 0,0-1,0 0,1 0,1 0,6 0,1-1,-1 0,2-1,-1-1,1-1,1-1,-1 0,1-2,0 0,1-1,-1-1,1-1,-1-1,1-1,0 0,-1-2,1 0,-1-2,1 0,10-4,-22 5,1 1,-1-1,0 0,0-1,0 0,0-1,-1 0,1 0,-1-1,-1 0,1 0,-1-1,0 0,0 0,-1 0,0-1,-1 0,1-1,-1 1,-1-1,0 0,0 0,-1 0,0 0,0-1,-1 1,1-10,-8 39,4-6,1 0,1 0,0 0,1 0,1 0,0-1,0 1,2-1,2 6,-6-15,1 0,0 0,0 0,1 0,-1-1,1 1,0-1,0 1,0-1,0 0,1 0,-1-1,1 1,0-1,0 1,0-1,0 0,0-1,0 1,0-1,0 0,1 0,-1 0,1 0,-1-1,0 0,1 0,-1 0,1 0,-1-1,2 0,5-2,0-1,0 0,0-1,-1 0,0-1,0 0,-1 0,0-1,0-1,0 1,-1-1,0-1,-1 1,1-1,-2-1,1 1,-2-1,1 0,-1-1,-1 1,1-1,-2 0,0 0,0 0,-1-1,0 1,-1-4,-1 14,1-2,-1 1,1 0,-1 0,0 0,1 0,-1 0,0-1,-1 1,1 0,0 0,-1 0,1 0,-1-1,1 1,-1 0,0 0,0 0,0 0,0 1,-1-3,-11 28,11-17,1 0,0 1,1-1,0 0,0 1,0-1,1 0,0 1,0-1,1 0,0 0,0 0,1 0,0 0,0-1,0 1,1-1,0 0,1 0,-1 0,1 0,0-1,0 0,1 0,0 0,-1-1,2 0,-1 0,0 0,1-1,0 0,-1 0,1-1,5 1,85 14,-53-17</inkml:trace>
  <inkml:trace contextRef="#ctx0" brushRef="#br0" timeOffset="-23495.236">26445 5589,'-5'17,"0"1,2-1,0 1,1 0,1 0,0 0,1 0,2-1,-1 1,2 0,1-1,0 1,5 13,-8-27,41 159,29 158,-67-293,16 62,-19-88,0 0,1 0,-1-1,0 1,1 0,-1-1,1 1,0-1,0 1,-1-1,1 0,0 0,0 0,0 0,0 0,0 0,0-1,0 1,1 0,-1-1,0 0,0 0,0 1,0-1,1 0,-1-1,0 1,0 0,0-1,1 1,-1-1,0 0,0 0,0 1,2-3,67-40,-60 34,-2 0,1-1,-1 0,0-1,-1 0,0 0,-1-1,0 0,-1-1,-1 0,-10 17,-9 20,10-15,0 0,1 0,0 0,1 1,0-1,0 1,1 0,1-1,-1 1,2 5,-1-12,0 1,1 0,0 0,0 0,0-1,0 1,1 0,-1-1,1 1,0-1,0 0,0 1,1-1,-1 0,1-1,-1 1,1 0,0-1,0 1,0-1,1 0,-1 0,0 0,1 0,-1-1,1 1,2-1,31 7,0-6</inkml:trace>
  <inkml:trace contextRef="#ctx0" brushRef="#br0" timeOffset="-23231.939">26966 6044,'-14'0,"-6"0,-3-2,3-2</inkml:trace>
  <inkml:trace contextRef="#ctx0" brushRef="#br0" timeOffset="-22972.213">26431 5870,'23'-11,"26"-5,24 2,21 2,15 4,4 5,-5 8,-21 3</inkml:trace>
  <inkml:trace contextRef="#ctx0" brushRef="#br0" timeOffset="-22711.909">27234 6444,'11'-2,"0"-2,0 1,0-1,0-1,0 0,-1 0,0-1,0 0,-1-1,0 0,0-1,0 0,-1 0,0-1,-1 0,0 0,0-1,-1 0,0 0,1-5,-5 12,-1 0,0 1,0-1,-1 0,1 1,-1-1,1 0,-1 0,0 0,0 0,0 1,0-1,0 0,-1 0,1 0,-1 1,0-1,0 0,0 1,0-1,0 1,-1-1,1 1,-1-1,0 1,1 0,-1 0,0 0,0 0,-1 0,1 0,0 1,0-1,-1 1,1 0,-1-1,0 1,1 0,-1 0,0 1,1-1,-1 0,0 1,0 0,0 0,1 0,-1 0,0 0,-1 0,-1 2,-1 1,1-1,0 1,0 0,0 0,0 0,0 1,1 0,0 0,0 0,0 0,0 1,0-1,1 1,0 0,0 0,0 0,1 1,-1-1,1 1,1-1,-1 1,1 0,0-1,0 1,1 0,-1 0,1 0,1 0,-1 0,1-1,0 1,0 0,1 0,-1-1,2 1,-1-1,0 0,1 1,2 2,5 3,1 0,0-1,0 0,1 0,0-1,1-1,0 0,1-1,-1 0,1-1,0-1,1 0,0-1,-1-1,7 1,54 14</inkml:trace>
  <inkml:trace contextRef="#ctx0" brushRef="#br0" timeOffset="-26567.439">22260 6017,'-4'56,"-2"-1,-2 0,-3 0,-3 0,-8 18,-1 5,-3-2,-24 43,21-73,25-53,29-88,-15 68,21-64,-3-1,-5-1,8-70,-7-40,-24 202,-1 0,1 1,0-1,0 0,0 0,0 0,1 1,-1-1,0 0,0 0,0 1,0-1,1 0,-1 0,0 1,1-1,-1 0,1 1,-1-1,1 1,-1-1,1 0,-1 1,1-1,0 1,-1-1,1 1,0 0,-1-1,1 1,0 0,-1-1,1 1,0 0,0 0,-1-1,1 1,0 0,0 0,0 0,-1 0,1 0,0 0,0 1,-1-1,1 0,0 0,0 0,-1 1,1-1,0 0,0 1,-1-1,1 1,0-1,-1 1,1-1,-1 1,1-1,-1 1,1 0,-1-1,1 1,-1-1,0 1,1 0,-1 0,0-1,1 1,-1 0,17 23,0 1,-2 1,0 0,-2 1,-1 0,-1 1,-2 1,5 25,12 39,-5 2,-4 1,-2 16,-11-76</inkml:trace>
  <inkml:trace contextRef="#ctx0" brushRef="#br0" timeOffset="-25861.633">22033 6271,'32'11,"1"-2,1-1,-1-2,1-2,0 0,0-3,1-1,-1-1,17-4,-14 3,1-2,-1-1,-1-2,1-2,-1-1,-1-2,0-2,29-15,-25-4,-39 33,0 0,0 0,0 1,0-1,0 0,0 0,0 0,-1 1,1-1,0 0,0 0,0 0,0 1,0-1,-1 0,1 0,0 0,0 0,0 0,-1 0,1 1,0-1,0 0,0 0,-1 0,1 0,0 0,0 0,-1 0,1 0,0 0,0 0,-1 0,1 0,0 0,0 0,0 0,-1 0,1 0,0 0,0-1,-1 1,1 0,0 0,0 0,0 0,0 0,-1 0,1-1,0 1,0 0,0 0,0 0,0-1,-1 1,1 0,0 0,0 0,-11 14,1 1,1 0,0 1,1 0,1 1,0-1,2 1,0 1,-2 11,-34 157,41-186,0 0,0 0,0 0,0 0,0 0,1 0,-1 0,0 0,0 0,0 0,0 0,0 0,0 0,1 0,-1 0,0 0,0 0,0 0,0 1,0-1,0 0,0 0,1 0,-1 0,7-17,6-32,-3-1,-1 1,-3-2,-2 1,-2-1,-5-37,3 66,10 37,8 25,1 0,2-1,2-1,1-1,2-1,1-1,2-2,1-1,2-1,22 16,-53-45,0 0,0-1,1 1,-1-1,0 1,1-1,0 0,-1 1,1-1,0 0,0 0,0 0,-1 0,1-1,0 1,0 0,0-1,0 1,0-1,1 0,-1 0,0 0,0 0,0 0,0 0,0 0,0-1,0 1,0-1,0 0,0 1,0-1,0 0,0 0,-1 0,1 0,0 0,-1-1,1 1,0-1,2-11,0 0,-1 0,-1-1,0 1,-1-1,0 1,-1-1,0 1,-2-1,1 0,0 6,-56-343,57 350,-1 0,1 0,-1 0,1 0,-1 0,1 0,0 1,-1-1,1 0,0 0,0-1,0 1,0 0,-1 0,1 0,1 0,-1 0,0 0,0 0,0 0,1 0,-1 0,0 0,1 0,-1 0,1 1,-1-1,1 0,-1 0,1 0,0 0,-1 1,1-1,0 0,0 1,-1-1,1 0,0 1,0-1,0 1,0-1,0 1,0 0,0-1,0 1,0 0,0 0,0 0,0 0,0 0,0 0,0 0,0 0,0 0,0 0,0 0,0 1,0-1,1 1,27 10,2 4</inkml:trace>
  <inkml:trace contextRef="#ctx0" brushRef="#br0" timeOffset="-25605.4">23423 6070,'-7'19,"-1"16,-3 15,1 9,2 4,2 1,3-6,1-9,1-10,2-9,1-10,2-11,2-11,2-15,0-4</inkml:trace>
  <inkml:trace contextRef="#ctx0" brushRef="#br0" timeOffset="-25385.624">23356 5937,'17'23,"0"-1,1-1,1 0,0-2,11 8,9 9,5 5,-2 1,-1 3,-3 1,-1 2,20 36,-53-79,-1 0,1 1,-1-1,0 1,0 0,0 0,-1 0,0 0,0 1,-1-1,0 1,0-1,0 1,-1-1,0 1,0-1,-1 1,0-1,0 1,0-1,-1 1,0-1,0 0,0 0,-1 0,0 0,0 0,-1 0,-9 4,0-1,0 0,-1 0,0-2,-1 0,1 0,-1-2,-1 1,1-2,-1 0,1-1,-1-1,0 0,0-1,-15-1,-51-7,56-3</inkml:trace>
  <inkml:trace contextRef="#ctx0" brushRef="#br0" timeOffset="-12810.383">15108 7781,'-2'21,"-1"17,0 15,3 9,2 5,0 1,-1-2,1-4,-1-5,-3-8,-3-10,-1-11</inkml:trace>
  <inkml:trace contextRef="#ctx0" brushRef="#br0" timeOffset="-12550.772">14774 7701,'11'3,"18"2,22 1,20-1,17-1,9-2,1 0,-6-1,-19-1</inkml:trace>
  <inkml:trace contextRef="#ctx0" brushRef="#br0" timeOffset="-12305.87">15456 8169,'0'18,"5"14,5 6,6 3,3-1,0-4,-1-7,-3-9</inkml:trace>
  <inkml:trace contextRef="#ctx0" brushRef="#br0" timeOffset="-11167.255">15416 7901,'20'2,"0"1,0 1,-1 1,1 0,-1 2,0 0,0 1,-1 0,0 2,-1 0,0 1,0 1,-1 1,-1 0,0 1,-1 0,-1 1,0 1,-1 0,0 1,-2 0,8 17,23 147,-41-179,0-1,0 1,0-1,1 1,-1 0,0-1,1 1,-1-1,1 1,0-1,-1 1,1-1,0 1,0-1,0 0,0 1,0-1,0 0,0 0,0 0,1 0,-1 0,0 0,1 0,-1 0,0-1,1 1,-1 0,1-1,0 1,-1-1,1 0,-1 1,1-1,0 0,-1 0,1 0,-1 0,1 0,0 0,-1-1,1 1,0-1,8-4,-1 0,0-1,0 0,-1 0,1-1,-1 0,-1-1,1 0,-1 0,-1 0,0-1,0 0,0 0,-1-1,-1 1,0-1,3-9,23-78,-19 185,-10-81,0 0,0 0,0 0,1 0,1 0,-1-1,1 1,0-1,0 0,1 0,0 0,0 0,0 0,1-1,0 0,0 0,0 0,1-1,-1 1,1-2,0 1,0 0,1-1,-1 0,1-1,-1 1,1-1,0 0,0-1,0 0,1 0,3-4,-1 0,0-1,-1 0,1 0,-1-1,0 0,0-1,0 0,-1-1,0 1,0-2,-1 1,0-1,0 0,0 0,-1-1,-1 0,0 0,0-1,0 1,-1-1,1-5,14-20,-9 20,-8 38,-3-21,-1 4,1-1,-1 1,1 0,0-1,1 1,-1 0,1 0,0-1,1 1,-1 0,1-1,0 1,1 0,-1-1,1 1,0-1,1 0,-1 0,1 1,0-2,0 1,2 2,5-1,1 1,0-1,0-1,0 0,1-1,-1 0,1-1,0 0,0-1,1 0,-1-1,0 0,0-1,1 0,-1-1,0 0,0-1,1-1,0 0,-4 1,0 1,1-2,-1 1,0-1,0 0,0-1,-1 0,1-1,-1 1,0-2,0 1,-1-1,0 0,0-1,0 0,-1 0,0 0,0-1,0 1,-1-2,-1 1,1 0,-1-1,-1 0,3-7,-6 13,1 1,0-1,-1 1,0-1,1 1,-1-1,0 1,0-1,-1 0,1 1,-1-1,1 1,-1-1,0 1,1-1,-1 1,-1 0,1-1,0 1,0 0,-1 0,0 0,1 0,-1 0,0 0,0 0,0 1,0-1,0 1,0-1,0 1,-1 0,1 0,0 0,-1 0,1 0,-1 0,1 1,-1-1,1 1,-1 0,0 0,1 0,-1 0,1 0,-1 0,0 1,1-1,-1 1,1 0,-2 0,1 3,0-1,1 1,-1 0,1 0,0 0,0 0,0 0,0 1,1-1,0 0,0 1,0-1,0 1,1-1,-1 1,1-1,1 1,-1 0,0-1,1 1,0-1,0 1,1-1,-1 0,1 0,0 1,0-1,0 0,2 2,2 5,0 0,1-1,0 0,1 0,0 0,0-1,1 0,0-1,1 1,0-2,0 0,1 0,0-1,0 0,1-1,-1 0,1-1,0 0,0-1,0 0,1-1,-1 0,3-1,-9-1,1-1,-1 0,0 0,1 0,-1-1,0 0,0 0,0 0,0-1,-1 0,1 0,-1 0,0-1,1 0,-2 0,1 0,0 0,-1-1,0 0,0 0,0 0,-1 0,1-1,-1 1,-1-1,1 0,-1 0,0 0,0-3,3-7,-1 0,-1-1,-1 1,0-1,-1 0,-1 1,0-1,-1 0,-1 1,-4-14,6 26,-1-1,1 1,-2 0,1 0,0 0,-1 0,1 0,-1 0,0 0,-1 0,1 0,-1 1,1 0,-1-1,0 1,0 0,-1 0,0 0,26 20,3-6,1-1,0 0,0-2,0-1,1-1,45 12,-69-18,0 1,0 0,0-1,0 1,0 0,0 0,-1 1,1-1,0 1,0-1,-1 1,1 0,-1 0,0 0,1 0,-1 1,0-1,0 0,-1 1,1 0,0-1,-1 1,1 0,-1 0,0 0,0 0,0 0,-1 0,1 0,-1 0,1 0,-1 0,0 0,0 0,-1 0,1 2,-10 28,8-30,0 0,1 0,-1 0,1 1,0-1,0 0,0 0,0 1,1-1,-1 1,1-1,0 1,0-1,0 1,0-1,1 0,-1 1,1-1,0 1,0-1,0 0,0 0,1 1,0-1,-1 0,1 0,0-1,0 1,0 0,1-1,-1 1,2 0,10 4,0-1,1 0,-1-1,2 0,-1-1,0-1,1 0,-1-2,1 1,13-2,110-5,-74-3</inkml:trace>
  <inkml:trace contextRef="#ctx0" brushRef="#br0" timeOffset="-9195.196">18959 8089,'0'175,"-11"396,3-523,2-52,-15-112,-29-138,-25-50,46 179,30 122,-1 1,1 0,0 0,-1 0,1 0,0 0,0 0,0 0,1 0,-1 1,0-1,1 0,-1 1,1-1,-1 1,1-1,0 1,0 0,-1 0,1-1,0 1,0 1,0-1,0 0,0 0,1 1,-1-1,0 1,0 0,0 0,0 0,1 0,-1 0,0 0,0 0,0 1,0-1,1 1,-1-1,0 1,0 0,0 0,1 1,17 1,-1 2,1 0,-1 1,0 1,0 0,-1 2,0 0,-1 1,0 1,0 0,-15-10,0 1,1-1,-1 0,0 1,0-1,0 1,0-1,0 1,-1 0,1 0,0 0,-1 0,0 0,1 0,-1 1,0-1,0 0,0 1,0-1,-1 1,1-1,-1 1,1-1,-1 1,0-1,0 1,0-1,0 1,-1-1,1 1,-1-1,1 1,-1-1,0 1,0-1,0 0,0 0,-1 2,-4 1,-1-1,0 1,-1-1,1-1,-1 1,1-1,-1 0,0-1,0 0,-1 0,1-1,0 0,0-1,-1 1,1-1,0-1,-7-1,13 3,1-1,-1 0,0 0,1 0,-1 0,1 0,-1 0,0 0,1 0,-1-1,1 1,-1-1,1 1,-1-1,1 1,-1-1,1 0,0 0,-1 0,1 0,0 0,0 0,-1 0,1 0,0 0,0-1,0 1,1 0,-1-1,0 1,0 0,1-1,-1 1,1-1,-1 1,1-1,0 0,-1 1,1-1,0 1,0-1,0 0,0 1,0-1,1 1,-1-1,1 1,-1-1,1 0,-1 1,1 0,0-1,-1 1,1-1,0 1,0 0,0 0,0-1,0 1,0 0,1 0,6-5,0 2,-1-1,2 1,-1 0,0 1,1 0,-1 1,1-1,0 1,0 1,0 0,0 0,0 1,0 0,0 1,0 0,0 0,0 1,0 0,0 0,-1 1,1 0,-1 1,0 0,0 0,0 1,0 0,-1 0,0 1,84 94,-86-97,1 0,0 0,-1 0,1-1,0 0,1 0,-1 0,0-1,0 0,1 0,-1-1,0 0,1 0,-1 0,0-1,1 1,-1-2,0 1,0-1,0 0,0 0,0 0,0-1,0 0,-1 0,0-1,1 0,-1 0,-1 0,1 0,-1-1,3-2,-3 4,1-1,-1 0,0 0,0 0,-1 0,1-1,-1 1,0-1,0 0,0 0,-1 0,0-1,0 1,0 0,-1-1,1 1,-1-1,-1 1,1-1,-1 0,0 1,0-1,-1 0,1 1,-1-1,-1 0,1 1,-1 0,0-1,0 1,0 0,-1 0,0 0,0 0,0 0,0 1,-3-2,2 2,0 1,0-1,-1 1,1 0,-1 1,0-1,0 1,0 0,0 0,0 0,0 1,0 0,-1 0,1 0,-1 0,1 1,0 0,-1 0,1 1,-1 0,1 0,0 0,0 0,-1 1,1 0,0 0,0 0,1 1,-1-1,0 1,1 0,0 1,-1-1,1 1,1 0,-1 0,0 0,1 0,0 1,0-1,0 1,1 0,0 0,-1 0,2 0,-2 3,3-4,-1 0,1-1,0 1,0 0,1-1,-1 1,1-1,-1 1,1 0,1-1,-1 0,0 1,1-1,-1 0,2 1,13 19</inkml:trace>
  <inkml:trace contextRef="#ctx0" brushRef="#br0" timeOffset="-8807.775">19640 8223,'0'-14,"0"-1,0 1,-1 0,-1 0,-1 0,0 0,0 1,-1-1,-1 1,-1-1,1 2,-2-1,-1 0,-14-23,23 35,-1 0,1-1,-1 1,1 0,0 0,0 0,0 0,0 0,0 0,0 0,0 0,0 0,0 0,0 1,0-1,0 0,1 1,-1-1,0 1,0-1,1 1,-1 0,0-1,1 1,-1 0,0 0,1 0,-1 0,1 0,-1 0,0 1,1-1,-1 0,1 1,2-1,58-2,-1 2,1 4,4 2,-61-6,1 0,0 1,-1-1,1 1,0 1,-1-1,1 1,-1 0,0 0,0 0,0 1,0-1,0 1,0 1,-1-1,1 1,-1-1,0 1,0 1,0-1,-1 0,1 1,-1 0,0 0,-1 0,1 0,-1 0,0 1,-14 149,12-153,0 0,1 1,0-1,0 0,-1 0,1 0,0 0,1 0,-1 0,0 0,0 0,1-1,0 1,-1 0,1-1,0 1,-1-1,1 0,0 0,0 1,0-1,0 0,0-1,0 1,1 0,-1-1,0 1,1-1,65 5,16-20,-45 3</inkml:trace>
  <inkml:trace contextRef="#ctx0" brushRef="#br0" timeOffset="-8232.156">20281 7969,'3'20,"0"0,1 0,1-1,0 0,2 0,0 0,1-1,1 0,1 0,5 6,22 26,-36-49,0 0,0 0,1 0,-1 0,0-1,0 1,1 0,-1 0,0-1,1 1,-1-1,1 0,-1 1,0-1,1 0,-1 0,1 0,-1 0,1 0,-1 0,1 0,-1 0,1-1,-1 1,1 0,-1-1,0 1,1-1,-1 0,0 0,1 1,-1-1,0 0,0 0,0 0,0 0,0 0,1-1,8-11,-1 0,-1 0,0-1,-1 0,0 0,-1-1,-1 0,2-5,3-9,23-56,-33 85,1 0,-1 0,1 1,0-1,-1 0,1 0,-1 0,1 0,-1 1,1-1,-1 0,1 1,-1-1,1 0,-1 1,1-1,-1 0,0 1,1-1,-1 1,0-1,1 1,-1-1,0 1,1-1,-1 1,0-1,0 1,0-1,0 1,1 0,-1-1,0 1,0-1,0 1,0 0,0-1,0 1,-1-1,1 1,0-1,0 1,0-1,0 1,-1 0,1-1,0 1,-1-1,1 1,0-1,-1 0,1 1,0-1,-1 8,0 0,1 0,0 0,0-1,1 1,0 0,0 0,1-1,0 1,1-1,-1 1,1-1,1 0,-1 0,1 0,1-1,-1 1,1-1,0 0,0 0,1-1,0 0,0 0,0 0,0 0,1-1,4 2,-2-2,0-1,0 0,0-1,0 0,1 0,-1-1,0-1,1 1,-1-1,1-1,-1 0,1 0,-1-1,0 0,0 0,0-1,0-1,0 1,0-1,-1-1,0 0,0 0,0 0,-1-1,1 0,-1-1,-1 1,1-1,-1-1,-1 1,1-1,-1 0,0 0,-1-1,2-4,6-75,-12 85,0 1,0 0,-1-1,1 1,0-1,-1 1,0-1,0 1,1 0,-1 0,-1-1,1 1,0 0,0 0,-1 0,1 0,-1 0,0 1,0-1,1 0,-1 1,0-1,0 1,-1 0,1-1,0 1,0 0,-1 0,1 1,0-1,-1 0,1 1,-1 0,0-1,0 1,1 0,-1 1,1-1,0 0,-1 1,1-1,0 1,-1 0,1 0,0 0,0 0,0 0,-1 1,1-1,1 1,-1-1,0 1,0-1,0 1,1 0,-1 0,1 0,0 0,0 0,-1 0,1 1,0-1,1 0,-1 1,0-1,0 3,0 0,0 1,0 0,0 0,0 0,1 0,0 0,0 0,1 0,0 0,0 0,0 0,2 4,3 0,1-1,0 0,0 0,1-1,-1 0,2 0,-1-1,1 0,1-1,-1 0,1 0,0-1,0 0,1-1,-1 0,1 0,0-1,0-1,0 0,1 0,39 8</inkml:trace>
  <inkml:trace contextRef="#ctx0" brushRef="#br0" timeOffset="-7707.395">21444 7835,'-3'0,"-12"-2,-1 1,1 1,-1 0,1 1,0 1,-1 0,1 1,0 1,0 0,1 1,-1 1,1 0,0 1,1 0,-1 1,1 2,10-7,0 0,1 0,-1 0,1 1,0-1,0 1,0 0,0 0,1 0,-1 0,1 0,0 0,1 0,-1 0,1 0,-1 0,1 0,1 0,-1 1,0-1,1 0,0 0,0 0,0 0,0 0,1 0,0-1,0 1,0 0,0-1,0 1,1-1,-1 0,1 0,0 0,0 0,0 0,0 0,1-1,-1 0,4 2,79 61,-85-63,-1 0,1 0,-1 0,0 0,0 1,0-1,0 0,0 0,0 0,0 1,-1-1,1 0,-1 0,0 0,0 0,0 0,0 0,0 0,0 0,0 0,0-1,-1 1,1 0,-1-1,1 1,-1-1,0 1,0-1,1 0,-1 0,0 0,0 0,0 0,0 0,0 0,-5 3,-110 79,117-83,-1 1,1-1,-1 0,1 0,-1 1,1-1,-1 0,1 1,-1-1,1 1,-1-1,1 1,0-1,-1 0,1 1,0-1,-1 1,1 0,0-1,0 1,0-1,-1 1,1-1,0 1,0-1,0 1,0 0,0-1,0 1,0-1,0 1,0 0,0-1,1 1,-1-1,0 1,0-1,0 1,1-1,-1 1,0-1,1 1,-1-1,0 1,1-1,-1 1,1-1,-1 0,0 1,1-1,-1 0,1 1,-1-1,1 0,0 0,35 9,-26-8,6 2,1 0,-1 1,0 1,0 1,0 0,-1 1,0 0,-1 2,1-1,-2 2,1 0,-1 1,-1 0,0 1,0 0,5 8,-9-9,0 0,-1 0,0 1,-1-1,0 2,-1-1,2 9,-5-17,-1-1,0 1,-1 0,1 0,-1-1,1 1,-1 0,0 0,-1 0,1-1,-1 1,1 0,-1 0,0-1,-1 1,1 0,-1-1,1 1,-1-1,0 0,0 0,0 0,-1 0,1 0,-1 0,0 0,0-1,-1 2,-3 0,0 0,-1 0,1 0,-1-1,1-1,-1 1,0-1,0 0,0-1,0 0,-7 0,-17 0</inkml:trace>
  <inkml:trace contextRef="#ctx0" brushRef="#br0" timeOffset="-7199.751">21672 7220,'-42'-94,"42"93,0 0,0 1,-1-1,1 0,0 0,-1 0,1 1,0-1,-1 0,1 0,-1 1,1-1,-1 0,1 1,-1-1,1 0,-1 1,0-1,0 1,1-1,-1 1,0-1,0 1,1 0,-1-1,0 1,0 0,0 0,1-1,-1 1,0 0,0 0,0 0,0 0,0 0,0 0,1 0,-1 1,0-1,0 0,0 0,0 1,1-1,-1 0,0 1,0-1,1 1,-1-1,0 1,1-1,-1 1,0 0,1-1,-1 1,1 0,-1-1,1 1,-1 0,1 0,-1 0,-5 13,0 0,1 0,0 1,1-1,1 1,0 0,1 0,1 5,-1-8,-4 38,3 0,2 1,2-1,2 0,2 1,3-2,2 1,2-1,2-1,2 0,5 6,-14-38,1 0,0-1,2 0,-1 0,2-1,0-1,1 1,0-2,2 1,-9-8,0-1,0 0,1 0,0-1,-1 1,1-1,1 0,-1-1,0 0,1 0,-1 0,1-1,0 1,-1-2,1 1,0-1,0 0,-1 0,1-1,0 0,-1 0,1-1,0 1,3-3,-3 0,1 0,-1-1,0 0,0 0,0 0,-1-1,0 0,0-1,0 1,-1-1,0 0,0 0,-1-1,0 0,0 1,-1-1,0 0,-1-1,1 1,-1 0,-1-1,0 1,0-1,-1 0,0 1,0-1,-1 1,0-1,0-1,1 9,0-1,0 1,0 0,-1-1,1 1,0-1,0 1,-1 0,1-1,-1 1,1 0,-1-1,0 1,1 0,-1 0,0 0,0-1,0 1,0 0,0 0,0 0,0 0,0 1,0-1,-1 0,1 0,0 1,-1-1,1 1,0-1,-1 1,1-1,0 1,-1 0,1 0,-1 0,1 0,-1 0,1 0,0 0,-1 0,1 1,-1-1,1 0,0 1,-1-1,1 1,0-1,-1 1,1 0,0 0,0 0,0-1,0 1,0 0,-1 1,-5 6,0 0,0 1,1 0,1 0,-1 0,1 1,1 0,0 0,0 0,1 0,0 1,1 0,0-1,1 1,0 0,0-1,1 1,1 0,0 0,0 0,1-1,1 1,0-1,2 1,0-1,1 0,1 0,0-1,0 0,1 0,0 0,0-1,1-1,0 1,0-1,1-1,0 0,0 0,1-1,-1 0,1-1,0 0,0-1,1 0,-1-1,1 0,-1-1,1 0,0-1,-1 0,1-1,0 0,-1-1,1 0,6-3,12-7</inkml:trace>
  <inkml:trace contextRef="#ctx0" brushRef="#br0" timeOffset="-6938.443">21418 7675,'12'-7,"16"-4,25-3,28 1,28 2,27 4,-10 3</inkml:trace>
  <inkml:trace contextRef="#ctx0" brushRef="#br0" timeOffset="-5315.148">23691 7835,'-12'4,"0"1,0 0,0 1,1 1,0 0,0 0,1 1,0 0,0 1,1 0,0 1,1 0,0 0,0 0,1 1,1 1,0-1,-2 6,6-15,1 1,-1-1,1 0,0 1,0-1,0 1,0-1,0 1,1 0,-1-1,1 1,-1 0,1 0,0-1,0 1,0 0,1 0,-1-1,1 1,-1 0,1-1,0 1,0-1,0 1,0-1,1 1,-1-1,1 0,-1 0,1 1,0-1,0 0,0-1,0 1,0 0,0 0,0-1,1 1,-1-1,1 0,6 0,1 0,-1-1,0 0,0-1,1 0,-1 0,0-1,0 0,0-1,0 1,-1-2,1 0,-1 0,0 0,0-1,0 0,0-1,-1 1,0-1,-1-1,1 0,-1 1,0-2,4-4,-1-1,-1 0,0-1,-1 0,0 0,-1 0,0-1,-2 0,0 0,0-1,-1 1,-1-1,0-3,0-27,-1-1,-3 1,-6-39,7 73,-2-26,-2 0,-1 0,-2 0,-2 1,-13-35,23 71,0 0,0 1,0-1,0 1,0-1,0 0,0 1,0-1,0 1,0-1,-1 1,1-1,0 0,0 1,-1-1,1 1,0-1,0 1,-1-1,1 1,-1 0,1-1,0 1,-1-1,1 1,-1 0,1-1,-1 1,1 0,-1 0,1-1,-1 1,0 0,1 0,-1 0,1 0,-1-1,1 1,-1 0,0 0,1 0,-1 0,1 1,-1-1,1 0,-1 0,0 0,1 0,-1 1,1-1,-1 0,1 0,-1 1,1-1,-1 0,1 1,-12 33,6 9,3 1,1-1,3 1,1 0,2-1,3 0,1 0,1 0,3-1,-4-13,1-1,1-1,1 0,2 0,8 12,-17-32,0 0,1 0,-1-1,1 0,1 0,-1 0,1-1,0 1,0-2,1 1,-1 0,1-1,0-1,0 1,1-1,-1 0,1-1,-1 1,1-2,0 1,0-1,4 0,-4-1,-1-1,0 0,0 0,0 0,0-1,0 0,0-1,-1 1,1-1,-1-1,1 1,-1-1,0 0,-1-1,1 1,-1-1,0 0,0 0,0-1,-1 0,1-1,3-4,-1 0,-1 0,0-1,0 0,-1-1,-1 1,0-1,0 0,-2 0,1 0,-2-2,-5-18,4 33,0 0,-1-1,1 1,0-1,-1 1,1 0,0-1,-1 1,1 0,0-1,-1 1,1 0,-1 0,1-1,0 1,-1 0,1 0,-1 0,1 0,-1-1,1 1,-1 0,1 0,-1 0,1 0,-1 0,1 0,-1 0,1 0,-1 1,1-1,-1 0,1 0,0 0,-1 0,1 1,-1-1,1 0,-1 0,1 1,0-1,-1 0,1 1,0-1,-1 0,1 1,0-1,-1 1,1-1,0 0,0 1,0-1,-1 1,1-1,0 1,0-1,0 1,0-1,0 1,0-1,-4 5,1 1,0-1,0 1,1-1,0 1,0 0,0 0,0 0,1 0,0 0,0 0,1 0,0 1,0-1,0 0,1 0,0 0,0 0,1 0,-1 0,1 0,1 0,-1 0,1-1,0 1,0-1,0 0,1 0,0 0,0 0,0-1,1 1,-1-1,5 3,-2-3,1 1,-1-1,1-1,0 1,-1-1,2-1,-1 1,0-2,0 1,1-1,-1 0,1 0,-1-1,1-1,-1 1,0-1,1-1,-1 1,0-2,0 1,0-1,0 0,0 0,0-1,-1 0,0-1,0 0,0 0,-1 0,1-1,-1 0,0 0,-1 0,0-1,0 0,0 0,-1 0,0-1,0 1,-1-1,0 0,0 0,-1 0,0-1,0 1,-1-2,-5-13,4 23,0 0,0 1,0-1,0 0,0 1,0-1,0 0,0 0,0 1,0-1,0 0,0 0,0 1,0-1,0 0,-1 0,1 1,0-1,0 0,0 0,0 1,-1-1,1 0,0 0,0 0,0 0,-1 1,1-1,0 0,0 0,-1 0,1 0,0 0,0 0,-1 0,1 1,0-1,0 0,-1 0,1 0,0 0,-1 0,1 0,0 0,0-1,-1 1,1 0,0 0,0 0,-1 0,1 0,0 0,0 0,-1 0,1-1,0 1,0 0,-1 0,1 0,0-1,0 1,0 0,0 0,-1 0,1-1,-2 8,0 0,1-1,-1 1,1 0,0 0,1 0,0 0,0 0,1 0,0 0,0 0,0 0,1 0,0 0,0-1,1 1,0-1,0 0,0 1,1-2,0 1,0 0,1-1,-1 1,1-1,0-1,1 1,-1-1,1 0,0 0,0 0,0-1,0 0,1 0,-1 0,1-1,0 0,-1-1,1 1,1-1,3 0,0 0,0 0,0-1,0 0,0-1,0 0,0-1,-1-1,1 1,0-1,-1-1,0 0,0-1,0 0,0 0,-1-1,0 0,0-1,-1 0,0 0,5-6,-1 1,-1 0,0-1,-1 0,-1-1,0 0,-1-1,0 0,-2 0,1 0,-2-1,0 0,-1 0,2-17,-19 101,-1 82,6 1,9 65,-1-117,-1 81,-1-176,-1-12,0-16,-9-144,10-167,3 322,-1-17,1 0,2 0,1 0,1 1,1-1,10-25,-15 53,0 0,0 0,0 0,0 0,0 0,0 0,1 0,-1 0,1 1,-1-1,1 0,0 1,-1-1,1 1,0 0,0 0,0 0,0 0,0 0,0 0,1 0,-1 0,0 1,0-1,0 1,1 0,-1 0,0 0,1 0,-1 0,0 0,0 0,1 1,-1-1,0 1,0 0,0 0,0 0,0 0,1 0,7 4,-1 1,1 0,-1 0,0 1,-1 0,0 1,0-1,0 2,-1-1,-1 1,1 0,-1 1,-1-1,0 1,0 0,-1 0,0 1,-1-1,0 1,1 10,-3-18,-1 0,0-1,0 1,0 0,0-1,-1 1,1-1,-1 1,1 0,-1-1,0 1,0-1,0 0,0 1,-1-1,1 0,-1 0,1 1,-1-1,0 0,0-1,0 1,0 0,0 0,0-1,0 0,0 1,-1-1,1 0,-1 0,1 0,-1 0,1 0,-1-1,1 1,-3-1,4 0,0 0,0 0,0-1,0 1,0 0,0 0,0-1,0 1,0-1,0 1,0-1,0 0,0 1,0-1,0 0,1 1,-1-1,0 0,0 0,1 0,-1 0,1 0,-1 0,1 0,-1 0,1 0,-1 0,1 0,0 0,0 0,-1 0,1 0,0 0,0 0,0 0,0-1,1 1,-1 0,0 0,12-44,-8 39,0-1,0 1,1 0,0 0,0 1,1 0,-1-1,1 2,0-1,1 1,-1 0,4-2,-8 5,1-1,0 1,-1 0,1 0,0 0,0 0,0 1,-1-1,1 1,0 0,0 0,0-1,0 2,0-1,0 0,0 1,-1-1,1 1,0 0,0 0,0 0,-1 0,1 1,-1-1,1 1,-1-1,0 1,1 0,-1 0,0 0,0 0,0 0,0 2,24 41,-24-41,0 1,0 0,0 0,0-1,1 0,0 1,0-1,0 0,0 0,1-1,-1 1,1-1,0 1,0-1,1-1,-1 1,0 0,1-1,0 0,-1 0,1 0,4 0,-3-2,0 0,0 0,0-1,0 0,-1 0,1 0,0-1,-1 0,1 0,-1 0,0-1,1 0,-1 0,-1 0,1-1,0 1,-1-1,0 0,1-1,-2 1,1-1,0 1,-1-1,0 0,0 0,-1-1,1 1,-1-1,0 1,-1-1,1 0,-1 1,0-1,-1 0,1 0,-1 0,0 0,-1 1,1-1,-1 0,0 0,-1-3,-1 4,1 0,-1 1,1-1,-1 0,-1 1,1 0,-1-1,1 1,-1 1,0-1,-1 1,1-1,-1 1,1 0,-1 1,0-1,0 1,0 0,0 0,0 1,-1-1,1 1,0 0,-1 1,1-1,-1 1,1 0,-1 1,1-1,0 1,-1 0,1 0,0 1,-1-1,1 1,0 1,0-1,1 1,-1-1,0 1,1 1,0-1,-1 0,1 1,1 0,-1 0,1 0,-1 1,1-1,0 1,1 0,-1 0,1 0,0 0,0 0,1 0,-1 0,1 1,0 0,2 0,0 0,0 1,0-1,1-1,-1 1,2 0,-1 0,1-1,-1 1,2-1,-1 0,0 0,1 0,0 0,0 0,1-1,-1 0,1 0,0 0,0-1,0 1,0-1,1 0,0-1,29 15</inkml:trace>
  <inkml:trace contextRef="#ctx0" brushRef="#br0" timeOffset="-5031.042">25496 7407,'-10'9,"0"0,1 0,0 1,1 0,0 1,1-1,0 2,1-1,0 1,0 0,2 0,-1 0,2 1,-1-1,2 1,0 0,0 0,1 0,1 0,0 0,1 0,0 0,1 0,0 0,1 0,5 11,4 10,3 0,0-1,2-1,1-1,2 0,1-2,2 0,5 4,-19-23,-1-1,2 0,-1 0,1-1,0-1,1 0,0 0,0-1,0 0,1-1,0 0,0-1,0 0,1-1,-1-1,1 0,0 0,12-1,12-2</inkml:trace>
  <inkml:trace contextRef="#ctx0" brushRef="#br0" timeOffset="-4414.207">26726 7247,'12'85,"-4"1,-3 1,-5 25,5 81,-5-178,0 1,1-1,1 1,1-1,0 0,1 0,1 0,0 0,1-1,0 0,5 7,-9-19,0 1,0-1,0 1,0-1,1 0,-1 0,1 0,-1 0,1-1,0 1,0-1,0 1,0-1,0 0,0 0,0 0,0-1,0 1,1-1,-1 0,0 0,0 0,1 0,-1 0,0-1,0 1,0-1,0 0,0 0,1 0,6-3,-1-1,0 1,0-2,0 1,0-1,-1 0,0-1,6-6,1-2,-1-1,-1 0,0-1,-1 0,-1-1,-1 0,0-1,-1 0,2-10,-10 28,0 1,-1-1,1 0,0 0,-1 1,1-1,-1 0,1 0,-1 0,1 1,-1-1,0 0,0 0,1 0,-1 0,0 0,0 0,0 0,0 0,0 0,0 0,0 1,0-1,0 0,0 0,-1 0,1 0,0 0,-1 0,1 0,0 1,-1-1,1 0,-1 0,0 0,1 1,-1-1,0 0,1 1,-1-1,0 1,1-1,-1 1,0-1,0 1,0-1,0 1,0 0,1-1,-1 1,0 0,0 0,0 0,0 0,0 0,0 0,0 0,0 0,0 0,0 0,0 0,0 0,1 1,-1-1,0 0,0 1,-4 3,0 0,0 0,1 0,0 0,0 1,0 0,0 0,1 0,0 0,0 0,0 1,1 0,0-1,0 1,0 0,1 0,-1 0,1 0,1 0,-1 0,1 0,1 0,-1 1,1-1,0 0,0 0,0 0,1-1,0 1,1 1,2 2,1-1,0 1,1-1,0-1,0 1,1-1,0 0,0-1,0 0,1 0,0-1,0 0,0 0,1-1,0-1,0 1,0-1,0-1,0 0,0-1,1 0,-1 0,6-1,16-3</inkml:trace>
  <inkml:trace contextRef="#ctx0" brushRef="#br0" timeOffset="-4167.87">26752 7541,'14'-5,"20"-1,22 1,23 2,18 5,6 7,0 8,-19 1</inkml:trace>
  <inkml:trace contextRef="#ctx0" brushRef="#br0" timeOffset="-3762.369">27434 8049,'18'-24,"-1"-1,-1-1,-1-1,-2 0,0 0,-2-1,-1-1,-2 0,1-4,-9 30,1 0,-1 0,0-1,1 1,-1 0,-1 0,1 0,0-1,-1 1,0 0,1 0,-1 0,-1 0,1 0,0 0,-1 0,1 1,-1-1,0 0,0 1,0-1,0 1,0 0,-1 0,1-1,-1 2,0-1,1 0,-1 0,0 1,0 0,0-1,0 1,0 0,0 1,0-1,0 0,0 1,-1 0,-34 0,38 0,0 0,0 1,0-1,1 0,-1 0,0 0,0 0,0 0,0 1,1-1,-1 0,0 0,0 0,0 1,0-1,0 0,0 0,0 0,0 1,0-1,1 0,-1 0,0 0,0 1,0-1,0 0,0 0,0 1,-1-1,1 0,0 0,0 0,0 1,0-1,0 0,0 0,0 0,0 1,0-1,-1 0,1 0,0 0,0 0,0 1,0-1,0 0,-1 0,1 0,0 0,0 0,0 0,-1 1,1-1,0 0,0 0,0 0,-1 0,1 0,0 0,0 0,-1 0,1 0,0 0,20 8,100 12,-92-17,-1 1,1 1,-1 2,0 0,1 3,-26-9,1 0,0 0,-1 0,0 1,1-1,-1 1,0-1,0 1,1 0,-2 0,1 0,0 0,0 0,0 1,-1-1,0 0,1 1,-1-1,0 1,0 0,0-1,0 1,-1 0,1-1,-1 1,0 0,0 0,0 0,0-1,0 1,0 0,-1 0,1-1,-2 3,-3 24,-4 59,9-85,1 1,-1-1,1 0,0 0,0 1,0-1,0 0,1 0,-1 0,1 0,0 0,0-1,0 1,0-1,0 1,0-1,1 1,-1-1,1 0,0 0,0-1,-1 1,1 0,3 0,4 2,0-1,0-1,0 1,0-1,0-1,0 0,1-1,8 0,13-2</inkml:trace>
  <inkml:trace contextRef="#ctx0" brushRef="#br0" timeOffset="-3035.271">28089 7755,'-3'7,"0"0,1 1,0-1,0 1,1-1,0 1,0 0,1-1,0 1,0 0,1-1,0 1,0 0,1-1,0 1,0-1,1 0,0 0,0 0,1 0,-1 0,2-1,-1 1,1-1,3 4,-2-3,1 0,-1-1,1 0,0 0,1 0,0-1,0 0,0 0,0-1,1 0,-1 0,1-1,0-1,0 1,0-1,0-1,1 0,-1 0,0-1,1 0,-1 0,2-1,-6-1,0 0,-1-1,1 1,-1-1,0 0,0 0,0 0,0 0,0-1,-1 1,1-1,-1 0,0 0,-1-1,1 1,0 0,-1-1,0 0,0 1,-1-1,1 0,-1-3,11-112,-17 90,5 29,0 1,0 0,0-1,0 1,0-1,0 1,0-1,0 1,0-1,0 1,-1-1,1 1,0 0,0-1,0 1,-1-1,1 1,0 0,0-1,-1 1,1 0,0-1,-1 1,1 0,0 0,-1-1,1 1,-1 0,1 0,-1-1,1 1,0 0,-1 0,1 0,-1 0,1 0,-1 0,1 0,-1 0,1 0,0 0,-1 0,1 0,-1 0,1 0,-1 0,1 0,-1 1,1-1,0 0,-1 0,1 0,-1 1,1-1,0 0,-1 1,1-1,-3 6,0-1,0 1,1 0,0 0,0 0,0 0,1 0,0 1,0-1,1 0,0 1,0-1,0 1,0-6,0 4,-1 1,1-1,1 0,-1 0,1 1,0-1,0 0,0 0,1 0,-1 0,1 0,1 0,-1-1,1 1,-1-1,1 0,1 1,-1-1,1 0,-1-1,1 1,0-1,0 1,1-1,-1-1,1 1,-1-1,1 1,0-1,0 0,0-1,1 1,1-1,1 0,-1-1,1 1,-1-2,1 1,0-1,-1 0,1 0,-1-1,0 0,1-1,-1 1,0-1,0-1,-1 1,1-1,-1 0,0-1,0 0,0 0,0 0,-1 0,0-1,0 0,-1 0,1 0,-1-1,-1 0,1 1,-1-1,0 0,-1-1,0 1,0 0,0-1,-1 1,0-1,-1 0,0-2,1 9,-1 1,1-1,-1 1,0-1,1 1,-1-1,0 0,1 1,-1-1,0 0,0 1,0-1,1 0,-1 1,0-1,0 0,0 1,0-1,0 0,0 1,-1-1,1 0,0 1,0-1,0 1,-1-1,1 0,0 1,-1-1,1 1,0-1,-1 0,1 1,-1-1,1 1,-1-1,1 1,-1 0,1-1,-1 1,1 0,-1-1,0 1,1 0,-1-1,0 1,1 0,-1 0,1 0,-1 0,0 0,0 0,1 0,-1 0,0 0,1 0,-1 0,0 0,1 0,-1 1,1-1,-1 0,0 0,1 1,-1-1,1 0,-1 1,0-1,1 1,-1-1,-2 5,1 0,0-1,0 1,0 0,0 0,1 0,0 0,0 0,0 0,1 0,-1 1,1-1,1 0,-1 0,1 0,-1 0,2 0,-1 0,0 0,1 0,0 0,0 0,1-1,-1 1,1-1,0 1,1 0,1 2,0 0,1 0,0 0,0-1,1 0,-1 0,1-1,1 0,-1 0,1 0,0-1,0-1,0 1,0-1,7 1,-11-3,0-1,1 0,-1 0,0 0,0 0,0-1,0 0,1 0,-1 0,0 0,-1-1,1 1,0-1,0 0,-1 0,1-1,-1 1,1-1,-1 1,0-1,0 0,0 0,-1-1,1 1,-1-1,0 1,0-1,0 1,0-1,-1 0,1 0,-1 0,-12 79,12-74,-1 1,1-1,-1 0,1 0,-1 1,1-1,0 0,0 0,0 0,-1 0,1 0,0 0,0 0,0 0,0-1,0 1,1 0,-1 0,0-1,0 1,0-1,1 1,-1-1,0 0,1 1,-1-1,1 0,10 2</inkml:trace>
  <inkml:trace contextRef="#ctx0" brushRef="#br0" timeOffset="-2786.929">28784 7394,'9'14,"8"6,1 0</inkml:trace>
  <inkml:trace contextRef="#ctx0" brushRef="#br0" timeOffset="-2459.797">29011 7822,'44'193,"-44"-191,0-1,1 1,-1-1,0 1,1-1,-1 1,1-1,0 1,-1-1,1 0,0 1,0-1,0 0,0 0,0 1,0-1,0 0,0 0,0 0,0 0,1-1,-1 1,0 0,1 0,-1-1,1 1,-1-1,1 1,-1-1,1 0,-1 0,1 1,-1-1,1 0,-1 0,1 0,0-1,-1 1,1 0,-1-1,1 1,-1-1,0 1,1-1,-1 0,1 1,-1-1,0 0,1 0,13-9,-1 0,-1 0,1-2,-1 1,-1-2,-1 0,1 0,-2-1,0 0,-1-1,0 0,2-7,-10 20,0 0,1 0,-1 0,0 0,0-1,0 1,0 0,-1-1,1 1,0 0,-1-1,0 1,0-1,1 1,-1-1,-1 1,1-1,0 1,-1-1,0-1,0 4,-1 1,1-1,0 1,0-1,-1 1,1 0,0-1,0 1,0 0,0 0,0 0,0 0,0 0,0 0,0 0,0 0,1 0,-1 0,0 1,1-1,-1 0,1 1,-1-1,1 0,0 1,0-1,-1 1,-1 3,0 1,0-1,0 1,1 0,-1 0,1 0,1 0,-1 0,1 0,0 0,0 0,1 0,0 0,0 0,0-1,1 1,0 0,0-1,0 1,1-1,0 1,0-1,0 0,1 0,-1-1,1 1,0-1,1 1,-1-1,1-1,1 1,6 2,0 0,1-1,0-1,0 0,0-1,0 0,1-1,-1-1,1 0,5-1,18 2</inkml:trace>
  <inkml:trace contextRef="#ctx0" brushRef="#br0" timeOffset="-1634.786">29653 7942,'-1'-7,"0"0,-1 1,0-1,0 1,0-1,-1 1,0 0,0 0,0 0,-1 0,0 1,0 0,-1-1,1 1,-1 1,0-1,-1 1,1 0,-1 0,1 0,-1 1,0 0,-1 0,1 0,0 1,-1 0,1 1,-1-1,0 1,0 0,1 1,-3-1,7 1,0 0,-1 0,1 0,0 0,-1 0,1 1,0-1,0 1,-1-1,1 1,0 0,0 0,0 0,0 0,0 0,0 0,0 1,0-1,1 1,-1-1,0 1,1 0,-1 0,1-1,0 1,0 0,0 0,-1 0,2 0,-1 1,0-1,0 0,1 0,-1 0,1 1,0-1,0 0,-1 1,2-1,-1 0,0 1,0-1,1 0,0 2,1 2,1 0,0 1,0-2,1 1,0 0,0-1,0 1,1-1,0 0,0 0,0-1,0 0,1 0,-1 0,1 0,0-1,0 0,1 0,-1-1,1 0,-1 0,1 0,0-1,-1 0,1 0,0-1,0 0,0 0,4-1,42-16,-52 17,0 1,0-1,0 1,0-1,0 1,-1 0,1-1,0 1,0 0,-1 0,1 0,0 0,-1 0,1-1,-1 1,1 0,-1 0,1 0,-1 0,0 0,0 0,1 1,-1-1,0 0,0 0,0 0,0 0,0 0,0 0,0 0,-1 0,1 0,0 0,-1 0,1 1,0 9,1-8,-1-1,1 1,0-1,0 1,0-1,1 0,-1 0,1 1,-1-1,1 0,0 0,-1 0,1-1,0 1,0 0,1-1,-1 1,0-1,0 0,1 0,-1 0,1 0,-1 0,1 0,-1-1,1 1,-1-1,1 1,0-1,-1 0,1 0,-1-1,1 1,0 0,-1-1,1 0,-1 1,1-1,-1 0,1 0,-1 0,0-1,0 1,1-1,-1 1,0-1,0 0,0 1,-1-1,1 0,0 0,-1 0,1-2,6-9,-1-1,-1-1,0 1,-1-1,-1 0,0-1,-1 1,0-1,-2 1,1-1,-2 0,0 1,-3-13,3 8,2-62,-2 81,0 0,1 0,-1 0,0 0,1 0,-1 0,1 0,-1 1,1-1,-1 0,1 0,0 0,-1 1,1-1,0 0,0 1,0-1,-1 1,1-1,0 1,0-1,0 1,0 0,0-1,0 1,0 0,0 0,0 0,0-1,0 1,0 0,0 0,0 1,0-1,-1 0,1 0,0 0,0 1,0-1,0 0,0 1,0-1,0 1,0-1,-1 1,1-1,0 1,0 0,42 28,-39-26,0 1,0-1,0 1,-1 0,0 0,0 0,0 0,0 1,-1-1,0 1,1 0,-2-1,1 1,0 0,-1 0,0 0,0 0,-1 0,0 1,1-1,-2 0,1 0,0 0,-2 4,-19 104,21-111,0 0,0 0,1 0,-1 0,1 0,-1 0,1 0,0 0,-1 0,1 0,0 0,0 0,1 0,-1 0,0-1,1 1,-1 0,1-1,-1 0,1 1,0-1,-1 0,1 0,0 1,0-1,0-1,0 1,0 0,0 0,0-1,0 1,2-1,70 0,-63-3,0-1,0 0,-1-1,0 0,1-1,-2 0,1 0,-1-1,0 0,0-1,-1 0,0 0,0-1,-1 0,0 0,-1-1,0 0,0 0,-1 0,-1-1,0 0,0 1,-1-2,0 1,0-5,-3 15,0-1,-1 1,1 0,0-1,-1 1,1-1,-1 1,1 0,-1-1,0 1,0 0,0 0,1-1,-1 1,0 0,0 0,0 0,-1 0,1 0,0 0,0 0,0 1,-1-1,1 0,-1 1,1-1,0 1,-1-1,1 1,-1 0,1 0,-1-1,1 1,-1 0,1 0,-1 1,1-1,0 0,-1 0,1 1,-1-1,1 1,-1-1,1 1,0-1,0 1,-1 0,1 0,0 0,0 0,0 0,0 0,0 0,0 0,0 0,0 0,0 1,0-1,-3 2,1-1,-1 0,1 1,0-1,0 1,0 0,0 0,1 0,-1 1,1-1,-1 1,1-1,1 1,-1 0,0-1,1 1,0 0,-1 0,2 0,-1 0,0 0,1 1,0-1,0 0,0 0,0 0,1 0,0 0,0 0,0 0,0 0,0 0,1 0,0 0,0-1,0 1,0 0,3 2,4 2,0-1,1-1,0 1,0-2,1 1,0-1,-1-1,2 0,4 1,23 7</inkml:trace>
  <inkml:trace contextRef="#ctx0" brushRef="#br0" timeOffset="-1248.147">30522 7955,'2'-10,"0"0,-1 0,0-1,-1 1,0 0,-1 0,0 0,-1-1,1 1,-2 0,0 1,0-1,-1 0,0 1,0 0,-2-1,6 8,-1 1,0 0,0 0,0 0,0-1,0 1,0 0,0 1,0-1,0 0,0 0,0 0,-1 1,1-1,0 0,-1 1,1-1,0 1,-1 0,1-1,-1 1,1 0,0 0,-1 0,1 0,-1 0,1 0,-1 0,1 1,0-1,-1 0,1 1,0-1,-1 1,1 0,0-1,-2 2,-27 44,25-31,1 0,1 1,1-1,0 1,1-1,0 12,1-22,0 1,1 0,0 0,-1 0,2 0,-1 0,1-1,0 1,0 0,0-1,1 0,0 1,0-1,0 0,1-1,0 1,0-1,4 5,-5-7,0 0,0 0,0-1,1 1,-1-1,0 0,1 1,-1-2,1 1,-1 0,1-1,0 1,-1-1,1 0,-1 0,1-1,0 1,-1-1,1 1,-1-1,1 0,-1-1,0 1,1 0,-1-1,0 0,0 0,0 0,0 0,0 0,-1-1,1 1,-1-1,1 0,-1 0,0 0,0 0,0 0,-1 0,2-3,3-6,-1-1,-1 1,0-1,-1 0,0-1,-1 1,-1 0,0-1,0-7,-5 14,1 22,1-4,1 1,1-1,0 1,1-1,0 0,1 1,0-1,1 0,0 0,1 0,0-1,1 1,0-1,0 0,1 0,0 0,1-1,0 0,3 2,64 52,-40-40</inkml:trace>
  <inkml:trace contextRef="#ctx0" brushRef="#br0" timeOffset="3173.849">16819 9185,'14'29,"-1"0,-1 1,-2 0,-1 1,-2 0,-1 1,-1-1,0 18,4 34,-3 0,-4 1,-3-1,-5 1,-2-1,-17 65,17-122,2-23,3-18,-4-280,-1 181,2 47,3 0,6-65,-3 126,0-1,1 0,-1 0,1 1,0-1,1 1,0-1,0 1,0 0,1 0,0 0,0 0,1 0,-1 0,1 1,0 0,1 0,-1 0,1 0,0 1,0-1,1 1,-1 1,1-1,1 0,3 2,1 1,-1 0,0 0,1 1,-1 0,0 1,1 0,-1 0,0 1,0 1,0 0,0 0,0 1,-1 0,1 1,-1 0,0 0,-1 1,1 0,-1 1,-1 0,1 0,0 1,-6-6,1 1,-1-1,0 0,0 1,0-1,0 1,-1 0,1-1,-1 1,1 0,-1 0,0 0,0 0,0 0,-1 1,1-1,-1 0,0 0,0 0,0 0,0 1,0-1,-1 0,1 0,-1 0,0 0,0 0,0 0,0 0,-1 0,1 0,-1 0,1-1,-2 1,-3 2,-1 0,1-1,-1 1,0-2,0 1,-1-1,1 0,-1-1,0 1,1-2,-1 1,0-1,0 0,0-1,0 0,0 0,0 0,-4-2,10 2,1 0,-1 0,0 0,0 0,1-1,-1 1,0-1,1 1,-1-1,0 1,1-1,-1 0,1 0,-1 0,1 0,-1 0,1 0,0 0,0-1,-1 1,1 0,0-1,0 1,0-1,0 1,1-1,-1 1,0-1,1 0,-1 1,1-1,-1 0,1 1,0-1,0 0,0 0,0 1,0-1,0 0,0 0,0 1,1-1,-1 0,1 1,0-3,7-8,1 0,0 0,0 1,1 0,1 1,-1 0,2 1,-1 0,3 0,20-19,-6 6,-1-2,-1-1,-1-2,-1 0,-2-1,-1-1,-1-1,-1-1,-2-1,-1-1,-2 0,0-5,-1-5,-2 0,-1-1,-3-1,-2 1,-1-10,-13-5,9 58,-1 0,1-1,-1 1,1 0,-1 0,0 0,0 0,1-1,-1 1,0 0,0 0,0 1,0-1,0 0,-1 0,1 0,0 1,0-1,-1 0,1 1,0 0,0-1,-1 1,1 0,0-1,-1 1,1 0,-1 0,1 0,0 0,-1 0,1 0,0 1,-1-1,1 0,0 1,-1-1,1 1,-1 0,-7 4,1 0,0 1,0 0,1 1,-1-1,1 1,1 1,-1-1,1 1,1 0,0 0,0 1,0 0,1 1,-17 33,2 0,2 2,2 0,1 1,3 0,2 1,2 0,0 36,5-64,0-1,2 1,0 0,1 0,1-1,1 1,1-1,0 1,1-1,1-1,1 1,0-1,1 0,1-1,1 0,0 0,1-1,1 0,0-1,1 0,4 2,-5-7,0-1,1 0,0 0,0-1,1-1,0 0,0-1,0 0,0-1,1-1,0-1,0 0,0 0,0-2,0 0,0 0,0-2,0 0,-1 0,1-1,0-1,-1-1,0 0,0-1,0 0,-1-1,0-1,4-3,-11 6,0-1,-1 1,0-1,0-1,0 1,-1-1,0 1,-1-1,1 0,-1-1,0 1,-1 0,0-1,0 0,-1 1,0-1,0 0,0 0,-1 0,-1 0,1 1,-1-1,-1 0,1 0,-1 1,-1-1,1 1,-1 0,0 0,-1 0,0 0,0 0,-3-3,6 9,0-1,0 0,0 1,-1 0,1-1,0 1,-1 0,1 0,-1 0,0 0,1 0,-1 0,0 0,1 0,-1 1,0-1,0 1,0-1,1 1,-1 0,0 0,0 0,0 0,0 0,0 0,1 0,-1 1,0-1,0 0,0 1,0 0,1-1,-1 1,0 0,1 0,-1 0,1 0,-1 0,1 0,-1 1,1-1,0 0,-1 2,-2 6,1 1,1-1,0 1,0-1,1 1,0 0,0-1,1 1,1 0,0-1,0 1,0 0,2-1,-1 1,1-1,0 0,1 0,0 0,1 0,-1-1,2 0,-1 0,4 4,-3-3,0-1,0 1,1-1,0-1,0 1,0-1,1 0,0-1,1 0,0 0,0-1,0 0,0-1,1 1,-1-2,1 0,9 2,-15-5,0 0,1 0,-1 0,0-1,0 0,0 0,0 0,0 0,0-1,0 1,-1-1,1 0,0 0,-1-1,1 1,-1-1,0 0,0 1,0-1,0-1,-1 1,1 0,-1-1,0 1,0-1,4-5,-1-1,-1 1,0-1,0 0,-1-1,0 1,-1 0,0-1,0-2,-2 5,1 0,-1-1,0 1,-1 0,0 0,0 0,-1 0,0 0,0 0,-1 0,0 1,0-1,-1 1,0 0,0 0,-1 0,0 0,0 1,0 0,-1 0,0 0,0 1,-1 0,1 0,-1 1,0 0,-1 0,-2-1,-6 2,18 6,17 2,0-1,1 0,-1-2,1 0,19-2,-12 1,37 0,106 12,-165-13,0 1,-1-1,1 1,-1 1,1-1,-1 0,0 1,0 0,1 0,-1 1,0-1,-1 1,1 0,0 0,-1 0,0 0,1 0,-1 1,-1 0,1-1,0 1,-1 0,0 1,0-1,0 0,0 0,-1 1,4 164,-4-165,0-1,1 0,-1-1,1 1,0 0,0 0,0-1,0 1,1-1,-1 0,0 1,1-1,0 0,-1-1,1 1,0 0,0-1,0 0,0 1,0-1,1 0,-1-1,0 1,0 0,4-1,84-3,-75-2,0 0,-1-1,1-1,-1 0,0-1,-1-1,0 0,0-1,-1 0,0-1,-1-1,0 0,-1 0,0-1,-1-1,0-1,8 3,-13 38,-4-13,0 0,1 0,0 0,1 0,1-1,0 1,4 6,-7-15,1-1,0 1,0-1,0 1,0-1,1 0,-1 0,1 0,0 0,0-1,0 1,0-1,0 1,1-1,-1 0,1 0,-1-1,1 1,0-1,-1 1,1-1,0-1,0 1,0 0,0-1,0 0,0 0,20-4,-3-4</inkml:trace>
  <inkml:trace contextRef="#ctx0" brushRef="#br0" timeOffset="3467.612">18691 9051,'4'12,"12"5,2 1</inkml:trace>
  <inkml:trace contextRef="#ctx0" brushRef="#br0" timeOffset="3722.564">19105 9373,'2'13,"1"12,3 6,-1 0,2-1,2-3,1-4,2-6,-2-6</inkml:trace>
  <inkml:trace contextRef="#ctx0" brushRef="#br0" timeOffset="3723.564">19172 8998,'-12'-9,"-3"-3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59.0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1 910,'20'5,"14"3,13 8,6 9,5 15,-2 19,-3 14,-9 17,-11 12,-16 8,-18 3,-15 0,-15-5,-8-9,-4-18,4-22</inkml:trace>
  <inkml:trace contextRef="#ctx0" brushRef="#br0" timeOffset="378.984">455 1485,'1000'-116,"-805"97,1688-125,-1731 136,1 7,-1 6,132 23,-260-24,0 1,0 1,-1 1,0 1,16 8,-9 6,-18-4</inkml:trace>
  <inkml:trace contextRef="#ctx0" brushRef="#br0" timeOffset="1161.303">1044 2007,'45'81,"-15"-22,2-1,2-1,3-2,3-2,2-2,1-1,29 22,3-24,-74-47,1-1,-1 1,1-1,-1 1,1-1,-1 0,1 0,0 1,-1-1,1 0,-1-1,1 1,-1 0,1 0,-1-1,1 1,-1-1,1 1,-1-1,1 1,-1-1,1 0,-1 0,0 0,0 0,0 0,1 0,-1 0,0 0,0 0,0-1,0 1,-1 0,1-1,0 1,-1-1,1 1,0-1,-1 0,12-65,-12 67,0-241,-3 161,3 1,9-68,-7 134,0 0,0 1,1-1,1 1,0 0,1 0,5-10,-9 20,0 0,0 1,0-1,0 1,1 0,-1-1,1 1,-1 0,1 0,-1 0,1 0,0 0,0 0,-1 0,1 0,0 1,0-1,0 1,0 0,0-1,0 1,0 0,-1 0,1 0,0 0,0 0,0 1,0-1,0 1,0-1,0 1,-1 0,1-1,0 1,0 0,-1 0,1 0,-1 1,1-1,-1 0,1 0,-1 1,0-1,1 1,-1-1,0 1,0 0,0-1,-1 1,27 30</inkml:trace>
  <inkml:trace contextRef="#ctx0" brushRef="#br0" timeOffset="1827.57">1993 2461,'1'-9,"0"0,-1 0,0 1,0-1,-1 0,0 1,0-1,-1 0,0 1,-1 0,0-1,0 1,-1 0,0 1,0-1,-1 1,0-1,0 1,0 1,-1-1,0 1,-1 0,1 0,-4-1,7 6,-1-1,-1 1,1 0,0 0,0 1,0-1,0 1,-1 0,1 0,0 0,0 1,0-1,-1 1,1 0,0 0,0 1,0-1,0 1,1 0,-1 0,0 0,1 0,-1 1,1-1,0 1,0 0,0 0,-1 1,-5 6,1-1,0 2,0-1,1 1,0 0,1 0,1 1,-4 9,7-17,-1 1,2-1,-1 0,0 1,1 0,0-1,0 1,0 0,1 0,-1 0,1 0,0-1,1 1,-1 0,1 0,0 0,0-1,0 1,1 0,0-1,0 1,0-1,0 0,1 0,-1 0,1 0,0 0,0 0,1-1,-1 1,1-1,0 0,0 0,0-1,0 1,0-1,0 0,4 2,2-3,-1 0,1 0,0-1,-1 0,1-1,-1 0,1 0,0-1,-1 0,0-1,0 0,0 0,0-1,0 0,0-1,-1 0,0 0,0-1,-1 0,1 0,-1-1,-1 0,1 0,-1-1,0 0,-1 0,0 0,0 0,-1-1,0 0,0 0,-1 0,0 0,-1-1,0-2,0 5,-2 1,1-1,-1 1,1-1,-2 1,1-1,-1 0,0 1,0 0,-1-1,-2-5,4 12,0-1,0 0,0 1,0-1,0 1,-1-1,1 1,0-1,0 1,-1-1,1 1,0-1,-1 1,1-1,0 1,-1-1,1 1,0 0,-1-1,1 1,-1 0,1-1,-1 1,1 0,-1-1,1 1,-1 0,1 0,-1 0,0 0,1 0,-1-1,1 1,-1 0,1 0,-1 0,0 0,1 1,-1-1,1 0,-1 0,1 0,-1 0,1 1,-1-1,1 0,-1 0,1 1,-1-1,1 0,-1 1,1-1,-1 0,1 1,-1 0,-14 30,12-24,1 1,0 0,0 0,1 0,0 1,0-1,1 0,0 0,0 0,1 1,0-1,0 0,1 0,0 0,1 0,0-1,0 1,1-1,-1 1,2-1,-1 0,1-1,0 1,0-1,1 0,0 0,0-1,0 1,1-1,0-1,0 1,2 0,2-1,1-1,-1-1,0 0,1-1,0 0,-1 0,1-1,-1-1,1 0,-1 0,1-1,-1-1,0 0,0-1,0 0,0 0,-1-1,1 0,-1-1,-1-1,1 1,-1-1,0-1,-1 0,1 0,-2-1,1 1,-1-2,0 1,-1-1,-1 0,1-1,6-20,-2 0,-1-1,-1 0,-2 0,-1-1,-2 0,-1 0,-2 0,-1 0,-3-18,2 12,-1 0,-3-1,-1 2,-4-11,-8 3,18 45,1 0,-1 0,1 0,-1 1,0-1,1 0,-1 0,0 0,0 0,0 1,1-1,-1 0,0 1,0-1,0 0,0 1,0-1,0 1,0 0,0-1,-1 1,1 0,0 0,0 0,0 0,0-1,0 2,0-1,-1 0,1 0,0 0,0 0,0 1,0-1,0 0,0 1,0-1,0 1,-1 0,-2 4,-1-1,0 1,1 1,0-1,0 1,1 0,0 0,0 0,0 0,1 0,-1 1,1 1,2-8,-15 46,3 1,2 1,1 0,3 0,2 0,2 10,1-25,1 0,1 0,3 0,0 0,7 22,-9-44,1 0,1 0,0-1,0 0,1 1,0-2,1 1,0 0,0-1,1-1,0 1,1-1,0 0,0 0,1-1,0 0,0-1,6 3,33 10,-3-9</inkml:trace>
  <inkml:trace contextRef="#ctx0" brushRef="#br0" timeOffset="2106.824">2727 2274,'-6'14,"1"1,0 1,1-1,0 1,1 0,1-1,1 1,0 0,1 0,2 11,-2-20,1-1,1 1,-1 0,1 0,0-1,1 1,0-1,0 0,0 0,1 0,-1 0,1 0,1-1,-1 0,1 0,0 0,0 0,1-1,-1 0,1 0,0 0,0-1,0 0,0 0,3 0,-2 0,-1-1,1-1,0 1,0-1,1-1,-1 1,0-1,0-1,0 1,0-1,0 0,0-1,0 1,0-1,-1-1,1 1,-1-1,1-1,-1 1,0-1,0 0,0 0,-1-1,0 1,1-1,-2 0,1-1,-1 1,1-1,-2 0,1 0,-1-1,2-2,3-11,-1 1,-1-2,-1 1,-1-1,0 0,-1-2,-1 2,2 0,0 0,1 0,1 1,7-14,-4 15</inkml:trace>
  <inkml:trace contextRef="#ctx0" brushRef="#br0" timeOffset="2458.883">3315 2488,'0'26,"-2"-21,1 0,0 0,0 0,1 1,-1-1,1 0,0 0,1 1,-1-1,1 0,0 0,0 0,1 0,0 0,0 0,0 0,0-1,0 1,1-1,0 1,0-1,0 0,1 0,-1 0,1-1,0 1,0-1,0 0,1 0,2 1,0-3,0 1,0-2,0 1,0-1,0 0,0 0,0-1,0 0,0 0,-1-1,1 0,0 0,0 0,-1-1,0 0,1 0,-1-1,0 0,-1 0,1 0,-1-1,0 1,0-2,0 1,0 0,-1-1,0 0,0 0,-1 0,0 0,0 0,0-1,-1 0,0 1,0-1,-1 0,1 0,-2 0,1 0,-1 0,0 0,0-4,-2 4,0 0,0 0,0-1,-1 2,0-1,-1 0,1 1,-1-1,0 1,-1 0,1 0,-1 1,-1-1,-5-4,9 8,-1 0,0-1,0 1,0 0,0 0,-1 1,1-1,0 1,-1 0,1-1,-1 2,1-1,-1 0,0 1,1-1,-1 1,0 0,1 0,-1 1,0-1,1 1,-1-1,1 1,-1 1,1-1,-1 0,1 1,0-1,0 1,0 0,-1 0,-2 4,0-1,0 1,1 0,-1 1,1-1,1 1,-1 0,1 0,0 1,1-1,0 1,0-1,-1 7,2-10,1 0,0 0,0 0,1 0,-1 1,1-1,0 0,0 0,0 1,0-1,1 0,0 0,0 1,0-1,0 0,1 0,-1 0,1 0,0-1,0 1,1 0,-1-1,1 0,0 1,0-1,2 2,23 11,1-6</inkml:trace>
  <inkml:trace contextRef="#ctx0" brushRef="#br0" timeOffset="2720.192">3650 2007,'-18'-5,"-11"1,-5 8,2 8,5 11,8 8,9 8,7-2</inkml:trace>
  <inkml:trace contextRef="#ctx0" brushRef="#br0" timeOffset="2991.458">3731 2568,'9'13,"10"8,6 2,8-4,5-3,8-11,4-9,6-12,2-10,-8 0</inkml:trace>
  <inkml:trace contextRef="#ctx0" brushRef="#br0" timeOffset="3269.713">4586 1,'-26'684,"4"-2,55 489,62-112,-59-747,-18-193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4:47.0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403 66,'-1'-4,"1"0,0 0,-1 0,0 0,1 1,-2-1,1 0,0 0,-1 1,1-1,-1 1,0-1,0 1,-1 0,1-1,-1 1,0 0,2 3,0 0,0-1,0 1,0 0,0 0,0 0,0 0,1 0,-1 0,0 1,0-1,0 0,0 0,0 1,0-1,0 0,0 1,1-1,-1 1,0-1,0 1,0-1,1 1,-1 0,0-1,1 1,-1 0,1 0,-1 0,1-1,-1 1,1 0,-1 0,1 0,0 0,-8 13,1 1,0 0,2 0,0 1,0-1,2 1,0 0,-1 10,1-8,-30 233,5 76,15-142,-74 661,-27 420,90-212,24-939</inkml:trace>
  <inkml:trace contextRef="#ctx0" brushRef="#br0" timeOffset="1073.1">255 1483,'-2'0,"1"0,8 0,17 0,19 0,26 0,26 0,21-2,17-1,10 0,4 0,2 2,-4-1,-6 2,-27 0</inkml:trace>
  <inkml:trace contextRef="#ctx0" brushRef="#br0" timeOffset="1464.558">1659 975,'-2'14,"-1"15,0 17,1 16,0 17,6 14,3 14,6 8,6 4,3 0,0-3,0-7,-5-10,-5-10,-5-21</inkml:trace>
  <inkml:trace contextRef="#ctx0" brushRef="#br0" timeOffset="1786.926">2034 1001,'-5'14,"-1"16,0 18,1 20,4 18,5 15,5 12,6 5,6 3,0-5,0-8,-2-10,-3-14,-6-21</inkml:trace>
  <inkml:trace contextRef="#ctx0" brushRef="#br0" timeOffset="2069.216">2208 1576,'22'7,"27"2,26 0,29-2,28-2,26-2,22-1,17-1,9-1,2-1,-6 1,-12-1,-38 1</inkml:trace>
  <inkml:trace contextRef="#ctx0" brushRef="#br0" timeOffset="3054.615">2702 2272,'-13'1,"0"0,0 1,1 1,-1 0,1 1,0 0,0 1,0 0,0 1,1 0,0 1,1 0,-1 1,1 0,0 2,3-4,2 0,-1 0,1 1,0 0,0 0,1 1,0-1,0 1,1 0,0 0,1 0,-1 0,1 0,1 1,0-1,0 1,0-1,1 1,1-1,-1 1,2-1,-1 1,1-1,0 0,2 6,7 15,0-1,2 0,1-1,1 0,2-2,11 15,18 22,-25-36,-1 0,-1 1,-2 1,-1 1,-1 0,-1 1,0 5,-12-29,1 0,-1 0,0 1,-1-1,0 1,0-1,0 1,0-1,-1 1,-1-1,1 1,-1-1,0 1,0-1,-1 1,0-1,0 0,0 1,-1-1,0-1,0 1,0 0,-1-1,0 1,0-1,-1 0,1-1,-1 1,0-1,0 0,0 0,-1 0,0-1,1 0,-1 0,0 0,3-2,1-1,0 1,0-1,0 1,-1-1,1 0,0 0,0 0,-1 0,1-1,0 1,0 0,0-1,-1 0,1 1,0-1,0 0,0 0,0 0,0 0,0-1,1 1,-1-1,0 1,1-1,-1 1,1-1,-1 0,1 0,0 1,0-1,0 0,0 0,0 0,0-1,0 1,1 0,-1-1,-4-88,16 42,1 1,3 1,2 1,2 0,18-31,3-10,-37 80,27-58,-3-1,-2-2,-4-1,11-61,-29 107,-6 16,-2 18,-8 31,2 0,2 1,2 0,1 13,-4 30,3 0,5 0,3 0,4 9,27 44,-30-133,1 0,-1 1,1-1,1 0,-1 0,1-1,0 1,1-1,-1 0,1 0,0 0,0-1,1 1,-1-1,1-1,0 1,0-1,0 0,3 1,43-5,-30-8</inkml:trace>
  <inkml:trace contextRef="#ctx0" brushRef="#br0" timeOffset="3242.147">2689 2686,'2'-2,"17"-1,25-5,29-2,24-3,15 1,4 6,-19 2</inkml:trace>
  <inkml:trace contextRef="#ctx0" brushRef="#br0" timeOffset="3610.187">3264 2993,'7'-6,"0"0,0 0,1 1,0 0,0 1,0-1,0 2,1-1,0 1,0 0,0 1,0 0,0 0,0 1,0 0,1 1,-7 0,10-2,1 0,-1 1,0 1,1 1,-1-1,0 2,0 0,12 4,-20-5,-1 0,0 1,0-1,0 1,-1 0,1 0,0 1,-1-1,1 1,-1 0,0 0,0 0,0 0,0 0,-1 1,1-1,-1 1,0 0,0 0,0 0,0 0,-1 0,0 0,0 0,0 0,0 1,-1-1,1 0,-1 2,-2 11,-1 0,-1 1,-1-1,0-1,-1 1,-1-1,0 0,-1-1,-1 1,-1-2,0 1,0-1,-2-1,1 0,-6 3,-76 84,92-100,0 1,0 0,-1 0,1-1,0 1,0 0,0 0,0 0,0 0,1 0,-1 0,0 1,0-1,1 0,-1 0,1 0,-1 1,1-1,-1 0,1 1,0-1,0 0,0 1,-1-1,1 0,1 1,-1-1,0 1,0-1,0 0,1 1,-1-1,1 0,-1 0,1 1,-1-1,1 0,0 0,-1 0,1 0,0 0,0 0,1 1,6 1,1 0,0 0,0-1,0-1,0 1,0-2,0 1,0-1,0 0,2-1,7 1,324-15,-296 13</inkml:trace>
  <inkml:trace contextRef="#ctx0" brushRef="#br0" timeOffset="4970.632">4052 1670,'73'1,"175"12,59-12,-165-2,68 3,-162 8,-48-10,1 0,0 1,0-1,0 0,-1 1,1-1,0 0,0 1,0-1,-1 1,1-1,0 1,-1-1,1 1,-1 0,1-1,-1 1,1 0,-1-1,1 1,-1 0,1 0,-1-1,0 1,0 0,1 0,-1 0,0-1,0 1,0 0,0 0,0 0,0 0,0 0,0-1,0 1,0 0,0 0,-1 0,1 0,0-1,-1 1,1 0,0 0,-1-1,1 1,-1 0,1-1,-1 1,-16 12,9-12</inkml:trace>
  <inkml:trace contextRef="#ctx0" brushRef="#br0" timeOffset="5278.848">5189 1055,'4'23,"9"23,6 24,5 26,1 23,-5 19,-5 13,-10 7,-10-2,-9-7,-4-12,-2-16,3-18,4-19,5-19,5-21,4-18</inkml:trace>
  <inkml:trace contextRef="#ctx0" brushRef="#br0" timeOffset="5601.986">5563 1188,'4'16,"7"22,3 23,4 26,1 22,-2 20,-5 13,-4 8,-1-2,-2-8,1-11,1-12,2-15,0-15,-3-22</inkml:trace>
  <inkml:trace contextRef="#ctx0" brushRef="#br0" timeOffset="5932.103">4707 2285,'14'-9,"20"-10,27-13,33-12,37-13,36-12,34-13,26-10,17-8,11-3,2 4,-8 13,-19 16,-29 21,-47 17</inkml:trace>
  <inkml:trace contextRef="#ctx0" brushRef="#br0" timeOffset="6796.288">5830 2085,'72'10,"0"-3,0-2,9-4,-36-1,1137-9,-577-3,111 9,-539 11,-140 0,-37-8,-1 0,1 0,0 0,-1 0,1 0,-1 0,1 0,0 0,-1 0,1 0,-1 0,1 1,0-1,-1 0,1 0,0 0,-1 1,1-1,0 0,-1 0,1 1,0-1,0 0,-1 0,1 1,0-1,0 0,0 1,-1-1,1 1,0-1,0 0,0 1,0-1,0 0,0 1,0-1,0 1,0-1,0 0,0 1,0-1,0 1,0-1,0 0,0 1,0-1,0 0,1 1,-1-1,0 1,0-1,0 0,1 0,-1 1,0-1,0 0,1 1,-1-1,0 0,1 0,-1 1,0-1,1 0,-1 0,0 0,1 0,-1 1,-20 7</inkml:trace>
  <inkml:trace contextRef="#ctx0" brushRef="#br0" timeOffset="7530.849">6191 2887,'11'98,"-5"1,-4 0,-4-1,-5 1,-11 47,16-127,-1-6,0 1,1 0,1 1,1-1,0 0,1 0,0 0,1 0,0 0,1 0,1-1,0 1,3 3,-4-13,0 0,-1 0,2-1,-1 0,0 1,1-1,0-1,-1 1,1 0,0-1,0 0,1 0,-1 0,0 0,1-1,-1 0,1 0,-1 0,1 0,0-1,-1 1,1-1,0-1,3 1,110-28,80-59,-174 74</inkml:trace>
  <inkml:trace contextRef="#ctx0" brushRef="#br0" timeOffset="7919.319">6739 3649,'119'-92,"-99"81,-2-2,0 0,0-1,-1-1,-1 0,0-1,-1-1,9-14,-22 29,0-1,0 1,-1-1,1 1,-1-1,1 0,-1 0,0 0,0 1,0-1,0 0,-1 0,1 0,-1 0,0-1,0 1,0 0,0 0,0 0,-1 0,1 0,-1 0,0 0,0 0,0 1,0-1,-1 0,1 0,-1 1,0-1,1 1,-1-1,0 1,0 0,-1 0,1 0,0 0,-1 0,0 0,-5-2,1 0,0 1,-1 1,0-1,0 1,0 0,1 1,-2 0,1 0,0 1,0 0,0 0,0 1,0 0,0 0,0 1,0 0,1 1,-1 0,1 0,-1 0,1 1,0 0,0 0,1 1,-1 0,1 0,0 1,0-1,1 1,0 0,0 1,0-1,1 1,0 0,-2 5,3-2,0 0,1 0,1 0,0 0,0 0,1 0,0 0,0 1,2-1,-1 0,1 0,0 0,1-1,0 1,1 0,0-1,0 0,1 0,1 0,-1-1,1 1,0-1,1-1,0 1,8 5,-6-4,1-1,0-1,1 1,0-2,0 1,0-2,1 1,0-2,0 1,0-2,0 0,1 0,0-1,-1 0,1-1,0-1,-1 0,1-1,0 0,7-2,16-7</inkml:trace>
  <inkml:trace contextRef="#ctx0" brushRef="#br0" timeOffset="8230.884">7314 3394,'-4'5,"1"-1,0 1,0 0,0 0,0 0,1 1,0-1,0 0,0 1,1-1,0 1,0 0,0-1,1 1,0 0,0 0,0-1,1 1,-1 0,2 1,-2 9,2 1,0 0,0-1,2 1,0-1,1 0,0 0,1-1,1 1,1-2,0 1,1-1,4 5,-11-16,-1-1,1 0,1 0,-1 0,0-1,0 1,1 0,-1-1,1 1,-1-1,1 0,0 0,0 0,-1 0,1-1,0 1,0-1,0 1,0-1,0 0,0 0,-1 0,1-1,0 1,0-1,0 0,0 1,-1-1,1 0,0-1,-1 1,1 0,-1-1,1 1,-1-1,0 0,8-6,-2 1,1-2,-1 1,0-1,-1-1,0 1,-1-1,3-4,129-298,-121 279</inkml:trace>
  <inkml:trace contextRef="#ctx0" brushRef="#br0" timeOffset="8825.954">7728 3729,'23'-9,"-1"-2,0 0,-1-1,0-1,-1-1,0-1,-1-1,-1-1,-1 0,0-1,-1-1,-1 0,-1-1,-1-1,0 0,4-13,-5-42,-11 74,-1 0,0 0,0 0,-1 0,1 0,0 0,-1 0,1 1,-1-1,0 0,1 0,-1 1,0-1,0 0,0 1,0-1,0 1,-1-1,1 1,0 0,-1-1,1 1,-1 0,1 0,-1 0,1 0,-1 0,0 0,0 1,1-1,-1 0,0 1,0 0,0-1,0 1,0 0,1 0,-2 0,-2 2,-1-1,1 1,0 1,1-1,-1 1,0 0,1 0,0 0,-1 1,1 0,1 0,-1 0,0 0,1 0,0 1,0-1,0 1,1 0,-1 0,1 0,1 0,-1 0,-1 5,0-2,-1 1,1 0,0 0,1 0,0 0,1 0,0 0,0 0,1 1,0-1,0 0,1 0,0 1,1-1,0 0,1 0,0 0,0-1,1 1,0-1,0 0,1 0,0 0,0 0,1-1,0 0,0 0,1-1,6 5,2-2,1 0,0-2,1 0,-1-1,1 0,1-2,-1 0,0-1,1 0,0-2,0 0,0-1,-1-1,1 0,0-1,-1-1,1-1,-1-1,4-2,-5 1,-1-1,0-1,0 0,-1-1,0 0,-1-2,0 1,0-2,-1 1,-1-2,0 1,0-2,-1 1,-1-2,-1 1,0-1,5-13,6-19,-3 0,-1-2,-3 1,-1-2,0-19,0-4,-3-1,-3 0,-3 0,-5-28,3 92,-1 1,0-1,-1 1,0-1,0 1,-1-1,0 1,-1 0,0 0,-4-6,7 13,0 1,0 0,0-1,0 1,0 0,0 0,0 0,0 0,0 0,-1 0,1 1,0-1,-1 0,1 1,-1-1,1 0,0 1,-1 0,1-1,-1 1,0 0,1 0,-1 0,1 0,-1 0,1 0,-1 0,1 1,-1-1,1 0,-1 1,1-1,-1 1,1 0,0-1,-1 1,0 1,-41 44,26-12,1 0,1 1,2 1,2 0,1 1,2 0,2 0,1 1,1 6,-2-1,1 1,2 0,2 0,2 1,2-1,2 0,2-1,2 0,1 0,6 11,-9-40,-1-1,2 1,0-2,0 1,1-1,1 0,0-1,0 0,1-1,1 0,-1-1,2 0,-1-1,1 0,0-1,1-1,0 0,0 0,0-2,1 1,-1-2,1 0,0-1,0 0,6-1,29-2</inkml:trace>
  <inkml:trace contextRef="#ctx0" brushRef="#br0" timeOffset="10249.788">8945 2165,'1171'-16,"-881"8,156 21,-354-9,-100-7,-6 1</inkml:trace>
  <inkml:trace contextRef="#ctx0" brushRef="#br0" timeOffset="11489.438">11351 1724,'-23'9,"-14"10,-12 10,-5 13,-1 11,2 14,10 11,11 8,13 8,20 3,20 0,23-4,25-8,20-10,18-12,12-14,-15-14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20.55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423 135,'-19'-6,"-1"1,0 1,0 1,0 1,0 1,0 0,0 1,0 2,0 0,-12 3,22-3,0 1,0 0,1 0,-1 1,1 0,0 1,0 0,1 0,0 1,-1 0,2 0,-1 1,1 0,0 0,0 1,1 0,0 0,1 1,0-1,0 1,-3 8,4-4,0 1,0-1,1 0,1 1,1 0,0-1,0 1,1 0,1 0,0 0,1-1,1 1,0-1,1 0,0 1,1-2,1 3,10 18,1 0,1-1,2-1,1-1,22 24,204 217,-244-267,44 67,-45-69,-1 0,0 0,0 0,0 0,-1 0,1 1,0-1,-1 0,0 0,1 1,-1-1,0 0,0 1,0-1,0 0,-1 0,1 1,-1-1,1 0,-1 0,0 0,0 1,0-1,0 0,0 0,0 0,0-1,-1 1,1 0,-1 0,0-1,-1 2,-4 0,0 0,0 0,-1 0,1-1,-1-1,0 1,0-1,1-1,-1 1,0-1,0-1,0 1,1-1,-1-1,0 1,1-1,-1-1,1 1,0-1,-1 0,1-1,2 2,0-1,-1 0,1 0,0 0,0 0,1-1,-1 1,1-1,0 0,0-1,0 1,0-1,1 0,0 0,0 0,0 0,1 0,-1-1,1 1,1-1,-1 0,1 1,0-1,0 0,1 0,-1 0,1 0,0 1,1-1,1-6,4-9,1 0,2 0,0 0,1 1,0 1,2 0,1 0,1 0,5-9,46-67,-3-3,-5-2,-4-3,-5-2,14-52,-40 57,-26 87,-9 26,0 15,0 0,2 1,2 0,0 1,2 0,1 0,2 1,0 4,-3 40,3 0,4 0,3 0,3 0,4-1,17 68,26 82,-44-201,-9-22,0-1,0 0,1 0,-1 1,0-1,0 0,0 0,0 1,1-1,-1 0,0 0,0 0,1 0,-1 1,0-1,0 0,1 0,-1 0,0 0,0 0,1 0,-1 0,0 1,0-1,1 0,-1 0,0 0,1 0,-1 0,0 0,0 0,1-1,-1 1,0 0,1 0,-1 0,0 0,0 0,1 0,-1 0,0-1,0 1,1 0,-1 0,0 0,0-1,0 1,1 0,-1 0,0 0,0-1,0 1,0 0,0-1,0 1,1 0,-1 0,0-1,0 1,0 0,0 0,0-1,0 1,0 0,0-1,0 1,0 0,0 0,0-1,0 1,4-18</inkml:trace>
  <inkml:trace contextRef="#ctx0" brushRef="#br0" timeOffset="290.219">410 348,'-16'-11,"-8"-6,6 1,11 7,22 11,25 10,30 10,23 8,16 5,-11-3</inkml:trace>
  <inkml:trace contextRef="#ctx0" brushRef="#br0" timeOffset="555.915">1011 790,'-1'-3,"0"1,0 0,0-1,1 1,-1-1,1 1,0-1,-1 0,1 1,0-1,0 1,1-1,-1 1,0-1,1 1,0-1,-1 1,1-1,0 1,1-1,-1 1,0 0,0 0,1 0,0 0,-1 0,1 0,0 0,0 0,0 0,0 1,0-1,0 1,0 0,1 0,-1 0,0 0,1 0,1-1,9-3,-1 0,1 1,1 0,-1 0,0 2,1 0,0 0,-1 1,1 1,0 0,0 1,-1 0,1 2,0-1,-1 2,0-1,0 2,3 1,-13-5,-1 0,1 1,-1-1,0 1,1-1,-1 1,0 0,0 0,0 0,0 0,0 0,-1 0,1 0,-1 1,1-1,-1 1,0-1,0 1,0-1,0 1,0 0,-1-1,1 1,-1 0,0 0,0 0,0-1,0 1,0 0,-1 0,1-1,-1 1,1 0,-1-1,0 1,-1 1,-5 8,-1 0,-1 0,0-1,0 0,-1 0,0-1,-1-1,-12 9,9-6,-110 94,122-105,0 0,0 0,0 0,1 0,-1 0,0 1,1-1,-1 1,1-1,0 1,-1 0,1 0,0-1,0 1,0 0,0 0,1 0,-1 0,0 0,1 0,-1 0,1 0,0 0,0 0,0 1,0-1,0 0,0 0,0 0,1 0,-1 0,1 0,0 0,-1 0,1 0,0 0,0 0,0 0,8 3,-1 0,1-1,-1 0,1-1,0 1,1-2,-1 1,0-1,1-1,-1 0,1 0,0-1,0 0,7 2,235 5,-174-7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19.5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134 390,'9'16,"5"12,3 10,-2 11,-3 5,-4 3,-3-1,-3-7,-1-5,-1-9,-1-15,0-11</inkml:trace>
  <inkml:trace contextRef="#ctx0" brushRef="#br0" timeOffset="307.941">0 2,'8'-1,"-1"1,1 0,-1 0,1 1,-1 0,1 0,-1 0,0 1,0 0,3 2,-8-3,22 5,0 2,0 1,-1 1,0 0,0 2,-1 1,-1 1,0 0,-1 2,-1 0,0 2,-2 0,1 0,-2 2,-1 0,-1 1,0 0,-1 1,-2 1,0 0,-2 0,0 1,-2 0,5 25,-6 93,-7-139,1 0,0-1,0 1,1-1,-1 1,1-1,-1 1,1-1,0 1,-1-1,1 0,1 1,-1-1,0 0,0 0,1 0,-1 0,1 0,0 0,0 0,0-1,0 1,0 0,0-1,0 0,0 1,0-1,1 0,-1 0,0 0,1-1,-1 1,1-1,-1 1,1-1,-1 0,1 0,-1 0,1 0,1 0,9-4,0-1,-1 0,0 0,0-1,-1-1,0 0,0-1,0 0,-1 0,0-1,-1 0,0-1,-1 0,0-1,0 1,-1-2,0 1,-1-1,0 0,0-3,1 0,0 1,-1-1,-1 0,0 0,-1 0,0-10,-9 14,-5 29,7-12,1 0,0 1,0-1,1 1,0-1,0 1,0 0,1-1,0 1,0 0,1 0,0-1,0 1,0-1,1 1,0-1,1 1,-1-1,1 0,0 0,0 0,1-1,0 1,0-1,0 0,1 0,0 0,0 0,0-1,13 8,1-2,0 0,0-1,1-1,0 0,1-2,0-1,-1 0,15 1,47 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17.7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307 426,'-8'-8,"-83"-66,88 72,0 0,-1 0,1 1,0-1,-1 1,1 0,-1 0,1 0,-1 0,1 1,-1-1,1 1,-1 0,0 0,1 1,-1-1,1 1,-1-1,1 1,-1 0,1 1,-1-1,1 1,0-1,0 1,0 0,0 0,0 0,0 0,0 1,-7 6,1 0,0 1,1-1,0 2,0-1,1 1,1 0,0 0,0 1,1 0,0 0,1 0,1 1,0-1,1 1,0 0,1-1,0 1,1 0,0 0,1 0,1 0,0 0,1-1,0 1,1-1,0 0,1 0,0 0,1-1,2 4,8 1,0 0,0-1,1 0,1-2,1 0,0-1,0-1,20 8,86 58,-122-75,0-1,1 1,-1 0,0 0,0 0,0 1,-1-1,1 1,-1-1,1 1,-1 0,0 0,0 0,0 0,0 1,-1-1,1 0,-1 1,0-1,0 1,0 0,0-1,-1 1,1-1,-1 1,0 0,0 0,-1-1,1 1,-1 0,1-1,-1 1,-1-1,1 1,0-1,-1 0,1 1,-1-1,0 0,-2 3,-5 1,1-1,-1 0,0-1,-1 0,1 0,-1-1,0 0,0-1,0 0,-1 0,1-1,0 0,-1-1,0-1,1 1,-1-2,0 1,-5-3,14 3,0 0,0 0,1 0,-1 0,0 0,1-1,-1 1,0-1,1 1,-1-1,1 0,-1 0,1 1,-1-1,1 0,-1 0,1-1,0 1,0 0,-1 0,1-1,0 1,0 0,0-1,0 1,1-1,-1 1,0-1,1 0,-1 1,1-1,-1 0,1 1,0-1,0 0,0 0,0 1,0-1,0 0,0 0,5-9,1-1,0 1,1 1,0-1,1 1,0 0,0 1,1 0,0 0,6-3,7-9,8-7,-1-1,-2-1,-1-1,-2-2,0 0,-3-2,-1 0,-1-1,-2-1,7-24,-14 22,0 0,-3-1,-2 0,-1 0,-2 0,-3-38,-2 116,-1 94,6 0,19 131,-21-262,1 17,2 0,0 1,1-2,1 1,0 0,2-1,0 0,0 0,2-1,8 12,-15-26,0 1,-1-1,2 0,-1 0,0 0,0-1,1 1,-1 0,1-1,-1 0,1 1,-1-1,1 0,0 0,0-1,-1 1,1-1,0 1,0-1,0 0,0 0,0 0,0 0,0-1,-1 1,1-1,0 0,0 1,-1-1,1-1,0 1,-1 0,1-1,-1 1,1-1,-1 0,7-4,-1-1,0 0,0-1,-1 0,0 0,-1 0,1-1,-2 0,2-3,2-6,0-2,-1 1,-1-1,-1 0,-1-1,-1 1,0-1,-2 0,0 0,-2-6,-2 2,2 25,-1 0,1 0,0 0,0 1,0-1,0 0,-1 0,1 0,0 0,0 0,-1 0,1 0,0 0,0 0,0 0,-1 0,1 0,0 0,0 0,-1 0,1 0,0 0,0 0,-1 0,1 0,0 0,0 0,0 0,-1 0,1 0,0 0,0-1,0 1,-1 0,1 0,0 0,0 0,0 0,0-1,-1 1,1 0,0 0,0 0,0-1,0 1,0 0,0 0,0-1,0 1,0 0,0 0,0 0,0-1,0 1,0 0,0 0,-4 11,1 1,0 0,1 0,1 1,0-1,1 0,0 0,0 1,2-1,-1 0,2 0,-1 0,2 0,2 7,-3-10,1-1,0 1,0 0,1-1,0 0,0 0,1 0,0-1,0 0,1 0,0 0,0-1,0 0,1-1,0 1,0-1,0-1,1 0,0 0,0-1,0 0,0 0,0-1,1 0,-1-1,1 0,-1 0,1-1,2 0,13-6</inkml:trace>
  <inkml:trace contextRef="#ctx0" brushRef="#br0" timeOffset="246.724">1215 774,'0'0</inkml:trace>
  <inkml:trace contextRef="#ctx0" brushRef="#br0" timeOffset="418.054">1215 774,'-2'-21,"-1"-8,0 2,1 9,-2 11,0 12,1 12,0 9,2 8,0 4,0 4,1 0,2-2,2-3,-1-8</inkml:trace>
  <inkml:trace contextRef="#ctx0" brushRef="#br0" timeOffset="641.459">560 467,'16'-7,"21"-2,23 0,21 0,15 1,8 2,1 4,-17 3</inkml:trace>
  <inkml:trace contextRef="#ctx0" brushRef="#br0" timeOffset="1279.668">1496 640,'100'316,"-100"-314,0 0,0-1,0 1,0-1,0 1,0-1,1 1,-1-1,0 1,1-1,-1 1,1-1,-1 1,1-1,0 0,0 1,0-1,-1 0,1 0,0 0,0 1,1-1,-1 0,0 0,0-1,0 1,1 0,-1 0,0-1,1 1,-1 0,1-1,-1 0,1 1,-1-1,1 0,-1 0,1 1,-1-1,1 0,-1-1,1 1,-1 0,1 0,0-1,19-11,-1-1,0-1,-1-1,-1-1,12-13,-20 20,10-9,-1 0,-1-2,-1 0,-1 0,0-2,-2 0,1-3,-20 38,2-1,0 1,0 0,1 0,0 0,1 0,1 0,0 0,2 11,0-16,0-1,1 1,-1 0,2-1,-1 1,1-1,0 0,1 0,-1-1,1 1,1-1,-1 0,1 0,0-1,0 0,1 0,-1 0,1-1,0 0,1 0,-1-1,1 0,-1 0,1-1,0 0,0 0,0-1,0 0,0 0,0-1,0 0,1 0,-1-1,0 0,0 0,0-1,0 0,-1-1,1 0,-1 0,6-3,-1-1,-1-1,1 0,-2 0,1-1,-1-1,-1 0,0 0,0 0,-1-1,0-1,-1 1,0-1,-1-1,0 1,-1-1,-1 0,1-3,6-24,-2-2,-2 1,-2-1,1-42,-2-13,-4 0,-4 0,-14-70,-6 78,24 90,0-1,0 1,0-1,0 1,0-1,0 1,-1-1,1 1,0 0,0-1,0 1,-1-1,1 1,0-1,0 0,-1 1,1-1,-1 1,1-1,0 1,-1-1,1 0,-1 1,1-1,-1 0,1 0,-1 1,1-1,-1 0,1 0,-1 0,1 0,-1 1,1-1,-1 0,1 0,-1 0,0 0,1 0,-1 0,1 0,-1-1,1 1,-1 0,1 0,-1 0,1-1,-1 1,1 0,-1 0,1-1,-1 1,1 0,-1-1,1 1,0-1,-1 1,1 0,0-1,-1 1,1-1,0 1,0-1,-1 1,1-1,0 1,0-1,0 1,0-1,-7 21,2 1,0 0,2 0,0 0,2 1,0 16,0-17,-2 54,4 0,3 1,3-1,4-1,2 0,4 0,3-2,14 28,-28-81,2-1,0 0,1 0,1-1,1 0,0 0,13 13,-23-28,0-1,1 1,-1 0,1-1,0 1,-1-1,1 1,0-1,0 0,0 0,0 0,0 0,0 0,0 0,0 0,0-1,0 1,0-1,1 0,0 1,10-7</inkml:trace>
  <inkml:trace contextRef="#ctx0" brushRef="#br0" timeOffset="1568.986">2312 467,'-19'-12,"-14"-8,-7 0,0 2,8 5,18 7,27 7,25 5,30 4,24 3,19 1,-10-2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28.3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179 897,'-6'-2,"0"0,0 1,0 0,-1 0,1 0,0 0,-1 1,1 0,0 1,-1-1,1 1,0 1,-1-1,1 1,0 0,0 0,0 1,1 0,-1 0,1 0,-1 1,1-1,-3 4,4-1,0 0,1 0,-1 0,1 1,1-1,-1 1,1 0,0 0,1 0,-1 0,1 0,1 0,0 0,0 0,0 0,0 1,1-1,1 0,-1 0,1 0,0-1,1 1,-1 0,1-1,1 1,-1-1,1 0,0 0,1-1,-1 1,1-1,0 0,0 0,1 0,-1-1,5 3,2 0,0-1,1 0,0-1,-1 0,2-1,-1 0,0-1,1-1,-1 0,1-1,0 0,-1-1,1-1,0 0,0-1,-1 0,0-1,1 0,-1-1,0-1,0 0,-1-1,0 0,6-5,-10 5,-1-1,1 0,-2-1,1 1,-1-1,0 0,-1-1,0 1,0-1,0 0,-2 0,1-1,-1 1,0-1,-1 0,0 0,-1 0,0 0,0 0,-1 0,-1 0,1 0,-2-5,1 15,1 1,0-1,-1 0,1 0,0 1,-1-1,1 0,0 0,-1 0,1 0,-1 0,1 1,0-1,-1 0,1 0,0 0,-1 0,1 0,-1 0,1 0,0 0,-1 0,1-1,-1 1,1 0,0 0,-1 0,1 0,0-1,-1 1,1 0,0 0,-1 0,1-1,0 1,0 0,-1-1,1 1,0 0,0-1,-1 1,1 0,0-1,0 1,0 0,0-1,0 1,-1 0,1-1,0 1,0-1,0 1,0 0,0-1,0 1,0-1,0 1,1 0,-1-1,0 1,0 0,0-1,-11 34,9-22,1 0,0 1,1-1,0 0,1 1,0-1,1 0,0 0,1 0,1 0,-1 0,6 10,-7-16,1 0,-1-1,1 1,0 0,1-1,-1 0,1 1,0-1,0-1,0 1,0-1,1 1,-1-1,1 0,0-1,0 1,0-1,0 0,0 0,1-1,-1 0,1 0,-1 0,1 0,-1-1,1 0,2 0,4-3,0-1,0 0,0-1,-1 0,1 0,-1-1,0-1,-1 0,0-1,0 0,0 0,-1-1,-1 0,1-1,-1 0,-1 0,0 0,0-1,-1 0,-1-1,0 1,0-1,0-6,-1 4,1-2,-4 25,-2-2,0 1,0 0,1 0,0 0,1-1,-1 1,1 0,1 0,0-1,0 1,0-1,1 0,0 1,0-1,1 0,0-1,0 1,1-1,0 0,0 0,0 0,1-1,0 1,0-1,0-1,0 1,5 1,0-2,0-1,0 0,0 0,0-1,0-1,1 0,-1 0,0-1,1-1,-1 0,0 0,1-1,-1-1,0 0,0 0,-1-1,1-1,-1 1,0-2,0 1,-1-1,1-1,-1 0,-1 0,1-1,-1 0,0 0,-1-1,0 0,-1-1,0 1,0-1,-1 0,4-10,7-25,-3 0,-1-1,-3 0,-1 0,-2-1,-3 0,-2-37,1 44,6-426,-14 383,6 83,0-1,0 1,0-1,0 0,0 1,0-1,0 1,0-1,0 0,0 1,-1-1,1 1,0-1,0 1,-1-1,1 1,0-1,-1 1,1-1,-1 1,1-1,-1 1,1 0,-1-1,1 1,-1 0,1-1,-1 1,1 0,-1 0,1-1,-1 1,1 0,-1 0,0 0,1 0,-1 0,1 0,-1 0,0 0,1 0,-1 0,1 0,-1 0,0 0,0 1,-20 22,11-1,1 0,1 1,1 0,1 1,1 0,1 0,1 0,1 0,1 0,2 3,-1 29,4-1,1 1,4-1,1 0,3-1,2 0,3-1,2-1,2-1,16 25,-31-62,0 0,1 0,1 0,0-1,1 0,1-1,0 0,9 7,-18-17,0-1,0 1,1-1,-1 0,0 1,1-1,-1-1,1 1,-1 0,1 0,-1-1,1 0,-1 1,1-1,0 0,-1 0,1 0,-1-1,1 1,0-1,-1 1,1-1,-1 0,1 0,-1 0,0 0,1 0,-1-1,0 1,0-1,0 1,0-1,0 0,0 0,-1 0,1 0,-1 0,1 0,-1-1,0 1,1-2,106-197,-108 201,0-1,0 0,0 1,0-1,0 1,0-1,0 0,1 1,-1-1,0 1,0-1,0 1,1-1,-1 1,0-1,1 1,-1-1,1 1,-1-1,0 1,1-1,-1 1,1 0,-1-1,1 1,-1 0,1-1,-1 1,1 0,0 0,-1 0,1 0,-1-1,1 1,0 0,-1 0,1 0,-1 0,1 0,0 0,-1 0,1 1,-1-1,1 0,-1 0,1 0,0 1,-1-1,1 0,-1 0,1 1,-1-1,1 1,-1-1,0 0,1 1,-1-1,1 1,-1-1,0 1,0 71,-1-68,-1 0,1 0,0 0,0 0,1 1,-1-1,1 0,0 0,0 0,0 0,1 1,-1-1,1 0,0 0,0 0,1 0,-1 0,1 0,0-1,0 1,0 0,0-1,1 1,-1-1,1 0,0 0,0 0,0 0,1-1,-1 1,3 1,13 3</inkml:trace>
  <inkml:trace contextRef="#ctx0" brushRef="#br0" timeOffset="201.535">1971 683,'-14'-7,"-6"-4,-5-5,-2-2,-2-3,-4-2,3 3</inkml:trace>
  <inkml:trace contextRef="#ctx0" brushRef="#br0" timeOffset="357.673">1142 283,'21'-3,"22"0,22 0,21 3,15 4,12 3,5 5,-18 1</inkml:trace>
  <inkml:trace contextRef="#ctx0" brushRef="#br0" timeOffset="728.697">2399 777,'-22'-6,"-160"-34,171 39,0 0,0 1,0 0,0 1,0 0,0 1,0 0,1 1,-1 0,1 0,-1 1,1 1,0 0,1 0,-6 4,13-8,-1 0,1 0,0 1,-1-1,1 1,0 0,0 0,0-1,0 1,0 0,1 1,-1-1,1 0,-1 0,1 1,0-1,0 1,0-1,0 1,0 0,0-1,1 1,-1 0,1-1,0 1,0 0,0 0,0-1,0 1,1 0,-1-1,1 1,0 0,0-1,0 1,0-1,0 1,0-1,1 1,-1-1,2 1,6 3,0-1,0 0,1-1,0 0,0 0,0-1,0 0,1-1,-1 0,1-1,-1 0,1-1,-1 0,1 0,-1-1,1-1,-1 0,1 0,8-4,-10 4,0-1,1 0,-2-1,1 0,0 0,-1-1,0 0,0 0,0-1,0 0,-1 0,0-1,-1 0,1 0,-1-1,-1 0,0 0,0 0,0 0,-1-1,0 0,-1 0,0 0,0 0,-1 0,0-1,0 1,-2-1,1 0,-1 1,0-4,-1 13,1 0,0 0,0 0,-1 0,1 1,0-1,-1 0,1 0,0 0,-1 0,1 0,0 0,-1-1,1 1,0 0,0 0,-1 0,1 0,0 0,-1 0,1 0,0-1,0 1,-1 0,1 0,0 0,0-1,0 1,-1 0,1 0,0-1,0 1,0 0,-1 0,1-1,0 1,0 0,0-1,0 1,0 0,0 0,0-1,0 1,0 0,0-1,0 1,0 0,0-1,0 1,0 0,0-1,0 1,0 0,0 0,0-1,1 1,-1 0,0 0,0-1,0 1,1 0,-9 24,8-16,1 0,-1 0,1-1,1 1,0 0,0-1,0 1,1-1,0 0,0 1,1-1,0-1,0 1,0-1,1 1,0-1,0-1,1 1,0-1,0 0,0 0,0-1,1 1,0-1,0-1,0 1,2-1,30 15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25.98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227 113,'-15'15,"0"2,1 0,1 1,1 0,1 0,0 2,1-1,1 1,-5 20,13-37,-25 61,4 1,2 1,-10 67,27-104,7-24,2-19,22-70,-4-1,11-80,-11 47,-14 72,-5 19,1 0,1 1,1-1,10-20,-18 46,0 1,0-1,0 0,1 1,-1-1,0 1,0-1,1 0,-1 1,0-1,0 1,1-1,-1 1,1-1,-1 1,1-1,-1 1,0 0,1-1,0 1,-1-1,1 1,-1 0,1 0,-1-1,1 1,0 0,-1 0,1 0,-1 0,1-1,0 1,-1 0,1 0,0 0,-1 0,1 1,-1-1,1 0,0 0,-1 0,1 0,-1 1,1-1,0 0,-1 1,1-1,-1 0,1 1,-1-1,1 0,-1 1,1-1,-1 1,0-1,1 1,-1-1,0 1,1 0,-1-1,21 42,-18-35,32 72,-4 1,-3 1,-4 1,-3 1,9 82,-29-154,0 1,0-1,-1 0,0 0,-1 1,0-1,-1 0,0 0,-1 0,-2 5,-6 5</inkml:trace>
  <inkml:trace contextRef="#ctx0" brushRef="#br0" timeOffset="641.073">66 366,'269'-42,"74"-27,-339 68,-3 1,0-1,0 0,1 1,-1-1,1 1,-1-1,0 1,1 0,-1-1,1 1,-1 0,1 0,-1 0,0 0,1 0,-1 1,1-1,-1 0,1 1,-1-1,0 1,1-1,-1 1,0 0,0-1,1 1,-1 0,0 0,0 0,0 0,0 0,0 0,0 0,0 0,0 1,-1-1,2 1,-23 65,11-43,-20 50,4 2,-11 53,33-105,4-24,0-1,0 1,0 0,0 0,0-1,0 1,1 0,-1 0,0 0,0-1,0 1,0 0,1 0,-1 0,0-1,0 1,0 0,1 0,-1 0,0 0,0 0,1 0,-1 0,0 0,0 0,1-1,-1 1,0 0,0 0,1 0,-1 0,0 0,0 1,1-1,-1 0,0 0,0 0,1 0,-1 0,0 0,0 0,0 0,1 0,-1 1,46-154,-38 119,40-197,-38 203,-10 28,0 0,0 1,0-1,0 1,0-1,0 0,0 1,0-1,0 0,0 1,0-1,1 0,-1 1,0-1,0 0,0 1,1-1,-1 0,0 0,0 1,1-1,-1 0,0 0,1 1,-1-1,0 0,1 0,-1 0,0 0,1 1,-1-1,0 0,1 0,-1 0,1 0,-1 0,0 0,1 0,-1 0,0 0,1 0,-1 0,0 0,1 0,-1 0,1-1,-1 1,0 0,1 0,-1 0,0-1,1 1,-1 0,0 0,0-1,1 1,-1 0,0 0,0-1,1 1,-1 0,0-1,0 1,0 0,90 251,-78-222,1-1,2 0,0-1,2-1,1 0,1-2,16 17,-34-39,1 0,-1 0,1-1,-1 1,1-1,-1 1,1-1,0 0,0 1,0-1,0 0,0 0,0 0,0 0,0-1,0 1,0-1,1 1,-1-1,0 0,0 0,0 0,1 0,-1 0,0 0,0 0,0-1,1 1,-1-1,0 0,0 0,0 0,0 0,0 0,0 0,0 0,-1 0,1-1,0 1,-1-1,1 0,-1 1,1-1,-1 0,0 0,0 0,1 0,7-18,-1 0,-1 0,0-1,-1 0,-2 0,0-1,-1 0,0-20,-2 28,11-232,-13 244,1 1,-1-1,1 1,0-1,0 1,-1-1,1 0,0 1,1-1,-1 1,0-1,0 1,1-1,-1 0,1 1,-1-1,1 1,-1 0,1-1,0 1,0-1,0 1,0 0,0 0,0 0,0-1,0 1,1 0,-1 0,0 1,1-1,-1 0,0 0,1 1,-1-1,1 0,-1 1,1 0,-1-1,1 1,1 0,16 7</inkml:trace>
  <inkml:trace contextRef="#ctx0" brushRef="#br0" timeOffset="911.353">1550 273,'-5'23,"-3"16,-1 11,0 6,-2 3,-1-5,-1-9,2-12</inkml:trace>
  <inkml:trace contextRef="#ctx0" brushRef="#br0" timeOffset="1172.751">1537 33,'-4'7,"1"-1,0 1,1 0,0 1,0-1,0 0,1 1,0-1,1 1,0-1,0 1,0-1,1 1,0-1,1 0,-1 1,1-1,1 0,-1 0,1 0,1 0,-1-1,1 1,0-1,1 0,-1 0,2 0,27 41,3-1,2-2,2-2,22 18,58 61,-63-39,-56-80,0 0,0 0,-1 0,1 0,-1 0,0 0,0 0,1 0,-1 0,0 0,-1 0,1 0,0 0,0 0,-1 0,1 0,-1 0,0-1,0 1,0 0,0 0,0 0,0-1,0 1,0-1,0 1,-1-1,1 1,-1-1,1 0,-1 1,0-1,1 0,-1 0,0 0,0-1,0 1,-77 20,78-20,-73 7,-1-2,-50-5,74-1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29.9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1,'10'29,"12"40,3-1,32 59,-55-123,0 0,1 1,-1-1,0 0,1 0,0 0,0-1,0 1,1-1,-1 0,1 0,0 0,0 0,0 0,0-1,0 0,0 0,1 0,-1 0,1-1,0 0,-1 0,1 0,0 0,-1-1,1 0,0 0,0 0,-1 0,1-1,0 0,8-4,-1-1,0 0,0-1,-1-1,1 1,-2-2,1 0,-1 0,-1-1,0 0,0 0,-1-1,0 0,-1-1,0 0,-1 0,0 0,-1-1,-1 0,0 0,1-5,-1-23,-6 41,1 0,0 0,-1 0,1 0,0 0,-1 0,1 1,0-1,0 0,-1 1,1-1,0 1,0 0,0-1,0 1,0 0,0-1,0 1,0 0,0 0,0 0,0 0,0 0,0 0,1 0,-1 1,0-1,1 0,-1 0,1 0,0 1,-1-1,1 0,0 1,-3 3,0 1,1-1,0 1,0 0,0-1,1 1,0 0,0 0,0 0,1 0,0 1,0-1,0 0,1 0,0 0,0 0,1 0,-1-1,1 1,1 0,-1-1,1 1,0-1,0 0,0 0,1 0,0 0,0-1,0 1,0-1,1 0,0 0,0 0,4 1,1 0,-1-1,1 0,0-1,0 1,0-2,0 0,0 0,1 0,-1-2,1 1,-1-1,5-1,-9 1,0-1,1 0,-1 0,-1 0,1-1,0 0,0 0,0 0,-1-1,0 0,1 0,-1 0,0-1,0 1,-1-1,1-1,-1 1,0 0,0-1,0 0,-1 0,1 0,0-2,0-2,-1 0,0-1,0 1,-1-1,0 1,0-1,-1 1,0-1,-1 0,0 0,-1 1,0-4,1 12,0 0,0 0,0 1,0-1,0 0,0 0,0 0,0 0,0 0,-1 0,1 1,0-1,0 0,-1 0,1 0,-1 1,1-1,0 0,-1 0,0 1,1-1,-1 1,1-1,-1 0,0 1,1-1,-1 1,0-1,0 1,1 0,-1-1,0 1,0 0,0-1,1 1,-1 0,0 0,0 0,0 0,0 0,0 0,0 0,1 0,-1 0,0 0,0 0,0 0,0 1,1-1,-1 0,0 1,0-1,1 1,-1-1,0 1,0-1,1 1,-1-1,1 1,-1 0,0-1,1 1,-1 0,1-1,-1 1,1 1,-3 2,1 0,0 1,0-1,1 1,-1-1,1 1,0 0,0 0,0 0,1-1,0 1,0 0,0 0,0 0,1 0,0 0,0-1,0 1,1 0,-1-1,1 1,0-1,0 1,1-1,0 1,2 3,0-1,1 0,0 0,0 0,0 0,1-1,0 0,0-1,1 1,-1-1,1-1,0 1,1-1,-3-1,-1 0,0 0,1-1,-1 0,1 0,-1 0,1-1,0 1,0-1,0-1,0 1,0-1,0 0,0 0,0-1,0 0,-1 0,1 0,0-1,0 0,-1 0,1 0,-1-1,0 0,1 0,-1 0,-1 0,1-1,0 0,-1 0,0 0,0-1,0 1,0-1,-1 0,0 0,3-12,0-1,-2 1,0-1,-1 0,-1 0,0 0,-1 0,-2-11,0 9,-9 41,10-12,-1-1,1 1,0-1,1 1,0-1,0 0,1 1,0-1,0 0,1 0,0 0,1 0,-1-1,2 1,-1-1,1 0,0 0,0-1,1 1,0-1,0 0,0-1,1 1,0-1,0-1,0 1,1-1,-1-1,4 2,17 6,1-1,0-1,0-2,29 4,-11-4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33.6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141 459,'0'23,"0"20,0 23,0 17,0 13,0 6,0 1,0 0,-4-7,-7-10,-5-12,-5-15,-1-15,1-16,1-14,5-17,5-8</inkml:trace>
  <inkml:trace contextRef="#ctx0" brushRef="#br0" timeOffset="681.196">34 1087,'18'-160,"18"-88,-11 178,-24 68,0 0,0 0,0 0,0 1,0-1,0 1,0-1,1 0,-1 1,1 0,-1-1,1 1,-1 0,1 0,0 0,0 0,0 0,-1 0,1 1,0-1,0 1,0-1,0 1,0-1,0 1,0 0,0 0,0 0,0 1,0-1,0 0,0 1,1-1,7 6,0-1,-1 1,0 1,-1-1,1 1,-1 1,-1 0,1 0,-1 0,-1 1,4 6,-8-12,11 13,-1 1,0 1,-1 0,-1 1,-1 0,-1 1,-1 0,0 0,2 15,-8-31,0-1,-1 0,1 0,-1 1,0-1,0 0,0 1,0-1,0 0,-1 1,0-1,0 0,0 0,0 0,0 0,0 0,-1 0,0 0,1 0,-1 0,0 0,-1-1,1 1,0-1,-1 0,1 0,-1 0,1 0,-1 0,0 0,0-1,0 1,0-1,0 0,-1 0,1 0,0 0,-1-1,-2 1,0-1,0-1,-1 1,1-1,0 0,0-1,0 1,0-1,0 0,0-1,1 1,-1-1,1 0,0-1,0 1,-2-3,4 5,1-1,0 0,0 0,0 0,0 0,0 0,0-1,0 1,1 0,-1-1,1 1,0-1,-1 0,1 0,0 1,1-1,-1 0,1 0,-1 0,1 0,0 0,0 1,0-1,0 0,0 0,1 0,0 0,-1 0,1 0,0 1,0-1,0 0,1 1,-1-1,2-1,7-8,0 1,1 0,1 0,0 1,0 1,1 0,0 1,10-5,17-12,-15 8,0-1,-2-1,0-1,-1-1,-1-1,-1-1,-2-1,0 0,-1-2,-1 0,-2 0,-1-2,0 1,-3-2,8-29,-11 38,-2-1,-1 0,0-1,-2 1,0 0,-1-1,-2 1,0-1,-1 1,-3-10,3 26,0 0,0 1,0-1,-1 1,1 0,-1 0,0 0,0 0,-1 0,1 1,-1-1,0 1,0 0,0 0,0 0,-1 1,1-1,-1 1,1 0,-1 1,0-1,0 1,0 0,0 0,0 0,0 1,0 0,0 0,0 0,0 0,0 1,0 0,0 0,1 0,-1 1,0-1,0 1,1 0,-1 1,1-1,0 1,0 0,0 0,0 0,-1 1,-4 5,-1 0,2 1,-1 0,1 1,1-1,0 1,0 1,1-1,1 1,0 0,0 1,-1 6,-3 15,2 1,1-1,1 1,2 4,0-9,3 0,0-1,2 1,1 0,1-1,2 0,1 0,1 0,1-1,2 0,1-1,1 0,1-1,1 0,2-1,0-1,1-1,2-1,1 0,-13-14,0 0,1-1,0-1,1 1,-1-1,1-1,0 0,8 3,-15-7,1 0,-1 0,1 0,-1 0,1-1,0 0,-1 1,1-1,0 0,-1-1,1 1,-1-1,1 1,-1-1,1 0,-1-1,1 1,-1-1,0 1,1-1,-1 0,0 0,0 0,-1 0,1-1,0 1,-1-1,1-1,8-13,-2 0,0-1,-1 0,-1 0,-1-1,-1 1,0-1,-1-1,-1 1,-1-1,-1 1,-1-11,0-40,0 70,0 1,0-1,0 0,-1 1,1-1,0 0,0 0,0 1,0-1,0 0,0 1,-1-1,1 0,0 0,0 1,-1-1,1 0,0 0,0 0,-1 1,1-1,0 0,0 0,-1 0,1 0,0 0,-1 1,1-1,0 0,-1 0,1 0,0 0,0 0,-1 0,1 0,0 0,-1 0,1 0,0 0,-1 0,1-1,0 1,-1 0,1 0,0 0,0 0,-1 0,1-1,0 1,-1 0,1 0,0 0,0-1,0 1,-1 0,1 0,0-1,0 1,0 0,0-1,-1 1,-4 14,1 0,0 0,1 0,1 1,0 0,0-1,2 1,0 0,1-1,0 5,0-9,0 1,1-1,0 1,1-1,0 0,0 0,1 0,0 0,1 0,0-1,1 0,0 0,0-1,1 1,0-1,1 1,18 10</inkml:trace>
  <inkml:trace contextRef="#ctx0" brushRef="#br0" timeOffset="1534.558">823 218,'-50'-15,"49"18,108 52,-71-38,-11-8,-1 2,-1 1,0 0,-1 2,0 0,-1 2,0 0,-2 2,6 5,-21-15,1 1,-1-1,0 1,-1-1,0 1,-1 0,1 0,-2 0,1 1,-1-1,-1 0,0 0,0 1,-1-1,0 0,0 1,-1-1,-1 0,1 0,-1-1,-1 1,-2 5,-11 48,14-46,0 1,1 0,1 0,0 0,1 0,1-1,1 1,1 2,-2-13,0 0,1 0,-1 0,1 0,1-1,-1 1,1-1,0 1,0-1,0 0,1 0,0 0,0-1,0 1,1-1,-1 0,1 0,0-1,0 0,0 1,0-2,1 1,0 0,0-1,-2-1,1 0,-1 0,1 0,0-1,-1 0,1 0,0 0,-1 0,1-1,0 0,-1 0,1 0,-1 0,0-1,1 1,-1-1,0-1,0 1,0 0,0-1,0 0,-1 0,1 0,-1 0,0-1,72-96,-71 95,41-71,-45 76,0 1,0-1,0 0,0 1,0-1,1 0,-1 0,0 1,0-1,0 0,0 0,0 1,0-1,0 0,1 0,-1 1,0-1,0 0,0 0,1 0,-1 1,0-1,0 0,0 0,1 0,-1 0,0 0,0 0,1 1,-1-1,0 0,0 0,1 0,-1 0,0 0,1 0,-1 0,0 0,0 0,1 0,-1 0,0 0,0 0,1 0,-1-1,0 1,1 0,-1 0,0 0,0 0,0 0,1-1,-1 1,0 0,0 0,0 0,1-1,-1 1,0 0,0 0,0 0,0-1,0 1,1 0,-1 0,0-1,0 1,0 0,0-1,0 1,1 23,-1-21,0 16,-1-16,0 1,1 0,-1-1,1 1,0 0,-1-1,2 1,-1 0,0-1,0 1,1-1,-1 1,1 0,0-1,0 1,0-1,0 0,0 1,0-1,1 0,-1 1,1-1,0 0,0 0,-1-1,1 1,0 0,1 0,-1-1,0 1,2 0,12 1,0 1,1-2,0 0,0-1,-1-1,1 0,12-3,-13 3,84-10,-72 38,-16-11,-8-14,1 0,0 0,0 0,0 0,1-1,-1 0,1 0,-1 0,1-1,-1 0,1 0,0 0,0-1,-1 0,1 0,0 0,0-1,0 0,-1 0,1 0,-1-1,1 0,-1 0,1 0,-1-1,0 0,0 0,0 0,-1 0,1-1,-1 0,0 0,0 0,0 0,3-6,-3 4,-1-1,0 1,0-1,-1 0,0 0,0 0,-1-1,1 1,-2 0,1-1,-1 1,0 0,-1-1,1 1,-1 0,-1-1,0 1,0 0,0 0,-1 0,0 0,-2-4,2 6,1 0,-1 0,-1 1,1-1,0 1,-1 0,0 0,0 0,0 0,-1 1,1-1,-1 1,0 0,0 1,0-1,0 1,0 0,0 0,-1 1,1-1,-1 1,1 0,-1 1,0-1,1 1,-1 0,1 1,-1-1,1 1,-1 1,-3 0,0 2,0-1,0 2,0-1,1 1,0 0,0 0,1 1,-1 1,1-1,0 1,1 0,0 0,0 1,0 0,1 0,0 0,1 1,0-1,0 1,1 0,-2 8,3-11,0 1,0 0,1-1,0 1,0 0,0 0,1-1,0 1,1 0,-1 0,1 0,1-1,-1 1,1 0,0-1,1 1,-1-1,1 0,1 0,-1 0,1 0,0-1,0 1,0-1,1 0,0 0,0-1,0 1,1-1,0-1,4 4,22 7</inkml:trace>
  <inkml:trace contextRef="#ctx0" brushRef="#br0" timeOffset="1805.885">1905 285,'-15'0,"-6"5,1 8,6 11,12 10,16 11,5-2</inkml:trace>
  <inkml:trace contextRef="#ctx0" brushRef="#br0" timeOffset="2070.179">2066 927,'0'14,"0"11,2 3,6 2,10-4,18-4,26-7,32-5,40-6,-2-5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32.13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1 304,'0'20,"4"16,7 12,3 3,-1 1,-2-5,-3-7,-6-11,-7-11,-5-12,-1-7</inkml:trace>
  <inkml:trace contextRef="#ctx0" brushRef="#br0" timeOffset="346.405">1 63,'0'0,"0"0,0 0,1 0,-1 0,0 0,0-1,0 1,0 0,1 0,-1 0,0 0,0-1,0 1,0 0,0 0,0 0,1 0,-1-1,0 1,0 0,0 0,0 0,0-1,0 1,0 0,0 0,0-1,0 1,0 0,0 0,0 0,0-1,0 1,0 0,-1 0,1 0,0-1,0 1,0 0,0 0,0 0,0 0,0-1,-1 1,28 4,-27-4,29 4,-1 2,0 1,0 1,-1 1,0 1,-1 2,0 0,-1 2,0 1,-1 1,-1 1,0 1,-2 1,3 3,-15-10,-2-1,1 1,-1 1,-1-1,-1 1,1 0,-2 1,0-1,0 1,-2-1,1 1,-2 0,0 0,-1 0,0 1,-2 12,1-26,1 0,-1-1,1 1,-1 0,1 0,-1 0,1 0,-1 0,1 0,0 0,0 0,0 0,-1 0,1 0,0 0,0 0,0 0,1 0,-1 0,0 0,0 0,0 0,1 0,-1 0,1 0,-1 0,1 0,-1 0,1 0,-1 0,1-1,0 1,-1 0,1 0,0-1,0 1,-1 0,1-1,0 1,0-1,0 1,0-1,0 0,0 1,0-1,0 0,0 1,0-1,0 0,0 0,0 0,0 0,0 0,0 0,0 0,0-1,0 1,0 0,0-1,12-7,-2 0,1-1,-1 0,-1-1,0-1,0 1,-1-1,0-1,-1 0,0 0,-1-1,3-7,42-99,-54 152,-1-21,0 0,1 0,1-1,0 1,1 0,0 1,1-1,0-1,1 1,0 0,1 0,0-1,1 1,0-1,1 0,0 0,1-1,0 1,1-1,2 3,0-6,0 1,-1-2,2 1,-1-1,1-1,0 0,0 0,5 0,33 12</inkml:trace>
  <inkml:trace contextRef="#ctx0" brushRef="#br0" timeOffset="899.621">1418 411,'-24'-6,"0"1,-1 1,1 1,-1 1,0 2,1 0,-1 1,1 2,-4 1,24-4,1 0,0 1,0-1,0 1,-1 0,1 0,0 0,0 0,0 1,0-1,1 1,-1 0,0 0,1 0,-1 0,1 0,-1 0,1 1,0-1,0 1,0-1,0 1,1 0,-1 0,1 0,0 0,0 0,0 0,0 0,0 0,0 1,1-1,0 0,0 0,0 1,0-1,0 0,1 1,0 0,5 7,1-2,1 1,0-1,0 0,1-1,0 0,0 0,1-1,0-1,1 1,-1-1,1-1,0 0,0-1,1 0,-1-1,5 1,8 5,0-2,1-1,-1 0,2-2,-1-1,0-1,0-1,1-2,-1 0,0-1,25-7,-42 7,1-1,-1 0,0-1,-1 0,1 0,-1-1,0 0,0 0,0-1,0 0,-1 0,0 0,0-2,-5 9,0-1,-1 0,1 0,0 0,0 0,-1 0,1 1,0-1,0 0,-1 0,1 1,0-1,-1 1,1-1,0 1,-1-1,1 1,-1-1,1 1,-1-1,1 1,-1 0,1-1,-1 1,0 0,1 0,-1-1,0 1,1 0,-1 0,0-1,0 1,0 0,0 0,0-1,0 1,0 0,0 1,5 9,1-5,0 1,0-1,1 0,0 0,0-1,1 0,-1 0,1-1,0 0,0 0,1-1,-1 0,1-1,0 1,-1-2,1 1,0-1,0-1,0 1,0-2,0 1,0-1,0 0,0-1,-1 0,1-1,0 0,-1 0,0 0,0-1,0-1,0 1,-1-1,2-2,-3 3,-1-1,0 0,0 0,-1 0,0-1,0 0,0 0,0 0,-1 0,0 0,0-1,-1 1,0-1,0 0,0 0,-1 1,0-1,0 0,-1 0,0 0,0 0,-1 0,0 0,0 0,0 0,-1 0,0 0,0 1,-1-1,0 1,0 0,-1 0,1 0,-1 0,-1 0,1 1,-1 0,0 0,0 0,0 0,-1 1,1 0,-5-2,3 2,0 0,-1 1,0 0,0 0,0 1,0 0,0 0,0 0,0 1,-1 1,1 0,0 0,-1 0,1 1,0 0,0 1,-1 0,1 0,0 1,1-1,-1 2,0-1,1 1,0 1,0-1,0 1,0 0,1 1,0-1,0 1,1 1,-1-1,1 1,1 0,-1 0,1 0,0 1,1-1,0 1,0 0,-1 6,3-8,1 1,-1-1,1 1,1-1,-1 0,1 1,0-1,1 0,-1 1,1-1,1 0,-1 0,1-1,0 1,0 0,0-1,1 0,0 1,0-2,1 1,-1 0,1-1,0 0,0 0,0 0,1-1,-1 0,1 0,0 0,0-1,0 1,0-1,0-1,1 1,36 9</inkml:trace>
  <inkml:trace contextRef="#ctx0" brushRef="#br0" timeOffset="1201.129">2153 50,'-15'-8,"0"1,-1 0,0 1,-1 1,1 0,-1 2,0 0,0 0,0 2,0 0,-10 1,23 0,-1 1,1-1,0 1,-1 0,1 0,0 1,0-1,0 1,0 0,0 0,1 0,-1 0,0 1,1 0,0-1,0 1,-1 0,2 1,-1-1,0 1,1-1,-1 1,1 0,0-1,1 1,-1 0,0 1,1-1,0 0,0 0,1 0,-1 1,1-1,0 1,3 12,1 0,1 0,1 0,0-1,1 0,1 0,1 0,0-1,1 0,0-1,1 0,1-1,0 0,3 1,-7-5,153 163,-152-166,0-1,0 0,1 0,0-1,0 0,0-1,0 0,1-1,-1 0,1 0,0-1,-1-1,1 0,0 0,-1-1,1 0,6-2,-6 2,37-3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0T14:45:31.59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1 761,'26'-5,"0"-2,-1-1,0 0,0-2,-1-1,0-1,-1-1,-1-1,0-1,0-1,-2 0,0-2,-1-1,-1 0,0-1,-2-1,13-20,-6-42,-23 81,0-1,0 1,0 0,0 0,-1 0,1 0,0 0,-1 0,0-1,1 1,-1 0,0 0,0 0,0 1,0-1,0 0,-1 0,1 1,0-1,-1 0,1 1,-1 0,0-1,0 1,1 0,-1 0,0 0,0 0,0 0,0 0,0 0,0 1,0-1,0 1,-1 0,1-1,0 1,-1 0,-3 0,0 1,0-1,0 1,0 0,0 0,0 1,0 0,0 0,1 0,-1 1,1 0,0 0,-1 0,2 1,-1-1,0 1,1 0,-1 1,1-1,0 1,1 0,-2 2,-2 2,1 0,1 1,0-1,1 1,-1 0,2 0,-1 0,2 1,-1-1,1 1,1 0,0 5,2-4,0-1,2 0,-1 0,1 0,1-1,0 1,0-1,1 0,0 0,1 0,0-1,1 1,0-2,0 1,1-1,0 0,0 0,1-1,0-1,0 1,1-1,0-1,0 0,0 0,0-1,1 0,0-1,0 0,0-1,0 0,0-1,0 0,0 0,1-2,-1 1,0-1,4-2,-8 2,-1-1,0 0,0 0,0-1,0 0,0 0,0 0,-1-1,0 0,1 0,-1 0,-1-1,1 1,-1-1,0 0,0 0,0-1,-1 1,3-6,35-119,-26 68,-15 61,0-1,0 1,0 0,0-1,1 1,-1 0,0-1,1 1,-1 0,1 0,-1 0,1-1,0 1,-1 0,1 0,0 0,0 0,0 0,0 0,0 0,0 0,0 0,0 1,0-1,0 0,0 1,0-1,1 1,-1-1,0 1,0-1,1 1,-1 0,0 0,1 0,-1 0,0 0,1 0,-1 0,0 0,1 0,-1 1,1-1,9 7,0 1,0 1,-1 0,0 0,0 1,-1 0,0 1,-1 0,0 0,-1 1,-2-5,7 9,-1 0,0 1,-2 0,0 1,0 0,-2 0,0 0,1 13,-7-28,0 0,-1 0,1 0,-1 0,0 1,0-1,0 0,0 0,-1 0,1 0,-1 0,0 0,0 0,0 0,0 0,0 0,-1 0,1-1,-1 1,0-1,1 1,-1-1,-1 1,1-1,0 0,0 0,-1 0,1 0,-1-1,0 1,0-1,1 1,-1-1,0 0,0 0,0-1,0 1,0 0,0-1,0 0,-1 1,-2-2,4 1,0 0,0 0,0 0,0 0,0-1,0 1,0-1,1 1,-1-1,0 0,0 0,0 0,1 0,-1 0,0 0,1-1,-1 1,1 0,-1-1,1 1,0-1,0 0,0 1,0-1,0 0,0 0,0 1,0-1,1 0,-1 0,1 0,-1 0,1 0,0-1,-1-3,1 1,0-1,0 0,1 1,0-1,0 0,0 1,0-1,1 1,0-1,2-3,12-17,1 2,1 0,2 1,0 1,1 0,1 2,1 1,6-4,22-20,-13 9,-1-2,-2-1,27-36,-50 56,-1 0,0 0,-1-1,0-1,-2 1,0-1,-2-1,0 0,-1 0,0 0,-2-1,-6-37,3 57,-1 0,1-1,0 1,-1-1,1 1,-1 0,1 0,-1-1,1 1,-1 0,0 0,0 0,1 0,-1 0,0-1,0 2,0-1,0 0,0 0,-1 0,1 0,0 1,0-1,0 0,-1 1,1 0,0-1,-1 1,1-1,0 1,-1 0,1 0,-1 0,1 0,0 0,-1 0,1 0,-1 1,-4 3,-1 0,1 1,-1 0,1 0,1 1,-1 0,1 0,0 0,0 0,1 1,0 0,0 0,1 0,-1 0,1 1,1-1,0 1,0 0,-1 6,-7 24,2 1,2 0,1 0,1 0,3 0,1 1,2-1,2 0,1 0,6 19,-5-37,0 0,1 0,1-1,1 0,0-1,13 18,-18-30,0-1,1 1,0-1,1 0,-1 0,1-1,0 0,0 0,1 0,0 0,0-1,0 0,0-1,0 0,1 0,-1 0,1-1,0 0,0-1,1 0,-3-1,0 0,0 0,0-1,0 0,0-1,0 1,0-1,-1 0,1 0,-1-1,1 0,-1 0,0 0,0-1,0 1,-1-1,1 0,-1-1,0 1,0-1,0 1,2-5,6-9,-1-1,0 0,-1-1,-1 0,3-13,24-116,-46 206,9-46,1 0,1 0,0 0,0 1,1-1,0-1,1 1,0 0,1 0,0-1,1 0,0 0,0 0,1-1,0 0,1 0,0 0,1-1,0 0,0 0,0-1,1 0,0-1,0 1,1-2,0 0,0 0,0 0,2-1,25 8</inkml:trace>
  <inkml:trace contextRef="#ctx0" brushRef="#br0" timeOffset="276.472">1044 145,'20'0,"28"3,30 2,34 3,29 3,-8-1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28.10.2025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28.10.2025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6.png"/><Relationship Id="rId26" Type="http://schemas.openxmlformats.org/officeDocument/2006/relationships/image" Target="../media/image40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44.png"/><Relationship Id="rId42" Type="http://schemas.openxmlformats.org/officeDocument/2006/relationships/image" Target="../media/image48.png"/><Relationship Id="rId47" Type="http://schemas.openxmlformats.org/officeDocument/2006/relationships/customXml" Target="../ink/ink23.xml"/><Relationship Id="rId50" Type="http://schemas.openxmlformats.org/officeDocument/2006/relationships/image" Target="../media/image52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6" Type="http://schemas.openxmlformats.org/officeDocument/2006/relationships/image" Target="../media/image35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39.png"/><Relationship Id="rId32" Type="http://schemas.openxmlformats.org/officeDocument/2006/relationships/image" Target="../media/image43.png"/><Relationship Id="rId37" Type="http://schemas.openxmlformats.org/officeDocument/2006/relationships/customXml" Target="../ink/ink18.xml"/><Relationship Id="rId40" Type="http://schemas.openxmlformats.org/officeDocument/2006/relationships/image" Target="../media/image47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" Type="http://schemas.openxmlformats.org/officeDocument/2006/relationships/customXml" Target="../ink/ink2.xml"/><Relationship Id="rId10" Type="http://schemas.openxmlformats.org/officeDocument/2006/relationships/image" Target="../media/image32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49.png"/><Relationship Id="rId52" Type="http://schemas.openxmlformats.org/officeDocument/2006/relationships/image" Target="../media/image53.png"/><Relationship Id="rId4" Type="http://schemas.openxmlformats.org/officeDocument/2006/relationships/image" Target="../media/image29.png"/><Relationship Id="rId9" Type="http://schemas.openxmlformats.org/officeDocument/2006/relationships/customXml" Target="../ink/ink4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Relationship Id="rId27" Type="http://schemas.openxmlformats.org/officeDocument/2006/relationships/customXml" Target="../ink/ink13.xml"/><Relationship Id="rId30" Type="http://schemas.openxmlformats.org/officeDocument/2006/relationships/image" Target="../media/image42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51.png"/><Relationship Id="rId56" Type="http://schemas.openxmlformats.org/officeDocument/2006/relationships/image" Target="../media/image55.png"/><Relationship Id="rId8" Type="http://schemas.openxmlformats.org/officeDocument/2006/relationships/image" Target="../media/image31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33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46.png"/><Relationship Id="rId46" Type="http://schemas.openxmlformats.org/officeDocument/2006/relationships/image" Target="../media/image50.png"/><Relationship Id="rId20" Type="http://schemas.openxmlformats.org/officeDocument/2006/relationships/image" Target="../media/image37.png"/><Relationship Id="rId41" Type="http://schemas.openxmlformats.org/officeDocument/2006/relationships/customXml" Target="../ink/ink20.xml"/><Relationship Id="rId54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41.png"/><Relationship Id="rId36" Type="http://schemas.openxmlformats.org/officeDocument/2006/relationships/image" Target="../media/image45.png"/><Relationship Id="rId49" Type="http://schemas.openxmlformats.org/officeDocument/2006/relationships/customXml" Target="../ink/ink24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.png"/><Relationship Id="rId117" Type="http://schemas.openxmlformats.org/officeDocument/2006/relationships/customXml" Target="../ink/ink85.xml"/><Relationship Id="rId21" Type="http://schemas.openxmlformats.org/officeDocument/2006/relationships/customXml" Target="../ink/ink37.xml"/><Relationship Id="rId42" Type="http://schemas.openxmlformats.org/officeDocument/2006/relationships/image" Target="../media/image76.png"/><Relationship Id="rId47" Type="http://schemas.openxmlformats.org/officeDocument/2006/relationships/customXml" Target="../ink/ink50.xml"/><Relationship Id="rId63" Type="http://schemas.openxmlformats.org/officeDocument/2006/relationships/customXml" Target="../ink/ink58.xml"/><Relationship Id="rId68" Type="http://schemas.openxmlformats.org/officeDocument/2006/relationships/image" Target="../media/image89.png"/><Relationship Id="rId84" Type="http://schemas.openxmlformats.org/officeDocument/2006/relationships/image" Target="../media/image97.png"/><Relationship Id="rId89" Type="http://schemas.openxmlformats.org/officeDocument/2006/relationships/customXml" Target="../ink/ink71.xml"/><Relationship Id="rId112" Type="http://schemas.openxmlformats.org/officeDocument/2006/relationships/image" Target="../media/image111.png"/><Relationship Id="rId16" Type="http://schemas.openxmlformats.org/officeDocument/2006/relationships/image" Target="../media/image63.png"/><Relationship Id="rId107" Type="http://schemas.openxmlformats.org/officeDocument/2006/relationships/customXml" Target="../ink/ink80.xml"/><Relationship Id="rId11" Type="http://schemas.openxmlformats.org/officeDocument/2006/relationships/customXml" Target="../ink/ink32.xml"/><Relationship Id="rId32" Type="http://schemas.openxmlformats.org/officeDocument/2006/relationships/image" Target="../media/image71.png"/><Relationship Id="rId37" Type="http://schemas.openxmlformats.org/officeDocument/2006/relationships/customXml" Target="../ink/ink45.xml"/><Relationship Id="rId53" Type="http://schemas.openxmlformats.org/officeDocument/2006/relationships/customXml" Target="../ink/ink53.xml"/><Relationship Id="rId58" Type="http://schemas.openxmlformats.org/officeDocument/2006/relationships/image" Target="../media/image84.png"/><Relationship Id="rId74" Type="http://schemas.openxmlformats.org/officeDocument/2006/relationships/image" Target="../media/image92.png"/><Relationship Id="rId79" Type="http://schemas.openxmlformats.org/officeDocument/2006/relationships/customXml" Target="../ink/ink66.xml"/><Relationship Id="rId102" Type="http://schemas.openxmlformats.org/officeDocument/2006/relationships/image" Target="../media/image106.png"/><Relationship Id="rId123" Type="http://schemas.openxmlformats.org/officeDocument/2006/relationships/customXml" Target="../ink/ink88.xml"/><Relationship Id="rId5" Type="http://schemas.openxmlformats.org/officeDocument/2006/relationships/customXml" Target="../ink/ink29.xml"/><Relationship Id="rId90" Type="http://schemas.openxmlformats.org/officeDocument/2006/relationships/image" Target="../media/image100.png"/><Relationship Id="rId95" Type="http://schemas.openxmlformats.org/officeDocument/2006/relationships/customXml" Target="../ink/ink74.xml"/><Relationship Id="rId22" Type="http://schemas.openxmlformats.org/officeDocument/2006/relationships/image" Target="../media/image66.png"/><Relationship Id="rId27" Type="http://schemas.openxmlformats.org/officeDocument/2006/relationships/customXml" Target="../ink/ink40.xml"/><Relationship Id="rId43" Type="http://schemas.openxmlformats.org/officeDocument/2006/relationships/customXml" Target="../ink/ink48.xml"/><Relationship Id="rId48" Type="http://schemas.openxmlformats.org/officeDocument/2006/relationships/image" Target="../media/image79.png"/><Relationship Id="rId64" Type="http://schemas.openxmlformats.org/officeDocument/2006/relationships/image" Target="../media/image87.png"/><Relationship Id="rId69" Type="http://schemas.openxmlformats.org/officeDocument/2006/relationships/customXml" Target="../ink/ink61.xml"/><Relationship Id="rId113" Type="http://schemas.openxmlformats.org/officeDocument/2006/relationships/customXml" Target="../ink/ink83.xml"/><Relationship Id="rId118" Type="http://schemas.openxmlformats.org/officeDocument/2006/relationships/image" Target="../media/image121.png"/><Relationship Id="rId80" Type="http://schemas.openxmlformats.org/officeDocument/2006/relationships/image" Target="../media/image95.png"/><Relationship Id="rId85" Type="http://schemas.openxmlformats.org/officeDocument/2006/relationships/customXml" Target="../ink/ink69.xml"/><Relationship Id="rId12" Type="http://schemas.openxmlformats.org/officeDocument/2006/relationships/image" Target="../media/image61.png"/><Relationship Id="rId17" Type="http://schemas.openxmlformats.org/officeDocument/2006/relationships/customXml" Target="../ink/ink35.xml"/><Relationship Id="rId33" Type="http://schemas.openxmlformats.org/officeDocument/2006/relationships/customXml" Target="../ink/ink43.xml"/><Relationship Id="rId38" Type="http://schemas.openxmlformats.org/officeDocument/2006/relationships/image" Target="../media/image74.png"/><Relationship Id="rId59" Type="http://schemas.openxmlformats.org/officeDocument/2006/relationships/customXml" Target="../ink/ink56.xml"/><Relationship Id="rId103" Type="http://schemas.openxmlformats.org/officeDocument/2006/relationships/customXml" Target="../ink/ink78.xml"/><Relationship Id="rId108" Type="http://schemas.openxmlformats.org/officeDocument/2006/relationships/image" Target="../media/image109.png"/><Relationship Id="rId124" Type="http://schemas.openxmlformats.org/officeDocument/2006/relationships/image" Target="../media/image124.png"/><Relationship Id="rId54" Type="http://schemas.openxmlformats.org/officeDocument/2006/relationships/image" Target="../media/image82.png"/><Relationship Id="rId70" Type="http://schemas.openxmlformats.org/officeDocument/2006/relationships/image" Target="../media/image90.png"/><Relationship Id="rId75" Type="http://schemas.openxmlformats.org/officeDocument/2006/relationships/customXml" Target="../ink/ink64.xml"/><Relationship Id="rId91" Type="http://schemas.openxmlformats.org/officeDocument/2006/relationships/customXml" Target="../ink/ink72.xml"/><Relationship Id="rId96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23" Type="http://schemas.openxmlformats.org/officeDocument/2006/relationships/customXml" Target="../ink/ink38.xml"/><Relationship Id="rId28" Type="http://schemas.openxmlformats.org/officeDocument/2006/relationships/image" Target="../media/image69.png"/><Relationship Id="rId49" Type="http://schemas.openxmlformats.org/officeDocument/2006/relationships/customXml" Target="../ink/ink51.xml"/><Relationship Id="rId114" Type="http://schemas.openxmlformats.org/officeDocument/2006/relationships/image" Target="../media/image112.png"/><Relationship Id="rId119" Type="http://schemas.openxmlformats.org/officeDocument/2006/relationships/customXml" Target="../ink/ink86.xml"/><Relationship Id="rId44" Type="http://schemas.openxmlformats.org/officeDocument/2006/relationships/image" Target="../media/image77.png"/><Relationship Id="rId60" Type="http://schemas.openxmlformats.org/officeDocument/2006/relationships/image" Target="../media/image85.png"/><Relationship Id="rId65" Type="http://schemas.openxmlformats.org/officeDocument/2006/relationships/customXml" Target="../ink/ink59.xml"/><Relationship Id="rId81" Type="http://schemas.openxmlformats.org/officeDocument/2006/relationships/customXml" Target="../ink/ink67.xml"/><Relationship Id="rId86" Type="http://schemas.openxmlformats.org/officeDocument/2006/relationships/image" Target="../media/image98.png"/><Relationship Id="rId4" Type="http://schemas.openxmlformats.org/officeDocument/2006/relationships/image" Target="../media/image57.png"/><Relationship Id="rId9" Type="http://schemas.openxmlformats.org/officeDocument/2006/relationships/customXml" Target="../ink/ink31.xml"/><Relationship Id="rId13" Type="http://schemas.openxmlformats.org/officeDocument/2006/relationships/customXml" Target="../ink/ink33.xml"/><Relationship Id="rId18" Type="http://schemas.openxmlformats.org/officeDocument/2006/relationships/image" Target="../media/image64.png"/><Relationship Id="rId39" Type="http://schemas.openxmlformats.org/officeDocument/2006/relationships/customXml" Target="../ink/ink46.xml"/><Relationship Id="rId109" Type="http://schemas.openxmlformats.org/officeDocument/2006/relationships/customXml" Target="../ink/ink81.xml"/><Relationship Id="rId34" Type="http://schemas.openxmlformats.org/officeDocument/2006/relationships/image" Target="../media/image72.png"/><Relationship Id="rId50" Type="http://schemas.openxmlformats.org/officeDocument/2006/relationships/image" Target="../media/image80.png"/><Relationship Id="rId55" Type="http://schemas.openxmlformats.org/officeDocument/2006/relationships/customXml" Target="../ink/ink54.xml"/><Relationship Id="rId76" Type="http://schemas.openxmlformats.org/officeDocument/2006/relationships/image" Target="../media/image93.png"/><Relationship Id="rId97" Type="http://schemas.openxmlformats.org/officeDocument/2006/relationships/customXml" Target="../ink/ink75.xml"/><Relationship Id="rId104" Type="http://schemas.openxmlformats.org/officeDocument/2006/relationships/image" Target="../media/image107.png"/><Relationship Id="rId120" Type="http://schemas.openxmlformats.org/officeDocument/2006/relationships/image" Target="../media/image122.png"/><Relationship Id="rId7" Type="http://schemas.openxmlformats.org/officeDocument/2006/relationships/customXml" Target="../ink/ink30.xml"/><Relationship Id="rId71" Type="http://schemas.openxmlformats.org/officeDocument/2006/relationships/customXml" Target="../ink/ink62.xml"/><Relationship Id="rId92" Type="http://schemas.openxmlformats.org/officeDocument/2006/relationships/image" Target="../media/image101.png"/><Relationship Id="rId2" Type="http://schemas.openxmlformats.org/officeDocument/2006/relationships/image" Target="../media/image11.png"/><Relationship Id="rId29" Type="http://schemas.openxmlformats.org/officeDocument/2006/relationships/customXml" Target="../ink/ink41.xml"/><Relationship Id="rId24" Type="http://schemas.openxmlformats.org/officeDocument/2006/relationships/image" Target="../media/image67.png"/><Relationship Id="rId40" Type="http://schemas.openxmlformats.org/officeDocument/2006/relationships/image" Target="../media/image75.png"/><Relationship Id="rId45" Type="http://schemas.openxmlformats.org/officeDocument/2006/relationships/customXml" Target="../ink/ink49.xml"/><Relationship Id="rId66" Type="http://schemas.openxmlformats.org/officeDocument/2006/relationships/image" Target="../media/image88.png"/><Relationship Id="rId87" Type="http://schemas.openxmlformats.org/officeDocument/2006/relationships/customXml" Target="../ink/ink70.xml"/><Relationship Id="rId110" Type="http://schemas.openxmlformats.org/officeDocument/2006/relationships/image" Target="../media/image110.png"/><Relationship Id="rId115" Type="http://schemas.openxmlformats.org/officeDocument/2006/relationships/customXml" Target="../ink/ink84.xml"/><Relationship Id="rId61" Type="http://schemas.openxmlformats.org/officeDocument/2006/relationships/customXml" Target="../ink/ink57.xml"/><Relationship Id="rId82" Type="http://schemas.openxmlformats.org/officeDocument/2006/relationships/image" Target="../media/image96.png"/><Relationship Id="rId19" Type="http://schemas.openxmlformats.org/officeDocument/2006/relationships/customXml" Target="../ink/ink36.xml"/><Relationship Id="rId14" Type="http://schemas.openxmlformats.org/officeDocument/2006/relationships/image" Target="../media/image62.png"/><Relationship Id="rId30" Type="http://schemas.openxmlformats.org/officeDocument/2006/relationships/image" Target="../media/image70.png"/><Relationship Id="rId35" Type="http://schemas.openxmlformats.org/officeDocument/2006/relationships/customXml" Target="../ink/ink44.xml"/><Relationship Id="rId56" Type="http://schemas.openxmlformats.org/officeDocument/2006/relationships/image" Target="../media/image83.png"/><Relationship Id="rId77" Type="http://schemas.openxmlformats.org/officeDocument/2006/relationships/customXml" Target="../ink/ink65.xml"/><Relationship Id="rId100" Type="http://schemas.openxmlformats.org/officeDocument/2006/relationships/image" Target="../media/image105.png"/><Relationship Id="rId105" Type="http://schemas.openxmlformats.org/officeDocument/2006/relationships/customXml" Target="../ink/ink79.xml"/><Relationship Id="rId8" Type="http://schemas.openxmlformats.org/officeDocument/2006/relationships/image" Target="../media/image59.png"/><Relationship Id="rId51" Type="http://schemas.openxmlformats.org/officeDocument/2006/relationships/customXml" Target="../ink/ink52.xml"/><Relationship Id="rId72" Type="http://schemas.openxmlformats.org/officeDocument/2006/relationships/image" Target="../media/image91.png"/><Relationship Id="rId93" Type="http://schemas.openxmlformats.org/officeDocument/2006/relationships/customXml" Target="../ink/ink73.xml"/><Relationship Id="rId98" Type="http://schemas.openxmlformats.org/officeDocument/2006/relationships/image" Target="../media/image104.png"/><Relationship Id="rId121" Type="http://schemas.openxmlformats.org/officeDocument/2006/relationships/customXml" Target="../ink/ink87.xml"/><Relationship Id="rId3" Type="http://schemas.openxmlformats.org/officeDocument/2006/relationships/customXml" Target="../ink/ink28.xml"/><Relationship Id="rId25" Type="http://schemas.openxmlformats.org/officeDocument/2006/relationships/customXml" Target="../ink/ink39.xml"/><Relationship Id="rId46" Type="http://schemas.openxmlformats.org/officeDocument/2006/relationships/image" Target="../media/image78.png"/><Relationship Id="rId67" Type="http://schemas.openxmlformats.org/officeDocument/2006/relationships/customXml" Target="../ink/ink60.xml"/><Relationship Id="rId116" Type="http://schemas.openxmlformats.org/officeDocument/2006/relationships/image" Target="../media/image120.png"/><Relationship Id="rId20" Type="http://schemas.openxmlformats.org/officeDocument/2006/relationships/image" Target="../media/image65.png"/><Relationship Id="rId41" Type="http://schemas.openxmlformats.org/officeDocument/2006/relationships/customXml" Target="../ink/ink47.xml"/><Relationship Id="rId62" Type="http://schemas.openxmlformats.org/officeDocument/2006/relationships/image" Target="../media/image86.png"/><Relationship Id="rId83" Type="http://schemas.openxmlformats.org/officeDocument/2006/relationships/customXml" Target="../ink/ink68.xml"/><Relationship Id="rId88" Type="http://schemas.openxmlformats.org/officeDocument/2006/relationships/image" Target="../media/image99.png"/><Relationship Id="rId111" Type="http://schemas.openxmlformats.org/officeDocument/2006/relationships/customXml" Target="../ink/ink82.xml"/><Relationship Id="rId15" Type="http://schemas.openxmlformats.org/officeDocument/2006/relationships/customXml" Target="../ink/ink34.xml"/><Relationship Id="rId36" Type="http://schemas.openxmlformats.org/officeDocument/2006/relationships/image" Target="../media/image73.png"/><Relationship Id="rId57" Type="http://schemas.openxmlformats.org/officeDocument/2006/relationships/customXml" Target="../ink/ink55.xml"/><Relationship Id="rId106" Type="http://schemas.openxmlformats.org/officeDocument/2006/relationships/image" Target="../media/image108.png"/><Relationship Id="rId10" Type="http://schemas.openxmlformats.org/officeDocument/2006/relationships/image" Target="../media/image60.png"/><Relationship Id="rId31" Type="http://schemas.openxmlformats.org/officeDocument/2006/relationships/customXml" Target="../ink/ink42.xml"/><Relationship Id="rId52" Type="http://schemas.openxmlformats.org/officeDocument/2006/relationships/image" Target="../media/image81.png"/><Relationship Id="rId73" Type="http://schemas.openxmlformats.org/officeDocument/2006/relationships/customXml" Target="../ink/ink63.xml"/><Relationship Id="rId78" Type="http://schemas.openxmlformats.org/officeDocument/2006/relationships/image" Target="../media/image94.png"/><Relationship Id="rId94" Type="http://schemas.openxmlformats.org/officeDocument/2006/relationships/image" Target="../media/image102.png"/><Relationship Id="rId99" Type="http://schemas.openxmlformats.org/officeDocument/2006/relationships/customXml" Target="../ink/ink76.xml"/><Relationship Id="rId101" Type="http://schemas.openxmlformats.org/officeDocument/2006/relationships/customXml" Target="../ink/ink77.xml"/><Relationship Id="rId122" Type="http://schemas.openxmlformats.org/officeDocument/2006/relationships/image" Target="../media/image1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.xml"/><Relationship Id="rId3" Type="http://schemas.openxmlformats.org/officeDocument/2006/relationships/image" Target="../media/image16.png"/><Relationship Id="rId7" Type="http://schemas.openxmlformats.org/officeDocument/2006/relationships/image" Target="../media/image69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0.xml"/><Relationship Id="rId11" Type="http://schemas.openxmlformats.org/officeDocument/2006/relationships/image" Target="../media/image711.png"/><Relationship Id="rId5" Type="http://schemas.openxmlformats.org/officeDocument/2006/relationships/image" Target="../media/image680.png"/><Relationship Id="rId10" Type="http://schemas.openxmlformats.org/officeDocument/2006/relationships/customXml" Target="../ink/ink92.xml"/><Relationship Id="rId4" Type="http://schemas.openxmlformats.org/officeDocument/2006/relationships/customXml" Target="../ink/ink89.xml"/><Relationship Id="rId9" Type="http://schemas.openxmlformats.org/officeDocument/2006/relationships/image" Target="../media/image70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3" Type="http://schemas.openxmlformats.org/officeDocument/2006/relationships/customXml" Target="../ink/ink93.xml"/><Relationship Id="rId7" Type="http://schemas.openxmlformats.org/officeDocument/2006/relationships/customXml" Target="../ink/ink9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0.png"/><Relationship Id="rId5" Type="http://schemas.openxmlformats.org/officeDocument/2006/relationships/customXml" Target="../ink/ink94.xml"/><Relationship Id="rId4" Type="http://schemas.openxmlformats.org/officeDocument/2006/relationships/image" Target="../media/image78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0.xml"/><Relationship Id="rId18" Type="http://schemas.openxmlformats.org/officeDocument/2006/relationships/image" Target="../media/image890.png"/><Relationship Id="rId26" Type="http://schemas.openxmlformats.org/officeDocument/2006/relationships/image" Target="../media/image930.png"/><Relationship Id="rId39" Type="http://schemas.openxmlformats.org/officeDocument/2006/relationships/customXml" Target="../ink/ink113.xml"/><Relationship Id="rId21" Type="http://schemas.openxmlformats.org/officeDocument/2006/relationships/customXml" Target="../ink/ink104.xml"/><Relationship Id="rId34" Type="http://schemas.openxmlformats.org/officeDocument/2006/relationships/image" Target="../media/image970.png"/><Relationship Id="rId42" Type="http://schemas.openxmlformats.org/officeDocument/2006/relationships/image" Target="../media/image1010.png"/><Relationship Id="rId47" Type="http://schemas.openxmlformats.org/officeDocument/2006/relationships/customXml" Target="../ink/ink117.xml"/><Relationship Id="rId50" Type="http://schemas.openxmlformats.org/officeDocument/2006/relationships/image" Target="../media/image1051.png"/><Relationship Id="rId7" Type="http://schemas.openxmlformats.org/officeDocument/2006/relationships/customXml" Target="../ink/ink98.xml"/><Relationship Id="rId2" Type="http://schemas.openxmlformats.org/officeDocument/2006/relationships/image" Target="../media/image18.png"/><Relationship Id="rId16" Type="http://schemas.openxmlformats.org/officeDocument/2006/relationships/image" Target="../media/image880.png"/><Relationship Id="rId29" Type="http://schemas.openxmlformats.org/officeDocument/2006/relationships/customXml" Target="../ink/ink108.xml"/><Relationship Id="rId24" Type="http://schemas.openxmlformats.org/officeDocument/2006/relationships/image" Target="../media/image920.png"/><Relationship Id="rId32" Type="http://schemas.openxmlformats.org/officeDocument/2006/relationships/image" Target="../media/image960.png"/><Relationship Id="rId37" Type="http://schemas.openxmlformats.org/officeDocument/2006/relationships/customXml" Target="../ink/ink112.xml"/><Relationship Id="rId40" Type="http://schemas.openxmlformats.org/officeDocument/2006/relationships/image" Target="../media/image1000.png"/><Relationship Id="rId45" Type="http://schemas.openxmlformats.org/officeDocument/2006/relationships/customXml" Target="../ink/ink116.xml"/><Relationship Id="rId53" Type="http://schemas.openxmlformats.org/officeDocument/2006/relationships/customXml" Target="../ink/ink120.xml"/><Relationship Id="rId5" Type="http://schemas.openxmlformats.org/officeDocument/2006/relationships/customXml" Target="../ink/ink97.xml"/><Relationship Id="rId15" Type="http://schemas.openxmlformats.org/officeDocument/2006/relationships/customXml" Target="../ink/ink101.xml"/><Relationship Id="rId23" Type="http://schemas.openxmlformats.org/officeDocument/2006/relationships/customXml" Target="../ink/ink105.xml"/><Relationship Id="rId28" Type="http://schemas.openxmlformats.org/officeDocument/2006/relationships/image" Target="../media/image940.png"/><Relationship Id="rId36" Type="http://schemas.openxmlformats.org/officeDocument/2006/relationships/image" Target="../media/image980.png"/><Relationship Id="rId49" Type="http://schemas.openxmlformats.org/officeDocument/2006/relationships/customXml" Target="../ink/ink118.xml"/><Relationship Id="rId19" Type="http://schemas.openxmlformats.org/officeDocument/2006/relationships/customXml" Target="../ink/ink103.xml"/><Relationship Id="rId31" Type="http://schemas.openxmlformats.org/officeDocument/2006/relationships/customXml" Target="../ink/ink109.xml"/><Relationship Id="rId44" Type="http://schemas.openxmlformats.org/officeDocument/2006/relationships/image" Target="../media/image1020.png"/><Relationship Id="rId52" Type="http://schemas.openxmlformats.org/officeDocument/2006/relationships/image" Target="../media/image1061.png"/><Relationship Id="rId4" Type="http://schemas.openxmlformats.org/officeDocument/2006/relationships/image" Target="../media/image511.png"/><Relationship Id="rId9" Type="http://schemas.openxmlformats.org/officeDocument/2006/relationships/customXml" Target="../ink/ink99.xml"/><Relationship Id="rId14" Type="http://schemas.openxmlformats.org/officeDocument/2006/relationships/image" Target="../media/image870.png"/><Relationship Id="rId22" Type="http://schemas.openxmlformats.org/officeDocument/2006/relationships/image" Target="../media/image910.png"/><Relationship Id="rId27" Type="http://schemas.openxmlformats.org/officeDocument/2006/relationships/customXml" Target="../ink/ink107.xml"/><Relationship Id="rId30" Type="http://schemas.openxmlformats.org/officeDocument/2006/relationships/image" Target="../media/image950.png"/><Relationship Id="rId35" Type="http://schemas.openxmlformats.org/officeDocument/2006/relationships/customXml" Target="../ink/ink111.xml"/><Relationship Id="rId43" Type="http://schemas.openxmlformats.org/officeDocument/2006/relationships/customXml" Target="../ink/ink115.xml"/><Relationship Id="rId48" Type="http://schemas.openxmlformats.org/officeDocument/2006/relationships/image" Target="../media/image1041.png"/><Relationship Id="rId8" Type="http://schemas.openxmlformats.org/officeDocument/2006/relationships/image" Target="../media/image712.png"/><Relationship Id="rId51" Type="http://schemas.openxmlformats.org/officeDocument/2006/relationships/customXml" Target="../ink/ink119.xml"/><Relationship Id="rId3" Type="http://schemas.openxmlformats.org/officeDocument/2006/relationships/customXml" Target="../ink/ink96.xml"/><Relationship Id="rId12" Type="http://schemas.openxmlformats.org/officeDocument/2006/relationships/image" Target="../media/image860.png"/><Relationship Id="rId17" Type="http://schemas.openxmlformats.org/officeDocument/2006/relationships/customXml" Target="../ink/ink102.xml"/><Relationship Id="rId25" Type="http://schemas.openxmlformats.org/officeDocument/2006/relationships/customXml" Target="../ink/ink106.xml"/><Relationship Id="rId33" Type="http://schemas.openxmlformats.org/officeDocument/2006/relationships/customXml" Target="../ink/ink110.xml"/><Relationship Id="rId38" Type="http://schemas.openxmlformats.org/officeDocument/2006/relationships/image" Target="../media/image990.png"/><Relationship Id="rId46" Type="http://schemas.openxmlformats.org/officeDocument/2006/relationships/image" Target="../media/image1031.png"/><Relationship Id="rId20" Type="http://schemas.openxmlformats.org/officeDocument/2006/relationships/image" Target="../media/image900.png"/><Relationship Id="rId41" Type="http://schemas.openxmlformats.org/officeDocument/2006/relationships/customXml" Target="../ink/ink114.xml"/><Relationship Id="rId54" Type="http://schemas.openxmlformats.org/officeDocument/2006/relationships/image" Target="../media/image10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customXml" Target="../ink/ink1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1.png"/><Relationship Id="rId4" Type="http://schemas.openxmlformats.org/officeDocument/2006/relationships/customXml" Target="../ink/ink1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5.xml"/><Relationship Id="rId3" Type="http://schemas.openxmlformats.org/officeDocument/2006/relationships/image" Target="../media/image22.png"/><Relationship Id="rId7" Type="http://schemas.openxmlformats.org/officeDocument/2006/relationships/image" Target="../media/image7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.xml"/><Relationship Id="rId5" Type="http://schemas.openxmlformats.org/officeDocument/2006/relationships/image" Target="../media/image740.png"/><Relationship Id="rId4" Type="http://schemas.openxmlformats.org/officeDocument/2006/relationships/customXml" Target="../ink/ink123.xml"/><Relationship Id="rId9" Type="http://schemas.openxmlformats.org/officeDocument/2006/relationships/image" Target="../media/image76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40.png"/><Relationship Id="rId21" Type="http://schemas.openxmlformats.org/officeDocument/2006/relationships/customXml" Target="../ink/ink135.xml"/><Relationship Id="rId34" Type="http://schemas.openxmlformats.org/officeDocument/2006/relationships/customXml" Target="../ink/ink142.xml"/><Relationship Id="rId42" Type="http://schemas.openxmlformats.org/officeDocument/2006/relationships/customXml" Target="../ink/ink146.xml"/><Relationship Id="rId47" Type="http://schemas.openxmlformats.org/officeDocument/2006/relationships/image" Target="../media/image1240.png"/><Relationship Id="rId50" Type="http://schemas.openxmlformats.org/officeDocument/2006/relationships/customXml" Target="../ink/ink150.xml"/><Relationship Id="rId55" Type="http://schemas.openxmlformats.org/officeDocument/2006/relationships/image" Target="../media/image1280.png"/><Relationship Id="rId63" Type="http://schemas.openxmlformats.org/officeDocument/2006/relationships/image" Target="../media/image1320.png"/><Relationship Id="rId7" Type="http://schemas.openxmlformats.org/officeDocument/2006/relationships/customXml" Target="../ink/ink128.xml"/><Relationship Id="rId2" Type="http://schemas.openxmlformats.org/officeDocument/2006/relationships/image" Target="../media/image119.png"/><Relationship Id="rId16" Type="http://schemas.openxmlformats.org/officeDocument/2006/relationships/image" Target="../media/image1090.png"/><Relationship Id="rId29" Type="http://schemas.openxmlformats.org/officeDocument/2006/relationships/image" Target="../media/image1150.png"/><Relationship Id="rId11" Type="http://schemas.openxmlformats.org/officeDocument/2006/relationships/customXml" Target="../ink/ink130.xml"/><Relationship Id="rId24" Type="http://schemas.openxmlformats.org/officeDocument/2006/relationships/image" Target="../media/image1130.png"/><Relationship Id="rId32" Type="http://schemas.openxmlformats.org/officeDocument/2006/relationships/customXml" Target="../ink/ink141.xml"/><Relationship Id="rId37" Type="http://schemas.openxmlformats.org/officeDocument/2006/relationships/image" Target="../media/image1190.png"/><Relationship Id="rId40" Type="http://schemas.openxmlformats.org/officeDocument/2006/relationships/customXml" Target="../ink/ink145.xml"/><Relationship Id="rId45" Type="http://schemas.openxmlformats.org/officeDocument/2006/relationships/image" Target="../media/image1230.png"/><Relationship Id="rId53" Type="http://schemas.openxmlformats.org/officeDocument/2006/relationships/image" Target="../media/image1270.png"/><Relationship Id="rId58" Type="http://schemas.openxmlformats.org/officeDocument/2006/relationships/customXml" Target="../ink/ink154.xml"/><Relationship Id="rId66" Type="http://schemas.openxmlformats.org/officeDocument/2006/relationships/customXml" Target="../ink/ink158.xml"/><Relationship Id="rId5" Type="http://schemas.openxmlformats.org/officeDocument/2006/relationships/customXml" Target="../ink/ink127.xml"/><Relationship Id="rId61" Type="http://schemas.openxmlformats.org/officeDocument/2006/relationships/image" Target="../media/image1310.png"/><Relationship Id="rId19" Type="http://schemas.openxmlformats.org/officeDocument/2006/relationships/customXml" Target="../ink/ink134.xml"/><Relationship Id="rId14" Type="http://schemas.openxmlformats.org/officeDocument/2006/relationships/image" Target="../media/image1080.png"/><Relationship Id="rId22" Type="http://schemas.openxmlformats.org/officeDocument/2006/relationships/image" Target="../media/image1120.png"/><Relationship Id="rId27" Type="http://schemas.openxmlformats.org/officeDocument/2006/relationships/customXml" Target="../ink/ink138.xml"/><Relationship Id="rId30" Type="http://schemas.openxmlformats.org/officeDocument/2006/relationships/customXml" Target="../ink/ink140.xml"/><Relationship Id="rId35" Type="http://schemas.openxmlformats.org/officeDocument/2006/relationships/image" Target="../media/image1180.png"/><Relationship Id="rId43" Type="http://schemas.openxmlformats.org/officeDocument/2006/relationships/image" Target="../media/image1220.png"/><Relationship Id="rId48" Type="http://schemas.openxmlformats.org/officeDocument/2006/relationships/customXml" Target="../ink/ink149.xml"/><Relationship Id="rId56" Type="http://schemas.openxmlformats.org/officeDocument/2006/relationships/customXml" Target="../ink/ink153.xml"/><Relationship Id="rId64" Type="http://schemas.openxmlformats.org/officeDocument/2006/relationships/customXml" Target="../ink/ink157.xml"/><Relationship Id="rId8" Type="http://schemas.openxmlformats.org/officeDocument/2006/relationships/image" Target="../media/image1050.png"/><Relationship Id="rId51" Type="http://schemas.openxmlformats.org/officeDocument/2006/relationships/image" Target="../media/image1260.png"/><Relationship Id="rId3" Type="http://schemas.openxmlformats.org/officeDocument/2006/relationships/customXml" Target="../ink/ink126.xml"/><Relationship Id="rId12" Type="http://schemas.openxmlformats.org/officeDocument/2006/relationships/image" Target="../media/image1070.png"/><Relationship Id="rId17" Type="http://schemas.openxmlformats.org/officeDocument/2006/relationships/customXml" Target="../ink/ink133.xml"/><Relationship Id="rId25" Type="http://schemas.openxmlformats.org/officeDocument/2006/relationships/customXml" Target="../ink/ink137.xml"/><Relationship Id="rId33" Type="http://schemas.openxmlformats.org/officeDocument/2006/relationships/image" Target="../media/image1170.png"/><Relationship Id="rId38" Type="http://schemas.openxmlformats.org/officeDocument/2006/relationships/customXml" Target="../ink/ink144.xml"/><Relationship Id="rId46" Type="http://schemas.openxmlformats.org/officeDocument/2006/relationships/customXml" Target="../ink/ink148.xml"/><Relationship Id="rId59" Type="http://schemas.openxmlformats.org/officeDocument/2006/relationships/image" Target="../media/image1300.png"/><Relationship Id="rId67" Type="http://schemas.openxmlformats.org/officeDocument/2006/relationships/image" Target="../media/image1340.png"/><Relationship Id="rId20" Type="http://schemas.openxmlformats.org/officeDocument/2006/relationships/image" Target="../media/image1110.png"/><Relationship Id="rId41" Type="http://schemas.openxmlformats.org/officeDocument/2006/relationships/image" Target="../media/image1210.png"/><Relationship Id="rId54" Type="http://schemas.openxmlformats.org/officeDocument/2006/relationships/customXml" Target="../ink/ink152.xml"/><Relationship Id="rId62" Type="http://schemas.openxmlformats.org/officeDocument/2006/relationships/customXml" Target="../ink/ink1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0.png"/><Relationship Id="rId15" Type="http://schemas.openxmlformats.org/officeDocument/2006/relationships/customXml" Target="../ink/ink132.xml"/><Relationship Id="rId23" Type="http://schemas.openxmlformats.org/officeDocument/2006/relationships/customXml" Target="../ink/ink136.xml"/><Relationship Id="rId28" Type="http://schemas.openxmlformats.org/officeDocument/2006/relationships/customXml" Target="../ink/ink139.xml"/><Relationship Id="rId36" Type="http://schemas.openxmlformats.org/officeDocument/2006/relationships/customXml" Target="../ink/ink143.xml"/><Relationship Id="rId49" Type="http://schemas.openxmlformats.org/officeDocument/2006/relationships/image" Target="../media/image1250.png"/><Relationship Id="rId57" Type="http://schemas.openxmlformats.org/officeDocument/2006/relationships/image" Target="../media/image1290.png"/><Relationship Id="rId10" Type="http://schemas.openxmlformats.org/officeDocument/2006/relationships/image" Target="../media/image1060.png"/><Relationship Id="rId31" Type="http://schemas.openxmlformats.org/officeDocument/2006/relationships/image" Target="../media/image1160.png"/><Relationship Id="rId44" Type="http://schemas.openxmlformats.org/officeDocument/2006/relationships/customXml" Target="../ink/ink147.xml"/><Relationship Id="rId52" Type="http://schemas.openxmlformats.org/officeDocument/2006/relationships/customXml" Target="../ink/ink151.xml"/><Relationship Id="rId60" Type="http://schemas.openxmlformats.org/officeDocument/2006/relationships/customXml" Target="../ink/ink155.xml"/><Relationship Id="rId65" Type="http://schemas.openxmlformats.org/officeDocument/2006/relationships/image" Target="../media/image1330.png"/><Relationship Id="rId4" Type="http://schemas.openxmlformats.org/officeDocument/2006/relationships/image" Target="../media/image1030.png"/><Relationship Id="rId9" Type="http://schemas.openxmlformats.org/officeDocument/2006/relationships/customXml" Target="../ink/ink129.xml"/><Relationship Id="rId13" Type="http://schemas.openxmlformats.org/officeDocument/2006/relationships/customXml" Target="../ink/ink131.xml"/><Relationship Id="rId18" Type="http://schemas.openxmlformats.org/officeDocument/2006/relationships/image" Target="../media/image1100.png"/><Relationship Id="rId39" Type="http://schemas.openxmlformats.org/officeDocument/2006/relationships/image" Target="../media/image12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9.xml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customXml" Target="../ink/ink167.xml"/><Relationship Id="rId18" Type="http://schemas.openxmlformats.org/officeDocument/2006/relationships/customXml" Target="../ink/ink172.xml"/><Relationship Id="rId3" Type="http://schemas.openxmlformats.org/officeDocument/2006/relationships/customXml" Target="../ink/ink160.xml"/><Relationship Id="rId21" Type="http://schemas.openxmlformats.org/officeDocument/2006/relationships/customXml" Target="../ink/ink175.xml"/><Relationship Id="rId7" Type="http://schemas.openxmlformats.org/officeDocument/2006/relationships/customXml" Target="../ink/ink162.xml"/><Relationship Id="rId12" Type="http://schemas.openxmlformats.org/officeDocument/2006/relationships/customXml" Target="../ink/ink166.xml"/><Relationship Id="rId17" Type="http://schemas.openxmlformats.org/officeDocument/2006/relationships/customXml" Target="../ink/ink171.xml"/><Relationship Id="rId2" Type="http://schemas.openxmlformats.org/officeDocument/2006/relationships/image" Target="../media/image126.png"/><Relationship Id="rId16" Type="http://schemas.openxmlformats.org/officeDocument/2006/relationships/customXml" Target="../ink/ink170.xml"/><Relationship Id="rId20" Type="http://schemas.openxmlformats.org/officeDocument/2006/relationships/customXml" Target="../ink/ink1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customXml" Target="../ink/ink165.xml"/><Relationship Id="rId5" Type="http://schemas.openxmlformats.org/officeDocument/2006/relationships/customXml" Target="../ink/ink161.xml"/><Relationship Id="rId15" Type="http://schemas.openxmlformats.org/officeDocument/2006/relationships/customXml" Target="../ink/ink169.xml"/><Relationship Id="rId23" Type="http://schemas.openxmlformats.org/officeDocument/2006/relationships/customXml" Target="../ink/ink177.xml"/><Relationship Id="rId10" Type="http://schemas.openxmlformats.org/officeDocument/2006/relationships/customXml" Target="../ink/ink164.xml"/><Relationship Id="rId19" Type="http://schemas.openxmlformats.org/officeDocument/2006/relationships/customXml" Target="../ink/ink173.xml"/><Relationship Id="rId4" Type="http://schemas.openxmlformats.org/officeDocument/2006/relationships/image" Target="../media/image240.png"/><Relationship Id="rId9" Type="http://schemas.openxmlformats.org/officeDocument/2006/relationships/customXml" Target="../ink/ink163.xml"/><Relationship Id="rId14" Type="http://schemas.openxmlformats.org/officeDocument/2006/relationships/customXml" Target="../ink/ink168.xml"/><Relationship Id="rId22" Type="http://schemas.openxmlformats.org/officeDocument/2006/relationships/customXml" Target="../ink/ink176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3.xml"/><Relationship Id="rId18" Type="http://schemas.openxmlformats.org/officeDocument/2006/relationships/image" Target="../media/image1470.png"/><Relationship Id="rId26" Type="http://schemas.openxmlformats.org/officeDocument/2006/relationships/image" Target="../media/image151.png"/><Relationship Id="rId39" Type="http://schemas.openxmlformats.org/officeDocument/2006/relationships/customXml" Target="../ink/ink196.xml"/><Relationship Id="rId21" Type="http://schemas.openxmlformats.org/officeDocument/2006/relationships/customXml" Target="../ink/ink187.xml"/><Relationship Id="rId34" Type="http://schemas.openxmlformats.org/officeDocument/2006/relationships/image" Target="../media/image155.png"/><Relationship Id="rId42" Type="http://schemas.openxmlformats.org/officeDocument/2006/relationships/image" Target="../media/image159.png"/><Relationship Id="rId7" Type="http://schemas.openxmlformats.org/officeDocument/2006/relationships/customXml" Target="../ink/ink180.xml"/><Relationship Id="rId2" Type="http://schemas.openxmlformats.org/officeDocument/2006/relationships/image" Target="../media/image127.png"/><Relationship Id="rId16" Type="http://schemas.openxmlformats.org/officeDocument/2006/relationships/image" Target="../media/image1460.png"/><Relationship Id="rId20" Type="http://schemas.openxmlformats.org/officeDocument/2006/relationships/image" Target="../media/image1480.png"/><Relationship Id="rId29" Type="http://schemas.openxmlformats.org/officeDocument/2006/relationships/customXml" Target="../ink/ink191.xml"/><Relationship Id="rId41" Type="http://schemas.openxmlformats.org/officeDocument/2006/relationships/customXml" Target="../ink/ink1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0.png"/><Relationship Id="rId11" Type="http://schemas.openxmlformats.org/officeDocument/2006/relationships/customXml" Target="../ink/ink182.xml"/><Relationship Id="rId24" Type="http://schemas.openxmlformats.org/officeDocument/2006/relationships/image" Target="../media/image150.png"/><Relationship Id="rId32" Type="http://schemas.openxmlformats.org/officeDocument/2006/relationships/image" Target="../media/image154.png"/><Relationship Id="rId37" Type="http://schemas.openxmlformats.org/officeDocument/2006/relationships/customXml" Target="../ink/ink195.xml"/><Relationship Id="rId40" Type="http://schemas.openxmlformats.org/officeDocument/2006/relationships/image" Target="../media/image158.png"/><Relationship Id="rId5" Type="http://schemas.openxmlformats.org/officeDocument/2006/relationships/customXml" Target="../ink/ink179.xml"/><Relationship Id="rId15" Type="http://schemas.openxmlformats.org/officeDocument/2006/relationships/customXml" Target="../ink/ink184.xml"/><Relationship Id="rId23" Type="http://schemas.openxmlformats.org/officeDocument/2006/relationships/customXml" Target="../ink/ink188.xml"/><Relationship Id="rId28" Type="http://schemas.openxmlformats.org/officeDocument/2006/relationships/image" Target="../media/image152.png"/><Relationship Id="rId36" Type="http://schemas.openxmlformats.org/officeDocument/2006/relationships/image" Target="../media/image156.png"/><Relationship Id="rId10" Type="http://schemas.openxmlformats.org/officeDocument/2006/relationships/image" Target="../media/image1430.png"/><Relationship Id="rId19" Type="http://schemas.openxmlformats.org/officeDocument/2006/relationships/customXml" Target="../ink/ink186.xml"/><Relationship Id="rId31" Type="http://schemas.openxmlformats.org/officeDocument/2006/relationships/customXml" Target="../ink/ink192.xml"/><Relationship Id="rId4" Type="http://schemas.openxmlformats.org/officeDocument/2006/relationships/image" Target="../media/image1400.png"/><Relationship Id="rId9" Type="http://schemas.openxmlformats.org/officeDocument/2006/relationships/customXml" Target="../ink/ink181.xml"/><Relationship Id="rId14" Type="http://schemas.openxmlformats.org/officeDocument/2006/relationships/image" Target="../media/image1450.png"/><Relationship Id="rId22" Type="http://schemas.openxmlformats.org/officeDocument/2006/relationships/image" Target="../media/image149.png"/><Relationship Id="rId27" Type="http://schemas.openxmlformats.org/officeDocument/2006/relationships/customXml" Target="../ink/ink190.xml"/><Relationship Id="rId30" Type="http://schemas.openxmlformats.org/officeDocument/2006/relationships/image" Target="../media/image153.png"/><Relationship Id="rId35" Type="http://schemas.openxmlformats.org/officeDocument/2006/relationships/customXml" Target="../ink/ink194.xml"/><Relationship Id="rId8" Type="http://schemas.openxmlformats.org/officeDocument/2006/relationships/image" Target="../media/image1420.png"/><Relationship Id="rId3" Type="http://schemas.openxmlformats.org/officeDocument/2006/relationships/customXml" Target="../ink/ink178.xml"/><Relationship Id="rId12" Type="http://schemas.openxmlformats.org/officeDocument/2006/relationships/image" Target="../media/image1440.png"/><Relationship Id="rId17" Type="http://schemas.openxmlformats.org/officeDocument/2006/relationships/customXml" Target="../ink/ink185.xml"/><Relationship Id="rId25" Type="http://schemas.openxmlformats.org/officeDocument/2006/relationships/customXml" Target="../ink/ink189.xml"/><Relationship Id="rId33" Type="http://schemas.openxmlformats.org/officeDocument/2006/relationships/customXml" Target="../ink/ink193.xml"/><Relationship Id="rId38" Type="http://schemas.openxmlformats.org/officeDocument/2006/relationships/image" Target="../media/image15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1.xml"/><Relationship Id="rId13" Type="http://schemas.openxmlformats.org/officeDocument/2006/relationships/image" Target="../media/image165.png"/><Relationship Id="rId18" Type="http://schemas.openxmlformats.org/officeDocument/2006/relationships/customXml" Target="../ink/ink206.xml"/><Relationship Id="rId26" Type="http://schemas.openxmlformats.org/officeDocument/2006/relationships/customXml" Target="../ink/ink210.xml"/><Relationship Id="rId3" Type="http://schemas.openxmlformats.org/officeDocument/2006/relationships/image" Target="../media/image160.png"/><Relationship Id="rId21" Type="http://schemas.openxmlformats.org/officeDocument/2006/relationships/image" Target="../media/image169.png"/><Relationship Id="rId7" Type="http://schemas.openxmlformats.org/officeDocument/2006/relationships/image" Target="../media/image162.png"/><Relationship Id="rId12" Type="http://schemas.openxmlformats.org/officeDocument/2006/relationships/customXml" Target="../ink/ink203.xml"/><Relationship Id="rId17" Type="http://schemas.openxmlformats.org/officeDocument/2006/relationships/image" Target="../media/image167.png"/><Relationship Id="rId25" Type="http://schemas.openxmlformats.org/officeDocument/2006/relationships/image" Target="../media/image171.png"/><Relationship Id="rId2" Type="http://schemas.openxmlformats.org/officeDocument/2006/relationships/customXml" Target="../ink/ink198.xml"/><Relationship Id="rId16" Type="http://schemas.openxmlformats.org/officeDocument/2006/relationships/customXml" Target="../ink/ink205.xml"/><Relationship Id="rId20" Type="http://schemas.openxmlformats.org/officeDocument/2006/relationships/customXml" Target="../ink/ink207.xml"/><Relationship Id="rId29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0.xml"/><Relationship Id="rId11" Type="http://schemas.openxmlformats.org/officeDocument/2006/relationships/image" Target="../media/image164.png"/><Relationship Id="rId24" Type="http://schemas.openxmlformats.org/officeDocument/2006/relationships/customXml" Target="../ink/ink209.xml"/><Relationship Id="rId5" Type="http://schemas.openxmlformats.org/officeDocument/2006/relationships/image" Target="../media/image161.png"/><Relationship Id="rId15" Type="http://schemas.openxmlformats.org/officeDocument/2006/relationships/image" Target="../media/image166.png"/><Relationship Id="rId23" Type="http://schemas.openxmlformats.org/officeDocument/2006/relationships/image" Target="../media/image170.png"/><Relationship Id="rId28" Type="http://schemas.openxmlformats.org/officeDocument/2006/relationships/customXml" Target="../ink/ink211.xml"/><Relationship Id="rId10" Type="http://schemas.openxmlformats.org/officeDocument/2006/relationships/customXml" Target="../ink/ink202.xml"/><Relationship Id="rId19" Type="http://schemas.openxmlformats.org/officeDocument/2006/relationships/image" Target="../media/image168.png"/><Relationship Id="rId4" Type="http://schemas.openxmlformats.org/officeDocument/2006/relationships/customXml" Target="../ink/ink199.xml"/><Relationship Id="rId9" Type="http://schemas.openxmlformats.org/officeDocument/2006/relationships/image" Target="../media/image163.png"/><Relationship Id="rId14" Type="http://schemas.openxmlformats.org/officeDocument/2006/relationships/customXml" Target="../ink/ink204.xml"/><Relationship Id="rId22" Type="http://schemas.openxmlformats.org/officeDocument/2006/relationships/customXml" Target="../ink/ink208.xml"/><Relationship Id="rId27" Type="http://schemas.openxmlformats.org/officeDocument/2006/relationships/image" Target="../media/image17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5.xml"/><Relationship Id="rId13" Type="http://schemas.openxmlformats.org/officeDocument/2006/relationships/image" Target="../media/image179.png"/><Relationship Id="rId18" Type="http://schemas.openxmlformats.org/officeDocument/2006/relationships/customXml" Target="../ink/ink220.xml"/><Relationship Id="rId3" Type="http://schemas.openxmlformats.org/officeDocument/2006/relationships/image" Target="../media/image174.png"/><Relationship Id="rId21" Type="http://schemas.openxmlformats.org/officeDocument/2006/relationships/image" Target="../media/image183.png"/><Relationship Id="rId7" Type="http://schemas.openxmlformats.org/officeDocument/2006/relationships/image" Target="../media/image176.png"/><Relationship Id="rId12" Type="http://schemas.openxmlformats.org/officeDocument/2006/relationships/customXml" Target="../ink/ink217.xml"/><Relationship Id="rId17" Type="http://schemas.openxmlformats.org/officeDocument/2006/relationships/image" Target="../media/image181.png"/><Relationship Id="rId25" Type="http://schemas.openxmlformats.org/officeDocument/2006/relationships/image" Target="../media/image185.png"/><Relationship Id="rId2" Type="http://schemas.openxmlformats.org/officeDocument/2006/relationships/customXml" Target="../ink/ink212.xml"/><Relationship Id="rId16" Type="http://schemas.openxmlformats.org/officeDocument/2006/relationships/customXml" Target="../ink/ink219.xml"/><Relationship Id="rId20" Type="http://schemas.openxmlformats.org/officeDocument/2006/relationships/customXml" Target="../ink/ink2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4.xml"/><Relationship Id="rId11" Type="http://schemas.openxmlformats.org/officeDocument/2006/relationships/image" Target="../media/image178.png"/><Relationship Id="rId24" Type="http://schemas.openxmlformats.org/officeDocument/2006/relationships/customXml" Target="../ink/ink223.xml"/><Relationship Id="rId5" Type="http://schemas.openxmlformats.org/officeDocument/2006/relationships/image" Target="../media/image175.png"/><Relationship Id="rId15" Type="http://schemas.openxmlformats.org/officeDocument/2006/relationships/image" Target="../media/image180.png"/><Relationship Id="rId23" Type="http://schemas.openxmlformats.org/officeDocument/2006/relationships/image" Target="../media/image184.png"/><Relationship Id="rId10" Type="http://schemas.openxmlformats.org/officeDocument/2006/relationships/customXml" Target="../ink/ink216.xml"/><Relationship Id="rId19" Type="http://schemas.openxmlformats.org/officeDocument/2006/relationships/image" Target="../media/image182.png"/><Relationship Id="rId4" Type="http://schemas.openxmlformats.org/officeDocument/2006/relationships/customXml" Target="../ink/ink213.xml"/><Relationship Id="rId9" Type="http://schemas.openxmlformats.org/officeDocument/2006/relationships/image" Target="../media/image177.png"/><Relationship Id="rId14" Type="http://schemas.openxmlformats.org/officeDocument/2006/relationships/customXml" Target="../ink/ink218.xml"/><Relationship Id="rId22" Type="http://schemas.openxmlformats.org/officeDocument/2006/relationships/customXml" Target="../ink/ink2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</a:t>
            </a:r>
            <a:r>
              <a:rPr lang="en-US" sz="3600" b="1" dirty="0">
                <a:solidFill>
                  <a:srgbClr val="FF0000"/>
                </a:solidFill>
              </a:rPr>
              <a:t>5</a:t>
            </a:r>
            <a:r>
              <a:rPr lang="ro-RO" sz="3600" b="1" dirty="0">
                <a:solidFill>
                  <a:srgbClr val="FF0000"/>
                </a:solidFill>
              </a:rPr>
              <a:t>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</a:t>
            </a:r>
            <a:r>
              <a:rPr lang="en-US" sz="3200" b="1" dirty="0">
                <a:solidFill>
                  <a:srgbClr val="0000FF"/>
                </a:solidFill>
              </a:rPr>
              <a:t>2</a:t>
            </a:r>
            <a:r>
              <a:rPr lang="ro-RO" sz="3200" b="1" dirty="0">
                <a:solidFill>
                  <a:srgbClr val="0000FF"/>
                </a:solidFill>
              </a:rPr>
              <a:t>7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Octombrie 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lvl="2"/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Metode de introducere a stării de HALT în diagrame de tranziție date</a:t>
            </a:r>
            <a:endParaRPr lang="en-US" sz="2400" b="1" dirty="0">
              <a:solidFill>
                <a:srgbClr val="0000FF"/>
              </a:solidFill>
              <a:latin typeface="Calibri" panose="020F0502020204030204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d</a:t>
            </a:r>
            <a:r>
              <a:rPr lang="en-US" sz="2000" b="1" dirty="0" err="1">
                <a:latin typeface="Calibri" panose="020F0502020204030204"/>
              </a:rPr>
              <a:t>ublarea</a:t>
            </a:r>
            <a:r>
              <a:rPr lang="en-US" sz="2000" b="1" dirty="0">
                <a:latin typeface="Calibri" panose="020F0502020204030204"/>
              </a:rPr>
              <a:t> </a:t>
            </a:r>
            <a:r>
              <a:rPr lang="ro-RO" sz="2000" b="1" dirty="0">
                <a:latin typeface="Calibri" panose="020F0502020204030204"/>
              </a:rPr>
              <a:t>numărului de stări;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introducerea unei stări dedicate pentru Halt;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metoda supervizării (blocarea tranzițiilor);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Relee de timp (</a:t>
            </a:r>
            <a:r>
              <a:rPr lang="ro-RO" sz="2400" b="1" dirty="0" err="1">
                <a:solidFill>
                  <a:srgbClr val="0000FF"/>
                </a:solidFill>
              </a:rPr>
              <a:t>Timere</a:t>
            </a:r>
            <a:r>
              <a:rPr lang="ro-RO" sz="2400" b="1" dirty="0">
                <a:solidFill>
                  <a:srgbClr val="0000FF"/>
                </a:solidFill>
              </a:rPr>
              <a:t>) 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TON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TOFF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RTO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3) Aplicații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Introducerea temporizărilor într-o diagramă de tranziție dată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Cazul 1: folosind o stare dedicată;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Cazul 2: folosind același număr de stări; </a:t>
            </a:r>
            <a:endParaRPr lang="ro-RO" sz="2400" b="1" dirty="0">
              <a:latin typeface="Calibri" panose="020F0502020204030204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Generarea secvențelor de timp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diagrame de timp cu o singură trecere;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diagrame de timp repetitive;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diagrame de timp repetitive cu număr impus de treceri;</a:t>
            </a:r>
          </a:p>
        </p:txBody>
      </p:sp>
    </p:spTree>
    <p:extLst>
      <p:ext uri="{BB962C8B-B14F-4D97-AF65-F5344CB8AC3E}">
        <p14:creationId xmlns:p14="http://schemas.microsoft.com/office/powerpoint/2010/main" val="28815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426781" y="1051586"/>
            <a:ext cx="1161275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Ce dorim să obținem cu starea de HALT? </a:t>
            </a:r>
            <a:endParaRPr lang="ro-RO" sz="1600" b="1" dirty="0">
              <a:latin typeface="Calibri" panose="020F0502020204030204"/>
            </a:endParaRPr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la apăsarea butonului de </a:t>
            </a:r>
            <a:r>
              <a:rPr lang="ro-RO" sz="2000" b="1" i="1" dirty="0">
                <a:solidFill>
                  <a:srgbClr val="0000FF"/>
                </a:solidFill>
                <a:latin typeface="Calibri" panose="020F0502020204030204"/>
              </a:rPr>
              <a:t>Stop</a:t>
            </a:r>
            <a:r>
              <a:rPr lang="ro-RO" sz="2000" b="1" dirty="0">
                <a:latin typeface="Calibri" panose="020F0502020204030204"/>
              </a:rPr>
              <a:t> (de regulă activ pe zero logic) instalația trebuie să se oprească din funcționarea sa normală exact în faza de execuție în care se află (</a:t>
            </a:r>
            <a:r>
              <a:rPr lang="en-US" sz="2000" b="1" dirty="0">
                <a:latin typeface="Calibri" panose="020F0502020204030204"/>
              </a:rPr>
              <a:t>“</a:t>
            </a:r>
            <a:r>
              <a:rPr lang="ro-RO" sz="2000" b="1" i="1" dirty="0">
                <a:solidFill>
                  <a:srgbClr val="0000FF"/>
                </a:solidFill>
                <a:latin typeface="Calibri" panose="020F0502020204030204"/>
              </a:rPr>
              <a:t>să înghețe</a:t>
            </a:r>
            <a:r>
              <a:rPr lang="en-US" sz="2000" b="1" i="1" dirty="0">
                <a:latin typeface="Calibri" panose="020F0502020204030204"/>
              </a:rPr>
              <a:t>”</a:t>
            </a:r>
            <a:r>
              <a:rPr lang="ro-RO" sz="2000" b="1" dirty="0">
                <a:latin typeface="Calibri" panose="020F0502020204030204"/>
              </a:rPr>
              <a:t>);</a:t>
            </a:r>
            <a:endParaRPr lang="ro-RO" sz="1200" b="1" dirty="0">
              <a:latin typeface="Calibri" panose="020F0502020204030204"/>
            </a:endParaRPr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b="1" dirty="0"/>
              <a:t>la apăsarea butonului de </a:t>
            </a:r>
            <a:r>
              <a:rPr lang="ro-RO" sz="2000" b="1" i="1" dirty="0">
                <a:solidFill>
                  <a:srgbClr val="0000FF"/>
                </a:solidFill>
              </a:rPr>
              <a:t>Start</a:t>
            </a:r>
            <a:r>
              <a:rPr lang="ro-RO" sz="2000" b="1" dirty="0"/>
              <a:t> instalația trebuie să continue funcționarea din punctul în care a fost oprită;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1200" b="1" dirty="0">
              <a:solidFill>
                <a:srgbClr val="0000FF"/>
              </a:solidFill>
              <a:latin typeface="Calibri" panose="020F0502020204030204"/>
            </a:endParaRPr>
          </a:p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Ce probleme apar ? </a:t>
            </a:r>
            <a:endParaRPr lang="ro-RO" sz="1100" b="1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b="1" dirty="0"/>
              <a:t>la o primă analiză, în diagrama inițială pare că ar fi suficient să introducem o singură stare suplimentară (denumită </a:t>
            </a:r>
            <a:r>
              <a:rPr lang="ro-RO" sz="2000" b="1" i="1" dirty="0">
                <a:solidFill>
                  <a:srgbClr val="0000FF"/>
                </a:solidFill>
              </a:rPr>
              <a:t>Halt</a:t>
            </a:r>
            <a:r>
              <a:rPr lang="ro-RO" sz="2000" b="1" dirty="0"/>
              <a:t>). </a:t>
            </a:r>
            <a:endParaRPr lang="ro-RO" sz="1100" b="1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b="1" dirty="0"/>
              <a:t>odată activată starea de </a:t>
            </a:r>
            <a:r>
              <a:rPr lang="ro-RO" sz="2000" b="1" i="1" dirty="0">
                <a:solidFill>
                  <a:srgbClr val="0000FF"/>
                </a:solidFill>
              </a:rPr>
              <a:t>Halt</a:t>
            </a:r>
            <a:r>
              <a:rPr lang="ro-RO" sz="2000" b="1" dirty="0"/>
              <a:t> tranzițiile de intrare în această stare se dezactivează (se pierd);</a:t>
            </a:r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sz="2000" b="1" dirty="0"/>
              <a:t>la comanda de reluare a funcționării (la apăsarea butonului </a:t>
            </a:r>
            <a:r>
              <a:rPr lang="ro-RO" sz="2000" b="1" i="1" dirty="0">
                <a:solidFill>
                  <a:srgbClr val="0000FF"/>
                </a:solidFill>
              </a:rPr>
              <a:t>Start</a:t>
            </a:r>
            <a:r>
              <a:rPr lang="ro-RO" sz="2000" b="1" dirty="0"/>
              <a:t>) apare o problemă deoarece nu știm în care stare din diagrama inițială să ne mai întoarcem;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Așadar, reluarea funcționării din punctul în care a fost suspendată este problematică deoarece, odată ce am ajuns în starea de </a:t>
            </a:r>
            <a:r>
              <a:rPr lang="ro-RO" b="1" i="1" dirty="0">
                <a:solidFill>
                  <a:srgbClr val="0000FF"/>
                </a:solidFill>
                <a:latin typeface="Calibri" panose="020F0502020204030204"/>
              </a:rPr>
              <a:t>Halt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, nu mai avem istoricul cererilor de intrare în această stare. Fără acest istoric nu cunoaștem traseul corect de întoarcere în funcționarea normală a instalației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01E77DF5-6FB9-41CF-82D8-83C57C2FBEC6}"/>
              </a:ext>
            </a:extLst>
          </p:cNvPr>
          <p:cNvSpPr/>
          <p:nvPr/>
        </p:nvSpPr>
        <p:spPr>
          <a:xfrm>
            <a:off x="243904" y="137196"/>
            <a:ext cx="9966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</p:txBody>
      </p:sp>
    </p:spTree>
    <p:extLst>
      <p:ext uri="{BB962C8B-B14F-4D97-AF65-F5344CB8AC3E}">
        <p14:creationId xmlns:p14="http://schemas.microsoft.com/office/powerpoint/2010/main" val="197643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4650D20E-8B27-4FFA-9CA5-CE72BA8D3077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a) Metoda dublării numărului de stări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BA48F01A-AA2B-43BE-98B1-D75F0ADF8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783098"/>
            <a:ext cx="2352675" cy="420052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EA9E62D6-2D4F-451C-9BAF-370AADDBF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52" y="1783098"/>
            <a:ext cx="3267075" cy="4181475"/>
          </a:xfrm>
          <a:prstGeom prst="rect">
            <a:avLst/>
          </a:prstGeom>
        </p:spPr>
      </p:pic>
      <p:sp>
        <p:nvSpPr>
          <p:cNvPr id="8" name="Dreptunghi 7">
            <a:extLst>
              <a:ext uri="{FF2B5EF4-FFF2-40B4-BE49-F238E27FC236}">
                <a16:creationId xmlns:a16="http://schemas.microsoft.com/office/drawing/2014/main" id="{1B1FF746-88F2-440B-94A1-B93B173AC6AE}"/>
              </a:ext>
            </a:extLst>
          </p:cNvPr>
          <p:cNvSpPr/>
          <p:nvPr/>
        </p:nvSpPr>
        <p:spPr>
          <a:xfrm>
            <a:off x="6736073" y="1783098"/>
            <a:ext cx="5303462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Toate stările din diagrama inițială sunt dublate, mai puțin starea de pornire St0;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o stare dublată este de fapt o suspendare a unei stări din funcționarea normală a instalației;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nu apar probleme legate de identificarea traseelor de întoarcere spre funcționarea normală;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nu este o metodă eficienta de lucru deoarece implică multe stări dublate;</a:t>
            </a:r>
          </a:p>
        </p:txBody>
      </p:sp>
    </p:spTree>
    <p:extLst>
      <p:ext uri="{BB962C8B-B14F-4D97-AF65-F5344CB8AC3E}">
        <p14:creationId xmlns:p14="http://schemas.microsoft.com/office/powerpoint/2010/main" val="152579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4650D20E-8B27-4FFA-9CA5-CE72BA8D3077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b) Metoda memorării traseelor de intrare în starea de Halt </a:t>
            </a:r>
            <a:r>
              <a:rPr lang="ro-RO" sz="2000" b="1" dirty="0">
                <a:solidFill>
                  <a:srgbClr val="FF0000"/>
                </a:solidFill>
              </a:rPr>
              <a:t>– Aspecte generale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BA48F01A-AA2B-43BE-98B1-D75F0ADF8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788767"/>
            <a:ext cx="2352675" cy="4200525"/>
          </a:xfrm>
          <a:prstGeom prst="rect">
            <a:avLst/>
          </a:prstGeom>
        </p:spPr>
      </p:pic>
      <p:sp>
        <p:nvSpPr>
          <p:cNvPr id="8" name="Dreptunghi 7">
            <a:extLst>
              <a:ext uri="{FF2B5EF4-FFF2-40B4-BE49-F238E27FC236}">
                <a16:creationId xmlns:a16="http://schemas.microsoft.com/office/drawing/2014/main" id="{1B1FF746-88F2-440B-94A1-B93B173AC6AE}"/>
              </a:ext>
            </a:extLst>
          </p:cNvPr>
          <p:cNvSpPr/>
          <p:nvPr/>
        </p:nvSpPr>
        <p:spPr>
          <a:xfrm>
            <a:off x="6736073" y="1143025"/>
            <a:ext cx="53034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oprirea instalației se face prin introducerea unei singure stării de </a:t>
            </a:r>
            <a:r>
              <a:rPr lang="ro-RO" sz="2000" b="1" i="1" dirty="0"/>
              <a:t>Halt</a:t>
            </a:r>
            <a:r>
              <a:rPr lang="ro-RO" sz="2000" b="1" dirty="0"/>
              <a:t>; 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tranzițiile de intrare în starea de </a:t>
            </a:r>
            <a:r>
              <a:rPr lang="ro-RO" sz="2000" b="1" i="1" dirty="0"/>
              <a:t>Halt</a:t>
            </a:r>
            <a:r>
              <a:rPr lang="ro-RO" sz="2000" b="1" dirty="0"/>
              <a:t> trebuie memorate pentru a putea stabili, mai târziu, traseul de reluare a funcționării normale;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pot apare confuzii: o parte din tranziții sunt memorate (implementate cu bobine set/</a:t>
            </a:r>
            <a:r>
              <a:rPr lang="ro-RO" sz="2000" b="1" dirty="0" err="1"/>
              <a:t>reset</a:t>
            </a:r>
            <a:r>
              <a:rPr lang="ro-RO" sz="2000" b="1" dirty="0"/>
              <a:t>) iar altele nu (implementate cu bobine fără memorie) 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pentru tranzițiile memorate trebuie identificate și momentele de timp în care acestea trebuie resetate 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metoda poate fi aplicată și pentru diagrame de tranziție mari dar necesită atenție sporită în gestionarea tranzițiilor de intrare/ieșire din starea de Halt;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8A978A37-251A-4ADC-9405-83F6B13A3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35" y="1783098"/>
            <a:ext cx="3691322" cy="425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64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4650D20E-8B27-4FFA-9CA5-CE72BA8D3077}"/>
              </a:ext>
            </a:extLst>
          </p:cNvPr>
          <p:cNvSpPr/>
          <p:nvPr/>
        </p:nvSpPr>
        <p:spPr>
          <a:xfrm>
            <a:off x="243904" y="137196"/>
            <a:ext cx="117041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b) Metoda memorării traseelor de intrare în starea de </a:t>
            </a:r>
            <a:r>
              <a:rPr lang="ro-RO" sz="2000" b="1" i="1" dirty="0"/>
              <a:t>Halt</a:t>
            </a:r>
            <a:r>
              <a:rPr lang="ro-RO" sz="2000" b="1" dirty="0"/>
              <a:t>  </a:t>
            </a:r>
            <a:r>
              <a:rPr lang="ro-RO" sz="2000" b="1" dirty="0">
                <a:solidFill>
                  <a:srgbClr val="FF0000"/>
                </a:solidFill>
              </a:rPr>
              <a:t>- Extragerea ecuațiilor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52842B7-0D56-4C4B-A59D-B0E852304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868708"/>
            <a:ext cx="10773021" cy="56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552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4650D20E-8B27-4FFA-9CA5-CE72BA8D3077}"/>
              </a:ext>
            </a:extLst>
          </p:cNvPr>
          <p:cNvSpPr/>
          <p:nvPr/>
        </p:nvSpPr>
        <p:spPr>
          <a:xfrm>
            <a:off x="243904" y="137196"/>
            <a:ext cx="117041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b) Metoda memorării traseelor de intrare în starea de </a:t>
            </a:r>
            <a:r>
              <a:rPr lang="ro-RO" sz="2000" b="1" i="1" dirty="0"/>
              <a:t>Halt</a:t>
            </a:r>
            <a:r>
              <a:rPr lang="ro-RO" sz="2000" b="1" dirty="0"/>
              <a:t>  </a:t>
            </a:r>
            <a:r>
              <a:rPr lang="ro-RO" sz="2000" b="1" dirty="0">
                <a:solidFill>
                  <a:srgbClr val="FF0000"/>
                </a:solidFill>
              </a:rPr>
              <a:t>- Implementarea tranzițiilor în limbaj </a:t>
            </a:r>
            <a:r>
              <a:rPr lang="ro-RO" sz="2000" b="1" dirty="0" err="1">
                <a:solidFill>
                  <a:srgbClr val="FF0000"/>
                </a:solidFill>
              </a:rPr>
              <a:t>Ladder</a:t>
            </a:r>
            <a:r>
              <a:rPr lang="ro-RO" sz="20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2F66A5A-17E5-4431-9785-B21F50A0D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147" y="960147"/>
            <a:ext cx="1828800" cy="13620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2138730D-5D5B-41AE-9B4B-C5F7FCC3E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1234464"/>
            <a:ext cx="3291804" cy="4846267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653A60CA-B2E9-4239-B37C-430AF3FDC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147" y="2240293"/>
            <a:ext cx="3383243" cy="4206194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78352E17-5B7E-4B30-827A-C5E492875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146" y="1051586"/>
            <a:ext cx="4724400" cy="169545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3DEAEBC5-BF90-4E8C-B016-8243DB879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146" y="2697488"/>
            <a:ext cx="39433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9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4650D20E-8B27-4FFA-9CA5-CE72BA8D3077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c) Metoda supervizării </a:t>
            </a:r>
            <a:r>
              <a:rPr lang="ro-RO" sz="2000" b="1" dirty="0">
                <a:solidFill>
                  <a:srgbClr val="FF0000"/>
                </a:solidFill>
              </a:rPr>
              <a:t>– modul de lucru 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1B1FF746-88F2-440B-94A1-B93B173AC6AE}"/>
              </a:ext>
            </a:extLst>
          </p:cNvPr>
          <p:cNvSpPr/>
          <p:nvPr/>
        </p:nvSpPr>
        <p:spPr>
          <a:xfrm>
            <a:off x="5913122" y="868708"/>
            <a:ext cx="6034974" cy="5593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FF0000"/>
                </a:solidFill>
              </a:rPr>
              <a:t>Ne bazăm pe faptul că activarea unei tranziții determină deplasare în graf iar deplasarea în graf înseamnă că instalația funcționează.</a:t>
            </a:r>
            <a:endParaRPr lang="ro-RO" sz="2000" b="1" dirty="0">
              <a:solidFill>
                <a:srgbClr val="0000FF"/>
              </a:solidFill>
            </a:endParaRPr>
          </a:p>
          <a:p>
            <a:pPr marL="342900" lvl="0" indent="-342900">
              <a:spcBef>
                <a:spcPts val="9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0000FF"/>
                </a:solidFill>
              </a:rPr>
              <a:t>Se lucrează simultan cu 2 diagrame de tranziție a stărilor:</a:t>
            </a:r>
          </a:p>
          <a:p>
            <a:pPr marL="800100" lvl="1" indent="-342900">
              <a:spcBef>
                <a:spcPts val="9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0000FF"/>
                </a:solidFill>
              </a:rPr>
              <a:t>o diagramă descrie regimul normal de lucru (diagrama inițială);</a:t>
            </a:r>
          </a:p>
          <a:p>
            <a:pPr marL="800100" lvl="1" indent="-342900">
              <a:spcBef>
                <a:spcPts val="9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0000FF"/>
                </a:solidFill>
              </a:rPr>
              <a:t>o diagramă de supervizare ce transmite mesaje spre diagrama de lucru. În cazul de față mesajul este </a:t>
            </a:r>
            <a:r>
              <a:rPr lang="ro-RO" sz="2000" b="1" i="1" dirty="0" err="1">
                <a:solidFill>
                  <a:srgbClr val="0000FF"/>
                </a:solidFill>
              </a:rPr>
              <a:t>Run</a:t>
            </a:r>
            <a:r>
              <a:rPr lang="ro-RO" sz="2000" b="1" i="1" dirty="0">
                <a:solidFill>
                  <a:srgbClr val="0000FF"/>
                </a:solidFill>
              </a:rPr>
              <a:t> </a:t>
            </a:r>
            <a:r>
              <a:rPr lang="ro-RO" sz="2000" b="1" i="1" dirty="0" err="1">
                <a:solidFill>
                  <a:srgbClr val="0000FF"/>
                </a:solidFill>
              </a:rPr>
              <a:t>Enable</a:t>
            </a:r>
            <a:r>
              <a:rPr lang="ro-RO" sz="2000" b="1" dirty="0">
                <a:solidFill>
                  <a:srgbClr val="0000FF"/>
                </a:solidFill>
              </a:rPr>
              <a:t>, </a:t>
            </a:r>
            <a:r>
              <a:rPr lang="ro-RO" sz="2000" b="1" i="1" dirty="0">
                <a:solidFill>
                  <a:srgbClr val="0000FF"/>
                </a:solidFill>
              </a:rPr>
              <a:t>RE</a:t>
            </a:r>
            <a:r>
              <a:rPr lang="ro-RO" sz="2000" b="1" dirty="0">
                <a:solidFill>
                  <a:srgbClr val="0000FF"/>
                </a:solidFill>
              </a:rPr>
              <a:t>; </a:t>
            </a:r>
          </a:p>
          <a:p>
            <a:pPr marL="342900" lvl="0" indent="-342900">
              <a:spcBef>
                <a:spcPts val="900"/>
              </a:spcBef>
              <a:buFontTx/>
              <a:buChar char="-"/>
              <a:defRPr/>
            </a:pPr>
            <a:r>
              <a:rPr lang="ro-RO" sz="2000" b="1" dirty="0"/>
              <a:t>Dacă </a:t>
            </a:r>
            <a:r>
              <a:rPr lang="ro-RO" sz="2000" b="1" i="1" dirty="0"/>
              <a:t>RE=0</a:t>
            </a:r>
            <a:r>
              <a:rPr lang="ro-RO" sz="2000" b="1" dirty="0"/>
              <a:t>, nicio tranziție din diagrama de lucru nu poate fi activată – apare un efect de </a:t>
            </a:r>
            <a:r>
              <a:rPr lang="ro-RO" sz="2000" b="1" i="1" dirty="0"/>
              <a:t>înghețare</a:t>
            </a:r>
            <a:r>
              <a:rPr lang="ro-RO" sz="2000" b="1" dirty="0"/>
              <a:t> a funcționării (se obține un comportament similar cu intrarea în </a:t>
            </a:r>
            <a:r>
              <a:rPr lang="ro-RO" sz="2000" b="1" i="1" dirty="0"/>
              <a:t>Halt</a:t>
            </a:r>
            <a:r>
              <a:rPr lang="ro-RO" sz="2000" b="1" dirty="0"/>
              <a:t>);</a:t>
            </a:r>
          </a:p>
          <a:p>
            <a:pPr marL="342900" indent="-342900">
              <a:spcBef>
                <a:spcPts val="900"/>
              </a:spcBef>
              <a:buFontTx/>
              <a:buChar char="-"/>
              <a:defRPr/>
            </a:pPr>
            <a:r>
              <a:rPr lang="en-US" sz="2000" b="1" dirty="0" err="1"/>
              <a:t>Dac</a:t>
            </a:r>
            <a:r>
              <a:rPr lang="ro-RO" sz="2000" b="1" dirty="0"/>
              <a:t>ă </a:t>
            </a:r>
            <a:r>
              <a:rPr lang="ro-RO" sz="2000" b="1" i="1" dirty="0"/>
              <a:t>RE=1, </a:t>
            </a:r>
            <a:r>
              <a:rPr lang="ro-RO" sz="2000" b="1" dirty="0"/>
              <a:t>orice tranziție din diagrama de lucru se poate activa – instalația lucrează în regim normal; 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9D574040-4445-4CA3-85B3-67C8B9D17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868708"/>
            <a:ext cx="4846267" cy="574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6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7E3AAC01-260E-49D8-AB82-23E7F41A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868708"/>
            <a:ext cx="9143900" cy="5717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8162EF75-4C4D-4434-8C5D-2F0F7539A9CE}"/>
                  </a:ext>
                </a:extLst>
              </p14:cNvPr>
              <p14:cNvContentPartPr/>
              <p14:nvPr/>
            </p14:nvContentPartPr>
            <p14:xfrm>
              <a:off x="5094440" y="972719"/>
              <a:ext cx="5330880" cy="18986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8162EF75-4C4D-4434-8C5D-2F0F7539A9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6440" y="936719"/>
                <a:ext cx="5366520" cy="19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77A2C0FD-698B-425F-A4B1-9315C3C11560}"/>
                  </a:ext>
                </a:extLst>
              </p14:cNvPr>
              <p14:cNvContentPartPr/>
              <p14:nvPr/>
            </p14:nvContentPartPr>
            <p14:xfrm>
              <a:off x="7328240" y="555119"/>
              <a:ext cx="212040" cy="286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77A2C0FD-698B-425F-A4B1-9315C3C115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0240" y="519119"/>
                <a:ext cx="2476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8044F2E1-C606-485A-B8EC-52234A7EBF00}"/>
                  </a:ext>
                </a:extLst>
              </p14:cNvPr>
              <p14:cNvContentPartPr/>
              <p14:nvPr/>
            </p14:nvContentPartPr>
            <p14:xfrm>
              <a:off x="7594640" y="692999"/>
              <a:ext cx="210240" cy="1645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8044F2E1-C606-485A-B8EC-52234A7EBF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76671" y="657078"/>
                <a:ext cx="245819" cy="236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6FA58715-9CB9-484C-B9D9-13D77EA7134A}"/>
                  </a:ext>
                </a:extLst>
              </p14:cNvPr>
              <p14:cNvContentPartPr/>
              <p14:nvPr/>
            </p14:nvContentPartPr>
            <p14:xfrm>
              <a:off x="7877600" y="692999"/>
              <a:ext cx="110520" cy="423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6FA58715-9CB9-484C-B9D9-13D77EA7134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59600" y="657030"/>
                <a:ext cx="146160" cy="494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58E0CF1-8D24-44BE-939D-2A69E549C6F2}"/>
                  </a:ext>
                </a:extLst>
              </p14:cNvPr>
              <p14:cNvContentPartPr/>
              <p14:nvPr/>
            </p14:nvContentPartPr>
            <p14:xfrm>
              <a:off x="8069840" y="712439"/>
              <a:ext cx="418320" cy="1922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58E0CF1-8D24-44BE-939D-2A69E549C6F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51840" y="676439"/>
                <a:ext cx="4539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FC9C322-3AA5-43D7-B581-B29E3288D86B}"/>
                  </a:ext>
                </a:extLst>
              </p14:cNvPr>
              <p14:cNvContentPartPr/>
              <p14:nvPr/>
            </p14:nvContentPartPr>
            <p14:xfrm>
              <a:off x="8588240" y="746639"/>
              <a:ext cx="132120" cy="1738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FC9C322-3AA5-43D7-B581-B29E3288D8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70240" y="710639"/>
                <a:ext cx="1677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473DDDA-7363-4CED-A2AE-95BF4BCF21CD}"/>
                  </a:ext>
                </a:extLst>
              </p14:cNvPr>
              <p14:cNvContentPartPr/>
              <p14:nvPr/>
            </p14:nvContentPartPr>
            <p14:xfrm>
              <a:off x="8861480" y="790919"/>
              <a:ext cx="20520" cy="1332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473DDDA-7363-4CED-A2AE-95BF4BCF21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43159" y="754919"/>
                <a:ext cx="56796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271F671-12A3-4404-83DD-B23308755DC4}"/>
                  </a:ext>
                </a:extLst>
              </p14:cNvPr>
              <p14:cNvContentPartPr/>
              <p14:nvPr/>
            </p14:nvContentPartPr>
            <p14:xfrm>
              <a:off x="8854640" y="643679"/>
              <a:ext cx="2160" cy="21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271F671-12A3-4404-83DD-B23308755D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36640" y="607679"/>
                <a:ext cx="37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EC7CF92-8F18-416F-A94B-82407F80F073}"/>
                  </a:ext>
                </a:extLst>
              </p14:cNvPr>
              <p14:cNvContentPartPr/>
              <p14:nvPr/>
            </p14:nvContentPartPr>
            <p14:xfrm>
              <a:off x="9048320" y="677879"/>
              <a:ext cx="376920" cy="4633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EC7CF92-8F18-416F-A94B-82407F80F0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30320" y="641879"/>
                <a:ext cx="41256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F4BA8B8-43CD-4941-93E9-ED0CBC985D09}"/>
                  </a:ext>
                </a:extLst>
              </p14:cNvPr>
              <p14:cNvContentPartPr/>
              <p14:nvPr/>
            </p14:nvContentPartPr>
            <p14:xfrm>
              <a:off x="9506600" y="724679"/>
              <a:ext cx="347400" cy="2527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F4BA8B8-43CD-4941-93E9-ED0CBC985D0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488600" y="688679"/>
                <a:ext cx="3830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4C2C452-DD1E-4BEF-8BE4-A04DE2EDF8C4}"/>
                  </a:ext>
                </a:extLst>
              </p14:cNvPr>
              <p14:cNvContentPartPr/>
              <p14:nvPr/>
            </p14:nvContentPartPr>
            <p14:xfrm>
              <a:off x="5267600" y="2997359"/>
              <a:ext cx="529560" cy="212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4C2C452-DD1E-4BEF-8BE4-A04DE2EDF8C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49600" y="2961359"/>
                <a:ext cx="5652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BCBD63E-15B7-4DDD-8F38-30DDC1F4C634}"/>
                  </a:ext>
                </a:extLst>
              </p14:cNvPr>
              <p14:cNvContentPartPr/>
              <p14:nvPr/>
            </p14:nvContentPartPr>
            <p14:xfrm>
              <a:off x="9864440" y="3013199"/>
              <a:ext cx="714240" cy="190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BCBD63E-15B7-4DDD-8F38-30DDC1F4C63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846440" y="2976507"/>
                <a:ext cx="749880" cy="92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3988FC1-58FC-4C0D-8E6D-FE82D84B0ED5}"/>
                  </a:ext>
                </a:extLst>
              </p14:cNvPr>
              <p14:cNvContentPartPr/>
              <p14:nvPr/>
            </p14:nvContentPartPr>
            <p14:xfrm>
              <a:off x="10178720" y="3318119"/>
              <a:ext cx="35640" cy="18068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3988FC1-58FC-4C0D-8E6D-FE82D84B0ED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60720" y="3282119"/>
                <a:ext cx="71280" cy="18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48C3C09-495F-49B6-A9B9-4ECD45F3CD3E}"/>
                  </a:ext>
                </a:extLst>
              </p14:cNvPr>
              <p14:cNvContentPartPr/>
              <p14:nvPr/>
            </p14:nvContentPartPr>
            <p14:xfrm>
              <a:off x="10090520" y="4935599"/>
              <a:ext cx="132840" cy="2552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48C3C09-495F-49B6-A9B9-4ECD45F3CD3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72520" y="4899599"/>
                <a:ext cx="16848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D957C85-D4DB-42FD-B5CC-873A95DF2B4E}"/>
                  </a:ext>
                </a:extLst>
              </p14:cNvPr>
              <p14:cNvContentPartPr/>
              <p14:nvPr/>
            </p14:nvContentPartPr>
            <p14:xfrm>
              <a:off x="10191680" y="4929479"/>
              <a:ext cx="125640" cy="2653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D957C85-D4DB-42FD-B5CC-873A95DF2B4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173680" y="4893479"/>
                <a:ext cx="1612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88D2EA9-1483-4191-9150-1416750C7244}"/>
                  </a:ext>
                </a:extLst>
              </p14:cNvPr>
              <p14:cNvContentPartPr/>
              <p14:nvPr/>
            </p14:nvContentPartPr>
            <p14:xfrm>
              <a:off x="10595240" y="3662279"/>
              <a:ext cx="11880" cy="1771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88D2EA9-1483-4191-9150-1416750C724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77240" y="3626279"/>
                <a:ext cx="4752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8AE1E9DD-BA46-4251-8C38-221F670D6C14}"/>
                  </a:ext>
                </a:extLst>
              </p14:cNvPr>
              <p14:cNvContentPartPr/>
              <p14:nvPr/>
            </p14:nvContentPartPr>
            <p14:xfrm>
              <a:off x="10571120" y="3487679"/>
              <a:ext cx="183960" cy="1551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8AE1E9DD-BA46-4251-8C38-221F670D6C1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53120" y="3451762"/>
                <a:ext cx="219600" cy="226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B03FA8D-4501-45C2-8408-731069DD17D7}"/>
                  </a:ext>
                </a:extLst>
              </p14:cNvPr>
              <p14:cNvContentPartPr/>
              <p14:nvPr/>
            </p14:nvContentPartPr>
            <p14:xfrm>
              <a:off x="10714760" y="3691799"/>
              <a:ext cx="335520" cy="168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B03FA8D-4501-45C2-8408-731069DD17D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696760" y="3655722"/>
                <a:ext cx="371160" cy="240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60435A3-925A-4188-A27D-0FAB88D83CA6}"/>
                  </a:ext>
                </a:extLst>
              </p14:cNvPr>
              <p14:cNvContentPartPr/>
              <p14:nvPr/>
            </p14:nvContentPartPr>
            <p14:xfrm>
              <a:off x="11069720" y="3746879"/>
              <a:ext cx="177840" cy="4172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60435A3-925A-4188-A27D-0FAB88D83CA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051720" y="3710910"/>
                <a:ext cx="213480" cy="488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193C3F1-D438-4634-9DF5-ABDBEA3AA835}"/>
                  </a:ext>
                </a:extLst>
              </p14:cNvPr>
              <p14:cNvContentPartPr/>
              <p14:nvPr/>
            </p14:nvContentPartPr>
            <p14:xfrm>
              <a:off x="11393360" y="3863879"/>
              <a:ext cx="1440" cy="90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193C3F1-D438-4634-9DF5-ABDBEA3AA83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375360" y="3827879"/>
                <a:ext cx="370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AD81FB35-C517-468E-8F4B-D32FD8EC4C88}"/>
                  </a:ext>
                </a:extLst>
              </p14:cNvPr>
              <p14:cNvContentPartPr/>
              <p14:nvPr/>
            </p14:nvContentPartPr>
            <p14:xfrm>
              <a:off x="10602800" y="4142519"/>
              <a:ext cx="418320" cy="3373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AD81FB35-C517-468E-8F4B-D32FD8EC4C8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584800" y="4106519"/>
                <a:ext cx="45396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461D9413-B8D7-49C6-A934-F52768417A57}"/>
                  </a:ext>
                </a:extLst>
              </p14:cNvPr>
              <p14:cNvContentPartPr/>
              <p14:nvPr/>
            </p14:nvContentPartPr>
            <p14:xfrm>
              <a:off x="10567160" y="4628159"/>
              <a:ext cx="369720" cy="3826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461D9413-B8D7-49C6-A934-F52768417A5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549160" y="4592159"/>
                <a:ext cx="40536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E229970-C3E0-409B-BFAC-604C6EEA32DE}"/>
                  </a:ext>
                </a:extLst>
              </p14:cNvPr>
              <p14:cNvContentPartPr/>
              <p14:nvPr/>
            </p14:nvContentPartPr>
            <p14:xfrm>
              <a:off x="11048840" y="4854959"/>
              <a:ext cx="661680" cy="1728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E229970-C3E0-409B-BFAC-604C6EEA32D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030840" y="4818884"/>
                <a:ext cx="697320" cy="244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0727120-5AB0-47F3-B895-8807E8A27657}"/>
                  </a:ext>
                </a:extLst>
              </p14:cNvPr>
              <p14:cNvContentPartPr/>
              <p14:nvPr/>
            </p14:nvContentPartPr>
            <p14:xfrm>
              <a:off x="7562240" y="2839679"/>
              <a:ext cx="927720" cy="8737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0727120-5AB0-47F3-B895-8807E8A2765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544240" y="2803679"/>
                <a:ext cx="963360" cy="9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F279085-8168-4C29-931C-BCADB6AE6C39}"/>
                  </a:ext>
                </a:extLst>
              </p14:cNvPr>
              <p14:cNvContentPartPr/>
              <p14:nvPr/>
            </p14:nvContentPartPr>
            <p14:xfrm>
              <a:off x="7514000" y="3755159"/>
              <a:ext cx="1050120" cy="8776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F279085-8168-4C29-931C-BCADB6AE6C3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495994" y="3719159"/>
                <a:ext cx="1085772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EE7271CD-0F4F-4D8F-AC86-0AE851FD916E}"/>
                  </a:ext>
                </a:extLst>
              </p14:cNvPr>
              <p14:cNvContentPartPr/>
              <p14:nvPr/>
            </p14:nvContentPartPr>
            <p14:xfrm>
              <a:off x="7617680" y="4600079"/>
              <a:ext cx="1055880" cy="856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EE7271CD-0F4F-4D8F-AC86-0AE851FD916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599680" y="4564079"/>
                <a:ext cx="1091520" cy="9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577DC9C2-C07E-41F1-899E-CF1162DB1A78}"/>
                  </a:ext>
                </a:extLst>
              </p14:cNvPr>
              <p14:cNvContentPartPr/>
              <p14:nvPr/>
            </p14:nvContentPartPr>
            <p14:xfrm>
              <a:off x="7482680" y="5557679"/>
              <a:ext cx="1110960" cy="9637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577DC9C2-C07E-41F1-899E-CF1162DB1A7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464680" y="5521679"/>
                <a:ext cx="1146600" cy="103536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Dreptunghi 29">
            <a:extLst>
              <a:ext uri="{FF2B5EF4-FFF2-40B4-BE49-F238E27FC236}">
                <a16:creationId xmlns:a16="http://schemas.microsoft.com/office/drawing/2014/main" id="{3B8B1123-8D13-45F0-A70A-3B6D261F69B5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c) Metoda supervizării </a:t>
            </a:r>
            <a:r>
              <a:rPr lang="ro-RO" sz="2000" b="1" dirty="0">
                <a:solidFill>
                  <a:srgbClr val="FF0000"/>
                </a:solidFill>
              </a:rPr>
              <a:t>– implementarea secțiunii de supervizare </a:t>
            </a:r>
          </a:p>
        </p:txBody>
      </p:sp>
    </p:spTree>
    <p:extLst>
      <p:ext uri="{BB962C8B-B14F-4D97-AF65-F5344CB8AC3E}">
        <p14:creationId xmlns:p14="http://schemas.microsoft.com/office/powerpoint/2010/main" val="171062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6B26FB27-984C-4A10-BE22-C9129562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868943"/>
            <a:ext cx="7772315" cy="59890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CDAB5845-133A-428B-8E2A-1E0E1D345742}"/>
                  </a:ext>
                </a:extLst>
              </p14:cNvPr>
              <p14:cNvContentPartPr/>
              <p14:nvPr/>
            </p14:nvContentPartPr>
            <p14:xfrm>
              <a:off x="2677761" y="3197754"/>
              <a:ext cx="722880" cy="8838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CDAB5845-133A-428B-8E2A-1E0E1D3457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9761" y="3161754"/>
                <a:ext cx="758520" cy="9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971E80F-8806-453F-A605-9C4BB8FC1596}"/>
                  </a:ext>
                </a:extLst>
              </p14:cNvPr>
              <p14:cNvContentPartPr/>
              <p14:nvPr/>
            </p14:nvContentPartPr>
            <p14:xfrm>
              <a:off x="2696841" y="4048434"/>
              <a:ext cx="789120" cy="9313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971E80F-8806-453F-A605-9C4BB8FC15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8841" y="4012434"/>
                <a:ext cx="824760" cy="10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EB5A214F-287B-43F6-BAAD-6E4F5ECB7684}"/>
                  </a:ext>
                </a:extLst>
              </p14:cNvPr>
              <p14:cNvContentPartPr/>
              <p14:nvPr/>
            </p14:nvContentPartPr>
            <p14:xfrm>
              <a:off x="2787201" y="4913154"/>
              <a:ext cx="856440" cy="817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EB5A214F-287B-43F6-BAAD-6E4F5ECB76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69201" y="4877154"/>
                <a:ext cx="892080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9BEBB9D-7D3F-4A5D-B575-E85D63F05F8C}"/>
                  </a:ext>
                </a:extLst>
              </p14:cNvPr>
              <p14:cNvContentPartPr/>
              <p14:nvPr/>
            </p14:nvContentPartPr>
            <p14:xfrm>
              <a:off x="2783961" y="5819274"/>
              <a:ext cx="821880" cy="6973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9BEBB9D-7D3F-4A5D-B575-E85D63F05F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65961" y="5783274"/>
                <a:ext cx="857520" cy="7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62E7947-ECA2-4DAD-BB86-1BF0E7F9B55D}"/>
                  </a:ext>
                </a:extLst>
              </p14:cNvPr>
              <p14:cNvContentPartPr/>
              <p14:nvPr/>
            </p14:nvContentPartPr>
            <p14:xfrm>
              <a:off x="8347041" y="3308634"/>
              <a:ext cx="615240" cy="154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62E7947-ECA2-4DAD-BB86-1BF0E7F9B55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29041" y="3272634"/>
                <a:ext cx="6508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5841BF5-CF5D-48E5-AA52-8AC1A8975241}"/>
                  </a:ext>
                </a:extLst>
              </p14:cNvPr>
              <p14:cNvContentPartPr/>
              <p14:nvPr/>
            </p14:nvContentPartPr>
            <p14:xfrm>
              <a:off x="8258481" y="3195234"/>
              <a:ext cx="189000" cy="202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5841BF5-CF5D-48E5-AA52-8AC1A89752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40481" y="3159170"/>
                <a:ext cx="224640" cy="274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291564B-D4C5-4B59-9AD1-FF141A917825}"/>
                  </a:ext>
                </a:extLst>
              </p14:cNvPr>
              <p14:cNvContentPartPr/>
              <p14:nvPr/>
            </p14:nvContentPartPr>
            <p14:xfrm>
              <a:off x="9200961" y="3066354"/>
              <a:ext cx="205560" cy="3178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291564B-D4C5-4B59-9AD1-FF141A91782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182961" y="3030354"/>
                <a:ext cx="24120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AFC6FD5-F9E9-4816-B634-2DF50D3B84C7}"/>
                  </a:ext>
                </a:extLst>
              </p14:cNvPr>
              <p14:cNvContentPartPr/>
              <p14:nvPr/>
            </p14:nvContentPartPr>
            <p14:xfrm>
              <a:off x="9488241" y="3032514"/>
              <a:ext cx="922320" cy="4698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AFC6FD5-F9E9-4816-B634-2DF50D3B84C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70241" y="2996514"/>
                <a:ext cx="9579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ECCE541-0AB1-4AE5-8567-4EC07215EFE4}"/>
                  </a:ext>
                </a:extLst>
              </p14:cNvPr>
              <p14:cNvContentPartPr/>
              <p14:nvPr/>
            </p14:nvContentPartPr>
            <p14:xfrm>
              <a:off x="4757121" y="3544434"/>
              <a:ext cx="380520" cy="29160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ECCE541-0AB1-4AE5-8567-4EC07215EFE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39104" y="3508434"/>
                <a:ext cx="416194" cy="29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BBE482A-EE47-4AAD-99FF-05BA5A25B268}"/>
                  </a:ext>
                </a:extLst>
              </p14:cNvPr>
              <p14:cNvContentPartPr/>
              <p14:nvPr/>
            </p14:nvContentPartPr>
            <p14:xfrm>
              <a:off x="5093001" y="3509874"/>
              <a:ext cx="88200" cy="57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BBE482A-EE47-4AAD-99FF-05BA5A25B26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75074" y="3473874"/>
                <a:ext cx="123695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B1118FB-02EA-49B7-8C97-B051EC11FE04}"/>
                  </a:ext>
                </a:extLst>
              </p14:cNvPr>
              <p14:cNvContentPartPr/>
              <p14:nvPr/>
            </p14:nvContentPartPr>
            <p14:xfrm>
              <a:off x="8118441" y="3530754"/>
              <a:ext cx="465840" cy="28684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B1118FB-02EA-49B7-8C97-B051EC11FE0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00455" y="3494754"/>
                <a:ext cx="501452" cy="29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0FDCF75-EFD9-4605-B2D8-C11693E7786F}"/>
                  </a:ext>
                </a:extLst>
              </p14:cNvPr>
              <p14:cNvContentPartPr/>
              <p14:nvPr/>
            </p14:nvContentPartPr>
            <p14:xfrm>
              <a:off x="9222560" y="3677271"/>
              <a:ext cx="247680" cy="291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0FDCF75-EFD9-4605-B2D8-C11693E7786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04586" y="3641271"/>
                <a:ext cx="283268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30569DF-E2D1-4185-A5C5-309E8D0EA1FA}"/>
                  </a:ext>
                </a:extLst>
              </p14:cNvPr>
              <p14:cNvContentPartPr/>
              <p14:nvPr/>
            </p14:nvContentPartPr>
            <p14:xfrm>
              <a:off x="9206720" y="3815151"/>
              <a:ext cx="253080" cy="198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30569DF-E2D1-4185-A5C5-309E8D0EA1F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88694" y="3779151"/>
                <a:ext cx="288771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5FAAC9D-9DBE-4ABF-B091-3A26243473D6}"/>
                  </a:ext>
                </a:extLst>
              </p14:cNvPr>
              <p14:cNvContentPartPr/>
              <p14:nvPr/>
            </p14:nvContentPartPr>
            <p14:xfrm>
              <a:off x="9564200" y="3844311"/>
              <a:ext cx="140760" cy="1206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5FAAC9D-9DBE-4ABF-B091-3A26243473D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46200" y="3808311"/>
                <a:ext cx="1764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BB99671-7CBD-44E0-B6B3-B9C6B4CD8BE0}"/>
                  </a:ext>
                </a:extLst>
              </p14:cNvPr>
              <p14:cNvContentPartPr/>
              <p14:nvPr/>
            </p14:nvContentPartPr>
            <p14:xfrm>
              <a:off x="9753560" y="3794991"/>
              <a:ext cx="271440" cy="177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BB99671-7CBD-44E0-B6B3-B9C6B4CD8BE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735584" y="3758991"/>
                <a:ext cx="307033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B715546-A845-4600-8AEF-C356D6EF65FD}"/>
                  </a:ext>
                </a:extLst>
              </p14:cNvPr>
              <p14:cNvContentPartPr/>
              <p14:nvPr/>
            </p14:nvContentPartPr>
            <p14:xfrm>
              <a:off x="10034360" y="3839991"/>
              <a:ext cx="185760" cy="1468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B715546-A845-4600-8AEF-C356D6EF65F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016360" y="3803991"/>
                <a:ext cx="2214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D5A7326-7FBA-4876-BBAE-D3FB2EC5CFB9}"/>
                  </a:ext>
                </a:extLst>
              </p14:cNvPr>
              <p14:cNvContentPartPr/>
              <p14:nvPr/>
            </p14:nvContentPartPr>
            <p14:xfrm>
              <a:off x="10175480" y="3609591"/>
              <a:ext cx="84600" cy="748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D5A7326-7FBA-4876-BBAE-D3FB2EC5CFB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157480" y="3573591"/>
                <a:ext cx="1202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4C445FE6-3D56-4326-9AC1-D896E350EAD4}"/>
                  </a:ext>
                </a:extLst>
              </p14:cNvPr>
              <p14:cNvContentPartPr/>
              <p14:nvPr/>
            </p14:nvContentPartPr>
            <p14:xfrm>
              <a:off x="10284200" y="3962391"/>
              <a:ext cx="182880" cy="349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4C445FE6-3D56-4326-9AC1-D896E350EAD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266200" y="3926391"/>
                <a:ext cx="2185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AF1469EA-8A84-469A-BF22-5A2BF8DB1ED4}"/>
                  </a:ext>
                </a:extLst>
              </p14:cNvPr>
              <p14:cNvContentPartPr/>
              <p14:nvPr/>
            </p14:nvContentPartPr>
            <p14:xfrm>
              <a:off x="9194480" y="4172991"/>
              <a:ext cx="903960" cy="3186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AF1469EA-8A84-469A-BF22-5A2BF8DB1ED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176473" y="4136991"/>
                <a:ext cx="939614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AA79C50C-D6CF-42ED-887B-C5F47DA94A2E}"/>
                  </a:ext>
                </a:extLst>
              </p14:cNvPr>
              <p14:cNvContentPartPr/>
              <p14:nvPr/>
            </p14:nvContentPartPr>
            <p14:xfrm>
              <a:off x="9866600" y="4193511"/>
              <a:ext cx="181080" cy="50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AA79C50C-D6CF-42ED-887B-C5F47DA94A2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48600" y="4157511"/>
                <a:ext cx="2167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DB275F3-F4CF-4CCD-96C0-816A06BE8F40}"/>
                  </a:ext>
                </a:extLst>
              </p14:cNvPr>
              <p14:cNvContentPartPr/>
              <p14:nvPr/>
            </p14:nvContentPartPr>
            <p14:xfrm>
              <a:off x="10126880" y="4001631"/>
              <a:ext cx="1116360" cy="4885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DB275F3-F4CF-4CCD-96C0-816A06BE8F4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108880" y="3965631"/>
                <a:ext cx="115200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AE90310C-E283-44FC-B2DF-A947B2226935}"/>
                  </a:ext>
                </a:extLst>
              </p14:cNvPr>
              <p14:cNvContentPartPr/>
              <p14:nvPr/>
            </p14:nvContentPartPr>
            <p14:xfrm>
              <a:off x="11026520" y="4183431"/>
              <a:ext cx="277560" cy="32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AE90310C-E283-44FC-B2DF-A947B222693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008520" y="4147022"/>
                <a:ext cx="313200" cy="104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4B549FF-F616-446A-BBCE-C4AEABD80D61}"/>
                  </a:ext>
                </a:extLst>
              </p14:cNvPr>
              <p14:cNvContentPartPr/>
              <p14:nvPr/>
            </p14:nvContentPartPr>
            <p14:xfrm>
              <a:off x="11278880" y="4303671"/>
              <a:ext cx="139680" cy="1260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4B549FF-F616-446A-BBCE-C4AEABD80D6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260880" y="4267671"/>
                <a:ext cx="1753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BCE4816-1590-44DB-BA29-DDD09EBE0B7E}"/>
                  </a:ext>
                </a:extLst>
              </p14:cNvPr>
              <p14:cNvContentPartPr/>
              <p14:nvPr/>
            </p14:nvContentPartPr>
            <p14:xfrm>
              <a:off x="11394440" y="4106031"/>
              <a:ext cx="123840" cy="792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BCE4816-1590-44DB-BA29-DDD09EBE0B7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376440" y="4070031"/>
                <a:ext cx="1594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86EAEB86-8763-4415-9A56-27B07065F7B9}"/>
                  </a:ext>
                </a:extLst>
              </p14:cNvPr>
              <p14:cNvContentPartPr/>
              <p14:nvPr/>
            </p14:nvContentPartPr>
            <p14:xfrm>
              <a:off x="11522960" y="4375311"/>
              <a:ext cx="167400" cy="874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86EAEB86-8763-4415-9A56-27B07065F7B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504960" y="4339311"/>
                <a:ext cx="2030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5092B9E-5CA9-4400-BD79-E518DE0C6860}"/>
                  </a:ext>
                </a:extLst>
              </p14:cNvPr>
              <p14:cNvContentPartPr/>
              <p14:nvPr/>
            </p14:nvContentPartPr>
            <p14:xfrm>
              <a:off x="9209600" y="4702911"/>
              <a:ext cx="495720" cy="392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5092B9E-5CA9-4400-BD79-E518DE0C686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191600" y="4666911"/>
                <a:ext cx="5313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416442D5-98E8-4304-9848-16AA00C09BD3}"/>
                  </a:ext>
                </a:extLst>
              </p14:cNvPr>
              <p14:cNvContentPartPr/>
              <p14:nvPr/>
            </p14:nvContentPartPr>
            <p14:xfrm>
              <a:off x="10141280" y="4792191"/>
              <a:ext cx="203040" cy="3214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416442D5-98E8-4304-9848-16AA00C09BD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123280" y="4756191"/>
                <a:ext cx="23868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3B69EC9-7044-45B0-A4DB-D0138F2849CB}"/>
                  </a:ext>
                </a:extLst>
              </p14:cNvPr>
              <p14:cNvContentPartPr/>
              <p14:nvPr/>
            </p14:nvContentPartPr>
            <p14:xfrm>
              <a:off x="10359080" y="4821711"/>
              <a:ext cx="273960" cy="249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3B69EC9-7044-45B0-A4DB-D0138F2849C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341080" y="4785711"/>
                <a:ext cx="3096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9320073-A2E9-412F-BCFA-A7631CA3716E}"/>
                  </a:ext>
                </a:extLst>
              </p14:cNvPr>
              <p14:cNvContentPartPr/>
              <p14:nvPr/>
            </p14:nvContentPartPr>
            <p14:xfrm>
              <a:off x="10713320" y="4774191"/>
              <a:ext cx="414000" cy="330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9320073-A2E9-412F-BCFA-A7631CA371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695304" y="4738152"/>
                <a:ext cx="449671" cy="40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A6909A5-9700-4F4F-87DE-9001053598EB}"/>
                  </a:ext>
                </a:extLst>
              </p14:cNvPr>
              <p14:cNvContentPartPr/>
              <p14:nvPr/>
            </p14:nvContentPartPr>
            <p14:xfrm>
              <a:off x="6311601" y="3067794"/>
              <a:ext cx="30240" cy="1090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A6909A5-9700-4F4F-87DE-9001053598E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293601" y="3031912"/>
                <a:ext cx="65880" cy="180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847A5A2-1316-4300-860F-461CF356A021}"/>
                  </a:ext>
                </a:extLst>
              </p14:cNvPr>
              <p14:cNvContentPartPr/>
              <p14:nvPr/>
            </p14:nvContentPartPr>
            <p14:xfrm>
              <a:off x="6245721" y="2954394"/>
              <a:ext cx="249840" cy="2700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847A5A2-1316-4300-860F-461CF356A02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227721" y="2918442"/>
                <a:ext cx="285480" cy="341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8672BC1-3B82-4DCD-AC8B-44274573D7F5}"/>
                  </a:ext>
                </a:extLst>
              </p14:cNvPr>
              <p14:cNvContentPartPr/>
              <p14:nvPr/>
            </p14:nvContentPartPr>
            <p14:xfrm>
              <a:off x="6558561" y="2993994"/>
              <a:ext cx="118440" cy="203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8672BC1-3B82-4DCD-AC8B-44274573D7F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540561" y="2957994"/>
                <a:ext cx="1540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3B7AD58-E32E-4201-A808-9C4BC30A1678}"/>
                  </a:ext>
                </a:extLst>
              </p14:cNvPr>
              <p14:cNvContentPartPr/>
              <p14:nvPr/>
            </p14:nvContentPartPr>
            <p14:xfrm>
              <a:off x="6538041" y="3067434"/>
              <a:ext cx="159840" cy="47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3B7AD58-E32E-4201-A808-9C4BC30A167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20041" y="3031434"/>
                <a:ext cx="1954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C6CE5D6-CD84-419A-8086-77B06F1D0D2C}"/>
                  </a:ext>
                </a:extLst>
              </p14:cNvPr>
              <p14:cNvContentPartPr/>
              <p14:nvPr/>
            </p14:nvContentPartPr>
            <p14:xfrm>
              <a:off x="6587361" y="2940354"/>
              <a:ext cx="176040" cy="684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C6CE5D6-CD84-419A-8086-77B06F1D0D2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569361" y="2904354"/>
                <a:ext cx="211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DFDD4926-56CC-4262-954E-D5FFD24D67AB}"/>
                  </a:ext>
                </a:extLst>
              </p14:cNvPr>
              <p14:cNvContentPartPr/>
              <p14:nvPr/>
            </p14:nvContentPartPr>
            <p14:xfrm>
              <a:off x="11311640" y="5017191"/>
              <a:ext cx="67680" cy="2041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DFDD4926-56CC-4262-954E-D5FFD24D67A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293640" y="4981191"/>
                <a:ext cx="1033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2581FD6A-2D2B-4582-9218-1A68CB9B7B8F}"/>
                  </a:ext>
                </a:extLst>
              </p14:cNvPr>
              <p14:cNvContentPartPr/>
              <p14:nvPr/>
            </p14:nvContentPartPr>
            <p14:xfrm>
              <a:off x="9391040" y="5451711"/>
              <a:ext cx="28440" cy="280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2581FD6A-2D2B-4582-9218-1A68CB9B7B8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373040" y="5415665"/>
                <a:ext cx="64080" cy="351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FB0AD38-F24C-4815-96C9-D8E16E5CEEE1}"/>
                  </a:ext>
                </a:extLst>
              </p14:cNvPr>
              <p14:cNvContentPartPr/>
              <p14:nvPr/>
            </p14:nvContentPartPr>
            <p14:xfrm>
              <a:off x="9345320" y="5490231"/>
              <a:ext cx="155520" cy="1378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FB0AD38-F24C-4815-96C9-D8E16E5CEEE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327320" y="5454325"/>
                <a:ext cx="191160" cy="209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FF92946-F609-4D48-8ECE-8FCDD1E98847}"/>
                  </a:ext>
                </a:extLst>
              </p14:cNvPr>
              <p14:cNvContentPartPr/>
              <p14:nvPr/>
            </p14:nvContentPartPr>
            <p14:xfrm>
              <a:off x="9497960" y="5450631"/>
              <a:ext cx="284400" cy="2178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FF92946-F609-4D48-8ECE-8FCDD1E9884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479960" y="5414690"/>
                <a:ext cx="320040" cy="2893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CB34893-342B-426B-B6FD-4763609F6A32}"/>
                  </a:ext>
                </a:extLst>
              </p14:cNvPr>
              <p14:cNvContentPartPr/>
              <p14:nvPr/>
            </p14:nvContentPartPr>
            <p14:xfrm>
              <a:off x="9823400" y="5484831"/>
              <a:ext cx="186480" cy="1256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CB34893-342B-426B-B6FD-4763609F6A3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805400" y="5448831"/>
                <a:ext cx="2221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53ACDDB-971A-4009-AA2C-AE2A3CF78CE7}"/>
                  </a:ext>
                </a:extLst>
              </p14:cNvPr>
              <p14:cNvContentPartPr/>
              <p14:nvPr/>
            </p14:nvContentPartPr>
            <p14:xfrm>
              <a:off x="10110680" y="5189631"/>
              <a:ext cx="570600" cy="4546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53ACDDB-971A-4009-AA2C-AE2A3CF78CE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092680" y="5153631"/>
                <a:ext cx="60624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7101EBED-28E8-4A1C-AFED-420EBA0AFB1C}"/>
                  </a:ext>
                </a:extLst>
              </p14:cNvPr>
              <p14:cNvContentPartPr/>
              <p14:nvPr/>
            </p14:nvContentPartPr>
            <p14:xfrm>
              <a:off x="10661120" y="5413551"/>
              <a:ext cx="26640" cy="90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7101EBED-28E8-4A1C-AFED-420EBA0AFB1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642873" y="5377551"/>
                <a:ext cx="62768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49381A3F-4249-49BC-B38F-C31F1047A701}"/>
                  </a:ext>
                </a:extLst>
              </p14:cNvPr>
              <p14:cNvContentPartPr/>
              <p14:nvPr/>
            </p14:nvContentPartPr>
            <p14:xfrm>
              <a:off x="10304000" y="5314191"/>
              <a:ext cx="331200" cy="104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49381A3F-4249-49BC-B38F-C31F1047A70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286000" y="5278191"/>
                <a:ext cx="3668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72781D6-55FC-408C-B95B-EC50DBD409FE}"/>
                  </a:ext>
                </a:extLst>
              </p14:cNvPr>
              <p14:cNvContentPartPr/>
              <p14:nvPr/>
            </p14:nvContentPartPr>
            <p14:xfrm>
              <a:off x="10739600" y="5504991"/>
              <a:ext cx="345240" cy="1540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72781D6-55FC-408C-B95B-EC50DBD409F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721600" y="5468991"/>
                <a:ext cx="3808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1390451-6719-4B03-8A20-EE3FFF03D3FE}"/>
                  </a:ext>
                </a:extLst>
              </p14:cNvPr>
              <p14:cNvContentPartPr/>
              <p14:nvPr/>
            </p14:nvContentPartPr>
            <p14:xfrm>
              <a:off x="11541680" y="5195391"/>
              <a:ext cx="482760" cy="442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1390451-6719-4B03-8A20-EE3FFF03D3F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523680" y="5159391"/>
                <a:ext cx="51840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1CD6C14-14B4-4D57-8DB7-608CCC24C79A}"/>
                  </a:ext>
                </a:extLst>
              </p14:cNvPr>
              <p14:cNvContentPartPr/>
              <p14:nvPr/>
            </p14:nvContentPartPr>
            <p14:xfrm>
              <a:off x="9350360" y="6159831"/>
              <a:ext cx="24480" cy="2721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1CD6C14-14B4-4D57-8DB7-608CCC24C79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332360" y="6123879"/>
                <a:ext cx="60120" cy="3437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4EEBC44A-27B9-4BD3-964C-1A945B849F43}"/>
                  </a:ext>
                </a:extLst>
              </p14:cNvPr>
              <p14:cNvContentPartPr/>
              <p14:nvPr/>
            </p14:nvContentPartPr>
            <p14:xfrm>
              <a:off x="9328760" y="6050751"/>
              <a:ext cx="427680" cy="3589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4EEBC44A-27B9-4BD3-964C-1A945B849F4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310760" y="6014751"/>
                <a:ext cx="46332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4ADFDB43-D833-417C-A426-9E247B05829D}"/>
                  </a:ext>
                </a:extLst>
              </p14:cNvPr>
              <p14:cNvContentPartPr/>
              <p14:nvPr/>
            </p14:nvContentPartPr>
            <p14:xfrm>
              <a:off x="9802520" y="6110511"/>
              <a:ext cx="243720" cy="3124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4ADFDB43-D833-417C-A426-9E247B05829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784493" y="6074511"/>
                <a:ext cx="279413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5FC7FFE4-1E6D-41D8-A1DA-EAB6DA45AEA3}"/>
                  </a:ext>
                </a:extLst>
              </p14:cNvPr>
              <p14:cNvContentPartPr/>
              <p14:nvPr/>
            </p14:nvContentPartPr>
            <p14:xfrm>
              <a:off x="9827000" y="6218151"/>
              <a:ext cx="246240" cy="356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5FC7FFE4-1E6D-41D8-A1DA-EAB6DA45AEA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809000" y="6182151"/>
                <a:ext cx="2818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FFFE4475-F816-4CF5-BA94-A460884F7E6B}"/>
                  </a:ext>
                </a:extLst>
              </p14:cNvPr>
              <p14:cNvContentPartPr/>
              <p14:nvPr/>
            </p14:nvContentPartPr>
            <p14:xfrm>
              <a:off x="9797840" y="6012231"/>
              <a:ext cx="304920" cy="892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FFFE4475-F816-4CF5-BA94-A460884F7E6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779840" y="5976085"/>
                <a:ext cx="340560" cy="16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22452D8E-3CE4-4F7C-82DF-8D7A10ABA560}"/>
                  </a:ext>
                </a:extLst>
              </p14:cNvPr>
              <p14:cNvContentPartPr/>
              <p14:nvPr/>
            </p14:nvContentPartPr>
            <p14:xfrm>
              <a:off x="5928921" y="3337794"/>
              <a:ext cx="5400" cy="324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22452D8E-3CE4-4F7C-82DF-8D7A10ABA56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910921" y="3301794"/>
                <a:ext cx="410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D07CC836-C5E7-4BB8-BAEF-37FCDCB9D7F5}"/>
                  </a:ext>
                </a:extLst>
              </p14:cNvPr>
              <p14:cNvContentPartPr/>
              <p14:nvPr/>
            </p14:nvContentPartPr>
            <p14:xfrm>
              <a:off x="7675281" y="3859074"/>
              <a:ext cx="230040" cy="252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D07CC836-C5E7-4BB8-BAEF-37FCDCB9D7F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657281" y="3823074"/>
                <a:ext cx="26568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CB86ADE9-5485-47E2-AFC4-A8CE18E34093}"/>
                  </a:ext>
                </a:extLst>
              </p14:cNvPr>
              <p14:cNvContentPartPr/>
              <p14:nvPr/>
            </p14:nvContentPartPr>
            <p14:xfrm>
              <a:off x="7624881" y="3898314"/>
              <a:ext cx="293400" cy="2134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CB86ADE9-5485-47E2-AFC4-A8CE18E34093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606881" y="3862253"/>
                <a:ext cx="329040" cy="285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1AB3D64C-412C-43E0-B402-01840AA8B454}"/>
                  </a:ext>
                </a:extLst>
              </p14:cNvPr>
              <p14:cNvContentPartPr/>
              <p14:nvPr/>
            </p14:nvContentPartPr>
            <p14:xfrm>
              <a:off x="7591761" y="4478634"/>
              <a:ext cx="298440" cy="3240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1AB3D64C-412C-43E0-B402-01840AA8B45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573761" y="4442634"/>
                <a:ext cx="33408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DB2FCE9A-7854-4258-8094-FB354DB25FF3}"/>
                  </a:ext>
                </a:extLst>
              </p14:cNvPr>
              <p14:cNvContentPartPr/>
              <p14:nvPr/>
            </p14:nvContentPartPr>
            <p14:xfrm>
              <a:off x="7624881" y="4581594"/>
              <a:ext cx="298800" cy="2325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DB2FCE9A-7854-4258-8094-FB354DB25FF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606903" y="4545594"/>
                <a:ext cx="334397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612BD8F-3671-49A4-979C-4A1C69AE772B}"/>
                  </a:ext>
                </a:extLst>
              </p14:cNvPr>
              <p14:cNvContentPartPr/>
              <p14:nvPr/>
            </p14:nvContentPartPr>
            <p14:xfrm>
              <a:off x="7570881" y="5250474"/>
              <a:ext cx="315000" cy="2851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612BD8F-3671-49A4-979C-4A1C69AE772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552881" y="5214474"/>
                <a:ext cx="3506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50DD7609-CA07-4CFF-9E3C-3D78B55BABF3}"/>
                  </a:ext>
                </a:extLst>
              </p14:cNvPr>
              <p14:cNvContentPartPr/>
              <p14:nvPr/>
            </p14:nvContentPartPr>
            <p14:xfrm>
              <a:off x="7560801" y="5289714"/>
              <a:ext cx="346320" cy="2894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50DD7609-CA07-4CFF-9E3C-3D78B55BABF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542801" y="5253759"/>
                <a:ext cx="381960" cy="360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3F6E157B-0452-4FD2-A52E-D9CCB934F66A}"/>
                  </a:ext>
                </a:extLst>
              </p14:cNvPr>
              <p14:cNvContentPartPr/>
              <p14:nvPr/>
            </p14:nvContentPartPr>
            <p14:xfrm>
              <a:off x="7626681" y="5845194"/>
              <a:ext cx="293400" cy="3283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3F6E157B-0452-4FD2-A52E-D9CCB934F66A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608681" y="5809154"/>
                <a:ext cx="329040" cy="400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D0785426-E47C-4032-9FCC-858A8D18844A}"/>
                  </a:ext>
                </a:extLst>
              </p14:cNvPr>
              <p14:cNvContentPartPr/>
              <p14:nvPr/>
            </p14:nvContentPartPr>
            <p14:xfrm>
              <a:off x="7624881" y="5953554"/>
              <a:ext cx="201960" cy="1652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D0785426-E47C-4032-9FCC-858A8D18844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606913" y="5917554"/>
                <a:ext cx="237537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87490C4-45B9-46BC-ABC6-1892514389B9}"/>
                  </a:ext>
                </a:extLst>
              </p14:cNvPr>
              <p14:cNvContentPartPr/>
              <p14:nvPr/>
            </p14:nvContentPartPr>
            <p14:xfrm>
              <a:off x="6864201" y="3013434"/>
              <a:ext cx="99000" cy="154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87490C4-45B9-46BC-ABC6-1892514389B9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846201" y="2977434"/>
                <a:ext cx="1346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4CF7F264-1FCE-41C0-A032-8BF39F98A5E8}"/>
                  </a:ext>
                </a:extLst>
              </p14:cNvPr>
              <p14:cNvContentPartPr/>
              <p14:nvPr/>
            </p14:nvContentPartPr>
            <p14:xfrm>
              <a:off x="6870321" y="3126114"/>
              <a:ext cx="114120" cy="136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4CF7F264-1FCE-41C0-A032-8BF39F98A5E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852264" y="3090114"/>
                <a:ext cx="149873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0BE2679A-3246-441C-B297-A57E35C41130}"/>
                  </a:ext>
                </a:extLst>
              </p14:cNvPr>
              <p14:cNvContentPartPr/>
              <p14:nvPr/>
            </p14:nvContentPartPr>
            <p14:xfrm>
              <a:off x="7075521" y="3023514"/>
              <a:ext cx="151200" cy="1782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0BE2679A-3246-441C-B297-A57E35C4113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057521" y="2987587"/>
                <a:ext cx="186840" cy="249696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Dreptunghi 63">
            <a:extLst>
              <a:ext uri="{FF2B5EF4-FFF2-40B4-BE49-F238E27FC236}">
                <a16:creationId xmlns:a16="http://schemas.microsoft.com/office/drawing/2014/main" id="{42F78E11-DF84-42C4-88B5-599988592042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c) Metoda supervizării </a:t>
            </a:r>
            <a:r>
              <a:rPr lang="ro-RO" sz="2000" b="1" dirty="0">
                <a:solidFill>
                  <a:srgbClr val="FF0000"/>
                </a:solidFill>
              </a:rPr>
              <a:t>– implementarea secțiunii de tranziții </a:t>
            </a:r>
          </a:p>
        </p:txBody>
      </p:sp>
    </p:spTree>
    <p:extLst>
      <p:ext uri="{BB962C8B-B14F-4D97-AF65-F5344CB8AC3E}">
        <p14:creationId xmlns:p14="http://schemas.microsoft.com/office/powerpoint/2010/main" val="361303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CC547E07-BE97-4FA1-A2D4-8C04B1CC1A63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c) Metoda supervizării </a:t>
            </a:r>
            <a:r>
              <a:rPr lang="ro-RO" sz="2000" b="1" dirty="0">
                <a:solidFill>
                  <a:srgbClr val="FF0000"/>
                </a:solidFill>
              </a:rPr>
              <a:t>– secțiunea elementelor de ieșire 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81570A0-E968-43DE-8148-33D979DF4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234464"/>
            <a:ext cx="4438650" cy="50006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762A2765-B81F-42E8-9EE7-62E3C9F18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93" y="1143025"/>
            <a:ext cx="65627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4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4650D20E-8B27-4FFA-9CA5-CE72BA8D3077}"/>
              </a:ext>
            </a:extLst>
          </p:cNvPr>
          <p:cNvSpPr/>
          <p:nvPr/>
        </p:nvSpPr>
        <p:spPr>
          <a:xfrm>
            <a:off x="243904" y="137196"/>
            <a:ext cx="9966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Introducerea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st</a:t>
            </a:r>
            <a:r>
              <a:rPr lang="ro-RO" sz="2000" b="1" dirty="0">
                <a:solidFill>
                  <a:srgbClr val="0000FF"/>
                </a:solidFill>
              </a:rPr>
              <a:t>ă</a:t>
            </a:r>
            <a:r>
              <a:rPr lang="en-US" sz="2000" b="1" dirty="0" err="1">
                <a:solidFill>
                  <a:srgbClr val="0000FF"/>
                </a:solidFill>
              </a:rPr>
              <a:t>rii</a:t>
            </a:r>
            <a:r>
              <a:rPr lang="en-US" sz="2000" b="1" dirty="0">
                <a:solidFill>
                  <a:srgbClr val="0000FF"/>
                </a:solidFill>
              </a:rPr>
              <a:t> de HALT </a:t>
            </a:r>
            <a:r>
              <a:rPr lang="ro-RO" sz="2000" b="1" dirty="0">
                <a:solidFill>
                  <a:srgbClr val="0000FF"/>
                </a:solidFill>
              </a:rPr>
              <a:t>într-o diagrama de tranziție a stărilor deja existentă</a:t>
            </a:r>
          </a:p>
          <a:p>
            <a:pPr lvl="0">
              <a:defRPr/>
            </a:pPr>
            <a:r>
              <a:rPr lang="ro-RO" sz="2000" b="1" dirty="0"/>
              <a:t>c) Metoda supervizării </a:t>
            </a:r>
            <a:r>
              <a:rPr lang="ro-RO" sz="2000" b="1" dirty="0">
                <a:solidFill>
                  <a:srgbClr val="FF0000"/>
                </a:solidFill>
              </a:rPr>
              <a:t>– implementarea ecuațiilor de stare  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1B1FF746-88F2-440B-94A1-B93B173AC6AE}"/>
              </a:ext>
            </a:extLst>
          </p:cNvPr>
          <p:cNvSpPr/>
          <p:nvPr/>
        </p:nvSpPr>
        <p:spPr>
          <a:xfrm>
            <a:off x="518221" y="868708"/>
            <a:ext cx="1142987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ro-RO" sz="2000" b="1" dirty="0">
                <a:solidFill>
                  <a:srgbClr val="0000FF"/>
                </a:solidFill>
              </a:rPr>
              <a:t>Secțiunea de stări este dependentă de tipul de bobină folosită pentru implementarea stărilor: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0000FF"/>
                </a:solidFill>
              </a:rPr>
              <a:t>bobine fără memorie – NU se poate utiliza instrucțiunea MCR;</a:t>
            </a:r>
          </a:p>
          <a:p>
            <a:pPr marL="800100" lvl="1" indent="-342900">
              <a:spcBef>
                <a:spcPts val="6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0000FF"/>
                </a:solidFill>
              </a:rPr>
              <a:t>bobine cu memorie –  se poate utiliza instrucțiunea MCR;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EB51042-2050-4AC8-8FB3-213049BE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50" y="2057415"/>
            <a:ext cx="8260488" cy="476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4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lvl="2"/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Metode de introducere a stării de HALT în diagrame de tranziție date</a:t>
            </a:r>
            <a:endParaRPr lang="en-U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d</a:t>
            </a:r>
            <a:r>
              <a:rPr 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ublarea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numărului de stări;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introducerea unei stări dedicate pentru Halt;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metoda supervizării (blocarea tranzițiilor);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Relee de timp (</a:t>
            </a:r>
            <a:r>
              <a:rPr lang="ro-RO" sz="2400" b="1" dirty="0" err="1">
                <a:solidFill>
                  <a:srgbClr val="0000FF"/>
                </a:solidFill>
              </a:rPr>
              <a:t>Timere</a:t>
            </a:r>
            <a:r>
              <a:rPr lang="ro-RO" sz="2400" b="1" dirty="0">
                <a:solidFill>
                  <a:srgbClr val="0000FF"/>
                </a:solidFill>
              </a:rPr>
              <a:t>) 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TON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TOFF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RTO</a:t>
            </a:r>
          </a:p>
          <a:p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3) Aplicații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Introducerea temporizărilor într-o diagramă de tranziție dată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Cazul 1: folosind o stare dedicată;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Cazul 2: folosind același număr de stări; </a:t>
            </a:r>
            <a:endParaRPr lang="ro-RO" sz="24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Generarea secvențelor de timp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diagrame de timp cu o singură trecere;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diagrame de timp repetitive;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diagrame de timp repetitive cu număr impus de treceri;</a:t>
            </a:r>
          </a:p>
        </p:txBody>
      </p:sp>
    </p:spTree>
    <p:extLst>
      <p:ext uri="{BB962C8B-B14F-4D97-AF65-F5344CB8AC3E}">
        <p14:creationId xmlns:p14="http://schemas.microsoft.com/office/powerpoint/2010/main" val="1674252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426782" y="137196"/>
            <a:ext cx="85952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r>
              <a:rPr lang="ro-RO" sz="1600" b="1" dirty="0">
                <a:solidFill>
                  <a:srgbClr val="0000FF"/>
                </a:solidFill>
              </a:rPr>
              <a:t> de tip TON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710C8E5-34F1-4FB7-95D8-DB0876FF8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685830"/>
            <a:ext cx="10496550" cy="404812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778F4B61-9C4B-4F30-A3D8-540755FDB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78" y="4800585"/>
            <a:ext cx="5048250" cy="1905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6CB6F92-7B2E-424E-AD61-5F67241CF6BA}"/>
                  </a:ext>
                </a:extLst>
              </p14:cNvPr>
              <p14:cNvContentPartPr/>
              <p14:nvPr/>
            </p14:nvContentPartPr>
            <p14:xfrm>
              <a:off x="9041665" y="5437705"/>
              <a:ext cx="293040" cy="392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6CB6F92-7B2E-424E-AD61-5F67241CF6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23687" y="5420065"/>
                <a:ext cx="328636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9489393-B7AA-410D-98F9-BD1AD9558CBD}"/>
                  </a:ext>
                </a:extLst>
              </p14:cNvPr>
              <p14:cNvContentPartPr/>
              <p14:nvPr/>
            </p14:nvContentPartPr>
            <p14:xfrm>
              <a:off x="9362785" y="5986705"/>
              <a:ext cx="545040" cy="1328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9489393-B7AA-410D-98F9-BD1AD9558C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5145" y="5968705"/>
                <a:ext cx="5806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E760F57-0426-4D88-A94F-7261D82AD2EA}"/>
                  </a:ext>
                </a:extLst>
              </p14:cNvPr>
              <p14:cNvContentPartPr/>
              <p14:nvPr/>
            </p14:nvContentPartPr>
            <p14:xfrm>
              <a:off x="10019425" y="6054025"/>
              <a:ext cx="316440" cy="2412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E760F57-0426-4D88-A94F-7261D82AD2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01425" y="6036385"/>
                <a:ext cx="3520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4627CDD-D6EF-43DD-8770-3225C609B7AE}"/>
                  </a:ext>
                </a:extLst>
              </p14:cNvPr>
              <p14:cNvContentPartPr/>
              <p14:nvPr/>
            </p14:nvContentPartPr>
            <p14:xfrm>
              <a:off x="9918625" y="5651905"/>
              <a:ext cx="324720" cy="2916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4627CDD-D6EF-43DD-8770-3225C609B7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00625" y="5633927"/>
                <a:ext cx="360360" cy="3271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993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CF4F812-2BF3-4AD3-A745-64F59E8D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06" y="228635"/>
            <a:ext cx="9925762" cy="63572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17BD9FD9-43F0-4405-B708-7B01B0B3B5FA}"/>
                  </a:ext>
                </a:extLst>
              </p14:cNvPr>
              <p14:cNvContentPartPr/>
              <p14:nvPr/>
            </p14:nvContentPartPr>
            <p14:xfrm>
              <a:off x="3040105" y="3271945"/>
              <a:ext cx="1849680" cy="4248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17BD9FD9-43F0-4405-B708-7B01B0B3B5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2105" y="3253945"/>
                <a:ext cx="188532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672B324-71D8-43DD-8FFE-D2B23EC33917}"/>
                  </a:ext>
                </a:extLst>
              </p14:cNvPr>
              <p14:cNvContentPartPr/>
              <p14:nvPr/>
            </p14:nvContentPartPr>
            <p14:xfrm>
              <a:off x="3202465" y="4236025"/>
              <a:ext cx="2454120" cy="5396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672B324-71D8-43DD-8FFE-D2B23EC339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84825" y="4218025"/>
                <a:ext cx="248976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8AC2F6B-19D8-4A2C-B042-73C3977B3D2F}"/>
                  </a:ext>
                </a:extLst>
              </p14:cNvPr>
              <p14:cNvContentPartPr/>
              <p14:nvPr/>
            </p14:nvContentPartPr>
            <p14:xfrm>
              <a:off x="3101665" y="5452825"/>
              <a:ext cx="1672920" cy="5050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8AC2F6B-19D8-4A2C-B042-73C3977B3D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84025" y="5435185"/>
                <a:ext cx="1708560" cy="54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6632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F12DF07E-5407-44FD-83A5-143F66C18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508781"/>
            <a:ext cx="11952679" cy="37051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6C5E002-0E31-40CE-ABB3-0185599DCE64}"/>
                  </a:ext>
                </a:extLst>
              </p14:cNvPr>
              <p14:cNvContentPartPr/>
              <p14:nvPr/>
            </p14:nvContentPartPr>
            <p14:xfrm>
              <a:off x="1798367" y="1325903"/>
              <a:ext cx="653040" cy="15217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6C5E002-0E31-40CE-ABB3-0185599DCE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0367" y="1307899"/>
                <a:ext cx="688680" cy="1557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3FC4857C-7B45-4D4D-8E98-FD36DC0E65EB}"/>
                  </a:ext>
                </a:extLst>
              </p14:cNvPr>
              <p14:cNvContentPartPr/>
              <p14:nvPr/>
            </p14:nvContentPartPr>
            <p14:xfrm>
              <a:off x="1981245" y="777269"/>
              <a:ext cx="1278000" cy="5158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3FC4857C-7B45-4D4D-8E98-FD36DC0E65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63250" y="759269"/>
                <a:ext cx="131363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7A5CFC69-5E15-46BA-B0CA-A91B499134AD}"/>
                  </a:ext>
                </a:extLst>
              </p14:cNvPr>
              <p14:cNvContentPartPr/>
              <p14:nvPr/>
            </p14:nvContentPartPr>
            <p14:xfrm>
              <a:off x="3352830" y="594391"/>
              <a:ext cx="1796760" cy="7117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7A5CFC69-5E15-46BA-B0CA-A91B499134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34830" y="576382"/>
                <a:ext cx="1832400" cy="747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B8A9EB66-1C4D-4352-A66F-D95EB9DEB803}"/>
                  </a:ext>
                </a:extLst>
              </p14:cNvPr>
              <p14:cNvContentPartPr/>
              <p14:nvPr/>
            </p14:nvContentPartPr>
            <p14:xfrm>
              <a:off x="3401543" y="2323858"/>
              <a:ext cx="478800" cy="3067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B8A9EB66-1C4D-4352-A66F-D95EB9DEB80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83903" y="2306218"/>
                <a:ext cx="5144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399E2E0-8225-4C6F-860B-B052EBFDD07C}"/>
                  </a:ext>
                </a:extLst>
              </p14:cNvPr>
              <p14:cNvContentPartPr/>
              <p14:nvPr/>
            </p14:nvContentPartPr>
            <p14:xfrm>
              <a:off x="3956303" y="5859778"/>
              <a:ext cx="458280" cy="4896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399E2E0-8225-4C6F-860B-B052EBFDD07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38303" y="5841778"/>
                <a:ext cx="49392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09806426-BDAC-4D3B-A4BA-650517DB507A}"/>
                  </a:ext>
                </a:extLst>
              </p14:cNvPr>
              <p14:cNvContentPartPr/>
              <p14:nvPr/>
            </p14:nvContentPartPr>
            <p14:xfrm>
              <a:off x="3347903" y="5855818"/>
              <a:ext cx="481320" cy="3870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09806426-BDAC-4D3B-A4BA-650517DB507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29916" y="5837835"/>
                <a:ext cx="516933" cy="422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B62D537D-2FFB-4B0A-B0C2-E3143FB47080}"/>
                  </a:ext>
                </a:extLst>
              </p14:cNvPr>
              <p14:cNvContentPartPr/>
              <p14:nvPr/>
            </p14:nvContentPartPr>
            <p14:xfrm>
              <a:off x="5476223" y="6184138"/>
              <a:ext cx="267120" cy="2095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B62D537D-2FFB-4B0A-B0C2-E3143FB4708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58583" y="6166498"/>
                <a:ext cx="3027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BBAB8F9-3AC7-4077-802C-693617CB0A7A}"/>
                  </a:ext>
                </a:extLst>
              </p14:cNvPr>
              <p14:cNvContentPartPr/>
              <p14:nvPr/>
            </p14:nvContentPartPr>
            <p14:xfrm>
              <a:off x="5913623" y="6239578"/>
              <a:ext cx="183960" cy="190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BBAB8F9-3AC7-4077-802C-693617CB0A7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95983" y="6221578"/>
                <a:ext cx="2196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E754B609-6BF8-47F3-B938-BF76541113FE}"/>
                  </a:ext>
                </a:extLst>
              </p14:cNvPr>
              <p14:cNvContentPartPr/>
              <p14:nvPr/>
            </p14:nvContentPartPr>
            <p14:xfrm>
              <a:off x="5962943" y="6325618"/>
              <a:ext cx="163440" cy="126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E754B609-6BF8-47F3-B938-BF76541113F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944943" y="6307618"/>
                <a:ext cx="1990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E0D43FFF-0624-4DB4-A135-B69F1B7E791D}"/>
                  </a:ext>
                </a:extLst>
              </p14:cNvPr>
              <p14:cNvContentPartPr/>
              <p14:nvPr/>
            </p14:nvContentPartPr>
            <p14:xfrm>
              <a:off x="6380903" y="6158218"/>
              <a:ext cx="100440" cy="2422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E0D43FFF-0624-4DB4-A135-B69F1B7E791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62903" y="6140245"/>
                <a:ext cx="136080" cy="277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47028DCB-9779-418E-8830-99DF34E35845}"/>
                  </a:ext>
                </a:extLst>
              </p14:cNvPr>
              <p14:cNvContentPartPr/>
              <p14:nvPr/>
            </p14:nvContentPartPr>
            <p14:xfrm>
              <a:off x="6484223" y="6309418"/>
              <a:ext cx="295920" cy="1447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47028DCB-9779-418E-8830-99DF34E3584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66223" y="6291418"/>
                <a:ext cx="3315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FB97443F-58C7-406C-B0D3-A58B8EB8649B}"/>
                  </a:ext>
                </a:extLst>
              </p14:cNvPr>
              <p14:cNvContentPartPr/>
              <p14:nvPr/>
            </p14:nvContentPartPr>
            <p14:xfrm>
              <a:off x="6799223" y="6099538"/>
              <a:ext cx="405360" cy="3520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FB97443F-58C7-406C-B0D3-A58B8EB8649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81223" y="6081898"/>
                <a:ext cx="4410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76D9058-604E-49C3-804D-281CAB75C76C}"/>
                  </a:ext>
                </a:extLst>
              </p14:cNvPr>
              <p14:cNvContentPartPr/>
              <p14:nvPr/>
            </p14:nvContentPartPr>
            <p14:xfrm>
              <a:off x="7069583" y="6265498"/>
              <a:ext cx="110160" cy="25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76D9058-604E-49C3-804D-281CAB75C76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51943" y="6247858"/>
                <a:ext cx="145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55EE544-78B1-439A-B232-7AA39495CDB2}"/>
                  </a:ext>
                </a:extLst>
              </p14:cNvPr>
              <p14:cNvContentPartPr/>
              <p14:nvPr/>
            </p14:nvContentPartPr>
            <p14:xfrm>
              <a:off x="7385663" y="6199618"/>
              <a:ext cx="1089720" cy="2502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55EE544-78B1-439A-B232-7AA39495CDB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68023" y="6181644"/>
                <a:ext cx="1125360" cy="2857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552C3FD-9707-4AA4-B975-888A16A777AD}"/>
                  </a:ext>
                </a:extLst>
              </p14:cNvPr>
              <p14:cNvContentPartPr/>
              <p14:nvPr/>
            </p14:nvContentPartPr>
            <p14:xfrm>
              <a:off x="8654303" y="6192778"/>
              <a:ext cx="654480" cy="2883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552C3FD-9707-4AA4-B975-888A16A777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36663" y="6175138"/>
                <a:ext cx="6901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DBC3DD32-3670-4AF0-8176-825A546B726B}"/>
                  </a:ext>
                </a:extLst>
              </p14:cNvPr>
              <p14:cNvContentPartPr/>
              <p14:nvPr/>
            </p14:nvContentPartPr>
            <p14:xfrm>
              <a:off x="9738263" y="6333178"/>
              <a:ext cx="141120" cy="136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DBC3DD32-3670-4AF0-8176-825A546B726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720623" y="6315538"/>
                <a:ext cx="176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5F97BEC1-0793-4FE7-B8DE-C236BF5B6DDE}"/>
                  </a:ext>
                </a:extLst>
              </p14:cNvPr>
              <p14:cNvContentPartPr/>
              <p14:nvPr/>
            </p14:nvContentPartPr>
            <p14:xfrm>
              <a:off x="9787943" y="6421738"/>
              <a:ext cx="150480" cy="115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5F97BEC1-0793-4FE7-B8DE-C236BF5B6DD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69943" y="6404098"/>
                <a:ext cx="1861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B89B4969-9295-4765-A228-401427D64EDE}"/>
                  </a:ext>
                </a:extLst>
              </p14:cNvPr>
              <p14:cNvContentPartPr/>
              <p14:nvPr/>
            </p14:nvContentPartPr>
            <p14:xfrm>
              <a:off x="10795583" y="6366298"/>
              <a:ext cx="119880" cy="694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B89B4969-9295-4765-A228-401427D64ED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777943" y="6348298"/>
                <a:ext cx="1555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02F8B9D-0E00-44A8-B45A-6132806DA03D}"/>
                  </a:ext>
                </a:extLst>
              </p14:cNvPr>
              <p14:cNvContentPartPr/>
              <p14:nvPr/>
            </p14:nvContentPartPr>
            <p14:xfrm>
              <a:off x="11375903" y="6324898"/>
              <a:ext cx="108720" cy="1105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02F8B9D-0E00-44A8-B45A-6132806DA03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357903" y="6307258"/>
                <a:ext cx="1443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B87A6D4-BD1C-42D8-8FA0-1F1F012A2B0F}"/>
                  </a:ext>
                </a:extLst>
              </p14:cNvPr>
              <p14:cNvContentPartPr/>
              <p14:nvPr/>
            </p14:nvContentPartPr>
            <p14:xfrm>
              <a:off x="11621423" y="6411658"/>
              <a:ext cx="5400" cy="43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B87A6D4-BD1C-42D8-8FA0-1F1F012A2B0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603423" y="6393658"/>
                <a:ext cx="41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CC14E3E8-8A8F-4581-BB25-A984406B3DBF}"/>
                  </a:ext>
                </a:extLst>
              </p14:cNvPr>
              <p14:cNvContentPartPr/>
              <p14:nvPr/>
            </p14:nvContentPartPr>
            <p14:xfrm>
              <a:off x="11106263" y="6295018"/>
              <a:ext cx="178200" cy="1645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CC14E3E8-8A8F-4581-BB25-A984406B3DB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088299" y="6277378"/>
                <a:ext cx="213768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D81DD644-A960-4E26-AA11-E73E697798DB}"/>
                  </a:ext>
                </a:extLst>
              </p14:cNvPr>
              <p14:cNvContentPartPr/>
              <p14:nvPr/>
            </p14:nvContentPartPr>
            <p14:xfrm>
              <a:off x="10120943" y="6284938"/>
              <a:ext cx="523080" cy="1764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D81DD644-A960-4E26-AA11-E73E697798D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102943" y="6266938"/>
                <a:ext cx="558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6CA50D1E-1198-406C-8429-5F20297DEC07}"/>
                  </a:ext>
                </a:extLst>
              </p14:cNvPr>
              <p14:cNvContentPartPr/>
              <p14:nvPr/>
            </p14:nvContentPartPr>
            <p14:xfrm>
              <a:off x="9457823" y="1224058"/>
              <a:ext cx="2537640" cy="36734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6CA50D1E-1198-406C-8429-5F20297DEC0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440183" y="1206418"/>
                <a:ext cx="2573280" cy="37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29561D4B-4695-45DE-8E58-36E9AA25E367}"/>
                  </a:ext>
                </a:extLst>
              </p14:cNvPr>
              <p14:cNvContentPartPr/>
              <p14:nvPr/>
            </p14:nvContentPartPr>
            <p14:xfrm>
              <a:off x="6294143" y="2295778"/>
              <a:ext cx="615600" cy="3963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29561D4B-4695-45DE-8E58-36E9AA25E36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76143" y="2278138"/>
                <a:ext cx="651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C6FBE460-1071-4C19-9104-F3B2AD0052A6}"/>
                  </a:ext>
                </a:extLst>
              </p14:cNvPr>
              <p14:cNvContentPartPr/>
              <p14:nvPr/>
            </p14:nvContentPartPr>
            <p14:xfrm>
              <a:off x="6134303" y="2773498"/>
              <a:ext cx="998280" cy="10371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C6FBE460-1071-4C19-9104-F3B2AD0052A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116663" y="2755504"/>
                <a:ext cx="1033920" cy="1072788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Dreptunghi 29">
            <a:extLst>
              <a:ext uri="{FF2B5EF4-FFF2-40B4-BE49-F238E27FC236}">
                <a16:creationId xmlns:a16="http://schemas.microsoft.com/office/drawing/2014/main" id="{0CD80C7D-2B79-4D75-9821-3A16D68FD3C3}"/>
              </a:ext>
            </a:extLst>
          </p:cNvPr>
          <p:cNvSpPr/>
          <p:nvPr/>
        </p:nvSpPr>
        <p:spPr>
          <a:xfrm>
            <a:off x="426782" y="137196"/>
            <a:ext cx="85952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r>
              <a:rPr lang="ro-RO" sz="1600" b="1" dirty="0">
                <a:solidFill>
                  <a:srgbClr val="0000FF"/>
                </a:solidFill>
              </a:rPr>
              <a:t> de tip TON – Implementare software</a:t>
            </a:r>
          </a:p>
        </p:txBody>
      </p:sp>
    </p:spTree>
    <p:extLst>
      <p:ext uri="{BB962C8B-B14F-4D97-AF65-F5344CB8AC3E}">
        <p14:creationId xmlns:p14="http://schemas.microsoft.com/office/powerpoint/2010/main" val="304747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57D4547D-FAB6-47F9-894E-7FFCB0A857E7}"/>
                  </a:ext>
                </a:extLst>
              </p14:cNvPr>
              <p14:cNvContentPartPr/>
              <p14:nvPr/>
            </p14:nvContentPartPr>
            <p14:xfrm>
              <a:off x="331029" y="197905"/>
              <a:ext cx="11891160" cy="646344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57D4547D-FAB6-47F9-894E-7FFCB0A857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389" y="179906"/>
                <a:ext cx="11926800" cy="6499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4A8FCFD0-E4F4-490A-B735-6CDA7EC3BEBF}"/>
                  </a:ext>
                </a:extLst>
              </p14:cNvPr>
              <p14:cNvContentPartPr/>
              <p14:nvPr/>
            </p14:nvContentPartPr>
            <p14:xfrm>
              <a:off x="4600629" y="1342345"/>
              <a:ext cx="360" cy="36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4A8FCFD0-E4F4-490A-B735-6CDA7EC3BE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2629" y="1306345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2483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93E3F6AD-7077-4B89-BBB2-A15FE2DDD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960147"/>
            <a:ext cx="10791825" cy="5172075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510465EF-B744-4F71-9153-DFC7B7D34EF5}"/>
              </a:ext>
            </a:extLst>
          </p:cNvPr>
          <p:cNvSpPr/>
          <p:nvPr/>
        </p:nvSpPr>
        <p:spPr>
          <a:xfrm>
            <a:off x="426782" y="137196"/>
            <a:ext cx="85952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r>
              <a:rPr lang="ro-RO" sz="1600" b="1" dirty="0">
                <a:solidFill>
                  <a:srgbClr val="0000FF"/>
                </a:solidFill>
              </a:rPr>
              <a:t> de tip TON – Implementare software</a:t>
            </a:r>
          </a:p>
        </p:txBody>
      </p:sp>
    </p:spTree>
    <p:extLst>
      <p:ext uri="{BB962C8B-B14F-4D97-AF65-F5344CB8AC3E}">
        <p14:creationId xmlns:p14="http://schemas.microsoft.com/office/powerpoint/2010/main" val="18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1483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Timer TON </a:t>
            </a:r>
            <a:endParaRPr lang="ro-R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0C6C7C-1EBC-42F0-8559-B32FF9110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960147"/>
            <a:ext cx="11704192" cy="447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0484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BFEC6E41-4097-471A-8ECB-3A224A23F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594391"/>
            <a:ext cx="10763250" cy="403860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D0E55D3C-4E6C-43AF-BE00-EFE09DA37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17" y="4800585"/>
            <a:ext cx="5172075" cy="1895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5E032C3-B11B-432B-8453-CF2AA6BB1537}"/>
                  </a:ext>
                </a:extLst>
              </p14:cNvPr>
              <p14:cNvContentPartPr/>
              <p14:nvPr/>
            </p14:nvContentPartPr>
            <p14:xfrm>
              <a:off x="9288265" y="5009665"/>
              <a:ext cx="395640" cy="3412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5E032C3-B11B-432B-8453-CF2AA6BB15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70265" y="4992025"/>
                <a:ext cx="43128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F9C3965D-5ED3-4200-A6B3-74DB13C3A4F5}"/>
                  </a:ext>
                </a:extLst>
              </p14:cNvPr>
              <p14:cNvContentPartPr/>
              <p14:nvPr/>
            </p14:nvContentPartPr>
            <p14:xfrm>
              <a:off x="10290505" y="4234945"/>
              <a:ext cx="708120" cy="11041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F9C3965D-5ED3-4200-A6B3-74DB13C3A4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72505" y="4216945"/>
                <a:ext cx="743760" cy="11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1B4E036-26EE-4405-80A3-5E1812118740}"/>
                  </a:ext>
                </a:extLst>
              </p14:cNvPr>
              <p14:cNvContentPartPr/>
              <p14:nvPr/>
            </p14:nvContentPartPr>
            <p14:xfrm>
              <a:off x="10348465" y="6091465"/>
              <a:ext cx="586080" cy="2509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1B4E036-26EE-4405-80A3-5E18121187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30814" y="6073825"/>
                <a:ext cx="621742" cy="2865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68FEE1D0-BA7B-4848-ACD2-DC20A6740ADD}"/>
              </a:ext>
            </a:extLst>
          </p:cNvPr>
          <p:cNvSpPr/>
          <p:nvPr/>
        </p:nvSpPr>
        <p:spPr>
          <a:xfrm>
            <a:off x="426782" y="137196"/>
            <a:ext cx="85952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r>
              <a:rPr lang="ro-RO" sz="1600" b="1" dirty="0">
                <a:solidFill>
                  <a:srgbClr val="0000FF"/>
                </a:solidFill>
              </a:rPr>
              <a:t> de tip </a:t>
            </a:r>
            <a:r>
              <a:rPr lang="ro-RO" sz="1600" b="1" dirty="0">
                <a:solidFill>
                  <a:srgbClr val="FF0000"/>
                </a:solidFill>
              </a:rPr>
              <a:t>TOFF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1022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285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Timer Off Delay (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TOF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)  </a:t>
            </a:r>
            <a:endParaRPr lang="ro-RO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B62B8EB-772D-46A5-8C3A-D5E13C4FA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1051586"/>
            <a:ext cx="11521314" cy="411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6955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2E593B6A-1523-4B90-893A-5B9A71CF4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685830"/>
            <a:ext cx="10192651" cy="6022531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91972C83-0EF1-44E6-AAE6-DB011AEFDCCE}"/>
              </a:ext>
            </a:extLst>
          </p:cNvPr>
          <p:cNvSpPr/>
          <p:nvPr/>
        </p:nvSpPr>
        <p:spPr>
          <a:xfrm>
            <a:off x="426782" y="137196"/>
            <a:ext cx="85952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r>
              <a:rPr lang="ro-RO" sz="1600" b="1" dirty="0">
                <a:solidFill>
                  <a:srgbClr val="0000FF"/>
                </a:solidFill>
              </a:rPr>
              <a:t> de tip </a:t>
            </a:r>
            <a:r>
              <a:rPr lang="ro-RO" sz="1600" b="1" dirty="0">
                <a:solidFill>
                  <a:srgbClr val="FF0000"/>
                </a:solidFill>
              </a:rPr>
              <a:t>TOFF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5070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335343" y="320074"/>
            <a:ext cx="12801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600" b="1" dirty="0" err="1">
                <a:solidFill>
                  <a:srgbClr val="0000FF"/>
                </a:solidFill>
              </a:rPr>
              <a:t>Timere</a:t>
            </a:r>
            <a:endParaRPr lang="ro-RO" sz="1600" b="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ro-RO" sz="1600" b="1" dirty="0">
                <a:solidFill>
                  <a:srgbClr val="0000FF"/>
                </a:solidFill>
              </a:rPr>
              <a:t>cu </a:t>
            </a:r>
          </a:p>
          <a:p>
            <a:pPr>
              <a:defRPr/>
            </a:pPr>
            <a:r>
              <a:rPr lang="ro-RO" sz="1600" b="1" dirty="0">
                <a:solidFill>
                  <a:srgbClr val="0000FF"/>
                </a:solidFill>
              </a:rPr>
              <a:t>retenție</a:t>
            </a:r>
          </a:p>
          <a:p>
            <a:pPr>
              <a:defRPr/>
            </a:pPr>
            <a:r>
              <a:rPr lang="ro-RO" sz="1600" b="1" dirty="0">
                <a:solidFill>
                  <a:srgbClr val="0000FF"/>
                </a:solidFill>
              </a:rPr>
              <a:t>(</a:t>
            </a:r>
            <a:r>
              <a:rPr lang="ro-RO" sz="1600" b="1" dirty="0">
                <a:solidFill>
                  <a:srgbClr val="FF0000"/>
                </a:solidFill>
              </a:rPr>
              <a:t>RTO</a:t>
            </a:r>
            <a:r>
              <a:rPr lang="ro-RO" sz="1600" b="1" dirty="0">
                <a:solidFill>
                  <a:srgbClr val="0000FF"/>
                </a:solidFill>
              </a:rPr>
              <a:t>)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DC78E55E-37E8-4C96-B690-EB2BD779B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46" y="228635"/>
            <a:ext cx="9829188" cy="641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05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00DEC53F-9089-4C50-BFE8-BA0CD91C5304}"/>
              </a:ext>
            </a:extLst>
          </p:cNvPr>
          <p:cNvSpPr/>
          <p:nvPr/>
        </p:nvSpPr>
        <p:spPr>
          <a:xfrm>
            <a:off x="609660" y="228635"/>
            <a:ext cx="3318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Retentive On Delay (RTO)  </a:t>
            </a:r>
            <a:endParaRPr lang="ro-R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DAD095-4728-4AEA-BE85-81510FC33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60" y="12344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7E22CAD-A485-4E3D-BE34-F103DDF14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777269"/>
            <a:ext cx="11125875" cy="5486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2698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CF1D74B-29F3-403F-909C-D07C9E1AF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4" y="1234464"/>
            <a:ext cx="6172200" cy="317182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3282431A-D6FF-4E70-8C2B-92B91BFEF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4744070" cy="2468853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1547000D-5D1D-4A7C-B05F-BD3BB8E58E7A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-lor pentru automatele Allan-Bradley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686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A22F2440-84BF-46C4-B5CA-82746056E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414" y="2697488"/>
            <a:ext cx="3457575" cy="37052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139026F-2603-47DD-AFBC-AB568520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14" y="594391"/>
            <a:ext cx="3451866" cy="184921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D2C45D2C-D8C5-444A-A4AB-BE928AFF7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1" y="594391"/>
            <a:ext cx="7499951" cy="3554749"/>
          </a:xfrm>
          <a:prstGeom prst="rect">
            <a:avLst/>
          </a:prstGeom>
        </p:spPr>
      </p:pic>
      <p:sp>
        <p:nvSpPr>
          <p:cNvPr id="8" name="Dreptunghi 7">
            <a:extLst>
              <a:ext uri="{FF2B5EF4-FFF2-40B4-BE49-F238E27FC236}">
                <a16:creationId xmlns:a16="http://schemas.microsoft.com/office/drawing/2014/main" id="{96E52E25-0080-45D6-86E7-40BE85F83039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-lor in standardul IEC 61131-3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8AEB8689-C3BD-4055-912A-F4B8EDA1F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098" y="4434829"/>
            <a:ext cx="3619460" cy="17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01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3D4F1F64-3BBF-46E2-8554-E673383F5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8243506" cy="3474682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027DB90-97BA-408B-8B28-0A0006B9C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5" y="3703317"/>
            <a:ext cx="5352698" cy="2948520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2C2308F1-8222-4409-B6F1-EB89B492EAB6}"/>
              </a:ext>
            </a:extLst>
          </p:cNvPr>
          <p:cNvSpPr/>
          <p:nvPr/>
        </p:nvSpPr>
        <p:spPr>
          <a:xfrm>
            <a:off x="243904" y="31320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-lor in standardul IEC 61131-3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927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2C2308F1-8222-4409-B6F1-EB89B492EAB6}"/>
              </a:ext>
            </a:extLst>
          </p:cNvPr>
          <p:cNvSpPr/>
          <p:nvPr/>
        </p:nvSpPr>
        <p:spPr>
          <a:xfrm>
            <a:off x="243904" y="31320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-lor in standardul IEC 61131-3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F8595FC-E165-4248-94B2-F8A8F5CA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777269"/>
            <a:ext cx="875347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52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lvl="2"/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Metode de introducere a stării de HALT în diagrame de tranziție date</a:t>
            </a:r>
            <a:endParaRPr lang="en-U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d</a:t>
            </a:r>
            <a:r>
              <a:rPr 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ublarea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numărului de stări;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introducerea unei stări dedicate pentru Halt;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metoda supervizării (blocarea tranzițiilor);</a:t>
            </a:r>
          </a:p>
          <a:p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2) Relee de timp (</a:t>
            </a:r>
            <a:r>
              <a:rPr lang="ro-RO" sz="20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Timere</a:t>
            </a: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 </a:t>
            </a:r>
            <a:endParaRPr lang="en-U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TOFF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RTO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3) Aplicații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Introducerea temporizărilor într-o diagramă de tranziție dată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Cazul 1: folosind o stare dedicată;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Cazul 2: folosind același număr de stări; </a:t>
            </a:r>
            <a:endParaRPr lang="ro-RO" sz="2400" b="1" dirty="0">
              <a:latin typeface="Calibri" panose="020F0502020204030204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Generarea secvențelor de timp 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diagrame de timp cu o singură trecere;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diagrame de timp repetitive;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diagrame de timp repetitive cu număr impus de treceri;</a:t>
            </a:r>
          </a:p>
        </p:txBody>
      </p:sp>
    </p:spTree>
    <p:extLst>
      <p:ext uri="{BB962C8B-B14F-4D97-AF65-F5344CB8AC3E}">
        <p14:creationId xmlns:p14="http://schemas.microsoft.com/office/powerpoint/2010/main" val="2234565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243904" y="137196"/>
            <a:ext cx="93267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b="1" dirty="0">
                <a:solidFill>
                  <a:srgbClr val="FF0000"/>
                </a:solidFill>
              </a:rPr>
              <a:t>Aplicație – Introducerea temporizărilor într-o diagramă de tranziție dată (Cazul 1)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81F59B0-7128-408A-AC59-252D2881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594391"/>
            <a:ext cx="10766054" cy="61755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4D3AC1D-F36D-4240-BEBE-890FDE140337}"/>
                  </a:ext>
                </a:extLst>
              </p14:cNvPr>
              <p14:cNvContentPartPr/>
              <p14:nvPr/>
            </p14:nvContentPartPr>
            <p14:xfrm>
              <a:off x="9552789" y="410665"/>
              <a:ext cx="19440" cy="79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4D3AC1D-F36D-4240-BEBE-890FDE1403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5149" y="375025"/>
                <a:ext cx="550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D08A61C-C6B9-4597-8F34-677D0FAB674B}"/>
                  </a:ext>
                </a:extLst>
              </p14:cNvPr>
              <p14:cNvContentPartPr/>
              <p14:nvPr/>
            </p14:nvContentPartPr>
            <p14:xfrm>
              <a:off x="5821749" y="3744985"/>
              <a:ext cx="19080" cy="244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D08A61C-C6B9-4597-8F34-677D0FAB67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03749" y="3726985"/>
                <a:ext cx="547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EE2A0E6-6CF9-4EDC-89D3-1A93C87A2CC8}"/>
                  </a:ext>
                </a:extLst>
              </p14:cNvPr>
              <p14:cNvContentPartPr/>
              <p14:nvPr/>
            </p14:nvContentPartPr>
            <p14:xfrm>
              <a:off x="5993829" y="3574345"/>
              <a:ext cx="224280" cy="64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EE2A0E6-6CF9-4EDC-89D3-1A93C87A2C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6189" y="3556345"/>
                <a:ext cx="259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6BBA251-748F-492E-A707-AAA86FB57E1F}"/>
                  </a:ext>
                </a:extLst>
              </p14:cNvPr>
              <p14:cNvContentPartPr/>
              <p14:nvPr/>
            </p14:nvContentPartPr>
            <p14:xfrm>
              <a:off x="5563269" y="3889345"/>
              <a:ext cx="194760" cy="3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6BBA251-748F-492E-A707-AAA86FB57E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45269" y="3871705"/>
                <a:ext cx="230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4F7A6A3-6D5D-45B6-9601-BE7E9C50EE82}"/>
                  </a:ext>
                </a:extLst>
              </p14:cNvPr>
              <p14:cNvContentPartPr/>
              <p14:nvPr/>
            </p14:nvContentPartPr>
            <p14:xfrm>
              <a:off x="5509989" y="4143865"/>
              <a:ext cx="206280" cy="9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4F7A6A3-6D5D-45B6-9601-BE7E9C50EE8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92349" y="4125865"/>
                <a:ext cx="2419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EAE4BE8-6C94-449D-9153-B9AA2992ECD2}"/>
                  </a:ext>
                </a:extLst>
              </p14:cNvPr>
              <p14:cNvContentPartPr/>
              <p14:nvPr/>
            </p14:nvContentPartPr>
            <p14:xfrm>
              <a:off x="5440869" y="4218745"/>
              <a:ext cx="316080" cy="1497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EAE4BE8-6C94-449D-9153-B9AA2992ECD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23209" y="4201062"/>
                <a:ext cx="351761" cy="185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7C4ED26-6ABB-4EE6-9930-6BB32945F38A}"/>
                  </a:ext>
                </a:extLst>
              </p14:cNvPr>
              <p14:cNvContentPartPr/>
              <p14:nvPr/>
            </p14:nvContentPartPr>
            <p14:xfrm>
              <a:off x="5471829" y="3944065"/>
              <a:ext cx="328680" cy="133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7C4ED26-6ABB-4EE6-9930-6BB32945F38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54189" y="3926114"/>
                <a:ext cx="364320" cy="168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7521243-C6DE-42C1-8CFD-CE17B19348C3}"/>
                  </a:ext>
                </a:extLst>
              </p14:cNvPr>
              <p14:cNvContentPartPr/>
              <p14:nvPr/>
            </p14:nvContentPartPr>
            <p14:xfrm>
              <a:off x="5948109" y="3682705"/>
              <a:ext cx="226800" cy="1519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7521243-C6DE-42C1-8CFD-CE17B19348C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30109" y="3665023"/>
                <a:ext cx="262440" cy="187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7D68771-0ECF-4AB9-B2B8-CDA08EAD8C7A}"/>
                  </a:ext>
                </a:extLst>
              </p14:cNvPr>
              <p14:cNvContentPartPr/>
              <p14:nvPr/>
            </p14:nvContentPartPr>
            <p14:xfrm>
              <a:off x="11121669" y="3792145"/>
              <a:ext cx="5400" cy="3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7D68771-0ECF-4AB9-B2B8-CDA08EAD8C7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104029" y="3774145"/>
                <a:ext cx="4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4FD4DB99-CAF6-4166-9759-570C9941C191}"/>
                  </a:ext>
                </a:extLst>
              </p14:cNvPr>
              <p14:cNvContentPartPr/>
              <p14:nvPr/>
            </p14:nvContentPartPr>
            <p14:xfrm>
              <a:off x="11295189" y="3638065"/>
              <a:ext cx="244080" cy="230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4FD4DB99-CAF6-4166-9759-570C9941C19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277189" y="3620425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BA47483-8B50-43E5-8C38-5D7B7E2157DF}"/>
                  </a:ext>
                </a:extLst>
              </p14:cNvPr>
              <p14:cNvContentPartPr/>
              <p14:nvPr/>
            </p14:nvContentPartPr>
            <p14:xfrm>
              <a:off x="10712709" y="4023265"/>
              <a:ext cx="360" cy="3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BA47483-8B50-43E5-8C38-5D7B7E2157D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694709" y="4005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7D7ADA95-DEBD-4F31-9689-EC3079D93899}"/>
                  </a:ext>
                </a:extLst>
              </p14:cNvPr>
              <p14:cNvContentPartPr/>
              <p14:nvPr/>
            </p14:nvContentPartPr>
            <p14:xfrm>
              <a:off x="10809189" y="3903025"/>
              <a:ext cx="202320" cy="158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7D7ADA95-DEBD-4F31-9689-EC3079D9389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791189" y="3885385"/>
                <a:ext cx="2379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433A342-89D9-4D0D-9655-D75543C66E0D}"/>
                  </a:ext>
                </a:extLst>
              </p14:cNvPr>
              <p14:cNvContentPartPr/>
              <p14:nvPr/>
            </p14:nvContentPartPr>
            <p14:xfrm>
              <a:off x="10727109" y="4302265"/>
              <a:ext cx="360" cy="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433A342-89D9-4D0D-9655-D75543C66E0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09469" y="4284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A944826-530B-4640-A6F5-1C80DF6CDEED}"/>
                  </a:ext>
                </a:extLst>
              </p14:cNvPr>
              <p14:cNvContentPartPr/>
              <p14:nvPr/>
            </p14:nvContentPartPr>
            <p14:xfrm>
              <a:off x="10857069" y="4191385"/>
              <a:ext cx="212400" cy="234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A944826-530B-4640-A6F5-1C80DF6CDEE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839069" y="4173745"/>
                <a:ext cx="248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F1F58F7C-7893-4F03-A79F-B98DD2B0B55D}"/>
                  </a:ext>
                </a:extLst>
              </p14:cNvPr>
              <p14:cNvContentPartPr/>
              <p14:nvPr/>
            </p14:nvContentPartPr>
            <p14:xfrm>
              <a:off x="10783989" y="4576585"/>
              <a:ext cx="6120" cy="25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F1F58F7C-7893-4F03-A79F-B98DD2B0B55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766349" y="4558585"/>
                <a:ext cx="417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4328FB0-5126-4AFB-B838-F90865E7B7E0}"/>
                  </a:ext>
                </a:extLst>
              </p14:cNvPr>
              <p14:cNvContentPartPr/>
              <p14:nvPr/>
            </p14:nvContentPartPr>
            <p14:xfrm>
              <a:off x="10881189" y="4461025"/>
              <a:ext cx="225360" cy="424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4328FB0-5126-4AFB-B838-F90865E7B7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863189" y="4443385"/>
                <a:ext cx="2610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04AEBEDF-9B56-44EE-BD49-3FBC3756B8D6}"/>
                  </a:ext>
                </a:extLst>
              </p14:cNvPr>
              <p14:cNvContentPartPr/>
              <p14:nvPr/>
            </p14:nvContentPartPr>
            <p14:xfrm>
              <a:off x="10861749" y="4542025"/>
              <a:ext cx="284760" cy="1368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04AEBEDF-9B56-44EE-BD49-3FBC3756B8D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844087" y="4524025"/>
                <a:ext cx="320445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5E758E10-ED66-48A9-A43E-2DD1338D3D8A}"/>
                  </a:ext>
                </a:extLst>
              </p14:cNvPr>
              <p14:cNvContentPartPr/>
              <p14:nvPr/>
            </p14:nvContentPartPr>
            <p14:xfrm>
              <a:off x="10828269" y="4248625"/>
              <a:ext cx="248040" cy="13968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5E758E10-ED66-48A9-A43E-2DD1338D3D8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10629" y="4230625"/>
                <a:ext cx="283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08CCDDC4-EC53-41E9-996B-BCD0C90E149F}"/>
                  </a:ext>
                </a:extLst>
              </p14:cNvPr>
              <p14:cNvContentPartPr/>
              <p14:nvPr/>
            </p14:nvContentPartPr>
            <p14:xfrm>
              <a:off x="10780029" y="3949825"/>
              <a:ext cx="226440" cy="1648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08CCDDC4-EC53-41E9-996B-BCD0C90E149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62058" y="3932185"/>
                <a:ext cx="262023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F06DDD25-C095-439C-9606-DC61A3531F4E}"/>
                  </a:ext>
                </a:extLst>
              </p14:cNvPr>
              <p14:cNvContentPartPr/>
              <p14:nvPr/>
            </p14:nvContentPartPr>
            <p14:xfrm>
              <a:off x="11219589" y="3685945"/>
              <a:ext cx="276840" cy="177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F06DDD25-C095-439C-9606-DC61A3531F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01589" y="3667945"/>
                <a:ext cx="312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836CE0D-28B5-4B58-957D-A5BAA463A6EB}"/>
                  </a:ext>
                </a:extLst>
              </p14:cNvPr>
              <p14:cNvContentPartPr/>
              <p14:nvPr/>
            </p14:nvContentPartPr>
            <p14:xfrm>
              <a:off x="1907469" y="4735345"/>
              <a:ext cx="1268280" cy="2610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836CE0D-28B5-4B58-957D-A5BAA463A6E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853469" y="4627705"/>
                <a:ext cx="137592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9D1EC938-73A1-46E6-95C9-FFDEE1AD61FB}"/>
                  </a:ext>
                </a:extLst>
              </p14:cNvPr>
              <p14:cNvContentPartPr/>
              <p14:nvPr/>
            </p14:nvContentPartPr>
            <p14:xfrm>
              <a:off x="7011909" y="4822105"/>
              <a:ext cx="1382760" cy="5785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9D1EC938-73A1-46E6-95C9-FFDEE1AD61F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57909" y="4714105"/>
                <a:ext cx="1490400" cy="79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76E2131-12FF-4BFC-AB9B-3FE8D95E7B21}"/>
                  </a:ext>
                </a:extLst>
              </p14:cNvPr>
              <p14:cNvContentPartPr/>
              <p14:nvPr/>
            </p14:nvContentPartPr>
            <p14:xfrm>
              <a:off x="9922149" y="4423945"/>
              <a:ext cx="286560" cy="2944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76E2131-12FF-4BFC-AB9B-3FE8D95E7B2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04149" y="4405945"/>
                <a:ext cx="3222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72EE41F-A959-45C4-91F0-109BB2B2FC6D}"/>
                  </a:ext>
                </a:extLst>
              </p14:cNvPr>
              <p14:cNvContentPartPr/>
              <p14:nvPr/>
            </p14:nvContentPartPr>
            <p14:xfrm>
              <a:off x="4615389" y="4130545"/>
              <a:ext cx="342000" cy="2844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72EE41F-A959-45C4-91F0-109BB2B2FC6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97749" y="4112905"/>
                <a:ext cx="3776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11C13FDA-F0CD-4D38-80FE-A7A9F667FFF4}"/>
                  </a:ext>
                </a:extLst>
              </p14:cNvPr>
              <p14:cNvContentPartPr/>
              <p14:nvPr/>
            </p14:nvContentPartPr>
            <p14:xfrm>
              <a:off x="3108789" y="6241945"/>
              <a:ext cx="235800" cy="2466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11C13FDA-F0CD-4D38-80FE-A7A9F667FFF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90789" y="6223945"/>
                <a:ext cx="2714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29EB940-B707-4532-91FF-36A9D47B6AE4}"/>
                  </a:ext>
                </a:extLst>
              </p14:cNvPr>
              <p14:cNvContentPartPr/>
              <p14:nvPr/>
            </p14:nvContentPartPr>
            <p14:xfrm>
              <a:off x="4330269" y="6241945"/>
              <a:ext cx="185040" cy="183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29EB940-B707-4532-91FF-36A9D47B6AE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12269" y="6223945"/>
                <a:ext cx="2206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28283282-0719-4969-8D25-4D4ABA9B0C5A}"/>
                  </a:ext>
                </a:extLst>
              </p14:cNvPr>
              <p14:cNvContentPartPr/>
              <p14:nvPr/>
            </p14:nvContentPartPr>
            <p14:xfrm>
              <a:off x="4694229" y="6324385"/>
              <a:ext cx="27720" cy="396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28283282-0719-4969-8D25-4D4ABA9B0C5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76589" y="6306745"/>
                <a:ext cx="633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965FB650-E8D9-40A1-8CC1-81F7B181AEF4}"/>
                  </a:ext>
                </a:extLst>
              </p14:cNvPr>
              <p14:cNvContentPartPr/>
              <p14:nvPr/>
            </p14:nvContentPartPr>
            <p14:xfrm>
              <a:off x="4690989" y="6472345"/>
              <a:ext cx="38880" cy="442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965FB650-E8D9-40A1-8CC1-81F7B181AEF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72989" y="6454345"/>
                <a:ext cx="745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4E1EE4D8-FE29-4188-A8ED-E526644AB8E4}"/>
                  </a:ext>
                </a:extLst>
              </p14:cNvPr>
              <p14:cNvContentPartPr/>
              <p14:nvPr/>
            </p14:nvContentPartPr>
            <p14:xfrm>
              <a:off x="4385709" y="6313945"/>
              <a:ext cx="210240" cy="2250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4E1EE4D8-FE29-4188-A8ED-E526644AB8E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68099" y="6295945"/>
                <a:ext cx="245819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C1BDD1C-779C-47C5-8C50-22F6CBB85ED1}"/>
                  </a:ext>
                </a:extLst>
              </p14:cNvPr>
              <p14:cNvContentPartPr/>
              <p14:nvPr/>
            </p14:nvContentPartPr>
            <p14:xfrm>
              <a:off x="3792069" y="6347785"/>
              <a:ext cx="261360" cy="1728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C1BDD1C-779C-47C5-8C50-22F6CBB85ED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74405" y="6329785"/>
                <a:ext cx="297049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39BF223-F81E-4B07-AACE-7E0CC1DF1E45}"/>
                  </a:ext>
                </a:extLst>
              </p14:cNvPr>
              <p14:cNvContentPartPr/>
              <p14:nvPr/>
            </p14:nvContentPartPr>
            <p14:xfrm>
              <a:off x="3430989" y="6338785"/>
              <a:ext cx="174240" cy="2127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39BF223-F81E-4B07-AACE-7E0CC1DF1E4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12989" y="6320785"/>
                <a:ext cx="2098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5D73D344-A13B-4C8A-8876-4E43B586CC39}"/>
                  </a:ext>
                </a:extLst>
              </p14:cNvPr>
              <p14:cNvContentPartPr/>
              <p14:nvPr/>
            </p14:nvContentPartPr>
            <p14:xfrm>
              <a:off x="5135229" y="6212785"/>
              <a:ext cx="503280" cy="3574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5D73D344-A13B-4C8A-8876-4E43B586CC3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17229" y="6195145"/>
                <a:ext cx="53892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7EC72E9E-BCC6-4B00-9F37-2AFB524F168B}"/>
                  </a:ext>
                </a:extLst>
              </p14:cNvPr>
              <p14:cNvContentPartPr/>
              <p14:nvPr/>
            </p14:nvContentPartPr>
            <p14:xfrm>
              <a:off x="4878549" y="6299545"/>
              <a:ext cx="176040" cy="2095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7EC72E9E-BCC6-4B00-9F37-2AFB524F168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860909" y="6281576"/>
                <a:ext cx="211680" cy="2450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2352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ro-RO" sz="1600" b="1" dirty="0">
                <a:solidFill>
                  <a:srgbClr val="0000FF"/>
                </a:solidFill>
              </a:rPr>
              <a:t>Introducerea temporizărilor într-o diagramă existentă 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3A6AD49-D7B3-45DE-A0A0-DF61A452D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228635"/>
            <a:ext cx="11134725" cy="6477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BBBD96E0-7DB0-4B1A-B899-F9F48E83ADBB}"/>
                  </a:ext>
                </a:extLst>
              </p14:cNvPr>
              <p14:cNvContentPartPr/>
              <p14:nvPr/>
            </p14:nvContentPartPr>
            <p14:xfrm>
              <a:off x="5413869" y="1548985"/>
              <a:ext cx="6737040" cy="38217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BBBD96E0-7DB0-4B1A-B899-F9F48E83AD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6229" y="1530987"/>
                <a:ext cx="6772680" cy="38573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470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1A98F218-44A1-4B6F-83E0-F77D19EAF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1325903"/>
            <a:ext cx="10149729" cy="5273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100A5C1-C7F9-4D08-A57F-9DCB7C8504AD}"/>
                  </a:ext>
                </a:extLst>
              </p14:cNvPr>
              <p14:cNvContentPartPr/>
              <p14:nvPr/>
            </p14:nvContentPartPr>
            <p14:xfrm>
              <a:off x="10295713" y="3809517"/>
              <a:ext cx="5400" cy="3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100A5C1-C7F9-4D08-A57F-9DCB7C8504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78838" y="3791517"/>
                <a:ext cx="388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0A74FB4-4629-4E30-9817-C5FE032586D1}"/>
                  </a:ext>
                </a:extLst>
              </p14:cNvPr>
              <p14:cNvContentPartPr/>
              <p14:nvPr/>
            </p14:nvContentPartPr>
            <p14:xfrm>
              <a:off x="10469233" y="3655437"/>
              <a:ext cx="244080" cy="230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0A74FB4-4629-4E30-9817-C5FE032586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51593" y="3637437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D898058B-07BE-4E88-B1CA-6B5FCE2220FF}"/>
                  </a:ext>
                </a:extLst>
              </p14:cNvPr>
              <p14:cNvContentPartPr/>
              <p14:nvPr/>
            </p14:nvContentPartPr>
            <p14:xfrm>
              <a:off x="10393633" y="3703317"/>
              <a:ext cx="276840" cy="1771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D898058B-07BE-4E88-B1CA-6B5FCE2220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75993" y="3685354"/>
                <a:ext cx="312480" cy="212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A9BB543F-C484-461F-9C9F-57667039E1EB}"/>
                  </a:ext>
                </a:extLst>
              </p14:cNvPr>
              <p14:cNvContentPartPr/>
              <p14:nvPr/>
            </p14:nvContentPartPr>
            <p14:xfrm>
              <a:off x="9929957" y="4083834"/>
              <a:ext cx="5400" cy="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A9BB543F-C484-461F-9C9F-57667039E1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3082" y="4065834"/>
                <a:ext cx="388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B23A066-0D51-454B-A123-6637629F9FFF}"/>
                  </a:ext>
                </a:extLst>
              </p14:cNvPr>
              <p14:cNvContentPartPr/>
              <p14:nvPr/>
            </p14:nvContentPartPr>
            <p14:xfrm>
              <a:off x="10103477" y="3929754"/>
              <a:ext cx="244080" cy="230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B23A066-0D51-454B-A123-6637629F9F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85837" y="3911754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76150E87-EDC3-4BF9-B7DF-2FA912DB6950}"/>
                  </a:ext>
                </a:extLst>
              </p14:cNvPr>
              <p14:cNvContentPartPr/>
              <p14:nvPr/>
            </p14:nvContentPartPr>
            <p14:xfrm>
              <a:off x="10027877" y="3977634"/>
              <a:ext cx="276840" cy="1771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76150E87-EDC3-4BF9-B7DF-2FA912DB69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10237" y="3959671"/>
                <a:ext cx="312480" cy="212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A50C24E-49C3-4928-83B5-69120F4E297D}"/>
                  </a:ext>
                </a:extLst>
              </p14:cNvPr>
              <p14:cNvContentPartPr/>
              <p14:nvPr/>
            </p14:nvContentPartPr>
            <p14:xfrm>
              <a:off x="9945796" y="4406031"/>
              <a:ext cx="5400" cy="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A50C24E-49C3-4928-83B5-69120F4E29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28921" y="4388031"/>
                <a:ext cx="388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90A1504-37FE-419C-96FA-7D7FF587913A}"/>
                  </a:ext>
                </a:extLst>
              </p14:cNvPr>
              <p14:cNvContentPartPr/>
              <p14:nvPr/>
            </p14:nvContentPartPr>
            <p14:xfrm>
              <a:off x="10119316" y="4251951"/>
              <a:ext cx="244080" cy="230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90A1504-37FE-419C-96FA-7D7FF58791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1676" y="4233951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A647BDD3-D28A-4064-BAA6-970641A88B0E}"/>
                  </a:ext>
                </a:extLst>
              </p14:cNvPr>
              <p14:cNvContentPartPr/>
              <p14:nvPr/>
            </p14:nvContentPartPr>
            <p14:xfrm>
              <a:off x="10043716" y="4299831"/>
              <a:ext cx="276840" cy="1771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A647BDD3-D28A-4064-BAA6-970641A88B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26076" y="4281868"/>
                <a:ext cx="312480" cy="212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D4F9965-B67E-4AEA-A328-1D44BED4860D}"/>
                  </a:ext>
                </a:extLst>
              </p14:cNvPr>
              <p14:cNvContentPartPr/>
              <p14:nvPr/>
            </p14:nvContentPartPr>
            <p14:xfrm>
              <a:off x="4717934" y="4358151"/>
              <a:ext cx="5400" cy="3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D4F9965-B67E-4AEA-A328-1D44BED486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1059" y="4340151"/>
                <a:ext cx="388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4C56895B-1386-44EA-BA63-75A390001E59}"/>
                  </a:ext>
                </a:extLst>
              </p14:cNvPr>
              <p14:cNvContentPartPr/>
              <p14:nvPr/>
            </p14:nvContentPartPr>
            <p14:xfrm>
              <a:off x="4891454" y="4204071"/>
              <a:ext cx="244080" cy="230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4C56895B-1386-44EA-BA63-75A390001E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3814" y="4186071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6D3BC5B-A402-460E-8831-42A5E0C645AF}"/>
                  </a:ext>
                </a:extLst>
              </p14:cNvPr>
              <p14:cNvContentPartPr/>
              <p14:nvPr/>
            </p14:nvContentPartPr>
            <p14:xfrm>
              <a:off x="4815854" y="4251951"/>
              <a:ext cx="276840" cy="1771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6D3BC5B-A402-460E-8831-42A5E0C645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8214" y="4233988"/>
                <a:ext cx="312480" cy="212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4910DECE-9625-4532-85C4-E04B2B7E20AD}"/>
                  </a:ext>
                </a:extLst>
              </p14:cNvPr>
              <p14:cNvContentPartPr/>
              <p14:nvPr/>
            </p14:nvContentPartPr>
            <p14:xfrm>
              <a:off x="4809373" y="4083834"/>
              <a:ext cx="5400" cy="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4910DECE-9625-4532-85C4-E04B2B7E20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2498" y="4065834"/>
                <a:ext cx="388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DFBD4315-1B6C-4F51-8AB9-DBC4CF673A56}"/>
                  </a:ext>
                </a:extLst>
              </p14:cNvPr>
              <p14:cNvContentPartPr/>
              <p14:nvPr/>
            </p14:nvContentPartPr>
            <p14:xfrm>
              <a:off x="4982893" y="3929754"/>
              <a:ext cx="244080" cy="23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DFBD4315-1B6C-4F51-8AB9-DBC4CF673A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5253" y="3911754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239FDFDD-7BBF-4502-BCAF-7D07FE2B48A4}"/>
                  </a:ext>
                </a:extLst>
              </p14:cNvPr>
              <p14:cNvContentPartPr/>
              <p14:nvPr/>
            </p14:nvContentPartPr>
            <p14:xfrm>
              <a:off x="4907293" y="3977634"/>
              <a:ext cx="276840" cy="1771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239FDFDD-7BBF-4502-BCAF-7D07FE2B48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9653" y="3959671"/>
                <a:ext cx="312480" cy="212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08A7A19-C92F-4925-A3A2-0253E5CC249F}"/>
                  </a:ext>
                </a:extLst>
              </p14:cNvPr>
              <p14:cNvContentPartPr/>
              <p14:nvPr/>
            </p14:nvContentPartPr>
            <p14:xfrm>
              <a:off x="5175129" y="3809517"/>
              <a:ext cx="540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08A7A19-C92F-4925-A3A2-0253E5CC24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8254" y="3791517"/>
                <a:ext cx="38813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E21D469-216B-4EF8-A898-8AE566A48C15}"/>
                  </a:ext>
                </a:extLst>
              </p14:cNvPr>
              <p14:cNvContentPartPr/>
              <p14:nvPr/>
            </p14:nvContentPartPr>
            <p14:xfrm>
              <a:off x="5348649" y="3655437"/>
              <a:ext cx="244080" cy="230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E21D469-216B-4EF8-A898-8AE566A48C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1009" y="3637437"/>
                <a:ext cx="279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D62B4F9-512F-4586-B1D7-06721E2F07A4}"/>
                  </a:ext>
                </a:extLst>
              </p14:cNvPr>
              <p14:cNvContentPartPr/>
              <p14:nvPr/>
            </p14:nvContentPartPr>
            <p14:xfrm>
              <a:off x="5273049" y="3703317"/>
              <a:ext cx="276840" cy="177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D62B4F9-512F-4586-B1D7-06721E2F07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55409" y="3685354"/>
                <a:ext cx="312480" cy="212688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Dreptunghi 22">
            <a:extLst>
              <a:ext uri="{FF2B5EF4-FFF2-40B4-BE49-F238E27FC236}">
                <a16:creationId xmlns:a16="http://schemas.microsoft.com/office/drawing/2014/main" id="{7A02497A-878C-4D33-AB71-EAA468E1CE21}"/>
              </a:ext>
            </a:extLst>
          </p:cNvPr>
          <p:cNvSpPr/>
          <p:nvPr/>
        </p:nvSpPr>
        <p:spPr>
          <a:xfrm>
            <a:off x="426782" y="137196"/>
            <a:ext cx="9326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b="1" dirty="0">
                <a:solidFill>
                  <a:srgbClr val="FF0000"/>
                </a:solidFill>
              </a:rPr>
              <a:t>Aplicație – Introducerea temporizărilor într-o diagramă de tranziție dată (Cazul 2)</a:t>
            </a:r>
          </a:p>
          <a:p>
            <a:endParaRPr lang="ro-RO" sz="1600" b="1" dirty="0">
              <a:solidFill>
                <a:srgbClr val="FF0000"/>
              </a:solidFill>
            </a:endParaRPr>
          </a:p>
          <a:p>
            <a:r>
              <a:rPr lang="ro-RO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o-RO" sz="1600" b="1" i="1" dirty="0"/>
              <a:t>Temporizarea unei acțiuni prin</a:t>
            </a:r>
            <a:r>
              <a:rPr lang="en-US" sz="1600" b="1" i="1" dirty="0"/>
              <a:t> </a:t>
            </a:r>
            <a:r>
              <a:rPr lang="ro-RO" sz="1600" b="1" i="1" dirty="0"/>
              <a:t>menținerea numărului de stări inițiale 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350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16C290AD-AE2D-441B-B876-FADF501C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051586"/>
            <a:ext cx="11477625" cy="47910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41C49B1A-4FC7-41D6-ADE1-C2B42850E78D}"/>
                  </a:ext>
                </a:extLst>
              </p14:cNvPr>
              <p14:cNvContentPartPr/>
              <p14:nvPr/>
            </p14:nvContentPartPr>
            <p14:xfrm>
              <a:off x="5028669" y="2025985"/>
              <a:ext cx="340200" cy="100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41C49B1A-4FC7-41D6-ADE1-C2B42850E7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1029" y="2007985"/>
                <a:ext cx="3758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DA11AB0-F206-46D6-8574-8E4A5FEA5B57}"/>
                  </a:ext>
                </a:extLst>
              </p14:cNvPr>
              <p14:cNvContentPartPr/>
              <p14:nvPr/>
            </p14:nvContentPartPr>
            <p14:xfrm>
              <a:off x="6347349" y="2497585"/>
              <a:ext cx="321840" cy="144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DA11AB0-F206-46D6-8574-8E4A5FEA5B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29709" y="2479945"/>
                <a:ext cx="3574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D0AEADDE-53E1-4D81-AE90-AFB70EAC390B}"/>
                  </a:ext>
                </a:extLst>
              </p14:cNvPr>
              <p14:cNvContentPartPr/>
              <p14:nvPr/>
            </p14:nvContentPartPr>
            <p14:xfrm>
              <a:off x="7044669" y="1750945"/>
              <a:ext cx="1154160" cy="3009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D0AEADDE-53E1-4D81-AE90-AFB70EAC39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26675" y="1733305"/>
                <a:ext cx="1189789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4EB21472-23EC-43D3-BCC3-D5B2CB3315F5}"/>
                  </a:ext>
                </a:extLst>
              </p14:cNvPr>
              <p14:cNvContentPartPr/>
              <p14:nvPr/>
            </p14:nvContentPartPr>
            <p14:xfrm>
              <a:off x="5654349" y="1903225"/>
              <a:ext cx="1015560" cy="315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4EB21472-23EC-43D3-BCC3-D5B2CB3315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36709" y="1885565"/>
                <a:ext cx="1051200" cy="351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7A73F5D9-2DCB-44AE-9BB6-344986755F26}"/>
                  </a:ext>
                </a:extLst>
              </p14:cNvPr>
              <p14:cNvContentPartPr/>
              <p14:nvPr/>
            </p14:nvContentPartPr>
            <p14:xfrm>
              <a:off x="8764749" y="2410825"/>
              <a:ext cx="245880" cy="1555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7A73F5D9-2DCB-44AE-9BB6-344986755F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47109" y="2392825"/>
                <a:ext cx="2815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83FFA95-88DC-4FC1-89F4-6A6DBCFA8A73}"/>
                  </a:ext>
                </a:extLst>
              </p14:cNvPr>
              <p14:cNvContentPartPr/>
              <p14:nvPr/>
            </p14:nvContentPartPr>
            <p14:xfrm>
              <a:off x="6976989" y="2206705"/>
              <a:ext cx="1453320" cy="326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83FFA95-88DC-4FC1-89F4-6A6DBCFA8A7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58993" y="2189065"/>
                <a:ext cx="1488951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93D0CF3C-0286-4C08-9AC1-EBECE334AF6C}"/>
                  </a:ext>
                </a:extLst>
              </p14:cNvPr>
              <p14:cNvContentPartPr/>
              <p14:nvPr/>
            </p14:nvContentPartPr>
            <p14:xfrm>
              <a:off x="5922909" y="3498385"/>
              <a:ext cx="766800" cy="6130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93D0CF3C-0286-4C08-9AC1-EBECE334AF6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05269" y="3480745"/>
                <a:ext cx="802440" cy="64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49E156F-34C0-44CB-9121-91B3940DFEF8}"/>
                  </a:ext>
                </a:extLst>
              </p14:cNvPr>
              <p14:cNvContentPartPr/>
              <p14:nvPr/>
            </p14:nvContentPartPr>
            <p14:xfrm>
              <a:off x="4850829" y="4470385"/>
              <a:ext cx="1296000" cy="4629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49E156F-34C0-44CB-9121-91B3940DFEF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33189" y="4452385"/>
                <a:ext cx="133164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D8930823-D16B-4C33-8307-F7232E3B3589}"/>
                  </a:ext>
                </a:extLst>
              </p14:cNvPr>
              <p14:cNvContentPartPr/>
              <p14:nvPr/>
            </p14:nvContentPartPr>
            <p14:xfrm>
              <a:off x="6592149" y="4581985"/>
              <a:ext cx="1246680" cy="2516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D8930823-D16B-4C33-8307-F7232E3B358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74509" y="4564345"/>
                <a:ext cx="12823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26E52CA-7C31-4093-ABC5-4B50C3492F7C}"/>
                  </a:ext>
                </a:extLst>
              </p14:cNvPr>
              <p14:cNvContentPartPr/>
              <p14:nvPr/>
            </p14:nvContentPartPr>
            <p14:xfrm>
              <a:off x="8281989" y="4682425"/>
              <a:ext cx="371880" cy="1800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26E52CA-7C31-4093-ABC5-4B50C3492F7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64332" y="4664425"/>
                <a:ext cx="407555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8B7A481-5258-45A4-BCCE-F7C06C9E8DAF}"/>
                  </a:ext>
                </a:extLst>
              </p14:cNvPr>
              <p14:cNvContentPartPr/>
              <p14:nvPr/>
            </p14:nvContentPartPr>
            <p14:xfrm>
              <a:off x="8839989" y="4489825"/>
              <a:ext cx="1833840" cy="12279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8B7A481-5258-45A4-BCCE-F7C06C9E8DA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21989" y="4472185"/>
                <a:ext cx="186948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3B706AE6-AFFA-464B-9466-B08BDC3B9B52}"/>
                  </a:ext>
                </a:extLst>
              </p14:cNvPr>
              <p14:cNvContentPartPr/>
              <p14:nvPr/>
            </p14:nvContentPartPr>
            <p14:xfrm>
              <a:off x="11036709" y="5111545"/>
              <a:ext cx="948240" cy="4345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3B706AE6-AFFA-464B-9466-B08BDC3B9B5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018709" y="5093905"/>
                <a:ext cx="98388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2F2BF1AE-6E0C-4186-9225-5B4073D067EE}"/>
                  </a:ext>
                </a:extLst>
              </p14:cNvPr>
              <p14:cNvContentPartPr/>
              <p14:nvPr/>
            </p14:nvContentPartPr>
            <p14:xfrm>
              <a:off x="6963669" y="3575785"/>
              <a:ext cx="342360" cy="2538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2F2BF1AE-6E0C-4186-9225-5B4073D067E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46010" y="3557785"/>
                <a:ext cx="378038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2D7495AE-F958-4AD2-A454-AED9076D1D52}"/>
                  </a:ext>
                </a:extLst>
              </p14:cNvPr>
              <p14:cNvContentPartPr/>
              <p14:nvPr/>
            </p14:nvContentPartPr>
            <p14:xfrm>
              <a:off x="7678989" y="3349345"/>
              <a:ext cx="112680" cy="711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2D7495AE-F958-4AD2-A454-AED9076D1D5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60989" y="3331345"/>
                <a:ext cx="148320" cy="74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F425673-04EF-44ED-B0E7-2A1038EBFB32}"/>
                  </a:ext>
                </a:extLst>
              </p14:cNvPr>
              <p14:cNvContentPartPr/>
              <p14:nvPr/>
            </p14:nvContentPartPr>
            <p14:xfrm>
              <a:off x="7941429" y="3332785"/>
              <a:ext cx="792000" cy="267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F425673-04EF-44ED-B0E7-2A1038EBFB3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23429" y="3314785"/>
                <a:ext cx="8276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E09E591-F529-48EF-8297-054016A997A0}"/>
                  </a:ext>
                </a:extLst>
              </p14:cNvPr>
              <p14:cNvContentPartPr/>
              <p14:nvPr/>
            </p14:nvContentPartPr>
            <p14:xfrm>
              <a:off x="7964469" y="3716905"/>
              <a:ext cx="816840" cy="4395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E09E591-F529-48EF-8297-054016A997A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46829" y="3698905"/>
                <a:ext cx="85248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FD165E74-2E17-46A0-9A24-9EA6AD5BD762}"/>
                  </a:ext>
                </a:extLst>
              </p14:cNvPr>
              <p14:cNvContentPartPr/>
              <p14:nvPr/>
            </p14:nvContentPartPr>
            <p14:xfrm>
              <a:off x="9011709" y="3282745"/>
              <a:ext cx="1961640" cy="8460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FD165E74-2E17-46A0-9A24-9EA6AD5BD76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994069" y="3265105"/>
                <a:ext cx="1997280" cy="88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AEE30F98-1C4B-4C74-9E3D-CA2B15946DFE}"/>
                  </a:ext>
                </a:extLst>
              </p14:cNvPr>
              <p14:cNvContentPartPr/>
              <p14:nvPr/>
            </p14:nvContentPartPr>
            <p14:xfrm>
              <a:off x="11511549" y="3495145"/>
              <a:ext cx="711000" cy="3826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AEE30F98-1C4B-4C74-9E3D-CA2B15946DF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493549" y="3477162"/>
                <a:ext cx="746640" cy="418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C9E2BC53-412A-413E-9C1B-A3631BCBD804}"/>
                  </a:ext>
                </a:extLst>
              </p14:cNvPr>
              <p14:cNvContentPartPr/>
              <p14:nvPr/>
            </p14:nvContentPartPr>
            <p14:xfrm>
              <a:off x="11136069" y="3700705"/>
              <a:ext cx="225360" cy="1994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C9E2BC53-412A-413E-9C1B-A3631BCBD80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118457" y="3683065"/>
                <a:ext cx="260943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4728E07B-3EA1-4615-8AD0-BC7E8A6BB8B3}"/>
                  </a:ext>
                </a:extLst>
              </p14:cNvPr>
              <p14:cNvContentPartPr/>
              <p14:nvPr/>
            </p14:nvContentPartPr>
            <p14:xfrm>
              <a:off x="11473029" y="3979705"/>
              <a:ext cx="687600" cy="2181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4728E07B-3EA1-4615-8AD0-BC7E8A6BB8B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455029" y="3962036"/>
                <a:ext cx="723240" cy="253859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Dreptunghi 23">
            <a:extLst>
              <a:ext uri="{FF2B5EF4-FFF2-40B4-BE49-F238E27FC236}">
                <a16:creationId xmlns:a16="http://schemas.microsoft.com/office/drawing/2014/main" id="{7DC70E00-013A-4F83-8C3C-A86F924E1E20}"/>
              </a:ext>
            </a:extLst>
          </p:cNvPr>
          <p:cNvSpPr/>
          <p:nvPr/>
        </p:nvSpPr>
        <p:spPr>
          <a:xfrm>
            <a:off x="426782" y="137196"/>
            <a:ext cx="9326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b="1" dirty="0">
                <a:solidFill>
                  <a:srgbClr val="FF0000"/>
                </a:solidFill>
              </a:rPr>
              <a:t>Aplicație – Introducerea temporizărilor într-o diagramă de tranziție dată (Cazul 2)</a:t>
            </a:r>
          </a:p>
          <a:p>
            <a:endParaRPr lang="ro-RO" sz="1600" b="1" dirty="0">
              <a:solidFill>
                <a:srgbClr val="FF0000"/>
              </a:solidFill>
            </a:endParaRPr>
          </a:p>
          <a:p>
            <a:r>
              <a:rPr lang="ro-RO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o-RO" sz="1600" b="1" i="1" dirty="0"/>
              <a:t>Temporizarea unei acțiuni prin</a:t>
            </a:r>
            <a:r>
              <a:rPr lang="en-US" sz="1600" b="1" i="1" dirty="0"/>
              <a:t> </a:t>
            </a:r>
            <a:r>
              <a:rPr lang="ro-RO" sz="1600" b="1" i="1" dirty="0"/>
              <a:t>menținerea numărului de stări inițiale 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41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79421AAD-1031-4AB5-846D-77E2FE841A35}"/>
                  </a:ext>
                </a:extLst>
              </p14:cNvPr>
              <p14:cNvContentPartPr/>
              <p14:nvPr/>
            </p14:nvContentPartPr>
            <p14:xfrm>
              <a:off x="8245989" y="6107305"/>
              <a:ext cx="330120" cy="2552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79421AAD-1031-4AB5-846D-77E2FE841A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8349" y="6089665"/>
                <a:ext cx="3657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CA19978D-7777-4024-80DB-B3589176E5BA}"/>
                  </a:ext>
                </a:extLst>
              </p14:cNvPr>
              <p14:cNvContentPartPr/>
              <p14:nvPr/>
            </p14:nvContentPartPr>
            <p14:xfrm>
              <a:off x="8874909" y="5975905"/>
              <a:ext cx="198720" cy="29592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CA19978D-7777-4024-80DB-B3589176E5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7269" y="5958265"/>
                <a:ext cx="2343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D272C0C6-0A99-43D2-888C-09330D0A5D18}"/>
                  </a:ext>
                </a:extLst>
              </p14:cNvPr>
              <p14:cNvContentPartPr/>
              <p14:nvPr/>
            </p14:nvContentPartPr>
            <p14:xfrm>
              <a:off x="9120789" y="5907505"/>
              <a:ext cx="1132560" cy="63576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D272C0C6-0A99-43D2-888C-09330D0A5D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02789" y="5889865"/>
                <a:ext cx="116820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D5A7A86C-69BA-4B0D-BBB2-ED6A7E1AA7D9}"/>
                  </a:ext>
                </a:extLst>
              </p14:cNvPr>
              <p14:cNvContentPartPr/>
              <p14:nvPr/>
            </p14:nvContentPartPr>
            <p14:xfrm>
              <a:off x="10631709" y="6174625"/>
              <a:ext cx="172080" cy="9324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D5A7A86C-69BA-4B0D-BBB2-ED6A7E1AA7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14069" y="6156625"/>
                <a:ext cx="2077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76ECCB2D-5E77-4C34-AC91-E1BB5D1C8BEF}"/>
                  </a:ext>
                </a:extLst>
              </p14:cNvPr>
              <p14:cNvContentPartPr/>
              <p14:nvPr/>
            </p14:nvContentPartPr>
            <p14:xfrm>
              <a:off x="10880469" y="5787625"/>
              <a:ext cx="389160" cy="46872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76ECCB2D-5E77-4C34-AC91-E1BB5D1C8B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62829" y="5769625"/>
                <a:ext cx="42480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E9B8E6C2-4B71-4BE7-9DB8-4A1006181A42}"/>
                  </a:ext>
                </a:extLst>
              </p14:cNvPr>
              <p14:cNvContentPartPr/>
              <p14:nvPr/>
            </p14:nvContentPartPr>
            <p14:xfrm>
              <a:off x="11268189" y="6071305"/>
              <a:ext cx="80280" cy="262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E9B8E6C2-4B71-4BE7-9DB8-4A1006181A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250189" y="6053665"/>
                <a:ext cx="1159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95E8D45A-54C8-4958-85C7-50A575EC32A7}"/>
                  </a:ext>
                </a:extLst>
              </p14:cNvPr>
              <p14:cNvContentPartPr/>
              <p14:nvPr/>
            </p14:nvContentPartPr>
            <p14:xfrm>
              <a:off x="11059389" y="5951065"/>
              <a:ext cx="223920" cy="100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95E8D45A-54C8-4958-85C7-50A575EC32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41389" y="5933425"/>
                <a:ext cx="2595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C1B6A225-F0C5-4032-98FA-39C0D5C6C422}"/>
                  </a:ext>
                </a:extLst>
              </p14:cNvPr>
              <p14:cNvContentPartPr/>
              <p14:nvPr/>
            </p14:nvContentPartPr>
            <p14:xfrm>
              <a:off x="11386269" y="6073465"/>
              <a:ext cx="171720" cy="14400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C1B6A225-F0C5-4032-98FA-39C0D5C6C42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368629" y="6055825"/>
                <a:ext cx="2073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E8022D4F-9547-4CEF-B55F-BBC3BB4CA8C1}"/>
                  </a:ext>
                </a:extLst>
              </p14:cNvPr>
              <p14:cNvContentPartPr/>
              <p14:nvPr/>
            </p14:nvContentPartPr>
            <p14:xfrm>
              <a:off x="11651229" y="6087865"/>
              <a:ext cx="101880" cy="1162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E8022D4F-9547-4CEF-B55F-BBC3BB4CA8C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633229" y="6069865"/>
                <a:ext cx="137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E538C1D3-DD55-42D0-8EE0-F1E71D66C50A}"/>
                  </a:ext>
                </a:extLst>
              </p14:cNvPr>
              <p14:cNvContentPartPr/>
              <p14:nvPr/>
            </p14:nvContentPartPr>
            <p14:xfrm>
              <a:off x="11735469" y="5967265"/>
              <a:ext cx="69840" cy="7812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E538C1D3-DD55-42D0-8EE0-F1E71D66C5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717829" y="5949265"/>
                <a:ext cx="1054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B8000B02-88B5-4521-A34A-5D15B811379F}"/>
                  </a:ext>
                </a:extLst>
              </p14:cNvPr>
              <p14:cNvContentPartPr/>
              <p14:nvPr/>
            </p14:nvContentPartPr>
            <p14:xfrm>
              <a:off x="181629" y="156865"/>
              <a:ext cx="7828920" cy="636084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B8000B02-88B5-4521-A34A-5D15B81137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629" y="139225"/>
                <a:ext cx="7864560" cy="63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77672DCA-07D0-4E20-86FE-10FA07512160}"/>
                  </a:ext>
                </a:extLst>
              </p14:cNvPr>
              <p14:cNvContentPartPr/>
              <p14:nvPr/>
            </p14:nvContentPartPr>
            <p14:xfrm>
              <a:off x="8665029" y="173065"/>
              <a:ext cx="3361320" cy="83124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77672DCA-07D0-4E20-86FE-10FA075121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47387" y="155065"/>
                <a:ext cx="3396964" cy="86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D5312179-76DB-4835-9651-A5904C2F268E}"/>
                  </a:ext>
                </a:extLst>
              </p14:cNvPr>
              <p14:cNvContentPartPr/>
              <p14:nvPr/>
            </p14:nvContentPartPr>
            <p14:xfrm>
              <a:off x="8392869" y="3977545"/>
              <a:ext cx="3270240" cy="109944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D5312179-76DB-4835-9651-A5904C2F26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74869" y="3959905"/>
                <a:ext cx="3305880" cy="11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2A7CFE9C-2FDE-45DD-AA47-E2F9A6C2B890}"/>
                  </a:ext>
                </a:extLst>
              </p14:cNvPr>
              <p14:cNvContentPartPr/>
              <p14:nvPr/>
            </p14:nvContentPartPr>
            <p14:xfrm>
              <a:off x="8324829" y="1699465"/>
              <a:ext cx="3607920" cy="211824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2A7CFE9C-2FDE-45DD-AA47-E2F9A6C2B89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06829" y="1681465"/>
                <a:ext cx="3643560" cy="215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6657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27C480C0-C51C-4728-9CF9-AD4867E48738}"/>
                  </a:ext>
                </a:extLst>
              </p14:cNvPr>
              <p14:cNvContentPartPr/>
              <p14:nvPr/>
            </p14:nvContentPartPr>
            <p14:xfrm>
              <a:off x="961749" y="432625"/>
              <a:ext cx="11077560" cy="36558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27C480C0-C51C-4728-9CF9-AD4867E487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108" y="414983"/>
                <a:ext cx="11113201" cy="3691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0115BA4A-A961-4953-A896-4F1CFA6F6EE8}"/>
                  </a:ext>
                </a:extLst>
              </p14:cNvPr>
              <p14:cNvContentPartPr/>
              <p14:nvPr/>
            </p14:nvContentPartPr>
            <p14:xfrm>
              <a:off x="5726709" y="4740025"/>
              <a:ext cx="1699560" cy="14500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0115BA4A-A961-4953-A896-4F1CFA6F6E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9065" y="4722385"/>
                <a:ext cx="1735208" cy="148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8C40D780-C10A-49FC-ADCC-1F75387AA38E}"/>
                  </a:ext>
                </a:extLst>
              </p14:cNvPr>
              <p14:cNvContentPartPr/>
              <p14:nvPr/>
            </p14:nvContentPartPr>
            <p14:xfrm>
              <a:off x="1298709" y="4466425"/>
              <a:ext cx="4154400" cy="152172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8C40D780-C10A-49FC-ADCC-1F75387AA3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0709" y="4448425"/>
                <a:ext cx="4190040" cy="15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A13ED148-51BA-4EB8-ADB4-38BC705C33BA}"/>
                  </a:ext>
                </a:extLst>
              </p14:cNvPr>
              <p14:cNvContentPartPr/>
              <p14:nvPr/>
            </p14:nvContentPartPr>
            <p14:xfrm>
              <a:off x="10724229" y="4489825"/>
              <a:ext cx="562680" cy="41544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A13ED148-51BA-4EB8-ADB4-38BC705C33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06229" y="4472185"/>
                <a:ext cx="59832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A8EB2D51-2DCF-4422-984F-6D6F1575A487}"/>
                  </a:ext>
                </a:extLst>
              </p14:cNvPr>
              <p14:cNvContentPartPr/>
              <p14:nvPr/>
            </p14:nvContentPartPr>
            <p14:xfrm>
              <a:off x="9885069" y="4681705"/>
              <a:ext cx="414000" cy="30456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A8EB2D51-2DCF-4422-984F-6D6F1575A4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67069" y="4664044"/>
                <a:ext cx="449640" cy="340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5BE9F920-C8EE-422E-BD0E-59CAEF193A64}"/>
                  </a:ext>
                </a:extLst>
              </p14:cNvPr>
              <p14:cNvContentPartPr/>
              <p14:nvPr/>
            </p14:nvContentPartPr>
            <p14:xfrm>
              <a:off x="8682309" y="4630225"/>
              <a:ext cx="920520" cy="4050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5BE9F920-C8EE-422E-BD0E-59CAEF193A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64669" y="4612225"/>
                <a:ext cx="95616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D2AACFF5-C631-4737-88E8-99398E8595EF}"/>
                  </a:ext>
                </a:extLst>
              </p14:cNvPr>
              <p14:cNvContentPartPr/>
              <p14:nvPr/>
            </p14:nvContentPartPr>
            <p14:xfrm>
              <a:off x="9959949" y="5047825"/>
              <a:ext cx="907560" cy="43452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D2AACFF5-C631-4737-88E8-99398E8595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42309" y="5030185"/>
                <a:ext cx="94320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4E2DE093-642E-4A0E-85C6-6A747E9558BC}"/>
                  </a:ext>
                </a:extLst>
              </p14:cNvPr>
              <p14:cNvContentPartPr/>
              <p14:nvPr/>
            </p14:nvContentPartPr>
            <p14:xfrm>
              <a:off x="8754309" y="5243665"/>
              <a:ext cx="703080" cy="27972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4E2DE093-642E-4A0E-85C6-6A747E9558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36669" y="5225665"/>
                <a:ext cx="73872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5D15A9F1-6DF6-4689-8217-590112727F27}"/>
                  </a:ext>
                </a:extLst>
              </p14:cNvPr>
              <p14:cNvContentPartPr/>
              <p14:nvPr/>
            </p14:nvContentPartPr>
            <p14:xfrm>
              <a:off x="11179269" y="5226025"/>
              <a:ext cx="482040" cy="1357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5D15A9F1-6DF6-4689-8217-590112727F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61629" y="5208385"/>
                <a:ext cx="5176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1308037E-11BD-40B7-BC6D-382EB3987033}"/>
                  </a:ext>
                </a:extLst>
              </p14:cNvPr>
              <p14:cNvContentPartPr/>
              <p14:nvPr/>
            </p14:nvContentPartPr>
            <p14:xfrm>
              <a:off x="10998909" y="5542465"/>
              <a:ext cx="919080" cy="5324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1308037E-11BD-40B7-BC6D-382EB398703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81262" y="5524825"/>
                <a:ext cx="954734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BF9A3095-5B54-4EF4-A6C4-E42492432B2F}"/>
                  </a:ext>
                </a:extLst>
              </p14:cNvPr>
              <p14:cNvContentPartPr/>
              <p14:nvPr/>
            </p14:nvContentPartPr>
            <p14:xfrm>
              <a:off x="9764469" y="5660905"/>
              <a:ext cx="862560" cy="2440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BF9A3095-5B54-4EF4-A6C4-E42492432B2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46822" y="5643265"/>
                <a:ext cx="898215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9CAE57FD-045B-48E7-826A-D5B5E75C114A}"/>
                  </a:ext>
                </a:extLst>
              </p14:cNvPr>
              <p14:cNvContentPartPr/>
              <p14:nvPr/>
            </p14:nvContentPartPr>
            <p14:xfrm>
              <a:off x="8691309" y="5674585"/>
              <a:ext cx="641880" cy="30780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9CAE57FD-045B-48E7-826A-D5B5E75C114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73669" y="5656945"/>
                <a:ext cx="677520" cy="34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97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>
            <a:extLst>
              <a:ext uri="{FF2B5EF4-FFF2-40B4-BE49-F238E27FC236}">
                <a16:creationId xmlns:a16="http://schemas.microsoft.com/office/drawing/2014/main" id="{D1564CB3-82AF-423E-A72F-F14236085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60" y="1051586"/>
            <a:ext cx="9509656" cy="5649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9D74A1ED-A571-46E7-8417-9BFE08F78734}"/>
              </a:ext>
            </a:extLst>
          </p:cNvPr>
          <p:cNvSpPr/>
          <p:nvPr/>
        </p:nvSpPr>
        <p:spPr>
          <a:xfrm>
            <a:off x="426782" y="137196"/>
            <a:ext cx="9326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b="1" dirty="0">
                <a:solidFill>
                  <a:srgbClr val="FF0000"/>
                </a:solidFill>
              </a:rPr>
              <a:t>Aplicație – Introducerea temporizărilor într-o diagramă de tranziție dată (Cazul 2)</a:t>
            </a:r>
          </a:p>
          <a:p>
            <a:endParaRPr lang="ro-RO" sz="1600" b="1" dirty="0">
              <a:solidFill>
                <a:srgbClr val="FF0000"/>
              </a:solidFill>
            </a:endParaRPr>
          </a:p>
          <a:p>
            <a:r>
              <a:rPr lang="ro-RO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o-RO" sz="1600" b="1" i="1" dirty="0"/>
              <a:t>Temporizarea unei acțiuni prin</a:t>
            </a:r>
            <a:r>
              <a:rPr lang="en-US" sz="1600" b="1" i="1" dirty="0"/>
              <a:t> </a:t>
            </a:r>
            <a:r>
              <a:rPr lang="ro-RO" sz="1600" b="1" i="1" dirty="0"/>
              <a:t>menținerea numărului de stări inițiale 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661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lvl="2"/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Metode de introducere a stării de HALT în diagrame de tranziție date</a:t>
            </a:r>
            <a:endParaRPr lang="en-U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d</a:t>
            </a:r>
            <a:r>
              <a:rPr lang="en-US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ublarea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numărului de stări;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introducerea unei stări dedicate pentru Halt;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/>
              </a:rPr>
              <a:t>metoda supervizării (blocarea tranzițiilor);</a:t>
            </a:r>
          </a:p>
          <a:p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2) Relee de timp (</a:t>
            </a:r>
            <a:r>
              <a:rPr lang="ro-RO" sz="20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Timere</a:t>
            </a: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 </a:t>
            </a:r>
            <a:endParaRPr lang="en-U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TOFF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RTO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3) Aplicații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Introducerea temporizărilor într-o diagramă de tranziție dată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Cazul 1: folosind o stare dedicată;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Cazul 2: folosind același număr de stări; </a:t>
            </a:r>
            <a:endParaRPr lang="ro-RO" sz="2000" b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o-RO" sz="2400" b="1" dirty="0"/>
              <a:t>Generarea secvențelor de timp  </a:t>
            </a:r>
            <a:r>
              <a:rPr lang="ro-RO" sz="2400" b="1" dirty="0">
                <a:solidFill>
                  <a:srgbClr val="FF0000"/>
                </a:solidFill>
              </a:rPr>
              <a:t>(vezi seminar )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diagrame de timp cu o singură trecere;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diagrame de timp repetitive;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ro-RO" sz="2400" b="1" dirty="0"/>
              <a:t>diagrame de timp repetitive cu număr impus de treceri;</a:t>
            </a:r>
          </a:p>
        </p:txBody>
      </p:sp>
    </p:spTree>
    <p:extLst>
      <p:ext uri="{BB962C8B-B14F-4D97-AF65-F5344CB8AC3E}">
        <p14:creationId xmlns:p14="http://schemas.microsoft.com/office/powerpoint/2010/main" val="787796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938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1FCC641C-EEE1-478E-93C1-361107224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371475"/>
            <a:ext cx="8010525" cy="61150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3A177DD-AA0A-4468-86A4-50FFA9D8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2" y="1143025"/>
            <a:ext cx="6172200" cy="317182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8239EE05-5A1D-4488-8F9C-DDCD2F7DE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0" y="2971805"/>
            <a:ext cx="51625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86368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6095</TotalTime>
  <Words>1349</Words>
  <Application>Microsoft Office PowerPoint</Application>
  <PresentationFormat>Ecran lat</PresentationFormat>
  <Paragraphs>157</Paragraphs>
  <Slides>39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Tahoma</vt:lpstr>
      <vt:lpstr>Times New Roman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288</cp:revision>
  <dcterms:created xsi:type="dcterms:W3CDTF">2020-09-24T15:20:51Z</dcterms:created>
  <dcterms:modified xsi:type="dcterms:W3CDTF">2025-10-28T14:19:48Z</dcterms:modified>
</cp:coreProperties>
</file>